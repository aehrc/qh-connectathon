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A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AU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AU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A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A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A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A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666720" y="2206080"/>
            <a:ext cx="5925960" cy="629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050" spc="-1" strike="noStrike">
                <a:solidFill>
                  <a:srgbClr val="ffffff"/>
                </a:solidFill>
                <a:latin typeface="Calibri"/>
                <a:ea typeface="Calibri"/>
              </a:rPr>
              <a:t>FHIR for Services — Kick Oﬀ</a:t>
            </a:r>
            <a:endParaRPr b="0" lang="en-AU" sz="4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666720" y="3242520"/>
            <a:ext cx="67384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250" spc="-1" strike="noStrike">
                <a:solidFill>
                  <a:srgbClr val="00a9ce"/>
                </a:solidFill>
                <a:latin typeface="Calibri"/>
                <a:ea typeface="Calibri"/>
              </a:rPr>
              <a:t>Radiology Referral with Directory Discovery and Booking</a:t>
            </a:r>
            <a:endParaRPr b="0" lang="en-AU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666720" y="3840120"/>
            <a:ext cx="53348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FHIR in Queensland Health Connectathon | October 2026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666720" y="4335480"/>
            <a:ext cx="52038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Track leads: Daniel Foulkes · Joern Guy Süß · Paul Davies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666720" y="216216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666720" y="4781520"/>
            <a:ext cx="57240" cy="371520"/>
          </a:xfrm>
          <a:custGeom>
            <a:avLst/>
            <a:gdLst/>
            <a:ahLst/>
            <a:rect l="0" t="0" r="r" b="b"/>
            <a:pathLst>
              <a:path w="159" h="1032">
                <a:moveTo>
                  <a:pt x="0" y="0"/>
                </a:moveTo>
                <a:lnTo>
                  <a:pt x="159" y="0"/>
                </a:lnTo>
                <a:lnTo>
                  <a:pt x="159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666720" y="1701360"/>
            <a:ext cx="28947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What we are building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666720" y="2374200"/>
            <a:ext cx="55249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An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end-to-end radiology referral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workﬂow. A referrer: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918000" y="2898000"/>
            <a:ext cx="88048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1.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Discovers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 suitable imaging service in the Health Connect Provider Directory (HCPD)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3752640" y="3352680"/>
            <a:ext cx="1943640" cy="324000"/>
          </a:xfrm>
          <a:custGeom>
            <a:avLst/>
            <a:gdLst/>
            <a:ahLst/>
            <a:rect l="0" t="0" r="r" b="b"/>
            <a:pathLst>
              <a:path w="5399" h="900">
                <a:moveTo>
                  <a:pt x="0" y="742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5240" y="0"/>
                </a:lnTo>
                <a:cubicBezTo>
                  <a:pt x="5250" y="0"/>
                  <a:pt x="5261" y="1"/>
                  <a:pt x="5271" y="3"/>
                </a:cubicBezTo>
                <a:cubicBezTo>
                  <a:pt x="5281" y="5"/>
                  <a:pt x="5291" y="8"/>
                  <a:pt x="5301" y="12"/>
                </a:cubicBezTo>
                <a:cubicBezTo>
                  <a:pt x="5310" y="16"/>
                  <a:pt x="5319" y="21"/>
                  <a:pt x="5328" y="27"/>
                </a:cubicBezTo>
                <a:cubicBezTo>
                  <a:pt x="5337" y="32"/>
                  <a:pt x="5345" y="39"/>
                  <a:pt x="5352" y="46"/>
                </a:cubicBezTo>
                <a:cubicBezTo>
                  <a:pt x="5359" y="54"/>
                  <a:pt x="5366" y="62"/>
                  <a:pt x="5372" y="70"/>
                </a:cubicBezTo>
                <a:cubicBezTo>
                  <a:pt x="5378" y="79"/>
                  <a:pt x="5383" y="88"/>
                  <a:pt x="5386" y="98"/>
                </a:cubicBezTo>
                <a:cubicBezTo>
                  <a:pt x="5390" y="107"/>
                  <a:pt x="5393" y="117"/>
                  <a:pt x="5396" y="129"/>
                </a:cubicBezTo>
                <a:cubicBezTo>
                  <a:pt x="5398" y="139"/>
                  <a:pt x="5399" y="149"/>
                  <a:pt x="5399" y="160"/>
                </a:cubicBezTo>
                <a:lnTo>
                  <a:pt x="5399" y="742"/>
                </a:lnTo>
                <a:cubicBezTo>
                  <a:pt x="5399" y="752"/>
                  <a:pt x="5398" y="762"/>
                  <a:pt x="5396" y="773"/>
                </a:cubicBezTo>
                <a:cubicBezTo>
                  <a:pt x="5393" y="783"/>
                  <a:pt x="5390" y="793"/>
                  <a:pt x="5386" y="802"/>
                </a:cubicBezTo>
                <a:cubicBezTo>
                  <a:pt x="5383" y="812"/>
                  <a:pt x="5378" y="821"/>
                  <a:pt x="5372" y="830"/>
                </a:cubicBezTo>
                <a:cubicBezTo>
                  <a:pt x="5366" y="839"/>
                  <a:pt x="5359" y="847"/>
                  <a:pt x="5352" y="854"/>
                </a:cubicBezTo>
                <a:cubicBezTo>
                  <a:pt x="5345" y="861"/>
                  <a:pt x="5337" y="868"/>
                  <a:pt x="5328" y="874"/>
                </a:cubicBezTo>
                <a:cubicBezTo>
                  <a:pt x="5319" y="879"/>
                  <a:pt x="5310" y="884"/>
                  <a:pt x="5301" y="888"/>
                </a:cubicBezTo>
                <a:cubicBezTo>
                  <a:pt x="5291" y="892"/>
                  <a:pt x="5281" y="895"/>
                  <a:pt x="5271" y="897"/>
                </a:cubicBezTo>
                <a:cubicBezTo>
                  <a:pt x="5261" y="899"/>
                  <a:pt x="5250" y="900"/>
                  <a:pt x="5240" y="900"/>
                </a:cubicBezTo>
                <a:lnTo>
                  <a:pt x="159" y="900"/>
                </a:lnTo>
                <a:cubicBezTo>
                  <a:pt x="148" y="900"/>
                  <a:pt x="138" y="899"/>
                  <a:pt x="128" y="897"/>
                </a:cubicBezTo>
                <a:cubicBezTo>
                  <a:pt x="118" y="895"/>
                  <a:pt x="108" y="892"/>
                  <a:pt x="98" y="888"/>
                </a:cubicBezTo>
                <a:cubicBezTo>
                  <a:pt x="88" y="884"/>
                  <a:pt x="79" y="879"/>
                  <a:pt x="71" y="874"/>
                </a:cubicBezTo>
                <a:cubicBezTo>
                  <a:pt x="62" y="868"/>
                  <a:pt x="54" y="861"/>
                  <a:pt x="47" y="854"/>
                </a:cubicBezTo>
                <a:cubicBezTo>
                  <a:pt x="39" y="847"/>
                  <a:pt x="33" y="839"/>
                  <a:pt x="27" y="830"/>
                </a:cubicBezTo>
                <a:cubicBezTo>
                  <a:pt x="21" y="821"/>
                  <a:pt x="16" y="812"/>
                  <a:pt x="12" y="802"/>
                </a:cubicBezTo>
                <a:cubicBezTo>
                  <a:pt x="8" y="793"/>
                  <a:pt x="5" y="783"/>
                  <a:pt x="3" y="773"/>
                </a:cubicBezTo>
                <a:cubicBezTo>
                  <a:pt x="1" y="762"/>
                  <a:pt x="0" y="752"/>
                  <a:pt x="0" y="74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918000" y="3336120"/>
            <a:ext cx="2870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2.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Creates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 FHIR referral —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841200" y="3390840"/>
            <a:ext cx="17668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ServiceRequest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5924520" y="3352680"/>
            <a:ext cx="676440" cy="324000"/>
          </a:xfrm>
          <a:custGeom>
            <a:avLst/>
            <a:gdLst/>
            <a:ahLst/>
            <a:rect l="0" t="0" r="r" b="b"/>
            <a:pathLst>
              <a:path w="1879" h="900">
                <a:moveTo>
                  <a:pt x="0" y="742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3" y="39"/>
                  <a:pt x="61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720" y="0"/>
                </a:lnTo>
                <a:cubicBezTo>
                  <a:pt x="1731" y="0"/>
                  <a:pt x="1741" y="1"/>
                  <a:pt x="1751" y="3"/>
                </a:cubicBezTo>
                <a:cubicBezTo>
                  <a:pt x="1762" y="5"/>
                  <a:pt x="1771" y="8"/>
                  <a:pt x="1781" y="12"/>
                </a:cubicBezTo>
                <a:cubicBezTo>
                  <a:pt x="1791" y="16"/>
                  <a:pt x="1800" y="21"/>
                  <a:pt x="1809" y="27"/>
                </a:cubicBezTo>
                <a:cubicBezTo>
                  <a:pt x="1817" y="32"/>
                  <a:pt x="1825" y="39"/>
                  <a:pt x="1833" y="46"/>
                </a:cubicBezTo>
                <a:cubicBezTo>
                  <a:pt x="1840" y="54"/>
                  <a:pt x="1847" y="62"/>
                  <a:pt x="1852" y="70"/>
                </a:cubicBezTo>
                <a:cubicBezTo>
                  <a:pt x="1858" y="79"/>
                  <a:pt x="1863" y="88"/>
                  <a:pt x="1867" y="98"/>
                </a:cubicBezTo>
                <a:cubicBezTo>
                  <a:pt x="1871" y="107"/>
                  <a:pt x="1874" y="117"/>
                  <a:pt x="1876" y="129"/>
                </a:cubicBezTo>
                <a:cubicBezTo>
                  <a:pt x="1878" y="139"/>
                  <a:pt x="1879" y="149"/>
                  <a:pt x="1879" y="160"/>
                </a:cubicBezTo>
                <a:lnTo>
                  <a:pt x="1879" y="742"/>
                </a:lnTo>
                <a:cubicBezTo>
                  <a:pt x="1879" y="752"/>
                  <a:pt x="1878" y="762"/>
                  <a:pt x="1876" y="773"/>
                </a:cubicBezTo>
                <a:cubicBezTo>
                  <a:pt x="1874" y="783"/>
                  <a:pt x="1871" y="793"/>
                  <a:pt x="1867" y="802"/>
                </a:cubicBezTo>
                <a:cubicBezTo>
                  <a:pt x="1863" y="812"/>
                  <a:pt x="1858" y="821"/>
                  <a:pt x="1852" y="830"/>
                </a:cubicBezTo>
                <a:cubicBezTo>
                  <a:pt x="1847" y="839"/>
                  <a:pt x="1840" y="847"/>
                  <a:pt x="1833" y="854"/>
                </a:cubicBezTo>
                <a:cubicBezTo>
                  <a:pt x="1825" y="861"/>
                  <a:pt x="1817" y="868"/>
                  <a:pt x="1809" y="874"/>
                </a:cubicBezTo>
                <a:cubicBezTo>
                  <a:pt x="1800" y="879"/>
                  <a:pt x="1791" y="884"/>
                  <a:pt x="1781" y="888"/>
                </a:cubicBezTo>
                <a:cubicBezTo>
                  <a:pt x="1771" y="892"/>
                  <a:pt x="1762" y="895"/>
                  <a:pt x="1751" y="897"/>
                </a:cubicBezTo>
                <a:cubicBezTo>
                  <a:pt x="1741" y="899"/>
                  <a:pt x="1731" y="900"/>
                  <a:pt x="1720" y="900"/>
                </a:cubicBezTo>
                <a:lnTo>
                  <a:pt x="158" y="900"/>
                </a:lnTo>
                <a:cubicBezTo>
                  <a:pt x="148" y="900"/>
                  <a:pt x="138" y="899"/>
                  <a:pt x="127" y="897"/>
                </a:cubicBezTo>
                <a:cubicBezTo>
                  <a:pt x="117" y="895"/>
                  <a:pt x="107" y="892"/>
                  <a:pt x="98" y="888"/>
                </a:cubicBezTo>
                <a:cubicBezTo>
                  <a:pt x="88" y="884"/>
                  <a:pt x="79" y="879"/>
                  <a:pt x="70" y="874"/>
                </a:cubicBezTo>
                <a:cubicBezTo>
                  <a:pt x="61" y="868"/>
                  <a:pt x="53" y="861"/>
                  <a:pt x="46" y="854"/>
                </a:cubicBezTo>
                <a:cubicBezTo>
                  <a:pt x="39" y="847"/>
                  <a:pt x="32" y="839"/>
                  <a:pt x="26" y="830"/>
                </a:cubicBezTo>
                <a:cubicBezTo>
                  <a:pt x="21" y="821"/>
                  <a:pt x="16" y="812"/>
                  <a:pt x="12" y="802"/>
                </a:cubicBezTo>
                <a:cubicBezTo>
                  <a:pt x="8" y="793"/>
                  <a:pt x="5" y="783"/>
                  <a:pt x="3" y="773"/>
                </a:cubicBezTo>
                <a:cubicBezTo>
                  <a:pt x="1" y="762"/>
                  <a:pt x="0" y="752"/>
                  <a:pt x="0" y="74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5693400" y="3336120"/>
            <a:ext cx="2473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+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6012720" y="3390840"/>
            <a:ext cx="5050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Task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6602040" y="3336120"/>
            <a:ext cx="29052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with supporting information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918000" y="3764880"/>
            <a:ext cx="70171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3.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Books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an appointment against slots the imaging provider publishes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666720" y="4288680"/>
            <a:ext cx="85687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…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with the referral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status tracked through a Task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until the appointment is conﬁrmed.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971640" y="4812480"/>
            <a:ext cx="8855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One cohesive scenario that exercises many core FHIR resources and workﬂow concepts.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2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666720" y="251424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942840" y="28479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2"/>
                </a:cubicBezTo>
                <a:cubicBezTo>
                  <a:pt x="42" y="22"/>
                  <a:pt x="53" y="14"/>
                  <a:pt x="66" y="9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9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666720" y="2053800"/>
            <a:ext cx="23979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Why this scenario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942840" y="32860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1162080" y="2726640"/>
            <a:ext cx="73116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Realistic and manageable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relevant to Queensland Health participants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942840" y="37144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1162080" y="3164760"/>
            <a:ext cx="8387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Exercises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Provider, ServiceRequest, Task, Schedule, Slot, Appointment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in one ﬂow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942840" y="41526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1162080" y="3593160"/>
            <a:ext cx="5429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Complements QH's existing smart-referral capabilities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942840" y="45813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162080" y="4031280"/>
            <a:ext cx="80413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Builds on existing referral workﬂow prototypes and provider-directory concepts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162080" y="4460040"/>
            <a:ext cx="50986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Broadest track draw — plan for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35–40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participants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3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666720" y="124776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3071880" y="1480680"/>
            <a:ext cx="139320" cy="139320"/>
          </a:xfrm>
          <a:custGeom>
            <a:avLst/>
            <a:gdLst/>
            <a:ahLst/>
            <a:rect l="0" t="0" r="r" b="b"/>
            <a:pathLst>
              <a:path w="387" h="387">
                <a:moveTo>
                  <a:pt x="387" y="193"/>
                </a:moveTo>
                <a:cubicBezTo>
                  <a:pt x="387" y="206"/>
                  <a:pt x="386" y="218"/>
                  <a:pt x="383" y="231"/>
                </a:cubicBezTo>
                <a:cubicBezTo>
                  <a:pt x="381" y="243"/>
                  <a:pt x="377" y="255"/>
                  <a:pt x="372" y="267"/>
                </a:cubicBezTo>
                <a:cubicBezTo>
                  <a:pt x="368" y="279"/>
                  <a:pt x="362" y="290"/>
                  <a:pt x="355" y="300"/>
                </a:cubicBezTo>
                <a:cubicBezTo>
                  <a:pt x="348" y="311"/>
                  <a:pt x="340" y="321"/>
                  <a:pt x="331" y="330"/>
                </a:cubicBezTo>
                <a:cubicBezTo>
                  <a:pt x="322" y="339"/>
                  <a:pt x="312" y="347"/>
                  <a:pt x="301" y="354"/>
                </a:cubicBezTo>
                <a:cubicBezTo>
                  <a:pt x="291" y="361"/>
                  <a:pt x="280" y="367"/>
                  <a:pt x="268" y="372"/>
                </a:cubicBezTo>
                <a:cubicBezTo>
                  <a:pt x="256" y="377"/>
                  <a:pt x="244" y="381"/>
                  <a:pt x="232" y="383"/>
                </a:cubicBezTo>
                <a:cubicBezTo>
                  <a:pt x="219" y="386"/>
                  <a:pt x="207" y="387"/>
                  <a:pt x="194" y="387"/>
                </a:cubicBezTo>
                <a:cubicBezTo>
                  <a:pt x="181" y="387"/>
                  <a:pt x="169" y="386"/>
                  <a:pt x="156" y="383"/>
                </a:cubicBezTo>
                <a:cubicBezTo>
                  <a:pt x="143" y="381"/>
                  <a:pt x="131" y="377"/>
                  <a:pt x="119" y="372"/>
                </a:cubicBezTo>
                <a:cubicBezTo>
                  <a:pt x="107" y="367"/>
                  <a:pt x="96" y="361"/>
                  <a:pt x="86" y="354"/>
                </a:cubicBezTo>
                <a:cubicBezTo>
                  <a:pt x="75" y="347"/>
                  <a:pt x="65" y="339"/>
                  <a:pt x="56" y="330"/>
                </a:cubicBezTo>
                <a:cubicBezTo>
                  <a:pt x="48" y="321"/>
                  <a:pt x="40" y="311"/>
                  <a:pt x="32" y="300"/>
                </a:cubicBezTo>
                <a:cubicBezTo>
                  <a:pt x="25" y="290"/>
                  <a:pt x="19" y="279"/>
                  <a:pt x="15" y="267"/>
                </a:cubicBezTo>
                <a:cubicBezTo>
                  <a:pt x="10" y="255"/>
                  <a:pt x="6" y="243"/>
                  <a:pt x="4" y="231"/>
                </a:cubicBezTo>
                <a:cubicBezTo>
                  <a:pt x="1" y="218"/>
                  <a:pt x="0" y="206"/>
                  <a:pt x="0" y="193"/>
                </a:cubicBezTo>
                <a:cubicBezTo>
                  <a:pt x="0" y="180"/>
                  <a:pt x="1" y="168"/>
                  <a:pt x="4" y="155"/>
                </a:cubicBezTo>
                <a:cubicBezTo>
                  <a:pt x="6" y="143"/>
                  <a:pt x="10" y="131"/>
                  <a:pt x="15" y="119"/>
                </a:cubicBezTo>
                <a:cubicBezTo>
                  <a:pt x="19" y="107"/>
                  <a:pt x="25" y="96"/>
                  <a:pt x="32" y="86"/>
                </a:cubicBezTo>
                <a:cubicBezTo>
                  <a:pt x="40" y="75"/>
                  <a:pt x="48" y="65"/>
                  <a:pt x="56" y="57"/>
                </a:cubicBezTo>
                <a:cubicBezTo>
                  <a:pt x="65" y="48"/>
                  <a:pt x="75" y="40"/>
                  <a:pt x="86" y="33"/>
                </a:cubicBezTo>
                <a:cubicBezTo>
                  <a:pt x="96" y="25"/>
                  <a:pt x="107" y="20"/>
                  <a:pt x="119" y="15"/>
                </a:cubicBezTo>
                <a:cubicBezTo>
                  <a:pt x="131" y="10"/>
                  <a:pt x="143" y="6"/>
                  <a:pt x="156" y="4"/>
                </a:cubicBezTo>
                <a:cubicBezTo>
                  <a:pt x="169" y="1"/>
                  <a:pt x="181" y="0"/>
                  <a:pt x="194" y="0"/>
                </a:cubicBezTo>
                <a:cubicBezTo>
                  <a:pt x="207" y="0"/>
                  <a:pt x="219" y="1"/>
                  <a:pt x="232" y="4"/>
                </a:cubicBezTo>
                <a:cubicBezTo>
                  <a:pt x="244" y="6"/>
                  <a:pt x="256" y="10"/>
                  <a:pt x="268" y="15"/>
                </a:cubicBezTo>
                <a:cubicBezTo>
                  <a:pt x="280" y="20"/>
                  <a:pt x="291" y="25"/>
                  <a:pt x="301" y="33"/>
                </a:cubicBezTo>
                <a:cubicBezTo>
                  <a:pt x="312" y="40"/>
                  <a:pt x="322" y="48"/>
                  <a:pt x="331" y="57"/>
                </a:cubicBezTo>
                <a:cubicBezTo>
                  <a:pt x="340" y="65"/>
                  <a:pt x="348" y="75"/>
                  <a:pt x="355" y="86"/>
                </a:cubicBezTo>
                <a:cubicBezTo>
                  <a:pt x="362" y="96"/>
                  <a:pt x="368" y="107"/>
                  <a:pt x="372" y="119"/>
                </a:cubicBezTo>
                <a:cubicBezTo>
                  <a:pt x="377" y="131"/>
                  <a:pt x="381" y="143"/>
                  <a:pt x="383" y="155"/>
                </a:cubicBezTo>
                <a:cubicBezTo>
                  <a:pt x="386" y="168"/>
                  <a:pt x="387" y="180"/>
                  <a:pt x="387" y="193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3071880" y="1480680"/>
            <a:ext cx="139320" cy="139320"/>
          </a:xfrm>
          <a:custGeom>
            <a:avLst/>
            <a:gdLst/>
            <a:ahLst/>
            <a:rect l="0" t="0" r="r" b="b"/>
            <a:pathLst>
              <a:path w="387" h="387">
                <a:moveTo>
                  <a:pt x="387" y="193"/>
                </a:moveTo>
                <a:cubicBezTo>
                  <a:pt x="387" y="206"/>
                  <a:pt x="386" y="218"/>
                  <a:pt x="383" y="231"/>
                </a:cubicBezTo>
                <a:cubicBezTo>
                  <a:pt x="381" y="243"/>
                  <a:pt x="377" y="255"/>
                  <a:pt x="372" y="267"/>
                </a:cubicBezTo>
                <a:cubicBezTo>
                  <a:pt x="368" y="279"/>
                  <a:pt x="362" y="290"/>
                  <a:pt x="355" y="300"/>
                </a:cubicBezTo>
                <a:cubicBezTo>
                  <a:pt x="348" y="311"/>
                  <a:pt x="340" y="321"/>
                  <a:pt x="331" y="330"/>
                </a:cubicBezTo>
                <a:cubicBezTo>
                  <a:pt x="322" y="339"/>
                  <a:pt x="312" y="347"/>
                  <a:pt x="301" y="354"/>
                </a:cubicBezTo>
                <a:cubicBezTo>
                  <a:pt x="291" y="361"/>
                  <a:pt x="280" y="367"/>
                  <a:pt x="268" y="372"/>
                </a:cubicBezTo>
                <a:cubicBezTo>
                  <a:pt x="256" y="377"/>
                  <a:pt x="244" y="381"/>
                  <a:pt x="232" y="383"/>
                </a:cubicBezTo>
                <a:cubicBezTo>
                  <a:pt x="219" y="386"/>
                  <a:pt x="207" y="387"/>
                  <a:pt x="194" y="387"/>
                </a:cubicBezTo>
                <a:cubicBezTo>
                  <a:pt x="181" y="387"/>
                  <a:pt x="169" y="386"/>
                  <a:pt x="156" y="383"/>
                </a:cubicBezTo>
                <a:cubicBezTo>
                  <a:pt x="143" y="381"/>
                  <a:pt x="131" y="377"/>
                  <a:pt x="119" y="372"/>
                </a:cubicBezTo>
                <a:cubicBezTo>
                  <a:pt x="107" y="367"/>
                  <a:pt x="96" y="361"/>
                  <a:pt x="86" y="354"/>
                </a:cubicBezTo>
                <a:cubicBezTo>
                  <a:pt x="75" y="347"/>
                  <a:pt x="65" y="339"/>
                  <a:pt x="56" y="330"/>
                </a:cubicBezTo>
                <a:cubicBezTo>
                  <a:pt x="48" y="321"/>
                  <a:pt x="40" y="311"/>
                  <a:pt x="32" y="300"/>
                </a:cubicBezTo>
                <a:cubicBezTo>
                  <a:pt x="25" y="290"/>
                  <a:pt x="19" y="279"/>
                  <a:pt x="15" y="267"/>
                </a:cubicBezTo>
                <a:cubicBezTo>
                  <a:pt x="10" y="255"/>
                  <a:pt x="6" y="243"/>
                  <a:pt x="4" y="231"/>
                </a:cubicBezTo>
                <a:cubicBezTo>
                  <a:pt x="1" y="218"/>
                  <a:pt x="0" y="206"/>
                  <a:pt x="0" y="193"/>
                </a:cubicBezTo>
                <a:cubicBezTo>
                  <a:pt x="0" y="180"/>
                  <a:pt x="1" y="168"/>
                  <a:pt x="4" y="155"/>
                </a:cubicBezTo>
                <a:cubicBezTo>
                  <a:pt x="6" y="143"/>
                  <a:pt x="10" y="131"/>
                  <a:pt x="15" y="119"/>
                </a:cubicBezTo>
                <a:cubicBezTo>
                  <a:pt x="19" y="107"/>
                  <a:pt x="25" y="96"/>
                  <a:pt x="32" y="86"/>
                </a:cubicBezTo>
                <a:cubicBezTo>
                  <a:pt x="40" y="75"/>
                  <a:pt x="48" y="65"/>
                  <a:pt x="56" y="57"/>
                </a:cubicBezTo>
                <a:cubicBezTo>
                  <a:pt x="65" y="48"/>
                  <a:pt x="75" y="40"/>
                  <a:pt x="86" y="33"/>
                </a:cubicBezTo>
                <a:cubicBezTo>
                  <a:pt x="96" y="25"/>
                  <a:pt x="107" y="20"/>
                  <a:pt x="119" y="15"/>
                </a:cubicBezTo>
                <a:cubicBezTo>
                  <a:pt x="131" y="10"/>
                  <a:pt x="143" y="6"/>
                  <a:pt x="156" y="4"/>
                </a:cubicBezTo>
                <a:cubicBezTo>
                  <a:pt x="169" y="1"/>
                  <a:pt x="181" y="0"/>
                  <a:pt x="194" y="0"/>
                </a:cubicBezTo>
                <a:cubicBezTo>
                  <a:pt x="207" y="0"/>
                  <a:pt x="219" y="1"/>
                  <a:pt x="232" y="4"/>
                </a:cubicBezTo>
                <a:cubicBezTo>
                  <a:pt x="244" y="6"/>
                  <a:pt x="256" y="10"/>
                  <a:pt x="268" y="15"/>
                </a:cubicBezTo>
                <a:cubicBezTo>
                  <a:pt x="280" y="20"/>
                  <a:pt x="291" y="25"/>
                  <a:pt x="301" y="33"/>
                </a:cubicBezTo>
                <a:cubicBezTo>
                  <a:pt x="312" y="40"/>
                  <a:pt x="322" y="48"/>
                  <a:pt x="331" y="57"/>
                </a:cubicBezTo>
                <a:cubicBezTo>
                  <a:pt x="340" y="65"/>
                  <a:pt x="348" y="75"/>
                  <a:pt x="355" y="86"/>
                </a:cubicBezTo>
                <a:cubicBezTo>
                  <a:pt x="362" y="96"/>
                  <a:pt x="368" y="107"/>
                  <a:pt x="372" y="119"/>
                </a:cubicBezTo>
                <a:cubicBezTo>
                  <a:pt x="377" y="131"/>
                  <a:pt x="381" y="143"/>
                  <a:pt x="383" y="155"/>
                </a:cubicBezTo>
                <a:cubicBezTo>
                  <a:pt x="386" y="168"/>
                  <a:pt x="387" y="180"/>
                  <a:pt x="387" y="193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3028320" y="1619640"/>
            <a:ext cx="226440" cy="365040"/>
          </a:xfrm>
          <a:custGeom>
            <a:avLst/>
            <a:gdLst/>
            <a:ahLst/>
            <a:rect l="0" t="0" r="r" b="b"/>
            <a:pathLst>
              <a:path fill="none" w="629" h="1014">
                <a:moveTo>
                  <a:pt x="315" y="0"/>
                </a:moveTo>
                <a:lnTo>
                  <a:pt x="315" y="652"/>
                </a:lnTo>
                <a:moveTo>
                  <a:pt x="0" y="194"/>
                </a:moveTo>
                <a:lnTo>
                  <a:pt x="629" y="194"/>
                </a:lnTo>
                <a:moveTo>
                  <a:pt x="315" y="652"/>
                </a:moveTo>
                <a:lnTo>
                  <a:pt x="0" y="1014"/>
                </a:lnTo>
                <a:moveTo>
                  <a:pt x="315" y="652"/>
                </a:moveTo>
                <a:lnTo>
                  <a:pt x="629" y="1014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666720" y="786960"/>
            <a:ext cx="242388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Systems and roles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2904480" y="2011680"/>
            <a:ext cx="412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727560" y="3169800"/>
            <a:ext cx="1217160" cy="505080"/>
          </a:xfrm>
          <a:custGeom>
            <a:avLst/>
            <a:gdLst/>
            <a:ahLst/>
            <a:rect l="0" t="0" r="r" b="b"/>
            <a:pathLst>
              <a:path w="3381" h="1403">
                <a:moveTo>
                  <a:pt x="60" y="0"/>
                </a:moveTo>
                <a:lnTo>
                  <a:pt x="3321" y="0"/>
                </a:lnTo>
                <a:cubicBezTo>
                  <a:pt x="3329" y="0"/>
                  <a:pt x="3337" y="1"/>
                  <a:pt x="3344" y="4"/>
                </a:cubicBezTo>
                <a:cubicBezTo>
                  <a:pt x="3351" y="7"/>
                  <a:pt x="3358" y="12"/>
                  <a:pt x="3364" y="17"/>
                </a:cubicBezTo>
                <a:cubicBezTo>
                  <a:pt x="3369" y="23"/>
                  <a:pt x="3374" y="30"/>
                  <a:pt x="3377" y="37"/>
                </a:cubicBezTo>
                <a:cubicBezTo>
                  <a:pt x="3380" y="44"/>
                  <a:pt x="3381" y="52"/>
                  <a:pt x="3381" y="60"/>
                </a:cubicBezTo>
                <a:lnTo>
                  <a:pt x="3381" y="1343"/>
                </a:lnTo>
                <a:cubicBezTo>
                  <a:pt x="3381" y="1351"/>
                  <a:pt x="3380" y="1358"/>
                  <a:pt x="3377" y="1366"/>
                </a:cubicBezTo>
                <a:cubicBezTo>
                  <a:pt x="3374" y="1373"/>
                  <a:pt x="3369" y="1380"/>
                  <a:pt x="3364" y="1385"/>
                </a:cubicBezTo>
                <a:cubicBezTo>
                  <a:pt x="3358" y="1391"/>
                  <a:pt x="3351" y="1395"/>
                  <a:pt x="3344" y="1398"/>
                </a:cubicBezTo>
                <a:cubicBezTo>
                  <a:pt x="3337" y="1402"/>
                  <a:pt x="3329" y="1403"/>
                  <a:pt x="3321" y="1403"/>
                </a:cubicBezTo>
                <a:lnTo>
                  <a:pt x="60" y="1403"/>
                </a:lnTo>
                <a:cubicBezTo>
                  <a:pt x="52" y="1403"/>
                  <a:pt x="44" y="1402"/>
                  <a:pt x="37" y="1398"/>
                </a:cubicBezTo>
                <a:cubicBezTo>
                  <a:pt x="29" y="1395"/>
                  <a:pt x="23" y="1391"/>
                  <a:pt x="17" y="1385"/>
                </a:cubicBezTo>
                <a:cubicBezTo>
                  <a:pt x="12" y="1380"/>
                  <a:pt x="7" y="1373"/>
                  <a:pt x="4" y="1366"/>
                </a:cubicBezTo>
                <a:cubicBezTo>
                  <a:pt x="1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1" y="44"/>
                  <a:pt x="4" y="37"/>
                </a:cubicBezTo>
                <a:cubicBezTo>
                  <a:pt x="7" y="30"/>
                  <a:pt x="12" y="23"/>
                  <a:pt x="17" y="17"/>
                </a:cubicBezTo>
                <a:cubicBezTo>
                  <a:pt x="23" y="12"/>
                  <a:pt x="29" y="7"/>
                  <a:pt x="37" y="4"/>
                </a:cubicBezTo>
                <a:cubicBezTo>
                  <a:pt x="44" y="1"/>
                  <a:pt x="52" y="0"/>
                  <a:pt x="60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727560" y="3169800"/>
            <a:ext cx="1217160" cy="505080"/>
          </a:xfrm>
          <a:custGeom>
            <a:avLst/>
            <a:gdLst/>
            <a:ahLst/>
            <a:rect l="0" t="0" r="r" b="b"/>
            <a:pathLst>
              <a:path w="3381" h="1403">
                <a:moveTo>
                  <a:pt x="60" y="0"/>
                </a:moveTo>
                <a:lnTo>
                  <a:pt x="3321" y="0"/>
                </a:lnTo>
                <a:cubicBezTo>
                  <a:pt x="3329" y="0"/>
                  <a:pt x="3337" y="1"/>
                  <a:pt x="3344" y="4"/>
                </a:cubicBezTo>
                <a:cubicBezTo>
                  <a:pt x="3351" y="7"/>
                  <a:pt x="3358" y="12"/>
                  <a:pt x="3364" y="17"/>
                </a:cubicBezTo>
                <a:cubicBezTo>
                  <a:pt x="3369" y="23"/>
                  <a:pt x="3374" y="30"/>
                  <a:pt x="3377" y="37"/>
                </a:cubicBezTo>
                <a:cubicBezTo>
                  <a:pt x="3380" y="44"/>
                  <a:pt x="3381" y="52"/>
                  <a:pt x="3381" y="60"/>
                </a:cubicBezTo>
                <a:lnTo>
                  <a:pt x="3381" y="1343"/>
                </a:lnTo>
                <a:cubicBezTo>
                  <a:pt x="3381" y="1351"/>
                  <a:pt x="3380" y="1358"/>
                  <a:pt x="3377" y="1366"/>
                </a:cubicBezTo>
                <a:cubicBezTo>
                  <a:pt x="3374" y="1373"/>
                  <a:pt x="3369" y="1380"/>
                  <a:pt x="3364" y="1385"/>
                </a:cubicBezTo>
                <a:cubicBezTo>
                  <a:pt x="3358" y="1391"/>
                  <a:pt x="3351" y="1395"/>
                  <a:pt x="3344" y="1398"/>
                </a:cubicBezTo>
                <a:cubicBezTo>
                  <a:pt x="3337" y="1402"/>
                  <a:pt x="3329" y="1403"/>
                  <a:pt x="3321" y="1403"/>
                </a:cubicBezTo>
                <a:lnTo>
                  <a:pt x="60" y="1403"/>
                </a:lnTo>
                <a:cubicBezTo>
                  <a:pt x="52" y="1403"/>
                  <a:pt x="44" y="1402"/>
                  <a:pt x="37" y="1398"/>
                </a:cubicBezTo>
                <a:cubicBezTo>
                  <a:pt x="29" y="1395"/>
                  <a:pt x="23" y="1391"/>
                  <a:pt x="17" y="1385"/>
                </a:cubicBezTo>
                <a:cubicBezTo>
                  <a:pt x="12" y="1380"/>
                  <a:pt x="7" y="1373"/>
                  <a:pt x="4" y="1366"/>
                </a:cubicBezTo>
                <a:cubicBezTo>
                  <a:pt x="1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1" y="44"/>
                  <a:pt x="4" y="37"/>
                </a:cubicBezTo>
                <a:cubicBezTo>
                  <a:pt x="7" y="30"/>
                  <a:pt x="12" y="23"/>
                  <a:pt x="17" y="17"/>
                </a:cubicBezTo>
                <a:cubicBezTo>
                  <a:pt x="23" y="12"/>
                  <a:pt x="29" y="7"/>
                  <a:pt x="37" y="4"/>
                </a:cubicBezTo>
                <a:cubicBezTo>
                  <a:pt x="44" y="1"/>
                  <a:pt x="52" y="0"/>
                  <a:pt x="60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2904480" y="2177280"/>
            <a:ext cx="378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814320" y="3270960"/>
            <a:ext cx="9075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Provider Directory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4229640" y="3169800"/>
            <a:ext cx="1027080" cy="505080"/>
          </a:xfrm>
          <a:custGeom>
            <a:avLst/>
            <a:gdLst/>
            <a:ahLst/>
            <a:rect l="0" t="0" r="r" b="b"/>
            <a:pathLst>
              <a:path w="2853" h="1403">
                <a:moveTo>
                  <a:pt x="60" y="0"/>
                </a:moveTo>
                <a:lnTo>
                  <a:pt x="2792" y="0"/>
                </a:lnTo>
                <a:cubicBezTo>
                  <a:pt x="2800" y="0"/>
                  <a:pt x="2808" y="1"/>
                  <a:pt x="2815" y="4"/>
                </a:cubicBezTo>
                <a:cubicBezTo>
                  <a:pt x="2823" y="7"/>
                  <a:pt x="2829" y="12"/>
                  <a:pt x="2835" y="17"/>
                </a:cubicBezTo>
                <a:cubicBezTo>
                  <a:pt x="2841" y="23"/>
                  <a:pt x="2845" y="30"/>
                  <a:pt x="2848" y="37"/>
                </a:cubicBezTo>
                <a:cubicBezTo>
                  <a:pt x="2851" y="44"/>
                  <a:pt x="2853" y="52"/>
                  <a:pt x="2853" y="60"/>
                </a:cubicBezTo>
                <a:lnTo>
                  <a:pt x="2853" y="1343"/>
                </a:lnTo>
                <a:cubicBezTo>
                  <a:pt x="2853" y="1351"/>
                  <a:pt x="2851" y="1358"/>
                  <a:pt x="2848" y="1366"/>
                </a:cubicBezTo>
                <a:cubicBezTo>
                  <a:pt x="2845" y="1373"/>
                  <a:pt x="2841" y="1380"/>
                  <a:pt x="2835" y="1385"/>
                </a:cubicBezTo>
                <a:cubicBezTo>
                  <a:pt x="2829" y="1391"/>
                  <a:pt x="2823" y="1395"/>
                  <a:pt x="2815" y="1398"/>
                </a:cubicBezTo>
                <a:cubicBezTo>
                  <a:pt x="2808" y="1402"/>
                  <a:pt x="2800" y="1403"/>
                  <a:pt x="2792" y="1403"/>
                </a:cubicBezTo>
                <a:lnTo>
                  <a:pt x="60" y="1403"/>
                </a:lnTo>
                <a:cubicBezTo>
                  <a:pt x="52" y="1403"/>
                  <a:pt x="44" y="1402"/>
                  <a:pt x="37" y="1398"/>
                </a:cubicBezTo>
                <a:cubicBezTo>
                  <a:pt x="30" y="1395"/>
                  <a:pt x="23" y="1391"/>
                  <a:pt x="18" y="1385"/>
                </a:cubicBezTo>
                <a:cubicBezTo>
                  <a:pt x="12" y="1380"/>
                  <a:pt x="7" y="1373"/>
                  <a:pt x="4" y="1366"/>
                </a:cubicBezTo>
                <a:cubicBezTo>
                  <a:pt x="1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1" y="44"/>
                  <a:pt x="4" y="37"/>
                </a:cubicBezTo>
                <a:cubicBezTo>
                  <a:pt x="7" y="30"/>
                  <a:pt x="12" y="23"/>
                  <a:pt x="18" y="17"/>
                </a:cubicBezTo>
                <a:cubicBezTo>
                  <a:pt x="23" y="12"/>
                  <a:pt x="30" y="7"/>
                  <a:pt x="37" y="4"/>
                </a:cubicBezTo>
                <a:cubicBezTo>
                  <a:pt x="44" y="1"/>
                  <a:pt x="52" y="0"/>
                  <a:pt x="60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4229640" y="3169800"/>
            <a:ext cx="1027080" cy="505080"/>
          </a:xfrm>
          <a:custGeom>
            <a:avLst/>
            <a:gdLst/>
            <a:ahLst/>
            <a:rect l="0" t="0" r="r" b="b"/>
            <a:pathLst>
              <a:path w="2853" h="1403">
                <a:moveTo>
                  <a:pt x="60" y="0"/>
                </a:moveTo>
                <a:lnTo>
                  <a:pt x="2792" y="0"/>
                </a:lnTo>
                <a:cubicBezTo>
                  <a:pt x="2800" y="0"/>
                  <a:pt x="2808" y="1"/>
                  <a:pt x="2815" y="4"/>
                </a:cubicBezTo>
                <a:cubicBezTo>
                  <a:pt x="2823" y="7"/>
                  <a:pt x="2829" y="12"/>
                  <a:pt x="2835" y="17"/>
                </a:cubicBezTo>
                <a:cubicBezTo>
                  <a:pt x="2841" y="23"/>
                  <a:pt x="2845" y="30"/>
                  <a:pt x="2848" y="37"/>
                </a:cubicBezTo>
                <a:cubicBezTo>
                  <a:pt x="2851" y="44"/>
                  <a:pt x="2853" y="52"/>
                  <a:pt x="2853" y="60"/>
                </a:cubicBezTo>
                <a:lnTo>
                  <a:pt x="2853" y="1343"/>
                </a:lnTo>
                <a:cubicBezTo>
                  <a:pt x="2853" y="1351"/>
                  <a:pt x="2851" y="1358"/>
                  <a:pt x="2848" y="1366"/>
                </a:cubicBezTo>
                <a:cubicBezTo>
                  <a:pt x="2845" y="1373"/>
                  <a:pt x="2841" y="1380"/>
                  <a:pt x="2835" y="1385"/>
                </a:cubicBezTo>
                <a:cubicBezTo>
                  <a:pt x="2829" y="1391"/>
                  <a:pt x="2823" y="1395"/>
                  <a:pt x="2815" y="1398"/>
                </a:cubicBezTo>
                <a:cubicBezTo>
                  <a:pt x="2808" y="1402"/>
                  <a:pt x="2800" y="1403"/>
                  <a:pt x="2792" y="1403"/>
                </a:cubicBezTo>
                <a:lnTo>
                  <a:pt x="60" y="1403"/>
                </a:lnTo>
                <a:cubicBezTo>
                  <a:pt x="52" y="1403"/>
                  <a:pt x="44" y="1402"/>
                  <a:pt x="37" y="1398"/>
                </a:cubicBezTo>
                <a:cubicBezTo>
                  <a:pt x="30" y="1395"/>
                  <a:pt x="23" y="1391"/>
                  <a:pt x="18" y="1385"/>
                </a:cubicBezTo>
                <a:cubicBezTo>
                  <a:pt x="12" y="1380"/>
                  <a:pt x="7" y="1373"/>
                  <a:pt x="4" y="1366"/>
                </a:cubicBezTo>
                <a:cubicBezTo>
                  <a:pt x="1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1" y="44"/>
                  <a:pt x="4" y="37"/>
                </a:cubicBezTo>
                <a:cubicBezTo>
                  <a:pt x="7" y="30"/>
                  <a:pt x="12" y="23"/>
                  <a:pt x="18" y="17"/>
                </a:cubicBezTo>
                <a:cubicBezTo>
                  <a:pt x="23" y="12"/>
                  <a:pt x="30" y="7"/>
                  <a:pt x="37" y="4"/>
                </a:cubicBezTo>
                <a:cubicBezTo>
                  <a:pt x="44" y="1"/>
                  <a:pt x="52" y="0"/>
                  <a:pt x="60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814320" y="3436560"/>
            <a:ext cx="352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(HCPD)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316400" y="3270960"/>
            <a:ext cx="7412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Referral Server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3269160" y="4515840"/>
            <a:ext cx="1169640" cy="505080"/>
          </a:xfrm>
          <a:custGeom>
            <a:avLst/>
            <a:gdLst/>
            <a:ahLst/>
            <a:rect l="0" t="0" r="r" b="b"/>
            <a:pathLst>
              <a:path w="3249" h="1403">
                <a:moveTo>
                  <a:pt x="61" y="0"/>
                </a:moveTo>
                <a:lnTo>
                  <a:pt x="3189" y="0"/>
                </a:lnTo>
                <a:cubicBezTo>
                  <a:pt x="3197" y="0"/>
                  <a:pt x="3205" y="1"/>
                  <a:pt x="3212" y="4"/>
                </a:cubicBezTo>
                <a:cubicBezTo>
                  <a:pt x="3219" y="7"/>
                  <a:pt x="3226" y="12"/>
                  <a:pt x="3232" y="17"/>
                </a:cubicBezTo>
                <a:cubicBezTo>
                  <a:pt x="3237" y="23"/>
                  <a:pt x="3242" y="29"/>
                  <a:pt x="3245" y="37"/>
                </a:cubicBezTo>
                <a:cubicBezTo>
                  <a:pt x="3248" y="44"/>
                  <a:pt x="3249" y="52"/>
                  <a:pt x="3249" y="60"/>
                </a:cubicBezTo>
                <a:lnTo>
                  <a:pt x="3249" y="1343"/>
                </a:lnTo>
                <a:cubicBezTo>
                  <a:pt x="3249" y="1351"/>
                  <a:pt x="3248" y="1358"/>
                  <a:pt x="3245" y="1366"/>
                </a:cubicBezTo>
                <a:cubicBezTo>
                  <a:pt x="3242" y="1373"/>
                  <a:pt x="3237" y="1380"/>
                  <a:pt x="3232" y="1385"/>
                </a:cubicBezTo>
                <a:cubicBezTo>
                  <a:pt x="3226" y="1391"/>
                  <a:pt x="3219" y="1395"/>
                  <a:pt x="3212" y="1398"/>
                </a:cubicBezTo>
                <a:cubicBezTo>
                  <a:pt x="3205" y="1401"/>
                  <a:pt x="3197" y="1403"/>
                  <a:pt x="3189" y="1403"/>
                </a:cubicBezTo>
                <a:lnTo>
                  <a:pt x="61" y="1403"/>
                </a:lnTo>
                <a:cubicBezTo>
                  <a:pt x="53" y="1403"/>
                  <a:pt x="45" y="1401"/>
                  <a:pt x="38" y="1398"/>
                </a:cubicBezTo>
                <a:cubicBezTo>
                  <a:pt x="30" y="1395"/>
                  <a:pt x="24" y="1391"/>
                  <a:pt x="18" y="1385"/>
                </a:cubicBezTo>
                <a:cubicBezTo>
                  <a:pt x="12" y="1380"/>
                  <a:pt x="8" y="1373"/>
                  <a:pt x="5" y="1366"/>
                </a:cubicBezTo>
                <a:cubicBezTo>
                  <a:pt x="2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2" y="44"/>
                  <a:pt x="5" y="37"/>
                </a:cubicBezTo>
                <a:cubicBezTo>
                  <a:pt x="8" y="29"/>
                  <a:pt x="12" y="23"/>
                  <a:pt x="18" y="17"/>
                </a:cubicBezTo>
                <a:cubicBezTo>
                  <a:pt x="24" y="12"/>
                  <a:pt x="30" y="7"/>
                  <a:pt x="38" y="4"/>
                </a:cubicBezTo>
                <a:cubicBezTo>
                  <a:pt x="45" y="1"/>
                  <a:pt x="53" y="0"/>
                  <a:pt x="61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3269160" y="4515840"/>
            <a:ext cx="1169640" cy="505080"/>
          </a:xfrm>
          <a:custGeom>
            <a:avLst/>
            <a:gdLst/>
            <a:ahLst/>
            <a:rect l="0" t="0" r="r" b="b"/>
            <a:pathLst>
              <a:path w="3249" h="1403">
                <a:moveTo>
                  <a:pt x="61" y="0"/>
                </a:moveTo>
                <a:lnTo>
                  <a:pt x="3189" y="0"/>
                </a:lnTo>
                <a:cubicBezTo>
                  <a:pt x="3197" y="0"/>
                  <a:pt x="3205" y="1"/>
                  <a:pt x="3212" y="4"/>
                </a:cubicBezTo>
                <a:cubicBezTo>
                  <a:pt x="3219" y="7"/>
                  <a:pt x="3226" y="12"/>
                  <a:pt x="3232" y="17"/>
                </a:cubicBezTo>
                <a:cubicBezTo>
                  <a:pt x="3237" y="23"/>
                  <a:pt x="3242" y="29"/>
                  <a:pt x="3245" y="37"/>
                </a:cubicBezTo>
                <a:cubicBezTo>
                  <a:pt x="3248" y="44"/>
                  <a:pt x="3249" y="52"/>
                  <a:pt x="3249" y="60"/>
                </a:cubicBezTo>
                <a:lnTo>
                  <a:pt x="3249" y="1343"/>
                </a:lnTo>
                <a:cubicBezTo>
                  <a:pt x="3249" y="1351"/>
                  <a:pt x="3248" y="1358"/>
                  <a:pt x="3245" y="1366"/>
                </a:cubicBezTo>
                <a:cubicBezTo>
                  <a:pt x="3242" y="1373"/>
                  <a:pt x="3237" y="1380"/>
                  <a:pt x="3232" y="1385"/>
                </a:cubicBezTo>
                <a:cubicBezTo>
                  <a:pt x="3226" y="1391"/>
                  <a:pt x="3219" y="1395"/>
                  <a:pt x="3212" y="1398"/>
                </a:cubicBezTo>
                <a:cubicBezTo>
                  <a:pt x="3205" y="1401"/>
                  <a:pt x="3197" y="1403"/>
                  <a:pt x="3189" y="1403"/>
                </a:cubicBezTo>
                <a:lnTo>
                  <a:pt x="61" y="1403"/>
                </a:lnTo>
                <a:cubicBezTo>
                  <a:pt x="53" y="1403"/>
                  <a:pt x="45" y="1401"/>
                  <a:pt x="38" y="1398"/>
                </a:cubicBezTo>
                <a:cubicBezTo>
                  <a:pt x="30" y="1395"/>
                  <a:pt x="24" y="1391"/>
                  <a:pt x="18" y="1385"/>
                </a:cubicBezTo>
                <a:cubicBezTo>
                  <a:pt x="12" y="1380"/>
                  <a:pt x="8" y="1373"/>
                  <a:pt x="5" y="1366"/>
                </a:cubicBezTo>
                <a:cubicBezTo>
                  <a:pt x="2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2" y="44"/>
                  <a:pt x="5" y="37"/>
                </a:cubicBezTo>
                <a:cubicBezTo>
                  <a:pt x="8" y="29"/>
                  <a:pt x="12" y="23"/>
                  <a:pt x="18" y="17"/>
                </a:cubicBezTo>
                <a:cubicBezTo>
                  <a:pt x="24" y="12"/>
                  <a:pt x="30" y="7"/>
                  <a:pt x="38" y="4"/>
                </a:cubicBezTo>
                <a:cubicBezTo>
                  <a:pt x="45" y="1"/>
                  <a:pt x="53" y="0"/>
                  <a:pt x="61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4316400" y="3436560"/>
            <a:ext cx="7232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(HAPI + QH IG)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3356280" y="4617000"/>
            <a:ext cx="8406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6716160" y="1480680"/>
            <a:ext cx="139680" cy="139320"/>
          </a:xfrm>
          <a:custGeom>
            <a:avLst/>
            <a:gdLst/>
            <a:ahLst/>
            <a:rect l="0" t="0" r="r" b="b"/>
            <a:pathLst>
              <a:path w="388" h="387">
                <a:moveTo>
                  <a:pt x="388" y="193"/>
                </a:moveTo>
                <a:cubicBezTo>
                  <a:pt x="388" y="206"/>
                  <a:pt x="386" y="218"/>
                  <a:pt x="384" y="231"/>
                </a:cubicBezTo>
                <a:cubicBezTo>
                  <a:pt x="382" y="243"/>
                  <a:pt x="378" y="255"/>
                  <a:pt x="373" y="267"/>
                </a:cubicBezTo>
                <a:cubicBezTo>
                  <a:pt x="368" y="279"/>
                  <a:pt x="362" y="290"/>
                  <a:pt x="355" y="300"/>
                </a:cubicBezTo>
                <a:cubicBezTo>
                  <a:pt x="348" y="311"/>
                  <a:pt x="340" y="321"/>
                  <a:pt x="331" y="330"/>
                </a:cubicBezTo>
                <a:cubicBezTo>
                  <a:pt x="322" y="339"/>
                  <a:pt x="312" y="347"/>
                  <a:pt x="302" y="354"/>
                </a:cubicBezTo>
                <a:cubicBezTo>
                  <a:pt x="291" y="361"/>
                  <a:pt x="280" y="367"/>
                  <a:pt x="268" y="372"/>
                </a:cubicBezTo>
                <a:cubicBezTo>
                  <a:pt x="257" y="377"/>
                  <a:pt x="245" y="381"/>
                  <a:pt x="232" y="383"/>
                </a:cubicBezTo>
                <a:cubicBezTo>
                  <a:pt x="220" y="386"/>
                  <a:pt x="207" y="387"/>
                  <a:pt x="195" y="387"/>
                </a:cubicBezTo>
                <a:cubicBezTo>
                  <a:pt x="182" y="387"/>
                  <a:pt x="169" y="386"/>
                  <a:pt x="157" y="383"/>
                </a:cubicBezTo>
                <a:cubicBezTo>
                  <a:pt x="144" y="381"/>
                  <a:pt x="132" y="377"/>
                  <a:pt x="121" y="372"/>
                </a:cubicBezTo>
                <a:cubicBezTo>
                  <a:pt x="109" y="367"/>
                  <a:pt x="98" y="361"/>
                  <a:pt x="87" y="354"/>
                </a:cubicBezTo>
                <a:cubicBezTo>
                  <a:pt x="77" y="347"/>
                  <a:pt x="67" y="339"/>
                  <a:pt x="57" y="330"/>
                </a:cubicBezTo>
                <a:cubicBezTo>
                  <a:pt x="48" y="321"/>
                  <a:pt x="40" y="311"/>
                  <a:pt x="33" y="300"/>
                </a:cubicBezTo>
                <a:cubicBezTo>
                  <a:pt x="26" y="290"/>
                  <a:pt x="20" y="279"/>
                  <a:pt x="15" y="267"/>
                </a:cubicBezTo>
                <a:cubicBezTo>
                  <a:pt x="10" y="255"/>
                  <a:pt x="7" y="243"/>
                  <a:pt x="4" y="231"/>
                </a:cubicBezTo>
                <a:cubicBezTo>
                  <a:pt x="2" y="218"/>
                  <a:pt x="0" y="206"/>
                  <a:pt x="0" y="193"/>
                </a:cubicBezTo>
                <a:cubicBezTo>
                  <a:pt x="0" y="180"/>
                  <a:pt x="2" y="168"/>
                  <a:pt x="4" y="155"/>
                </a:cubicBezTo>
                <a:cubicBezTo>
                  <a:pt x="7" y="143"/>
                  <a:pt x="10" y="131"/>
                  <a:pt x="15" y="119"/>
                </a:cubicBezTo>
                <a:cubicBezTo>
                  <a:pt x="20" y="107"/>
                  <a:pt x="26" y="96"/>
                  <a:pt x="33" y="86"/>
                </a:cubicBezTo>
                <a:cubicBezTo>
                  <a:pt x="40" y="75"/>
                  <a:pt x="48" y="65"/>
                  <a:pt x="57" y="57"/>
                </a:cubicBezTo>
                <a:cubicBezTo>
                  <a:pt x="67" y="48"/>
                  <a:pt x="77" y="40"/>
                  <a:pt x="87" y="33"/>
                </a:cubicBezTo>
                <a:cubicBezTo>
                  <a:pt x="98" y="25"/>
                  <a:pt x="109" y="20"/>
                  <a:pt x="121" y="15"/>
                </a:cubicBezTo>
                <a:cubicBezTo>
                  <a:pt x="132" y="10"/>
                  <a:pt x="144" y="6"/>
                  <a:pt x="157" y="4"/>
                </a:cubicBezTo>
                <a:cubicBezTo>
                  <a:pt x="169" y="1"/>
                  <a:pt x="182" y="0"/>
                  <a:pt x="195" y="0"/>
                </a:cubicBezTo>
                <a:cubicBezTo>
                  <a:pt x="207" y="0"/>
                  <a:pt x="220" y="1"/>
                  <a:pt x="232" y="4"/>
                </a:cubicBezTo>
                <a:cubicBezTo>
                  <a:pt x="245" y="6"/>
                  <a:pt x="257" y="10"/>
                  <a:pt x="268" y="15"/>
                </a:cubicBezTo>
                <a:cubicBezTo>
                  <a:pt x="280" y="20"/>
                  <a:pt x="291" y="25"/>
                  <a:pt x="302" y="33"/>
                </a:cubicBezTo>
                <a:cubicBezTo>
                  <a:pt x="312" y="40"/>
                  <a:pt x="322" y="48"/>
                  <a:pt x="331" y="57"/>
                </a:cubicBezTo>
                <a:cubicBezTo>
                  <a:pt x="340" y="65"/>
                  <a:pt x="348" y="75"/>
                  <a:pt x="355" y="86"/>
                </a:cubicBezTo>
                <a:cubicBezTo>
                  <a:pt x="362" y="96"/>
                  <a:pt x="368" y="107"/>
                  <a:pt x="373" y="119"/>
                </a:cubicBezTo>
                <a:cubicBezTo>
                  <a:pt x="378" y="131"/>
                  <a:pt x="382" y="143"/>
                  <a:pt x="384" y="155"/>
                </a:cubicBezTo>
                <a:cubicBezTo>
                  <a:pt x="386" y="168"/>
                  <a:pt x="388" y="180"/>
                  <a:pt x="388" y="193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6716160" y="1480680"/>
            <a:ext cx="139680" cy="139320"/>
          </a:xfrm>
          <a:custGeom>
            <a:avLst/>
            <a:gdLst/>
            <a:ahLst/>
            <a:rect l="0" t="0" r="r" b="b"/>
            <a:pathLst>
              <a:path w="388" h="387">
                <a:moveTo>
                  <a:pt x="388" y="193"/>
                </a:moveTo>
                <a:cubicBezTo>
                  <a:pt x="388" y="206"/>
                  <a:pt x="386" y="218"/>
                  <a:pt x="384" y="231"/>
                </a:cubicBezTo>
                <a:cubicBezTo>
                  <a:pt x="382" y="243"/>
                  <a:pt x="378" y="255"/>
                  <a:pt x="373" y="267"/>
                </a:cubicBezTo>
                <a:cubicBezTo>
                  <a:pt x="368" y="279"/>
                  <a:pt x="362" y="290"/>
                  <a:pt x="355" y="300"/>
                </a:cubicBezTo>
                <a:cubicBezTo>
                  <a:pt x="348" y="311"/>
                  <a:pt x="340" y="321"/>
                  <a:pt x="331" y="330"/>
                </a:cubicBezTo>
                <a:cubicBezTo>
                  <a:pt x="322" y="339"/>
                  <a:pt x="312" y="347"/>
                  <a:pt x="302" y="354"/>
                </a:cubicBezTo>
                <a:cubicBezTo>
                  <a:pt x="291" y="361"/>
                  <a:pt x="280" y="367"/>
                  <a:pt x="268" y="372"/>
                </a:cubicBezTo>
                <a:cubicBezTo>
                  <a:pt x="257" y="377"/>
                  <a:pt x="245" y="381"/>
                  <a:pt x="232" y="383"/>
                </a:cubicBezTo>
                <a:cubicBezTo>
                  <a:pt x="220" y="386"/>
                  <a:pt x="207" y="387"/>
                  <a:pt x="195" y="387"/>
                </a:cubicBezTo>
                <a:cubicBezTo>
                  <a:pt x="182" y="387"/>
                  <a:pt x="169" y="386"/>
                  <a:pt x="157" y="383"/>
                </a:cubicBezTo>
                <a:cubicBezTo>
                  <a:pt x="144" y="381"/>
                  <a:pt x="132" y="377"/>
                  <a:pt x="121" y="372"/>
                </a:cubicBezTo>
                <a:cubicBezTo>
                  <a:pt x="109" y="367"/>
                  <a:pt x="98" y="361"/>
                  <a:pt x="87" y="354"/>
                </a:cubicBezTo>
                <a:cubicBezTo>
                  <a:pt x="77" y="347"/>
                  <a:pt x="67" y="339"/>
                  <a:pt x="57" y="330"/>
                </a:cubicBezTo>
                <a:cubicBezTo>
                  <a:pt x="48" y="321"/>
                  <a:pt x="40" y="311"/>
                  <a:pt x="33" y="300"/>
                </a:cubicBezTo>
                <a:cubicBezTo>
                  <a:pt x="26" y="290"/>
                  <a:pt x="20" y="279"/>
                  <a:pt x="15" y="267"/>
                </a:cubicBezTo>
                <a:cubicBezTo>
                  <a:pt x="10" y="255"/>
                  <a:pt x="7" y="243"/>
                  <a:pt x="4" y="231"/>
                </a:cubicBezTo>
                <a:cubicBezTo>
                  <a:pt x="2" y="218"/>
                  <a:pt x="0" y="206"/>
                  <a:pt x="0" y="193"/>
                </a:cubicBezTo>
                <a:cubicBezTo>
                  <a:pt x="0" y="180"/>
                  <a:pt x="2" y="168"/>
                  <a:pt x="4" y="155"/>
                </a:cubicBezTo>
                <a:cubicBezTo>
                  <a:pt x="7" y="143"/>
                  <a:pt x="10" y="131"/>
                  <a:pt x="15" y="119"/>
                </a:cubicBezTo>
                <a:cubicBezTo>
                  <a:pt x="20" y="107"/>
                  <a:pt x="26" y="96"/>
                  <a:pt x="33" y="86"/>
                </a:cubicBezTo>
                <a:cubicBezTo>
                  <a:pt x="40" y="75"/>
                  <a:pt x="48" y="65"/>
                  <a:pt x="57" y="57"/>
                </a:cubicBezTo>
                <a:cubicBezTo>
                  <a:pt x="67" y="48"/>
                  <a:pt x="77" y="40"/>
                  <a:pt x="87" y="33"/>
                </a:cubicBezTo>
                <a:cubicBezTo>
                  <a:pt x="98" y="25"/>
                  <a:pt x="109" y="20"/>
                  <a:pt x="121" y="15"/>
                </a:cubicBezTo>
                <a:cubicBezTo>
                  <a:pt x="132" y="10"/>
                  <a:pt x="144" y="6"/>
                  <a:pt x="157" y="4"/>
                </a:cubicBezTo>
                <a:cubicBezTo>
                  <a:pt x="169" y="1"/>
                  <a:pt x="182" y="0"/>
                  <a:pt x="195" y="0"/>
                </a:cubicBezTo>
                <a:cubicBezTo>
                  <a:pt x="207" y="0"/>
                  <a:pt x="220" y="1"/>
                  <a:pt x="232" y="4"/>
                </a:cubicBezTo>
                <a:cubicBezTo>
                  <a:pt x="245" y="6"/>
                  <a:pt x="257" y="10"/>
                  <a:pt x="268" y="15"/>
                </a:cubicBezTo>
                <a:cubicBezTo>
                  <a:pt x="280" y="20"/>
                  <a:pt x="291" y="25"/>
                  <a:pt x="302" y="33"/>
                </a:cubicBezTo>
                <a:cubicBezTo>
                  <a:pt x="312" y="40"/>
                  <a:pt x="322" y="48"/>
                  <a:pt x="331" y="57"/>
                </a:cubicBezTo>
                <a:cubicBezTo>
                  <a:pt x="340" y="65"/>
                  <a:pt x="348" y="75"/>
                  <a:pt x="355" y="86"/>
                </a:cubicBezTo>
                <a:cubicBezTo>
                  <a:pt x="362" y="96"/>
                  <a:pt x="368" y="107"/>
                  <a:pt x="373" y="119"/>
                </a:cubicBezTo>
                <a:cubicBezTo>
                  <a:pt x="378" y="131"/>
                  <a:pt x="382" y="143"/>
                  <a:pt x="384" y="155"/>
                </a:cubicBezTo>
                <a:cubicBezTo>
                  <a:pt x="386" y="168"/>
                  <a:pt x="388" y="180"/>
                  <a:pt x="388" y="193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6672960" y="1619640"/>
            <a:ext cx="226080" cy="365040"/>
          </a:xfrm>
          <a:custGeom>
            <a:avLst/>
            <a:gdLst/>
            <a:ahLst/>
            <a:rect l="0" t="0" r="r" b="b"/>
            <a:pathLst>
              <a:path fill="none" w="628" h="1014">
                <a:moveTo>
                  <a:pt x="314" y="0"/>
                </a:moveTo>
                <a:lnTo>
                  <a:pt x="314" y="652"/>
                </a:lnTo>
                <a:moveTo>
                  <a:pt x="0" y="194"/>
                </a:moveTo>
                <a:lnTo>
                  <a:pt x="628" y="194"/>
                </a:lnTo>
                <a:moveTo>
                  <a:pt x="314" y="652"/>
                </a:moveTo>
                <a:lnTo>
                  <a:pt x="0" y="1014"/>
                </a:lnTo>
                <a:moveTo>
                  <a:pt x="314" y="652"/>
                </a:moveTo>
                <a:lnTo>
                  <a:pt x="628" y="1014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3356280" y="4782240"/>
            <a:ext cx="5724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(Filler / RIS)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6458760" y="2011680"/>
            <a:ext cx="569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0000"/>
                </a:solidFill>
                <a:latin typeface="Calibri"/>
                <a:ea typeface="Calibri"/>
              </a:rPr>
              <a:t>Patient app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5155200" y="4572000"/>
            <a:ext cx="1765800" cy="394920"/>
          </a:xfrm>
          <a:custGeom>
            <a:avLst/>
            <a:gdLst/>
            <a:ahLst/>
            <a:rect l="0" t="0" r="r" b="b"/>
            <a:pathLst>
              <a:path w="4905" h="1097">
                <a:moveTo>
                  <a:pt x="0" y="0"/>
                </a:moveTo>
                <a:lnTo>
                  <a:pt x="0" y="1097"/>
                </a:lnTo>
                <a:lnTo>
                  <a:pt x="4905" y="1097"/>
                </a:lnTo>
                <a:lnTo>
                  <a:pt x="4905" y="242"/>
                </a:lnTo>
                <a:lnTo>
                  <a:pt x="4663" y="0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5155200" y="4572000"/>
            <a:ext cx="1765800" cy="394920"/>
          </a:xfrm>
          <a:custGeom>
            <a:avLst/>
            <a:gdLst/>
            <a:ahLst/>
            <a:rect l="0" t="0" r="r" b="b"/>
            <a:pathLst>
              <a:path fill="none" w="4905" h="1097">
                <a:moveTo>
                  <a:pt x="0" y="0"/>
                </a:moveTo>
                <a:lnTo>
                  <a:pt x="0" y="1097"/>
                </a:lnTo>
                <a:lnTo>
                  <a:pt x="4905" y="1097"/>
                </a:lnTo>
                <a:lnTo>
                  <a:pt x="4905" y="242"/>
                </a:lnTo>
                <a:lnTo>
                  <a:pt x="4663" y="0"/>
                </a:lnTo>
                <a:lnTo>
                  <a:pt x="0" y="0"/>
                </a:lnTo>
              </a:path>
            </a:pathLst>
          </a:custGeom>
          <a:ln w="4320">
            <a:solidFill>
              <a:srgbClr val="181818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6833520" y="4572000"/>
            <a:ext cx="87480" cy="87480"/>
          </a:xfrm>
          <a:custGeom>
            <a:avLst/>
            <a:gdLst/>
            <a:ahLst/>
            <a:rect l="0" t="0" r="r" b="b"/>
            <a:pathLst>
              <a:path w="243" h="243">
                <a:moveTo>
                  <a:pt x="0" y="0"/>
                </a:moveTo>
                <a:lnTo>
                  <a:pt x="0" y="243"/>
                </a:lnTo>
                <a:lnTo>
                  <a:pt x="243" y="243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6833520" y="4572000"/>
            <a:ext cx="87480" cy="87480"/>
          </a:xfrm>
          <a:custGeom>
            <a:avLst/>
            <a:gdLst/>
            <a:ahLst/>
            <a:rect l="0" t="0" r="r" b="b"/>
            <a:pathLst>
              <a:path fill="none" w="243" h="243">
                <a:moveTo>
                  <a:pt x="0" y="0"/>
                </a:moveTo>
                <a:lnTo>
                  <a:pt x="0" y="243"/>
                </a:lnTo>
                <a:lnTo>
                  <a:pt x="243" y="243"/>
                </a:lnTo>
                <a:lnTo>
                  <a:pt x="0" y="0"/>
                </a:lnTo>
              </a:path>
            </a:pathLst>
          </a:custGeom>
          <a:ln w="8640">
            <a:solidFill>
              <a:srgbClr val="181818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6458760" y="2177280"/>
            <a:ext cx="421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0000"/>
                </a:solidFill>
                <a:latin typeface="Calibri"/>
                <a:ea typeface="Calibri"/>
              </a:rPr>
              <a:t>(stretch)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5207400" y="462888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000000"/>
                </a:solidFill>
                <a:latin typeface="Calibri"/>
                <a:ea typeface="Calibri"/>
              </a:rPr>
              <a:t>Holds ServiceRequest, Task,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1320480" y="1936440"/>
            <a:ext cx="1582560" cy="1179000"/>
          </a:xfrm>
          <a:custGeom>
            <a:avLst/>
            <a:gdLst/>
            <a:ahLst/>
            <a:rect l="0" t="0" r="r" b="b"/>
            <a:pathLst>
              <a:path fill="none" w="4396" h="3275">
                <a:moveTo>
                  <a:pt x="4396" y="0"/>
                </a:moveTo>
                <a:cubicBezTo>
                  <a:pt x="3377" y="147"/>
                  <a:pt x="1448" y="580"/>
                  <a:pt x="453" y="1810"/>
                </a:cubicBezTo>
                <a:cubicBezTo>
                  <a:pt x="89" y="2259"/>
                  <a:pt x="5" y="2777"/>
                  <a:pt x="0" y="3275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1285920" y="3088800"/>
            <a:ext cx="70200" cy="78480"/>
          </a:xfrm>
          <a:custGeom>
            <a:avLst/>
            <a:gdLst/>
            <a:ahLst/>
            <a:rect l="0" t="0" r="r" b="b"/>
            <a:pathLst>
              <a:path w="195" h="218">
                <a:moveTo>
                  <a:pt x="95" y="218"/>
                </a:moveTo>
                <a:lnTo>
                  <a:pt x="195" y="1"/>
                </a:lnTo>
                <a:lnTo>
                  <a:pt x="96" y="97"/>
                </a:lnTo>
                <a:lnTo>
                  <a:pt x="0" y="0"/>
                </a:lnTo>
                <a:lnTo>
                  <a:pt x="95" y="218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5207400" y="4782600"/>
            <a:ext cx="138924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000000"/>
                </a:solidFill>
                <a:latin typeface="Calibri"/>
                <a:ea typeface="Calibri"/>
              </a:rPr>
              <a:t>Schedule / Slot / Appointment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3007080" y="2329560"/>
            <a:ext cx="1167840" cy="1070280"/>
          </a:xfrm>
          <a:custGeom>
            <a:avLst/>
            <a:gdLst/>
            <a:ahLst/>
            <a:rect l="0" t="0" r="r" b="b"/>
            <a:pathLst>
              <a:path fill="none" w="3244" h="2973">
                <a:moveTo>
                  <a:pt x="43" y="0"/>
                </a:moveTo>
                <a:cubicBezTo>
                  <a:pt x="-41" y="538"/>
                  <a:pt x="-28" y="1157"/>
                  <a:pt x="307" y="1611"/>
                </a:cubicBezTo>
                <a:cubicBezTo>
                  <a:pt x="1008" y="2562"/>
                  <a:pt x="2204" y="2871"/>
                  <a:pt x="3244" y="2973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4145040" y="3362400"/>
            <a:ext cx="81360" cy="69480"/>
          </a:xfrm>
          <a:custGeom>
            <a:avLst/>
            <a:gdLst/>
            <a:ahLst/>
            <a:rect l="0" t="0" r="r" b="b"/>
            <a:pathLst>
              <a:path w="226" h="193">
                <a:moveTo>
                  <a:pt x="226" y="117"/>
                </a:moveTo>
                <a:lnTo>
                  <a:pt x="19" y="0"/>
                </a:lnTo>
                <a:lnTo>
                  <a:pt x="106" y="105"/>
                </a:lnTo>
                <a:lnTo>
                  <a:pt x="0" y="193"/>
                </a:lnTo>
                <a:lnTo>
                  <a:pt x="226" y="117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1492200" y="2688120"/>
            <a:ext cx="12502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discover service + Endpoint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3366000" y="2609640"/>
            <a:ext cx="6606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create referral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3383640" y="1983960"/>
            <a:ext cx="1292040" cy="1134720"/>
          </a:xfrm>
          <a:custGeom>
            <a:avLst/>
            <a:gdLst/>
            <a:ahLst/>
            <a:rect l="0" t="0" r="r" b="b"/>
            <a:pathLst>
              <a:path fill="none" w="3589" h="3152">
                <a:moveTo>
                  <a:pt x="0" y="0"/>
                </a:moveTo>
                <a:cubicBezTo>
                  <a:pt x="777" y="269"/>
                  <a:pt x="2052" y="812"/>
                  <a:pt x="2833" y="1678"/>
                </a:cubicBezTo>
                <a:cubicBezTo>
                  <a:pt x="3246" y="2134"/>
                  <a:pt x="3453" y="2657"/>
                  <a:pt x="3589" y="3152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4635000" y="3084120"/>
            <a:ext cx="67320" cy="84960"/>
          </a:xfrm>
          <a:custGeom>
            <a:avLst/>
            <a:gdLst/>
            <a:ahLst/>
            <a:rect l="0" t="0" r="r" b="b"/>
            <a:pathLst>
              <a:path w="187" h="236">
                <a:moveTo>
                  <a:pt x="152" y="236"/>
                </a:moveTo>
                <a:lnTo>
                  <a:pt x="187" y="0"/>
                </a:lnTo>
                <a:lnTo>
                  <a:pt x="120" y="119"/>
                </a:lnTo>
                <a:lnTo>
                  <a:pt x="0" y="51"/>
                </a:lnTo>
                <a:lnTo>
                  <a:pt x="152" y="236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3125880" y="2763720"/>
            <a:ext cx="10810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(ServiceRequest + Task)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4169880" y="3724920"/>
            <a:ext cx="487440" cy="788760"/>
          </a:xfrm>
          <a:custGeom>
            <a:avLst/>
            <a:gdLst/>
            <a:ahLst/>
            <a:rect l="0" t="0" r="r" b="b"/>
            <a:pathLst>
              <a:path fill="none" w="1354" h="2191">
                <a:moveTo>
                  <a:pt x="0" y="2191"/>
                </a:moveTo>
                <a:cubicBezTo>
                  <a:pt x="232" y="1979"/>
                  <a:pt x="468" y="1733"/>
                  <a:pt x="649" y="1473"/>
                </a:cubicBezTo>
                <a:cubicBezTo>
                  <a:pt x="993" y="979"/>
                  <a:pt x="1197" y="477"/>
                  <a:pt x="1354" y="0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4615920" y="3675240"/>
            <a:ext cx="66240" cy="85320"/>
          </a:xfrm>
          <a:custGeom>
            <a:avLst/>
            <a:gdLst/>
            <a:ahLst/>
            <a:rect l="0" t="0" r="r" b="b"/>
            <a:pathLst>
              <a:path w="184" h="237">
                <a:moveTo>
                  <a:pt x="159" y="0"/>
                </a:moveTo>
                <a:lnTo>
                  <a:pt x="0" y="178"/>
                </a:lnTo>
                <a:lnTo>
                  <a:pt x="122" y="116"/>
                </a:lnTo>
                <a:lnTo>
                  <a:pt x="184" y="237"/>
                </a:lnTo>
                <a:lnTo>
                  <a:pt x="159" y="0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4603320" y="2688120"/>
            <a:ext cx="14590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search Slot / book Appointment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4577400" y="3956040"/>
            <a:ext cx="9259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triage, publish Slots,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3329640" y="3478680"/>
            <a:ext cx="900000" cy="997920"/>
          </a:xfrm>
          <a:custGeom>
            <a:avLst/>
            <a:gdLst/>
            <a:ahLst/>
            <a:rect l="0" t="0" r="r" b="b"/>
            <a:pathLst>
              <a:path fill="none" w="2500" h="2772">
                <a:moveTo>
                  <a:pt x="2500" y="0"/>
                </a:moveTo>
                <a:cubicBezTo>
                  <a:pt x="1668" y="162"/>
                  <a:pt x="684" y="510"/>
                  <a:pt x="158" y="1265"/>
                </a:cubicBezTo>
                <a:cubicBezTo>
                  <a:pt x="-202" y="1784"/>
                  <a:pt x="104" y="2305"/>
                  <a:pt x="556" y="2772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3486600" y="4433400"/>
            <a:ext cx="79560" cy="80640"/>
          </a:xfrm>
          <a:custGeom>
            <a:avLst/>
            <a:gdLst/>
            <a:ahLst/>
            <a:rect l="0" t="0" r="r" b="b"/>
            <a:pathLst>
              <a:path w="221" h="224">
                <a:moveTo>
                  <a:pt x="221" y="224"/>
                </a:moveTo>
                <a:lnTo>
                  <a:pt x="140" y="0"/>
                </a:lnTo>
                <a:lnTo>
                  <a:pt x="137" y="137"/>
                </a:lnTo>
                <a:lnTo>
                  <a:pt x="0" y="135"/>
                </a:lnTo>
                <a:lnTo>
                  <a:pt x="221" y="224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4677840" y="4109760"/>
            <a:ext cx="7491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conﬁrm booking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5307480" y="2327040"/>
            <a:ext cx="1390680" cy="1034280"/>
          </a:xfrm>
          <a:custGeom>
            <a:avLst/>
            <a:gdLst/>
            <a:ahLst/>
            <a:rect l="0" t="0" r="r" b="b"/>
            <a:pathLst>
              <a:path w="3863" h="2873">
                <a:moveTo>
                  <a:pt x="3863" y="7"/>
                </a:moveTo>
                <a:cubicBezTo>
                  <a:pt x="3847" y="60"/>
                  <a:pt x="3829" y="113"/>
                  <a:pt x="3811" y="164"/>
                </a:cubicBezTo>
                <a:lnTo>
                  <a:pt x="3789" y="156"/>
                </a:lnTo>
                <a:cubicBezTo>
                  <a:pt x="3806" y="105"/>
                  <a:pt x="3824" y="53"/>
                  <a:pt x="3840" y="0"/>
                </a:cubicBezTo>
                <a:lnTo>
                  <a:pt x="3863" y="7"/>
                </a:lnTo>
                <a:moveTo>
                  <a:pt x="3753" y="324"/>
                </a:moveTo>
                <a:cubicBezTo>
                  <a:pt x="3733" y="378"/>
                  <a:pt x="3711" y="431"/>
                  <a:pt x="3689" y="483"/>
                </a:cubicBezTo>
                <a:lnTo>
                  <a:pt x="3667" y="474"/>
                </a:lnTo>
                <a:cubicBezTo>
                  <a:pt x="3689" y="422"/>
                  <a:pt x="3710" y="369"/>
                  <a:pt x="3731" y="315"/>
                </a:cubicBezTo>
                <a:lnTo>
                  <a:pt x="3753" y="324"/>
                </a:lnTo>
                <a:moveTo>
                  <a:pt x="3621" y="637"/>
                </a:moveTo>
                <a:cubicBezTo>
                  <a:pt x="3597" y="690"/>
                  <a:pt x="3572" y="742"/>
                  <a:pt x="3546" y="791"/>
                </a:cubicBezTo>
                <a:lnTo>
                  <a:pt x="3525" y="780"/>
                </a:lnTo>
                <a:cubicBezTo>
                  <a:pt x="3550" y="731"/>
                  <a:pt x="3575" y="679"/>
                  <a:pt x="3599" y="627"/>
                </a:cubicBezTo>
                <a:lnTo>
                  <a:pt x="3621" y="637"/>
                </a:lnTo>
                <a:moveTo>
                  <a:pt x="3465" y="941"/>
                </a:moveTo>
                <a:cubicBezTo>
                  <a:pt x="3437" y="991"/>
                  <a:pt x="3407" y="1039"/>
                  <a:pt x="3378" y="1086"/>
                </a:cubicBezTo>
                <a:lnTo>
                  <a:pt x="3357" y="1073"/>
                </a:lnTo>
                <a:cubicBezTo>
                  <a:pt x="3387" y="1027"/>
                  <a:pt x="3416" y="979"/>
                  <a:pt x="3444" y="929"/>
                </a:cubicBezTo>
                <a:lnTo>
                  <a:pt x="3465" y="941"/>
                </a:lnTo>
                <a:moveTo>
                  <a:pt x="3283" y="1227"/>
                </a:moveTo>
                <a:cubicBezTo>
                  <a:pt x="3249" y="1274"/>
                  <a:pt x="3214" y="1319"/>
                  <a:pt x="3179" y="1362"/>
                </a:cubicBezTo>
                <a:lnTo>
                  <a:pt x="3160" y="1347"/>
                </a:lnTo>
                <a:cubicBezTo>
                  <a:pt x="3195" y="1304"/>
                  <a:pt x="3229" y="1259"/>
                  <a:pt x="3263" y="1213"/>
                </a:cubicBezTo>
                <a:lnTo>
                  <a:pt x="3283" y="1227"/>
                </a:lnTo>
                <a:moveTo>
                  <a:pt x="3068" y="1490"/>
                </a:moveTo>
                <a:cubicBezTo>
                  <a:pt x="3028" y="1533"/>
                  <a:pt x="2988" y="1572"/>
                  <a:pt x="2948" y="1610"/>
                </a:cubicBezTo>
                <a:lnTo>
                  <a:pt x="2931" y="1592"/>
                </a:lnTo>
                <a:cubicBezTo>
                  <a:pt x="2972" y="1555"/>
                  <a:pt x="3011" y="1516"/>
                  <a:pt x="3050" y="1474"/>
                </a:cubicBezTo>
                <a:lnTo>
                  <a:pt x="3068" y="1490"/>
                </a:lnTo>
                <a:moveTo>
                  <a:pt x="2820" y="1722"/>
                </a:moveTo>
                <a:cubicBezTo>
                  <a:pt x="2776" y="1758"/>
                  <a:pt x="2732" y="1794"/>
                  <a:pt x="2687" y="1828"/>
                </a:cubicBezTo>
                <a:lnTo>
                  <a:pt x="2673" y="1809"/>
                </a:lnTo>
                <a:cubicBezTo>
                  <a:pt x="2717" y="1775"/>
                  <a:pt x="2761" y="1740"/>
                  <a:pt x="2804" y="1704"/>
                </a:cubicBezTo>
                <a:lnTo>
                  <a:pt x="2820" y="1722"/>
                </a:lnTo>
                <a:moveTo>
                  <a:pt x="2550" y="1929"/>
                </a:moveTo>
                <a:cubicBezTo>
                  <a:pt x="2504" y="1961"/>
                  <a:pt x="2457" y="1993"/>
                  <a:pt x="2410" y="2024"/>
                </a:cubicBezTo>
                <a:lnTo>
                  <a:pt x="2396" y="2003"/>
                </a:lnTo>
                <a:cubicBezTo>
                  <a:pt x="2444" y="1973"/>
                  <a:pt x="2491" y="1941"/>
                  <a:pt x="2536" y="1909"/>
                </a:cubicBezTo>
                <a:lnTo>
                  <a:pt x="2550" y="1929"/>
                </a:lnTo>
                <a:moveTo>
                  <a:pt x="2266" y="2113"/>
                </a:moveTo>
                <a:cubicBezTo>
                  <a:pt x="2218" y="2141"/>
                  <a:pt x="2168" y="2169"/>
                  <a:pt x="2118" y="2196"/>
                </a:cubicBezTo>
                <a:lnTo>
                  <a:pt x="2107" y="2175"/>
                </a:lnTo>
                <a:cubicBezTo>
                  <a:pt x="2157" y="2148"/>
                  <a:pt x="2206" y="2120"/>
                  <a:pt x="2254" y="2092"/>
                </a:cubicBezTo>
                <a:lnTo>
                  <a:pt x="2266" y="2113"/>
                </a:lnTo>
                <a:moveTo>
                  <a:pt x="1968" y="2275"/>
                </a:moveTo>
                <a:cubicBezTo>
                  <a:pt x="1918" y="2300"/>
                  <a:pt x="1867" y="2324"/>
                  <a:pt x="1816" y="2348"/>
                </a:cubicBezTo>
                <a:lnTo>
                  <a:pt x="1805" y="2326"/>
                </a:lnTo>
                <a:cubicBezTo>
                  <a:pt x="1857" y="2303"/>
                  <a:pt x="1908" y="2278"/>
                  <a:pt x="1957" y="2253"/>
                </a:cubicBezTo>
                <a:lnTo>
                  <a:pt x="1968" y="2275"/>
                </a:lnTo>
                <a:moveTo>
                  <a:pt x="1660" y="2417"/>
                </a:moveTo>
                <a:cubicBezTo>
                  <a:pt x="1609" y="2438"/>
                  <a:pt x="1557" y="2459"/>
                  <a:pt x="1504" y="2480"/>
                </a:cubicBezTo>
                <a:lnTo>
                  <a:pt x="1495" y="2457"/>
                </a:lnTo>
                <a:cubicBezTo>
                  <a:pt x="1548" y="2437"/>
                  <a:pt x="1600" y="2416"/>
                  <a:pt x="1651" y="2394"/>
                </a:cubicBezTo>
                <a:lnTo>
                  <a:pt x="1660" y="2417"/>
                </a:lnTo>
                <a:moveTo>
                  <a:pt x="1344" y="2539"/>
                </a:moveTo>
                <a:cubicBezTo>
                  <a:pt x="1292" y="2558"/>
                  <a:pt x="1239" y="2576"/>
                  <a:pt x="1184" y="2593"/>
                </a:cubicBezTo>
                <a:lnTo>
                  <a:pt x="1177" y="2570"/>
                </a:lnTo>
                <a:cubicBezTo>
                  <a:pt x="1231" y="2553"/>
                  <a:pt x="1284" y="2535"/>
                  <a:pt x="1336" y="2516"/>
                </a:cubicBezTo>
                <a:lnTo>
                  <a:pt x="1344" y="2539"/>
                </a:lnTo>
                <a:moveTo>
                  <a:pt x="1022" y="2644"/>
                </a:moveTo>
                <a:cubicBezTo>
                  <a:pt x="969" y="2660"/>
                  <a:pt x="915" y="2675"/>
                  <a:pt x="860" y="2690"/>
                </a:cubicBezTo>
                <a:lnTo>
                  <a:pt x="853" y="2667"/>
                </a:lnTo>
                <a:cubicBezTo>
                  <a:pt x="908" y="2652"/>
                  <a:pt x="962" y="2636"/>
                  <a:pt x="1016" y="2620"/>
                </a:cubicBezTo>
                <a:lnTo>
                  <a:pt x="1022" y="2644"/>
                </a:lnTo>
                <a:moveTo>
                  <a:pt x="696" y="2732"/>
                </a:moveTo>
                <a:cubicBezTo>
                  <a:pt x="641" y="2746"/>
                  <a:pt x="586" y="2759"/>
                  <a:pt x="530" y="2771"/>
                </a:cubicBezTo>
                <a:lnTo>
                  <a:pt x="525" y="2748"/>
                </a:lnTo>
                <a:cubicBezTo>
                  <a:pt x="581" y="2735"/>
                  <a:pt x="636" y="2722"/>
                  <a:pt x="690" y="2709"/>
                </a:cubicBezTo>
                <a:lnTo>
                  <a:pt x="696" y="2732"/>
                </a:lnTo>
                <a:moveTo>
                  <a:pt x="366" y="2806"/>
                </a:moveTo>
                <a:cubicBezTo>
                  <a:pt x="311" y="2818"/>
                  <a:pt x="255" y="2828"/>
                  <a:pt x="198" y="2839"/>
                </a:cubicBezTo>
                <a:lnTo>
                  <a:pt x="194" y="2815"/>
                </a:lnTo>
                <a:cubicBezTo>
                  <a:pt x="251" y="2805"/>
                  <a:pt x="306" y="2794"/>
                  <a:pt x="361" y="2783"/>
                </a:cubicBezTo>
                <a:lnTo>
                  <a:pt x="366" y="2806"/>
                </a:lnTo>
                <a:moveTo>
                  <a:pt x="33" y="2868"/>
                </a:moveTo>
                <a:lnTo>
                  <a:pt x="4" y="2873"/>
                </a:lnTo>
                <a:lnTo>
                  <a:pt x="0" y="2849"/>
                </a:lnTo>
                <a:lnTo>
                  <a:pt x="29" y="2844"/>
                </a:lnTo>
                <a:lnTo>
                  <a:pt x="33" y="2868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5256720" y="3318120"/>
            <a:ext cx="83160" cy="68760"/>
          </a:xfrm>
          <a:custGeom>
            <a:avLst/>
            <a:gdLst/>
            <a:ahLst/>
            <a:rect l="0" t="0" r="r" b="b"/>
            <a:pathLst>
              <a:path w="231" h="191">
                <a:moveTo>
                  <a:pt x="0" y="130"/>
                </a:moveTo>
                <a:lnTo>
                  <a:pt x="231" y="191"/>
                </a:lnTo>
                <a:lnTo>
                  <a:pt x="120" y="111"/>
                </a:lnTo>
                <a:lnTo>
                  <a:pt x="200" y="0"/>
                </a:lnTo>
                <a:lnTo>
                  <a:pt x="0" y="130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3395520" y="4033800"/>
            <a:ext cx="8085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deliver new Tasks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5255640" y="3600000"/>
            <a:ext cx="756360" cy="965520"/>
          </a:xfrm>
          <a:custGeom>
            <a:avLst/>
            <a:gdLst/>
            <a:ahLst/>
            <a:rect l="0" t="0" r="r" b="b"/>
            <a:pathLst>
              <a:path w="2101" h="2682">
                <a:moveTo>
                  <a:pt x="10" y="0"/>
                </a:moveTo>
                <a:cubicBezTo>
                  <a:pt x="61" y="24"/>
                  <a:pt x="112" y="48"/>
                  <a:pt x="161" y="72"/>
                </a:cubicBezTo>
                <a:lnTo>
                  <a:pt x="150" y="94"/>
                </a:lnTo>
                <a:cubicBezTo>
                  <a:pt x="101" y="70"/>
                  <a:pt x="51" y="46"/>
                  <a:pt x="0" y="22"/>
                </a:cubicBezTo>
                <a:lnTo>
                  <a:pt x="10" y="0"/>
                </a:lnTo>
                <a:moveTo>
                  <a:pt x="312" y="150"/>
                </a:moveTo>
                <a:cubicBezTo>
                  <a:pt x="363" y="177"/>
                  <a:pt x="412" y="205"/>
                  <a:pt x="461" y="233"/>
                </a:cubicBezTo>
                <a:lnTo>
                  <a:pt x="449" y="254"/>
                </a:lnTo>
                <a:cubicBezTo>
                  <a:pt x="401" y="226"/>
                  <a:pt x="351" y="199"/>
                  <a:pt x="301" y="172"/>
                </a:cubicBezTo>
                <a:lnTo>
                  <a:pt x="312" y="150"/>
                </a:lnTo>
                <a:moveTo>
                  <a:pt x="606" y="320"/>
                </a:moveTo>
                <a:cubicBezTo>
                  <a:pt x="655" y="351"/>
                  <a:pt x="702" y="382"/>
                  <a:pt x="748" y="413"/>
                </a:cubicBezTo>
                <a:lnTo>
                  <a:pt x="735" y="433"/>
                </a:lnTo>
                <a:cubicBezTo>
                  <a:pt x="689" y="402"/>
                  <a:pt x="642" y="371"/>
                  <a:pt x="593" y="341"/>
                </a:cubicBezTo>
                <a:lnTo>
                  <a:pt x="606" y="320"/>
                </a:lnTo>
                <a:moveTo>
                  <a:pt x="886" y="512"/>
                </a:moveTo>
                <a:cubicBezTo>
                  <a:pt x="932" y="547"/>
                  <a:pt x="977" y="581"/>
                  <a:pt x="1019" y="617"/>
                </a:cubicBezTo>
                <a:lnTo>
                  <a:pt x="1004" y="635"/>
                </a:lnTo>
                <a:cubicBezTo>
                  <a:pt x="962" y="600"/>
                  <a:pt x="918" y="566"/>
                  <a:pt x="872" y="531"/>
                </a:cubicBezTo>
                <a:lnTo>
                  <a:pt x="886" y="512"/>
                </a:lnTo>
                <a:moveTo>
                  <a:pt x="1148" y="729"/>
                </a:moveTo>
                <a:cubicBezTo>
                  <a:pt x="1191" y="768"/>
                  <a:pt x="1231" y="808"/>
                  <a:pt x="1270" y="848"/>
                </a:cubicBezTo>
                <a:lnTo>
                  <a:pt x="1252" y="864"/>
                </a:lnTo>
                <a:cubicBezTo>
                  <a:pt x="1214" y="825"/>
                  <a:pt x="1174" y="785"/>
                  <a:pt x="1131" y="747"/>
                </a:cubicBezTo>
                <a:lnTo>
                  <a:pt x="1148" y="729"/>
                </a:lnTo>
                <a:moveTo>
                  <a:pt x="1382" y="973"/>
                </a:moveTo>
                <a:cubicBezTo>
                  <a:pt x="1418" y="1016"/>
                  <a:pt x="1452" y="1061"/>
                  <a:pt x="1486" y="1109"/>
                </a:cubicBezTo>
                <a:lnTo>
                  <a:pt x="1466" y="1122"/>
                </a:lnTo>
                <a:cubicBezTo>
                  <a:pt x="1433" y="1076"/>
                  <a:pt x="1399" y="1031"/>
                  <a:pt x="1364" y="989"/>
                </a:cubicBezTo>
                <a:lnTo>
                  <a:pt x="1382" y="973"/>
                </a:lnTo>
                <a:moveTo>
                  <a:pt x="1579" y="1250"/>
                </a:moveTo>
                <a:cubicBezTo>
                  <a:pt x="1608" y="1297"/>
                  <a:pt x="1637" y="1347"/>
                  <a:pt x="1664" y="1398"/>
                </a:cubicBezTo>
                <a:lnTo>
                  <a:pt x="1643" y="1409"/>
                </a:lnTo>
                <a:cubicBezTo>
                  <a:pt x="1616" y="1358"/>
                  <a:pt x="1588" y="1310"/>
                  <a:pt x="1559" y="1263"/>
                </a:cubicBezTo>
                <a:lnTo>
                  <a:pt x="1579" y="1250"/>
                </a:lnTo>
                <a:moveTo>
                  <a:pt x="1741" y="1550"/>
                </a:moveTo>
                <a:cubicBezTo>
                  <a:pt x="1765" y="1600"/>
                  <a:pt x="1788" y="1651"/>
                  <a:pt x="1810" y="1704"/>
                </a:cubicBezTo>
                <a:lnTo>
                  <a:pt x="1788" y="1714"/>
                </a:lnTo>
                <a:cubicBezTo>
                  <a:pt x="1765" y="1661"/>
                  <a:pt x="1743" y="1610"/>
                  <a:pt x="1719" y="1560"/>
                </a:cubicBezTo>
                <a:lnTo>
                  <a:pt x="1741" y="1550"/>
                </a:lnTo>
                <a:moveTo>
                  <a:pt x="1873" y="1863"/>
                </a:moveTo>
                <a:cubicBezTo>
                  <a:pt x="1892" y="1916"/>
                  <a:pt x="1911" y="1970"/>
                  <a:pt x="1930" y="2026"/>
                </a:cubicBezTo>
                <a:lnTo>
                  <a:pt x="1907" y="2033"/>
                </a:lnTo>
                <a:cubicBezTo>
                  <a:pt x="1889" y="1978"/>
                  <a:pt x="1870" y="1924"/>
                  <a:pt x="1850" y="1871"/>
                </a:cubicBezTo>
                <a:lnTo>
                  <a:pt x="1873" y="1863"/>
                </a:lnTo>
                <a:moveTo>
                  <a:pt x="1980" y="2187"/>
                </a:moveTo>
                <a:cubicBezTo>
                  <a:pt x="1995" y="2240"/>
                  <a:pt x="2010" y="2294"/>
                  <a:pt x="2025" y="2348"/>
                </a:cubicBezTo>
                <a:lnTo>
                  <a:pt x="2001" y="2355"/>
                </a:lnTo>
                <a:cubicBezTo>
                  <a:pt x="1987" y="2300"/>
                  <a:pt x="1972" y="2247"/>
                  <a:pt x="1957" y="2194"/>
                </a:cubicBezTo>
                <a:lnTo>
                  <a:pt x="1980" y="2187"/>
                </a:lnTo>
                <a:moveTo>
                  <a:pt x="2065" y="2512"/>
                </a:moveTo>
                <a:cubicBezTo>
                  <a:pt x="2078" y="2566"/>
                  <a:pt x="2090" y="2622"/>
                  <a:pt x="2101" y="2677"/>
                </a:cubicBezTo>
                <a:lnTo>
                  <a:pt x="2077" y="2682"/>
                </a:lnTo>
                <a:cubicBezTo>
                  <a:pt x="2066" y="2627"/>
                  <a:pt x="2054" y="2572"/>
                  <a:pt x="2041" y="2517"/>
                </a:cubicBezTo>
                <a:lnTo>
                  <a:pt x="2065" y="2512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6584760" y="2688120"/>
            <a:ext cx="11026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view referral / self-book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666720" y="5355360"/>
            <a:ext cx="83322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Referrer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raises &amp; books ·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HCPD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directory of record ·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Referral Server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(HAPI + QH IG)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666720" y="5726880"/>
            <a:ext cx="92134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holds the resources ·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Imaging Provider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triages &amp; conﬁrms ·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Patient app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(stretch) self-books.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4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666720" y="141912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714240" y="3963600"/>
            <a:ext cx="4548600" cy="958680"/>
          </a:xfrm>
          <a:custGeom>
            <a:avLst/>
            <a:gdLst/>
            <a:ahLst/>
            <a:rect l="0" t="0" r="r" b="b"/>
            <a:pathLst>
              <a:path w="12635" h="2663">
                <a:moveTo>
                  <a:pt x="0" y="0"/>
                </a:moveTo>
                <a:lnTo>
                  <a:pt x="12635" y="0"/>
                </a:lnTo>
                <a:lnTo>
                  <a:pt x="12635" y="2663"/>
                </a:lnTo>
                <a:lnTo>
                  <a:pt x="0" y="2663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00000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887040" y="2091240"/>
            <a:ext cx="38520" cy="3214080"/>
          </a:xfrm>
          <a:custGeom>
            <a:avLst/>
            <a:gdLst/>
            <a:ahLst/>
            <a:rect l="0" t="0" r="r" b="b"/>
            <a:pathLst>
              <a:path w="107" h="8928">
                <a:moveTo>
                  <a:pt x="0" y="0"/>
                </a:moveTo>
                <a:lnTo>
                  <a:pt x="107" y="0"/>
                </a:lnTo>
                <a:lnTo>
                  <a:pt x="107" y="8928"/>
                </a:lnTo>
                <a:lnTo>
                  <a:pt x="0" y="8928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903600" y="2091240"/>
            <a:ext cx="3240" cy="3214080"/>
          </a:xfrm>
          <a:custGeom>
            <a:avLst/>
            <a:gdLst/>
            <a:ahLst/>
            <a:rect l="0" t="0" r="r" b="b"/>
            <a:pathLst>
              <a:path w="9" h="8928">
                <a:moveTo>
                  <a:pt x="9" y="0"/>
                </a:moveTo>
                <a:lnTo>
                  <a:pt x="9" y="66"/>
                </a:lnTo>
                <a:lnTo>
                  <a:pt x="0" y="66"/>
                </a:lnTo>
                <a:lnTo>
                  <a:pt x="0" y="0"/>
                </a:lnTo>
                <a:lnTo>
                  <a:pt x="9" y="0"/>
                </a:lnTo>
                <a:moveTo>
                  <a:pt x="9" y="132"/>
                </a:moveTo>
                <a:lnTo>
                  <a:pt x="9" y="198"/>
                </a:lnTo>
                <a:lnTo>
                  <a:pt x="0" y="198"/>
                </a:lnTo>
                <a:lnTo>
                  <a:pt x="0" y="132"/>
                </a:lnTo>
                <a:lnTo>
                  <a:pt x="9" y="132"/>
                </a:lnTo>
                <a:moveTo>
                  <a:pt x="9" y="264"/>
                </a:moveTo>
                <a:lnTo>
                  <a:pt x="9" y="331"/>
                </a:lnTo>
                <a:lnTo>
                  <a:pt x="0" y="331"/>
                </a:lnTo>
                <a:lnTo>
                  <a:pt x="0" y="264"/>
                </a:lnTo>
                <a:lnTo>
                  <a:pt x="9" y="264"/>
                </a:lnTo>
                <a:moveTo>
                  <a:pt x="9" y="397"/>
                </a:moveTo>
                <a:lnTo>
                  <a:pt x="9" y="463"/>
                </a:lnTo>
                <a:lnTo>
                  <a:pt x="0" y="463"/>
                </a:lnTo>
                <a:lnTo>
                  <a:pt x="0" y="397"/>
                </a:lnTo>
                <a:lnTo>
                  <a:pt x="9" y="397"/>
                </a:lnTo>
                <a:moveTo>
                  <a:pt x="9" y="529"/>
                </a:moveTo>
                <a:lnTo>
                  <a:pt x="9" y="595"/>
                </a:lnTo>
                <a:lnTo>
                  <a:pt x="0" y="595"/>
                </a:lnTo>
                <a:lnTo>
                  <a:pt x="0" y="529"/>
                </a:lnTo>
                <a:lnTo>
                  <a:pt x="9" y="529"/>
                </a:lnTo>
                <a:moveTo>
                  <a:pt x="9" y="661"/>
                </a:moveTo>
                <a:lnTo>
                  <a:pt x="9" y="728"/>
                </a:lnTo>
                <a:lnTo>
                  <a:pt x="0" y="728"/>
                </a:lnTo>
                <a:lnTo>
                  <a:pt x="0" y="661"/>
                </a:lnTo>
                <a:lnTo>
                  <a:pt x="9" y="661"/>
                </a:lnTo>
                <a:moveTo>
                  <a:pt x="9" y="794"/>
                </a:moveTo>
                <a:lnTo>
                  <a:pt x="9" y="860"/>
                </a:lnTo>
                <a:lnTo>
                  <a:pt x="0" y="860"/>
                </a:lnTo>
                <a:lnTo>
                  <a:pt x="0" y="794"/>
                </a:lnTo>
                <a:lnTo>
                  <a:pt x="9" y="794"/>
                </a:lnTo>
                <a:moveTo>
                  <a:pt x="9" y="926"/>
                </a:moveTo>
                <a:lnTo>
                  <a:pt x="9" y="992"/>
                </a:lnTo>
                <a:lnTo>
                  <a:pt x="0" y="992"/>
                </a:lnTo>
                <a:lnTo>
                  <a:pt x="0" y="926"/>
                </a:lnTo>
                <a:lnTo>
                  <a:pt x="9" y="926"/>
                </a:lnTo>
                <a:moveTo>
                  <a:pt x="9" y="1058"/>
                </a:moveTo>
                <a:lnTo>
                  <a:pt x="9" y="1124"/>
                </a:lnTo>
                <a:lnTo>
                  <a:pt x="0" y="1124"/>
                </a:lnTo>
                <a:lnTo>
                  <a:pt x="0" y="1058"/>
                </a:lnTo>
                <a:lnTo>
                  <a:pt x="9" y="1058"/>
                </a:lnTo>
                <a:moveTo>
                  <a:pt x="9" y="1191"/>
                </a:moveTo>
                <a:lnTo>
                  <a:pt x="9" y="1257"/>
                </a:lnTo>
                <a:lnTo>
                  <a:pt x="0" y="1257"/>
                </a:lnTo>
                <a:lnTo>
                  <a:pt x="0" y="1191"/>
                </a:lnTo>
                <a:lnTo>
                  <a:pt x="9" y="1191"/>
                </a:lnTo>
                <a:moveTo>
                  <a:pt x="9" y="1323"/>
                </a:moveTo>
                <a:lnTo>
                  <a:pt x="9" y="1389"/>
                </a:lnTo>
                <a:lnTo>
                  <a:pt x="0" y="1389"/>
                </a:lnTo>
                <a:lnTo>
                  <a:pt x="0" y="1323"/>
                </a:lnTo>
                <a:lnTo>
                  <a:pt x="9" y="1323"/>
                </a:lnTo>
                <a:moveTo>
                  <a:pt x="9" y="1455"/>
                </a:moveTo>
                <a:lnTo>
                  <a:pt x="9" y="1521"/>
                </a:lnTo>
                <a:lnTo>
                  <a:pt x="0" y="1521"/>
                </a:lnTo>
                <a:lnTo>
                  <a:pt x="0" y="1455"/>
                </a:lnTo>
                <a:lnTo>
                  <a:pt x="9" y="1455"/>
                </a:lnTo>
                <a:moveTo>
                  <a:pt x="9" y="1587"/>
                </a:moveTo>
                <a:lnTo>
                  <a:pt x="9" y="1654"/>
                </a:lnTo>
                <a:lnTo>
                  <a:pt x="0" y="1654"/>
                </a:lnTo>
                <a:lnTo>
                  <a:pt x="0" y="1587"/>
                </a:lnTo>
                <a:lnTo>
                  <a:pt x="9" y="1587"/>
                </a:lnTo>
                <a:moveTo>
                  <a:pt x="9" y="1720"/>
                </a:moveTo>
                <a:lnTo>
                  <a:pt x="9" y="1786"/>
                </a:lnTo>
                <a:lnTo>
                  <a:pt x="0" y="1786"/>
                </a:lnTo>
                <a:lnTo>
                  <a:pt x="0" y="1720"/>
                </a:lnTo>
                <a:lnTo>
                  <a:pt x="9" y="1720"/>
                </a:lnTo>
                <a:moveTo>
                  <a:pt x="9" y="1852"/>
                </a:moveTo>
                <a:lnTo>
                  <a:pt x="9" y="1918"/>
                </a:lnTo>
                <a:lnTo>
                  <a:pt x="0" y="1918"/>
                </a:lnTo>
                <a:lnTo>
                  <a:pt x="0" y="1852"/>
                </a:lnTo>
                <a:lnTo>
                  <a:pt x="9" y="1852"/>
                </a:lnTo>
                <a:moveTo>
                  <a:pt x="9" y="1984"/>
                </a:moveTo>
                <a:lnTo>
                  <a:pt x="9" y="2050"/>
                </a:lnTo>
                <a:lnTo>
                  <a:pt x="0" y="2050"/>
                </a:lnTo>
                <a:lnTo>
                  <a:pt x="0" y="1984"/>
                </a:lnTo>
                <a:lnTo>
                  <a:pt x="9" y="1984"/>
                </a:lnTo>
                <a:moveTo>
                  <a:pt x="9" y="2117"/>
                </a:moveTo>
                <a:lnTo>
                  <a:pt x="9" y="2183"/>
                </a:lnTo>
                <a:lnTo>
                  <a:pt x="0" y="2183"/>
                </a:lnTo>
                <a:lnTo>
                  <a:pt x="0" y="2117"/>
                </a:lnTo>
                <a:lnTo>
                  <a:pt x="9" y="2117"/>
                </a:lnTo>
                <a:moveTo>
                  <a:pt x="9" y="2249"/>
                </a:moveTo>
                <a:lnTo>
                  <a:pt x="9" y="2315"/>
                </a:lnTo>
                <a:lnTo>
                  <a:pt x="0" y="2315"/>
                </a:lnTo>
                <a:lnTo>
                  <a:pt x="0" y="2249"/>
                </a:lnTo>
                <a:lnTo>
                  <a:pt x="9" y="2249"/>
                </a:lnTo>
                <a:moveTo>
                  <a:pt x="9" y="2381"/>
                </a:moveTo>
                <a:lnTo>
                  <a:pt x="9" y="2447"/>
                </a:lnTo>
                <a:lnTo>
                  <a:pt x="0" y="2447"/>
                </a:lnTo>
                <a:lnTo>
                  <a:pt x="0" y="2381"/>
                </a:lnTo>
                <a:lnTo>
                  <a:pt x="9" y="2381"/>
                </a:lnTo>
                <a:moveTo>
                  <a:pt x="9" y="2513"/>
                </a:moveTo>
                <a:lnTo>
                  <a:pt x="9" y="2580"/>
                </a:lnTo>
                <a:lnTo>
                  <a:pt x="0" y="2580"/>
                </a:lnTo>
                <a:lnTo>
                  <a:pt x="0" y="2513"/>
                </a:lnTo>
                <a:lnTo>
                  <a:pt x="9" y="2513"/>
                </a:lnTo>
                <a:moveTo>
                  <a:pt x="9" y="2646"/>
                </a:moveTo>
                <a:lnTo>
                  <a:pt x="9" y="2712"/>
                </a:lnTo>
                <a:lnTo>
                  <a:pt x="0" y="2712"/>
                </a:lnTo>
                <a:lnTo>
                  <a:pt x="0" y="2646"/>
                </a:lnTo>
                <a:lnTo>
                  <a:pt x="9" y="2646"/>
                </a:lnTo>
                <a:moveTo>
                  <a:pt x="9" y="2778"/>
                </a:moveTo>
                <a:lnTo>
                  <a:pt x="9" y="2844"/>
                </a:lnTo>
                <a:lnTo>
                  <a:pt x="0" y="2844"/>
                </a:lnTo>
                <a:lnTo>
                  <a:pt x="0" y="2778"/>
                </a:lnTo>
                <a:lnTo>
                  <a:pt x="9" y="2778"/>
                </a:lnTo>
                <a:moveTo>
                  <a:pt x="9" y="2910"/>
                </a:moveTo>
                <a:lnTo>
                  <a:pt x="9" y="2976"/>
                </a:lnTo>
                <a:lnTo>
                  <a:pt x="0" y="2976"/>
                </a:lnTo>
                <a:lnTo>
                  <a:pt x="0" y="2910"/>
                </a:lnTo>
                <a:lnTo>
                  <a:pt x="9" y="2910"/>
                </a:lnTo>
                <a:moveTo>
                  <a:pt x="9" y="3043"/>
                </a:moveTo>
                <a:lnTo>
                  <a:pt x="9" y="3109"/>
                </a:lnTo>
                <a:lnTo>
                  <a:pt x="0" y="3109"/>
                </a:lnTo>
                <a:lnTo>
                  <a:pt x="0" y="3043"/>
                </a:lnTo>
                <a:lnTo>
                  <a:pt x="9" y="3043"/>
                </a:lnTo>
                <a:moveTo>
                  <a:pt x="9" y="3175"/>
                </a:moveTo>
                <a:lnTo>
                  <a:pt x="9" y="3241"/>
                </a:lnTo>
                <a:lnTo>
                  <a:pt x="0" y="3241"/>
                </a:lnTo>
                <a:lnTo>
                  <a:pt x="0" y="3175"/>
                </a:lnTo>
                <a:lnTo>
                  <a:pt x="9" y="3175"/>
                </a:lnTo>
                <a:moveTo>
                  <a:pt x="9" y="3307"/>
                </a:moveTo>
                <a:lnTo>
                  <a:pt x="9" y="3373"/>
                </a:lnTo>
                <a:lnTo>
                  <a:pt x="0" y="3373"/>
                </a:lnTo>
                <a:lnTo>
                  <a:pt x="0" y="3307"/>
                </a:lnTo>
                <a:lnTo>
                  <a:pt x="9" y="3307"/>
                </a:lnTo>
                <a:moveTo>
                  <a:pt x="9" y="3439"/>
                </a:moveTo>
                <a:lnTo>
                  <a:pt x="9" y="3506"/>
                </a:lnTo>
                <a:lnTo>
                  <a:pt x="0" y="3506"/>
                </a:lnTo>
                <a:lnTo>
                  <a:pt x="0" y="3439"/>
                </a:lnTo>
                <a:lnTo>
                  <a:pt x="9" y="3439"/>
                </a:lnTo>
                <a:moveTo>
                  <a:pt x="9" y="3572"/>
                </a:moveTo>
                <a:lnTo>
                  <a:pt x="9" y="3638"/>
                </a:lnTo>
                <a:lnTo>
                  <a:pt x="0" y="3638"/>
                </a:lnTo>
                <a:lnTo>
                  <a:pt x="0" y="3572"/>
                </a:lnTo>
                <a:lnTo>
                  <a:pt x="9" y="3572"/>
                </a:lnTo>
                <a:moveTo>
                  <a:pt x="9" y="3704"/>
                </a:moveTo>
                <a:lnTo>
                  <a:pt x="9" y="3770"/>
                </a:lnTo>
                <a:lnTo>
                  <a:pt x="0" y="3770"/>
                </a:lnTo>
                <a:lnTo>
                  <a:pt x="0" y="3704"/>
                </a:lnTo>
                <a:lnTo>
                  <a:pt x="9" y="3704"/>
                </a:lnTo>
                <a:moveTo>
                  <a:pt x="9" y="3836"/>
                </a:moveTo>
                <a:lnTo>
                  <a:pt x="9" y="3903"/>
                </a:lnTo>
                <a:lnTo>
                  <a:pt x="0" y="3903"/>
                </a:lnTo>
                <a:lnTo>
                  <a:pt x="0" y="3836"/>
                </a:lnTo>
                <a:lnTo>
                  <a:pt x="9" y="3836"/>
                </a:lnTo>
                <a:moveTo>
                  <a:pt x="9" y="3969"/>
                </a:moveTo>
                <a:lnTo>
                  <a:pt x="9" y="4035"/>
                </a:lnTo>
                <a:lnTo>
                  <a:pt x="0" y="4035"/>
                </a:lnTo>
                <a:lnTo>
                  <a:pt x="0" y="3969"/>
                </a:lnTo>
                <a:lnTo>
                  <a:pt x="9" y="3969"/>
                </a:lnTo>
                <a:moveTo>
                  <a:pt x="9" y="4101"/>
                </a:moveTo>
                <a:lnTo>
                  <a:pt x="9" y="4167"/>
                </a:lnTo>
                <a:lnTo>
                  <a:pt x="0" y="4167"/>
                </a:lnTo>
                <a:lnTo>
                  <a:pt x="0" y="4101"/>
                </a:lnTo>
                <a:lnTo>
                  <a:pt x="9" y="4101"/>
                </a:lnTo>
                <a:moveTo>
                  <a:pt x="9" y="4233"/>
                </a:moveTo>
                <a:lnTo>
                  <a:pt x="9" y="4299"/>
                </a:lnTo>
                <a:lnTo>
                  <a:pt x="0" y="4299"/>
                </a:lnTo>
                <a:lnTo>
                  <a:pt x="0" y="4233"/>
                </a:lnTo>
                <a:lnTo>
                  <a:pt x="9" y="4233"/>
                </a:lnTo>
                <a:moveTo>
                  <a:pt x="9" y="4366"/>
                </a:moveTo>
                <a:lnTo>
                  <a:pt x="9" y="4432"/>
                </a:lnTo>
                <a:lnTo>
                  <a:pt x="0" y="4432"/>
                </a:lnTo>
                <a:lnTo>
                  <a:pt x="0" y="4366"/>
                </a:lnTo>
                <a:lnTo>
                  <a:pt x="9" y="4366"/>
                </a:lnTo>
                <a:moveTo>
                  <a:pt x="9" y="4498"/>
                </a:moveTo>
                <a:lnTo>
                  <a:pt x="9" y="4564"/>
                </a:lnTo>
                <a:lnTo>
                  <a:pt x="0" y="4564"/>
                </a:lnTo>
                <a:lnTo>
                  <a:pt x="0" y="4498"/>
                </a:lnTo>
                <a:lnTo>
                  <a:pt x="9" y="4498"/>
                </a:lnTo>
                <a:moveTo>
                  <a:pt x="9" y="4630"/>
                </a:moveTo>
                <a:lnTo>
                  <a:pt x="9" y="4696"/>
                </a:lnTo>
                <a:lnTo>
                  <a:pt x="0" y="4696"/>
                </a:lnTo>
                <a:lnTo>
                  <a:pt x="0" y="4630"/>
                </a:lnTo>
                <a:lnTo>
                  <a:pt x="9" y="4630"/>
                </a:lnTo>
                <a:moveTo>
                  <a:pt x="9" y="4762"/>
                </a:moveTo>
                <a:lnTo>
                  <a:pt x="9" y="4829"/>
                </a:lnTo>
                <a:lnTo>
                  <a:pt x="0" y="4829"/>
                </a:lnTo>
                <a:lnTo>
                  <a:pt x="0" y="4762"/>
                </a:lnTo>
                <a:lnTo>
                  <a:pt x="9" y="4762"/>
                </a:lnTo>
                <a:moveTo>
                  <a:pt x="9" y="4895"/>
                </a:moveTo>
                <a:lnTo>
                  <a:pt x="9" y="4961"/>
                </a:lnTo>
                <a:lnTo>
                  <a:pt x="0" y="4961"/>
                </a:lnTo>
                <a:lnTo>
                  <a:pt x="0" y="4895"/>
                </a:lnTo>
                <a:lnTo>
                  <a:pt x="9" y="4895"/>
                </a:lnTo>
                <a:moveTo>
                  <a:pt x="9" y="5027"/>
                </a:moveTo>
                <a:lnTo>
                  <a:pt x="9" y="5093"/>
                </a:lnTo>
                <a:lnTo>
                  <a:pt x="0" y="5093"/>
                </a:lnTo>
                <a:lnTo>
                  <a:pt x="0" y="5027"/>
                </a:lnTo>
                <a:lnTo>
                  <a:pt x="9" y="5027"/>
                </a:lnTo>
                <a:moveTo>
                  <a:pt x="9" y="5159"/>
                </a:moveTo>
                <a:lnTo>
                  <a:pt x="9" y="5225"/>
                </a:lnTo>
                <a:lnTo>
                  <a:pt x="0" y="5225"/>
                </a:lnTo>
                <a:lnTo>
                  <a:pt x="0" y="5159"/>
                </a:lnTo>
                <a:lnTo>
                  <a:pt x="9" y="5159"/>
                </a:lnTo>
                <a:moveTo>
                  <a:pt x="9" y="5292"/>
                </a:moveTo>
                <a:lnTo>
                  <a:pt x="9" y="5358"/>
                </a:lnTo>
                <a:lnTo>
                  <a:pt x="0" y="5358"/>
                </a:lnTo>
                <a:lnTo>
                  <a:pt x="0" y="5292"/>
                </a:lnTo>
                <a:lnTo>
                  <a:pt x="9" y="5292"/>
                </a:lnTo>
                <a:moveTo>
                  <a:pt x="9" y="5424"/>
                </a:moveTo>
                <a:lnTo>
                  <a:pt x="9" y="5490"/>
                </a:lnTo>
                <a:lnTo>
                  <a:pt x="0" y="5490"/>
                </a:lnTo>
                <a:lnTo>
                  <a:pt x="0" y="5424"/>
                </a:lnTo>
                <a:lnTo>
                  <a:pt x="9" y="5424"/>
                </a:lnTo>
                <a:moveTo>
                  <a:pt x="9" y="5556"/>
                </a:moveTo>
                <a:lnTo>
                  <a:pt x="9" y="5622"/>
                </a:lnTo>
                <a:lnTo>
                  <a:pt x="0" y="5622"/>
                </a:lnTo>
                <a:lnTo>
                  <a:pt x="0" y="5556"/>
                </a:lnTo>
                <a:lnTo>
                  <a:pt x="9" y="5556"/>
                </a:lnTo>
                <a:moveTo>
                  <a:pt x="9" y="5688"/>
                </a:moveTo>
                <a:lnTo>
                  <a:pt x="9" y="5755"/>
                </a:lnTo>
                <a:lnTo>
                  <a:pt x="0" y="5755"/>
                </a:lnTo>
                <a:lnTo>
                  <a:pt x="0" y="5688"/>
                </a:lnTo>
                <a:lnTo>
                  <a:pt x="9" y="5688"/>
                </a:lnTo>
                <a:moveTo>
                  <a:pt x="9" y="5821"/>
                </a:moveTo>
                <a:lnTo>
                  <a:pt x="9" y="5887"/>
                </a:lnTo>
                <a:lnTo>
                  <a:pt x="0" y="5887"/>
                </a:lnTo>
                <a:lnTo>
                  <a:pt x="0" y="5821"/>
                </a:lnTo>
                <a:lnTo>
                  <a:pt x="9" y="5821"/>
                </a:lnTo>
                <a:moveTo>
                  <a:pt x="9" y="5953"/>
                </a:moveTo>
                <a:lnTo>
                  <a:pt x="9" y="6019"/>
                </a:lnTo>
                <a:lnTo>
                  <a:pt x="0" y="6019"/>
                </a:lnTo>
                <a:lnTo>
                  <a:pt x="0" y="5953"/>
                </a:lnTo>
                <a:lnTo>
                  <a:pt x="9" y="5953"/>
                </a:lnTo>
                <a:moveTo>
                  <a:pt x="9" y="6085"/>
                </a:moveTo>
                <a:lnTo>
                  <a:pt x="9" y="6151"/>
                </a:lnTo>
                <a:lnTo>
                  <a:pt x="0" y="6151"/>
                </a:lnTo>
                <a:lnTo>
                  <a:pt x="0" y="6085"/>
                </a:lnTo>
                <a:lnTo>
                  <a:pt x="9" y="6085"/>
                </a:lnTo>
                <a:moveTo>
                  <a:pt x="9" y="6218"/>
                </a:moveTo>
                <a:lnTo>
                  <a:pt x="9" y="6284"/>
                </a:lnTo>
                <a:lnTo>
                  <a:pt x="0" y="6284"/>
                </a:lnTo>
                <a:lnTo>
                  <a:pt x="0" y="6218"/>
                </a:lnTo>
                <a:lnTo>
                  <a:pt x="9" y="6218"/>
                </a:lnTo>
                <a:moveTo>
                  <a:pt x="9" y="6350"/>
                </a:moveTo>
                <a:lnTo>
                  <a:pt x="9" y="6416"/>
                </a:lnTo>
                <a:lnTo>
                  <a:pt x="0" y="6416"/>
                </a:lnTo>
                <a:lnTo>
                  <a:pt x="0" y="6350"/>
                </a:lnTo>
                <a:lnTo>
                  <a:pt x="9" y="6350"/>
                </a:lnTo>
                <a:moveTo>
                  <a:pt x="9" y="6482"/>
                </a:moveTo>
                <a:lnTo>
                  <a:pt x="9" y="6548"/>
                </a:lnTo>
                <a:lnTo>
                  <a:pt x="0" y="6548"/>
                </a:lnTo>
                <a:lnTo>
                  <a:pt x="0" y="6482"/>
                </a:lnTo>
                <a:lnTo>
                  <a:pt x="9" y="6482"/>
                </a:lnTo>
                <a:moveTo>
                  <a:pt x="9" y="6614"/>
                </a:moveTo>
                <a:lnTo>
                  <a:pt x="9" y="6681"/>
                </a:lnTo>
                <a:lnTo>
                  <a:pt x="0" y="6681"/>
                </a:lnTo>
                <a:lnTo>
                  <a:pt x="0" y="6614"/>
                </a:lnTo>
                <a:lnTo>
                  <a:pt x="9" y="6614"/>
                </a:lnTo>
                <a:moveTo>
                  <a:pt x="9" y="6747"/>
                </a:moveTo>
                <a:lnTo>
                  <a:pt x="9" y="6813"/>
                </a:lnTo>
                <a:lnTo>
                  <a:pt x="0" y="6813"/>
                </a:lnTo>
                <a:lnTo>
                  <a:pt x="0" y="6747"/>
                </a:lnTo>
                <a:lnTo>
                  <a:pt x="9" y="6747"/>
                </a:lnTo>
                <a:moveTo>
                  <a:pt x="9" y="6879"/>
                </a:moveTo>
                <a:lnTo>
                  <a:pt x="9" y="6945"/>
                </a:lnTo>
                <a:lnTo>
                  <a:pt x="0" y="6945"/>
                </a:lnTo>
                <a:lnTo>
                  <a:pt x="0" y="6879"/>
                </a:lnTo>
                <a:lnTo>
                  <a:pt x="9" y="6879"/>
                </a:lnTo>
                <a:moveTo>
                  <a:pt x="9" y="7011"/>
                </a:moveTo>
                <a:lnTo>
                  <a:pt x="9" y="7078"/>
                </a:lnTo>
                <a:lnTo>
                  <a:pt x="0" y="7078"/>
                </a:lnTo>
                <a:lnTo>
                  <a:pt x="0" y="7011"/>
                </a:lnTo>
                <a:lnTo>
                  <a:pt x="9" y="7011"/>
                </a:lnTo>
                <a:moveTo>
                  <a:pt x="9" y="7144"/>
                </a:moveTo>
                <a:lnTo>
                  <a:pt x="9" y="7210"/>
                </a:lnTo>
                <a:lnTo>
                  <a:pt x="0" y="7210"/>
                </a:lnTo>
                <a:lnTo>
                  <a:pt x="0" y="7144"/>
                </a:lnTo>
                <a:lnTo>
                  <a:pt x="9" y="7144"/>
                </a:lnTo>
                <a:moveTo>
                  <a:pt x="9" y="7276"/>
                </a:moveTo>
                <a:lnTo>
                  <a:pt x="9" y="7342"/>
                </a:lnTo>
                <a:lnTo>
                  <a:pt x="0" y="7342"/>
                </a:lnTo>
                <a:lnTo>
                  <a:pt x="0" y="7276"/>
                </a:lnTo>
                <a:lnTo>
                  <a:pt x="9" y="7276"/>
                </a:lnTo>
                <a:moveTo>
                  <a:pt x="9" y="7408"/>
                </a:moveTo>
                <a:lnTo>
                  <a:pt x="9" y="7474"/>
                </a:lnTo>
                <a:lnTo>
                  <a:pt x="0" y="7474"/>
                </a:lnTo>
                <a:lnTo>
                  <a:pt x="0" y="7408"/>
                </a:lnTo>
                <a:lnTo>
                  <a:pt x="9" y="7408"/>
                </a:lnTo>
                <a:moveTo>
                  <a:pt x="9" y="7541"/>
                </a:moveTo>
                <a:lnTo>
                  <a:pt x="9" y="7608"/>
                </a:lnTo>
                <a:lnTo>
                  <a:pt x="0" y="7608"/>
                </a:lnTo>
                <a:lnTo>
                  <a:pt x="0" y="7541"/>
                </a:lnTo>
                <a:lnTo>
                  <a:pt x="9" y="7541"/>
                </a:lnTo>
                <a:moveTo>
                  <a:pt x="9" y="7674"/>
                </a:moveTo>
                <a:lnTo>
                  <a:pt x="9" y="7740"/>
                </a:lnTo>
                <a:lnTo>
                  <a:pt x="0" y="7740"/>
                </a:lnTo>
                <a:lnTo>
                  <a:pt x="0" y="7674"/>
                </a:lnTo>
                <a:lnTo>
                  <a:pt x="9" y="7674"/>
                </a:lnTo>
                <a:moveTo>
                  <a:pt x="9" y="7806"/>
                </a:moveTo>
                <a:lnTo>
                  <a:pt x="9" y="7872"/>
                </a:lnTo>
                <a:lnTo>
                  <a:pt x="0" y="7872"/>
                </a:lnTo>
                <a:lnTo>
                  <a:pt x="0" y="7806"/>
                </a:lnTo>
                <a:lnTo>
                  <a:pt x="9" y="7806"/>
                </a:lnTo>
                <a:moveTo>
                  <a:pt x="9" y="7938"/>
                </a:moveTo>
                <a:lnTo>
                  <a:pt x="9" y="8005"/>
                </a:lnTo>
                <a:lnTo>
                  <a:pt x="0" y="8005"/>
                </a:lnTo>
                <a:lnTo>
                  <a:pt x="0" y="7938"/>
                </a:lnTo>
                <a:lnTo>
                  <a:pt x="9" y="7938"/>
                </a:lnTo>
                <a:moveTo>
                  <a:pt x="9" y="8071"/>
                </a:moveTo>
                <a:lnTo>
                  <a:pt x="9" y="8137"/>
                </a:lnTo>
                <a:lnTo>
                  <a:pt x="0" y="8137"/>
                </a:lnTo>
                <a:lnTo>
                  <a:pt x="0" y="8071"/>
                </a:lnTo>
                <a:lnTo>
                  <a:pt x="9" y="8071"/>
                </a:lnTo>
                <a:moveTo>
                  <a:pt x="9" y="8203"/>
                </a:moveTo>
                <a:lnTo>
                  <a:pt x="9" y="8269"/>
                </a:lnTo>
                <a:lnTo>
                  <a:pt x="0" y="8269"/>
                </a:lnTo>
                <a:lnTo>
                  <a:pt x="0" y="8203"/>
                </a:lnTo>
                <a:lnTo>
                  <a:pt x="9" y="8203"/>
                </a:lnTo>
                <a:moveTo>
                  <a:pt x="9" y="8335"/>
                </a:moveTo>
                <a:lnTo>
                  <a:pt x="9" y="8401"/>
                </a:lnTo>
                <a:lnTo>
                  <a:pt x="0" y="8401"/>
                </a:lnTo>
                <a:lnTo>
                  <a:pt x="0" y="8335"/>
                </a:lnTo>
                <a:lnTo>
                  <a:pt x="9" y="8335"/>
                </a:lnTo>
                <a:moveTo>
                  <a:pt x="9" y="8468"/>
                </a:moveTo>
                <a:lnTo>
                  <a:pt x="9" y="8534"/>
                </a:lnTo>
                <a:lnTo>
                  <a:pt x="0" y="8534"/>
                </a:lnTo>
                <a:lnTo>
                  <a:pt x="0" y="8468"/>
                </a:lnTo>
                <a:lnTo>
                  <a:pt x="9" y="8468"/>
                </a:lnTo>
                <a:moveTo>
                  <a:pt x="9" y="8600"/>
                </a:moveTo>
                <a:lnTo>
                  <a:pt x="9" y="8666"/>
                </a:lnTo>
                <a:lnTo>
                  <a:pt x="0" y="8666"/>
                </a:lnTo>
                <a:lnTo>
                  <a:pt x="0" y="8600"/>
                </a:lnTo>
                <a:lnTo>
                  <a:pt x="9" y="8600"/>
                </a:lnTo>
                <a:moveTo>
                  <a:pt x="9" y="8732"/>
                </a:moveTo>
                <a:lnTo>
                  <a:pt x="9" y="8798"/>
                </a:lnTo>
                <a:lnTo>
                  <a:pt x="0" y="8798"/>
                </a:lnTo>
                <a:lnTo>
                  <a:pt x="0" y="8732"/>
                </a:lnTo>
                <a:lnTo>
                  <a:pt x="9" y="8732"/>
                </a:lnTo>
                <a:moveTo>
                  <a:pt x="9" y="8864"/>
                </a:moveTo>
                <a:lnTo>
                  <a:pt x="9" y="8928"/>
                </a:lnTo>
                <a:lnTo>
                  <a:pt x="0" y="8928"/>
                </a:lnTo>
                <a:lnTo>
                  <a:pt x="0" y="8864"/>
                </a:lnTo>
                <a:lnTo>
                  <a:pt x="9" y="8864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2425320" y="2091240"/>
            <a:ext cx="38520" cy="3214080"/>
          </a:xfrm>
          <a:custGeom>
            <a:avLst/>
            <a:gdLst/>
            <a:ahLst/>
            <a:rect l="0" t="0" r="r" b="b"/>
            <a:pathLst>
              <a:path w="107" h="8928">
                <a:moveTo>
                  <a:pt x="0" y="0"/>
                </a:moveTo>
                <a:lnTo>
                  <a:pt x="107" y="0"/>
                </a:lnTo>
                <a:lnTo>
                  <a:pt x="107" y="8928"/>
                </a:lnTo>
                <a:lnTo>
                  <a:pt x="0" y="8928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2441880" y="2091240"/>
            <a:ext cx="2880" cy="3214080"/>
          </a:xfrm>
          <a:custGeom>
            <a:avLst/>
            <a:gdLst/>
            <a:ahLst/>
            <a:rect l="0" t="0" r="r" b="b"/>
            <a:pathLst>
              <a:path w="8" h="8928">
                <a:moveTo>
                  <a:pt x="8" y="0"/>
                </a:moveTo>
                <a:lnTo>
                  <a:pt x="8" y="66"/>
                </a:lnTo>
                <a:lnTo>
                  <a:pt x="0" y="66"/>
                </a:lnTo>
                <a:lnTo>
                  <a:pt x="0" y="0"/>
                </a:lnTo>
                <a:lnTo>
                  <a:pt x="8" y="0"/>
                </a:lnTo>
                <a:moveTo>
                  <a:pt x="8" y="132"/>
                </a:moveTo>
                <a:lnTo>
                  <a:pt x="8" y="198"/>
                </a:lnTo>
                <a:lnTo>
                  <a:pt x="0" y="198"/>
                </a:lnTo>
                <a:lnTo>
                  <a:pt x="0" y="132"/>
                </a:lnTo>
                <a:lnTo>
                  <a:pt x="8" y="132"/>
                </a:lnTo>
                <a:moveTo>
                  <a:pt x="8" y="264"/>
                </a:moveTo>
                <a:lnTo>
                  <a:pt x="8" y="331"/>
                </a:lnTo>
                <a:lnTo>
                  <a:pt x="0" y="331"/>
                </a:lnTo>
                <a:lnTo>
                  <a:pt x="0" y="264"/>
                </a:lnTo>
                <a:lnTo>
                  <a:pt x="8" y="264"/>
                </a:lnTo>
                <a:moveTo>
                  <a:pt x="8" y="397"/>
                </a:moveTo>
                <a:lnTo>
                  <a:pt x="8" y="463"/>
                </a:lnTo>
                <a:lnTo>
                  <a:pt x="0" y="463"/>
                </a:lnTo>
                <a:lnTo>
                  <a:pt x="0" y="397"/>
                </a:lnTo>
                <a:lnTo>
                  <a:pt x="8" y="397"/>
                </a:lnTo>
                <a:moveTo>
                  <a:pt x="8" y="529"/>
                </a:moveTo>
                <a:lnTo>
                  <a:pt x="8" y="595"/>
                </a:lnTo>
                <a:lnTo>
                  <a:pt x="0" y="595"/>
                </a:lnTo>
                <a:lnTo>
                  <a:pt x="0" y="529"/>
                </a:lnTo>
                <a:lnTo>
                  <a:pt x="8" y="529"/>
                </a:lnTo>
                <a:moveTo>
                  <a:pt x="8" y="661"/>
                </a:moveTo>
                <a:lnTo>
                  <a:pt x="8" y="728"/>
                </a:lnTo>
                <a:lnTo>
                  <a:pt x="0" y="728"/>
                </a:lnTo>
                <a:lnTo>
                  <a:pt x="0" y="661"/>
                </a:lnTo>
                <a:lnTo>
                  <a:pt x="8" y="661"/>
                </a:lnTo>
                <a:moveTo>
                  <a:pt x="8" y="794"/>
                </a:moveTo>
                <a:lnTo>
                  <a:pt x="8" y="860"/>
                </a:lnTo>
                <a:lnTo>
                  <a:pt x="0" y="860"/>
                </a:lnTo>
                <a:lnTo>
                  <a:pt x="0" y="794"/>
                </a:lnTo>
                <a:lnTo>
                  <a:pt x="8" y="794"/>
                </a:lnTo>
                <a:moveTo>
                  <a:pt x="8" y="926"/>
                </a:moveTo>
                <a:lnTo>
                  <a:pt x="8" y="992"/>
                </a:lnTo>
                <a:lnTo>
                  <a:pt x="0" y="992"/>
                </a:lnTo>
                <a:lnTo>
                  <a:pt x="0" y="926"/>
                </a:lnTo>
                <a:lnTo>
                  <a:pt x="8" y="926"/>
                </a:lnTo>
                <a:moveTo>
                  <a:pt x="8" y="1058"/>
                </a:moveTo>
                <a:lnTo>
                  <a:pt x="8" y="1124"/>
                </a:lnTo>
                <a:lnTo>
                  <a:pt x="0" y="1124"/>
                </a:lnTo>
                <a:lnTo>
                  <a:pt x="0" y="1058"/>
                </a:lnTo>
                <a:lnTo>
                  <a:pt x="8" y="1058"/>
                </a:lnTo>
                <a:moveTo>
                  <a:pt x="8" y="1191"/>
                </a:moveTo>
                <a:lnTo>
                  <a:pt x="8" y="1257"/>
                </a:lnTo>
                <a:lnTo>
                  <a:pt x="0" y="1257"/>
                </a:lnTo>
                <a:lnTo>
                  <a:pt x="0" y="1191"/>
                </a:lnTo>
                <a:lnTo>
                  <a:pt x="8" y="1191"/>
                </a:lnTo>
                <a:moveTo>
                  <a:pt x="8" y="1323"/>
                </a:moveTo>
                <a:lnTo>
                  <a:pt x="8" y="1389"/>
                </a:lnTo>
                <a:lnTo>
                  <a:pt x="0" y="1389"/>
                </a:lnTo>
                <a:lnTo>
                  <a:pt x="0" y="1323"/>
                </a:lnTo>
                <a:lnTo>
                  <a:pt x="8" y="1323"/>
                </a:lnTo>
                <a:moveTo>
                  <a:pt x="8" y="1455"/>
                </a:moveTo>
                <a:lnTo>
                  <a:pt x="8" y="1521"/>
                </a:lnTo>
                <a:lnTo>
                  <a:pt x="0" y="1521"/>
                </a:lnTo>
                <a:lnTo>
                  <a:pt x="0" y="1455"/>
                </a:lnTo>
                <a:lnTo>
                  <a:pt x="8" y="1455"/>
                </a:lnTo>
                <a:moveTo>
                  <a:pt x="8" y="1587"/>
                </a:moveTo>
                <a:lnTo>
                  <a:pt x="8" y="1654"/>
                </a:lnTo>
                <a:lnTo>
                  <a:pt x="0" y="1654"/>
                </a:lnTo>
                <a:lnTo>
                  <a:pt x="0" y="1587"/>
                </a:lnTo>
                <a:lnTo>
                  <a:pt x="8" y="1587"/>
                </a:lnTo>
                <a:moveTo>
                  <a:pt x="8" y="1720"/>
                </a:moveTo>
                <a:lnTo>
                  <a:pt x="8" y="1786"/>
                </a:lnTo>
                <a:lnTo>
                  <a:pt x="0" y="1786"/>
                </a:lnTo>
                <a:lnTo>
                  <a:pt x="0" y="1720"/>
                </a:lnTo>
                <a:lnTo>
                  <a:pt x="8" y="1720"/>
                </a:lnTo>
                <a:moveTo>
                  <a:pt x="8" y="1852"/>
                </a:moveTo>
                <a:lnTo>
                  <a:pt x="8" y="1918"/>
                </a:lnTo>
                <a:lnTo>
                  <a:pt x="0" y="1918"/>
                </a:lnTo>
                <a:lnTo>
                  <a:pt x="0" y="1852"/>
                </a:lnTo>
                <a:lnTo>
                  <a:pt x="8" y="1852"/>
                </a:lnTo>
                <a:moveTo>
                  <a:pt x="8" y="1984"/>
                </a:moveTo>
                <a:lnTo>
                  <a:pt x="8" y="2050"/>
                </a:lnTo>
                <a:lnTo>
                  <a:pt x="0" y="2050"/>
                </a:lnTo>
                <a:lnTo>
                  <a:pt x="0" y="1984"/>
                </a:lnTo>
                <a:lnTo>
                  <a:pt x="8" y="1984"/>
                </a:lnTo>
                <a:moveTo>
                  <a:pt x="8" y="2117"/>
                </a:moveTo>
                <a:lnTo>
                  <a:pt x="8" y="2183"/>
                </a:lnTo>
                <a:lnTo>
                  <a:pt x="0" y="2183"/>
                </a:lnTo>
                <a:lnTo>
                  <a:pt x="0" y="2117"/>
                </a:lnTo>
                <a:lnTo>
                  <a:pt x="8" y="2117"/>
                </a:lnTo>
                <a:moveTo>
                  <a:pt x="8" y="2249"/>
                </a:moveTo>
                <a:lnTo>
                  <a:pt x="8" y="2315"/>
                </a:lnTo>
                <a:lnTo>
                  <a:pt x="0" y="2315"/>
                </a:lnTo>
                <a:lnTo>
                  <a:pt x="0" y="2249"/>
                </a:lnTo>
                <a:lnTo>
                  <a:pt x="8" y="2249"/>
                </a:lnTo>
                <a:moveTo>
                  <a:pt x="8" y="2381"/>
                </a:moveTo>
                <a:lnTo>
                  <a:pt x="8" y="2447"/>
                </a:lnTo>
                <a:lnTo>
                  <a:pt x="0" y="2447"/>
                </a:lnTo>
                <a:lnTo>
                  <a:pt x="0" y="2381"/>
                </a:lnTo>
                <a:lnTo>
                  <a:pt x="8" y="2381"/>
                </a:lnTo>
                <a:moveTo>
                  <a:pt x="8" y="2513"/>
                </a:moveTo>
                <a:lnTo>
                  <a:pt x="8" y="2580"/>
                </a:lnTo>
                <a:lnTo>
                  <a:pt x="0" y="2580"/>
                </a:lnTo>
                <a:lnTo>
                  <a:pt x="0" y="2513"/>
                </a:lnTo>
                <a:lnTo>
                  <a:pt x="8" y="2513"/>
                </a:lnTo>
                <a:moveTo>
                  <a:pt x="8" y="2646"/>
                </a:moveTo>
                <a:lnTo>
                  <a:pt x="8" y="2712"/>
                </a:lnTo>
                <a:lnTo>
                  <a:pt x="0" y="2712"/>
                </a:lnTo>
                <a:lnTo>
                  <a:pt x="0" y="2646"/>
                </a:lnTo>
                <a:lnTo>
                  <a:pt x="8" y="2646"/>
                </a:lnTo>
                <a:moveTo>
                  <a:pt x="8" y="2778"/>
                </a:moveTo>
                <a:lnTo>
                  <a:pt x="8" y="2844"/>
                </a:lnTo>
                <a:lnTo>
                  <a:pt x="0" y="2844"/>
                </a:lnTo>
                <a:lnTo>
                  <a:pt x="0" y="2778"/>
                </a:lnTo>
                <a:lnTo>
                  <a:pt x="8" y="2778"/>
                </a:lnTo>
                <a:moveTo>
                  <a:pt x="8" y="2910"/>
                </a:moveTo>
                <a:lnTo>
                  <a:pt x="8" y="2976"/>
                </a:lnTo>
                <a:lnTo>
                  <a:pt x="0" y="2976"/>
                </a:lnTo>
                <a:lnTo>
                  <a:pt x="0" y="2910"/>
                </a:lnTo>
                <a:lnTo>
                  <a:pt x="8" y="2910"/>
                </a:lnTo>
                <a:moveTo>
                  <a:pt x="8" y="3043"/>
                </a:moveTo>
                <a:lnTo>
                  <a:pt x="8" y="3109"/>
                </a:lnTo>
                <a:lnTo>
                  <a:pt x="0" y="3109"/>
                </a:lnTo>
                <a:lnTo>
                  <a:pt x="0" y="3043"/>
                </a:lnTo>
                <a:lnTo>
                  <a:pt x="8" y="3043"/>
                </a:lnTo>
                <a:moveTo>
                  <a:pt x="8" y="3175"/>
                </a:moveTo>
                <a:lnTo>
                  <a:pt x="8" y="3241"/>
                </a:lnTo>
                <a:lnTo>
                  <a:pt x="0" y="3241"/>
                </a:lnTo>
                <a:lnTo>
                  <a:pt x="0" y="3175"/>
                </a:lnTo>
                <a:lnTo>
                  <a:pt x="8" y="3175"/>
                </a:lnTo>
                <a:moveTo>
                  <a:pt x="8" y="3307"/>
                </a:moveTo>
                <a:lnTo>
                  <a:pt x="8" y="3373"/>
                </a:lnTo>
                <a:lnTo>
                  <a:pt x="0" y="3373"/>
                </a:lnTo>
                <a:lnTo>
                  <a:pt x="0" y="3307"/>
                </a:lnTo>
                <a:lnTo>
                  <a:pt x="8" y="3307"/>
                </a:lnTo>
                <a:moveTo>
                  <a:pt x="8" y="3439"/>
                </a:moveTo>
                <a:lnTo>
                  <a:pt x="8" y="3506"/>
                </a:lnTo>
                <a:lnTo>
                  <a:pt x="0" y="3506"/>
                </a:lnTo>
                <a:lnTo>
                  <a:pt x="0" y="3439"/>
                </a:lnTo>
                <a:lnTo>
                  <a:pt x="8" y="3439"/>
                </a:lnTo>
                <a:moveTo>
                  <a:pt x="8" y="3572"/>
                </a:moveTo>
                <a:lnTo>
                  <a:pt x="8" y="3638"/>
                </a:lnTo>
                <a:lnTo>
                  <a:pt x="0" y="3638"/>
                </a:lnTo>
                <a:lnTo>
                  <a:pt x="0" y="3572"/>
                </a:lnTo>
                <a:lnTo>
                  <a:pt x="8" y="3572"/>
                </a:lnTo>
                <a:moveTo>
                  <a:pt x="8" y="3704"/>
                </a:moveTo>
                <a:lnTo>
                  <a:pt x="8" y="3770"/>
                </a:lnTo>
                <a:lnTo>
                  <a:pt x="0" y="3770"/>
                </a:lnTo>
                <a:lnTo>
                  <a:pt x="0" y="3704"/>
                </a:lnTo>
                <a:lnTo>
                  <a:pt x="8" y="3704"/>
                </a:lnTo>
                <a:moveTo>
                  <a:pt x="8" y="3836"/>
                </a:moveTo>
                <a:lnTo>
                  <a:pt x="8" y="3903"/>
                </a:lnTo>
                <a:lnTo>
                  <a:pt x="0" y="3903"/>
                </a:lnTo>
                <a:lnTo>
                  <a:pt x="0" y="3836"/>
                </a:lnTo>
                <a:lnTo>
                  <a:pt x="8" y="3836"/>
                </a:lnTo>
                <a:moveTo>
                  <a:pt x="8" y="3969"/>
                </a:moveTo>
                <a:lnTo>
                  <a:pt x="8" y="4035"/>
                </a:lnTo>
                <a:lnTo>
                  <a:pt x="0" y="4035"/>
                </a:lnTo>
                <a:lnTo>
                  <a:pt x="0" y="3969"/>
                </a:lnTo>
                <a:lnTo>
                  <a:pt x="8" y="3969"/>
                </a:lnTo>
                <a:moveTo>
                  <a:pt x="8" y="4101"/>
                </a:moveTo>
                <a:lnTo>
                  <a:pt x="8" y="4167"/>
                </a:lnTo>
                <a:lnTo>
                  <a:pt x="0" y="4167"/>
                </a:lnTo>
                <a:lnTo>
                  <a:pt x="0" y="4101"/>
                </a:lnTo>
                <a:lnTo>
                  <a:pt x="8" y="4101"/>
                </a:lnTo>
                <a:moveTo>
                  <a:pt x="8" y="4233"/>
                </a:moveTo>
                <a:lnTo>
                  <a:pt x="8" y="4299"/>
                </a:lnTo>
                <a:lnTo>
                  <a:pt x="0" y="4299"/>
                </a:lnTo>
                <a:lnTo>
                  <a:pt x="0" y="4233"/>
                </a:lnTo>
                <a:lnTo>
                  <a:pt x="8" y="4233"/>
                </a:lnTo>
                <a:moveTo>
                  <a:pt x="8" y="4366"/>
                </a:moveTo>
                <a:lnTo>
                  <a:pt x="8" y="4432"/>
                </a:lnTo>
                <a:lnTo>
                  <a:pt x="0" y="4432"/>
                </a:lnTo>
                <a:lnTo>
                  <a:pt x="0" y="4366"/>
                </a:lnTo>
                <a:lnTo>
                  <a:pt x="8" y="4366"/>
                </a:lnTo>
                <a:moveTo>
                  <a:pt x="8" y="4498"/>
                </a:moveTo>
                <a:lnTo>
                  <a:pt x="8" y="4564"/>
                </a:lnTo>
                <a:lnTo>
                  <a:pt x="0" y="4564"/>
                </a:lnTo>
                <a:lnTo>
                  <a:pt x="0" y="4498"/>
                </a:lnTo>
                <a:lnTo>
                  <a:pt x="8" y="4498"/>
                </a:lnTo>
                <a:moveTo>
                  <a:pt x="8" y="4630"/>
                </a:moveTo>
                <a:lnTo>
                  <a:pt x="8" y="4696"/>
                </a:lnTo>
                <a:lnTo>
                  <a:pt x="0" y="4696"/>
                </a:lnTo>
                <a:lnTo>
                  <a:pt x="0" y="4630"/>
                </a:lnTo>
                <a:lnTo>
                  <a:pt x="8" y="4630"/>
                </a:lnTo>
                <a:moveTo>
                  <a:pt x="8" y="4762"/>
                </a:moveTo>
                <a:lnTo>
                  <a:pt x="8" y="4829"/>
                </a:lnTo>
                <a:lnTo>
                  <a:pt x="0" y="4829"/>
                </a:lnTo>
                <a:lnTo>
                  <a:pt x="0" y="4762"/>
                </a:lnTo>
                <a:lnTo>
                  <a:pt x="8" y="4762"/>
                </a:lnTo>
                <a:moveTo>
                  <a:pt x="8" y="4895"/>
                </a:moveTo>
                <a:lnTo>
                  <a:pt x="8" y="4961"/>
                </a:lnTo>
                <a:lnTo>
                  <a:pt x="0" y="4961"/>
                </a:lnTo>
                <a:lnTo>
                  <a:pt x="0" y="4895"/>
                </a:lnTo>
                <a:lnTo>
                  <a:pt x="8" y="4895"/>
                </a:lnTo>
                <a:moveTo>
                  <a:pt x="8" y="5027"/>
                </a:moveTo>
                <a:lnTo>
                  <a:pt x="8" y="5093"/>
                </a:lnTo>
                <a:lnTo>
                  <a:pt x="0" y="5093"/>
                </a:lnTo>
                <a:lnTo>
                  <a:pt x="0" y="5027"/>
                </a:lnTo>
                <a:lnTo>
                  <a:pt x="8" y="5027"/>
                </a:lnTo>
                <a:moveTo>
                  <a:pt x="8" y="5159"/>
                </a:moveTo>
                <a:lnTo>
                  <a:pt x="8" y="5225"/>
                </a:lnTo>
                <a:lnTo>
                  <a:pt x="0" y="5225"/>
                </a:lnTo>
                <a:lnTo>
                  <a:pt x="0" y="5159"/>
                </a:lnTo>
                <a:lnTo>
                  <a:pt x="8" y="5159"/>
                </a:lnTo>
                <a:moveTo>
                  <a:pt x="8" y="5292"/>
                </a:moveTo>
                <a:lnTo>
                  <a:pt x="8" y="5358"/>
                </a:lnTo>
                <a:lnTo>
                  <a:pt x="0" y="5358"/>
                </a:lnTo>
                <a:lnTo>
                  <a:pt x="0" y="5292"/>
                </a:lnTo>
                <a:lnTo>
                  <a:pt x="8" y="5292"/>
                </a:lnTo>
                <a:moveTo>
                  <a:pt x="8" y="5424"/>
                </a:moveTo>
                <a:lnTo>
                  <a:pt x="8" y="5490"/>
                </a:lnTo>
                <a:lnTo>
                  <a:pt x="0" y="5490"/>
                </a:lnTo>
                <a:lnTo>
                  <a:pt x="0" y="5424"/>
                </a:lnTo>
                <a:lnTo>
                  <a:pt x="8" y="5424"/>
                </a:lnTo>
                <a:moveTo>
                  <a:pt x="8" y="5556"/>
                </a:moveTo>
                <a:lnTo>
                  <a:pt x="8" y="5622"/>
                </a:lnTo>
                <a:lnTo>
                  <a:pt x="0" y="5622"/>
                </a:lnTo>
                <a:lnTo>
                  <a:pt x="0" y="5556"/>
                </a:lnTo>
                <a:lnTo>
                  <a:pt x="8" y="5556"/>
                </a:lnTo>
                <a:moveTo>
                  <a:pt x="8" y="5688"/>
                </a:moveTo>
                <a:lnTo>
                  <a:pt x="8" y="5755"/>
                </a:lnTo>
                <a:lnTo>
                  <a:pt x="0" y="5755"/>
                </a:lnTo>
                <a:lnTo>
                  <a:pt x="0" y="5688"/>
                </a:lnTo>
                <a:lnTo>
                  <a:pt x="8" y="5688"/>
                </a:lnTo>
                <a:moveTo>
                  <a:pt x="8" y="5821"/>
                </a:moveTo>
                <a:lnTo>
                  <a:pt x="8" y="5887"/>
                </a:lnTo>
                <a:lnTo>
                  <a:pt x="0" y="5887"/>
                </a:lnTo>
                <a:lnTo>
                  <a:pt x="0" y="5821"/>
                </a:lnTo>
                <a:lnTo>
                  <a:pt x="8" y="5821"/>
                </a:lnTo>
                <a:moveTo>
                  <a:pt x="8" y="5953"/>
                </a:moveTo>
                <a:lnTo>
                  <a:pt x="8" y="6019"/>
                </a:lnTo>
                <a:lnTo>
                  <a:pt x="0" y="6019"/>
                </a:lnTo>
                <a:lnTo>
                  <a:pt x="0" y="5953"/>
                </a:lnTo>
                <a:lnTo>
                  <a:pt x="8" y="5953"/>
                </a:lnTo>
                <a:moveTo>
                  <a:pt x="8" y="6085"/>
                </a:moveTo>
                <a:lnTo>
                  <a:pt x="8" y="6151"/>
                </a:lnTo>
                <a:lnTo>
                  <a:pt x="0" y="6151"/>
                </a:lnTo>
                <a:lnTo>
                  <a:pt x="0" y="6085"/>
                </a:lnTo>
                <a:lnTo>
                  <a:pt x="8" y="6085"/>
                </a:lnTo>
                <a:moveTo>
                  <a:pt x="8" y="6218"/>
                </a:moveTo>
                <a:lnTo>
                  <a:pt x="8" y="6284"/>
                </a:lnTo>
                <a:lnTo>
                  <a:pt x="0" y="6284"/>
                </a:lnTo>
                <a:lnTo>
                  <a:pt x="0" y="6218"/>
                </a:lnTo>
                <a:lnTo>
                  <a:pt x="8" y="6218"/>
                </a:lnTo>
                <a:moveTo>
                  <a:pt x="8" y="6350"/>
                </a:moveTo>
                <a:lnTo>
                  <a:pt x="8" y="6416"/>
                </a:lnTo>
                <a:lnTo>
                  <a:pt x="0" y="6416"/>
                </a:lnTo>
                <a:lnTo>
                  <a:pt x="0" y="6350"/>
                </a:lnTo>
                <a:lnTo>
                  <a:pt x="8" y="6350"/>
                </a:lnTo>
                <a:moveTo>
                  <a:pt x="8" y="6482"/>
                </a:moveTo>
                <a:lnTo>
                  <a:pt x="8" y="6548"/>
                </a:lnTo>
                <a:lnTo>
                  <a:pt x="0" y="6548"/>
                </a:lnTo>
                <a:lnTo>
                  <a:pt x="0" y="6482"/>
                </a:lnTo>
                <a:lnTo>
                  <a:pt x="8" y="6482"/>
                </a:lnTo>
                <a:moveTo>
                  <a:pt x="8" y="6614"/>
                </a:moveTo>
                <a:lnTo>
                  <a:pt x="8" y="6681"/>
                </a:lnTo>
                <a:lnTo>
                  <a:pt x="0" y="6681"/>
                </a:lnTo>
                <a:lnTo>
                  <a:pt x="0" y="6614"/>
                </a:lnTo>
                <a:lnTo>
                  <a:pt x="8" y="6614"/>
                </a:lnTo>
                <a:moveTo>
                  <a:pt x="8" y="6747"/>
                </a:moveTo>
                <a:lnTo>
                  <a:pt x="8" y="6813"/>
                </a:lnTo>
                <a:lnTo>
                  <a:pt x="0" y="6813"/>
                </a:lnTo>
                <a:lnTo>
                  <a:pt x="0" y="6747"/>
                </a:lnTo>
                <a:lnTo>
                  <a:pt x="8" y="6747"/>
                </a:lnTo>
                <a:moveTo>
                  <a:pt x="8" y="6879"/>
                </a:moveTo>
                <a:lnTo>
                  <a:pt x="8" y="6945"/>
                </a:lnTo>
                <a:lnTo>
                  <a:pt x="0" y="6945"/>
                </a:lnTo>
                <a:lnTo>
                  <a:pt x="0" y="6879"/>
                </a:lnTo>
                <a:lnTo>
                  <a:pt x="8" y="6879"/>
                </a:lnTo>
                <a:moveTo>
                  <a:pt x="8" y="7011"/>
                </a:moveTo>
                <a:lnTo>
                  <a:pt x="8" y="7078"/>
                </a:lnTo>
                <a:lnTo>
                  <a:pt x="0" y="7078"/>
                </a:lnTo>
                <a:lnTo>
                  <a:pt x="0" y="7011"/>
                </a:lnTo>
                <a:lnTo>
                  <a:pt x="8" y="7011"/>
                </a:lnTo>
                <a:moveTo>
                  <a:pt x="8" y="7144"/>
                </a:moveTo>
                <a:lnTo>
                  <a:pt x="8" y="7210"/>
                </a:lnTo>
                <a:lnTo>
                  <a:pt x="0" y="7210"/>
                </a:lnTo>
                <a:lnTo>
                  <a:pt x="0" y="7144"/>
                </a:lnTo>
                <a:lnTo>
                  <a:pt x="8" y="7144"/>
                </a:lnTo>
                <a:moveTo>
                  <a:pt x="8" y="7276"/>
                </a:moveTo>
                <a:lnTo>
                  <a:pt x="8" y="7342"/>
                </a:lnTo>
                <a:lnTo>
                  <a:pt x="0" y="7342"/>
                </a:lnTo>
                <a:lnTo>
                  <a:pt x="0" y="7276"/>
                </a:lnTo>
                <a:lnTo>
                  <a:pt x="8" y="7276"/>
                </a:lnTo>
                <a:moveTo>
                  <a:pt x="8" y="7408"/>
                </a:moveTo>
                <a:lnTo>
                  <a:pt x="8" y="7474"/>
                </a:lnTo>
                <a:lnTo>
                  <a:pt x="0" y="7474"/>
                </a:lnTo>
                <a:lnTo>
                  <a:pt x="0" y="7408"/>
                </a:lnTo>
                <a:lnTo>
                  <a:pt x="8" y="7408"/>
                </a:lnTo>
                <a:moveTo>
                  <a:pt x="8" y="7541"/>
                </a:moveTo>
                <a:lnTo>
                  <a:pt x="8" y="7608"/>
                </a:lnTo>
                <a:lnTo>
                  <a:pt x="0" y="7608"/>
                </a:lnTo>
                <a:lnTo>
                  <a:pt x="0" y="7541"/>
                </a:lnTo>
                <a:lnTo>
                  <a:pt x="8" y="7541"/>
                </a:lnTo>
                <a:moveTo>
                  <a:pt x="8" y="7674"/>
                </a:moveTo>
                <a:lnTo>
                  <a:pt x="8" y="7740"/>
                </a:lnTo>
                <a:lnTo>
                  <a:pt x="0" y="7740"/>
                </a:lnTo>
                <a:lnTo>
                  <a:pt x="0" y="7674"/>
                </a:lnTo>
                <a:lnTo>
                  <a:pt x="8" y="7674"/>
                </a:lnTo>
                <a:moveTo>
                  <a:pt x="8" y="7806"/>
                </a:moveTo>
                <a:lnTo>
                  <a:pt x="8" y="7872"/>
                </a:lnTo>
                <a:lnTo>
                  <a:pt x="0" y="7872"/>
                </a:lnTo>
                <a:lnTo>
                  <a:pt x="0" y="7806"/>
                </a:lnTo>
                <a:lnTo>
                  <a:pt x="8" y="7806"/>
                </a:lnTo>
                <a:moveTo>
                  <a:pt x="8" y="7938"/>
                </a:moveTo>
                <a:lnTo>
                  <a:pt x="8" y="8005"/>
                </a:lnTo>
                <a:lnTo>
                  <a:pt x="0" y="8005"/>
                </a:lnTo>
                <a:lnTo>
                  <a:pt x="0" y="7938"/>
                </a:lnTo>
                <a:lnTo>
                  <a:pt x="8" y="7938"/>
                </a:lnTo>
                <a:moveTo>
                  <a:pt x="8" y="8071"/>
                </a:moveTo>
                <a:lnTo>
                  <a:pt x="8" y="8137"/>
                </a:lnTo>
                <a:lnTo>
                  <a:pt x="0" y="8137"/>
                </a:lnTo>
                <a:lnTo>
                  <a:pt x="0" y="8071"/>
                </a:lnTo>
                <a:lnTo>
                  <a:pt x="8" y="8071"/>
                </a:lnTo>
                <a:moveTo>
                  <a:pt x="8" y="8203"/>
                </a:moveTo>
                <a:lnTo>
                  <a:pt x="8" y="8269"/>
                </a:lnTo>
                <a:lnTo>
                  <a:pt x="0" y="8269"/>
                </a:lnTo>
                <a:lnTo>
                  <a:pt x="0" y="8203"/>
                </a:lnTo>
                <a:lnTo>
                  <a:pt x="8" y="8203"/>
                </a:lnTo>
                <a:moveTo>
                  <a:pt x="8" y="8335"/>
                </a:moveTo>
                <a:lnTo>
                  <a:pt x="8" y="8401"/>
                </a:lnTo>
                <a:lnTo>
                  <a:pt x="0" y="8401"/>
                </a:lnTo>
                <a:lnTo>
                  <a:pt x="0" y="8335"/>
                </a:lnTo>
                <a:lnTo>
                  <a:pt x="8" y="8335"/>
                </a:lnTo>
                <a:moveTo>
                  <a:pt x="8" y="8468"/>
                </a:moveTo>
                <a:lnTo>
                  <a:pt x="8" y="8534"/>
                </a:lnTo>
                <a:lnTo>
                  <a:pt x="0" y="8534"/>
                </a:lnTo>
                <a:lnTo>
                  <a:pt x="0" y="8468"/>
                </a:lnTo>
                <a:lnTo>
                  <a:pt x="8" y="8468"/>
                </a:lnTo>
                <a:moveTo>
                  <a:pt x="8" y="8600"/>
                </a:moveTo>
                <a:lnTo>
                  <a:pt x="8" y="8666"/>
                </a:lnTo>
                <a:lnTo>
                  <a:pt x="0" y="8666"/>
                </a:lnTo>
                <a:lnTo>
                  <a:pt x="0" y="8600"/>
                </a:lnTo>
                <a:lnTo>
                  <a:pt x="8" y="8600"/>
                </a:lnTo>
                <a:moveTo>
                  <a:pt x="8" y="8732"/>
                </a:moveTo>
                <a:lnTo>
                  <a:pt x="8" y="8798"/>
                </a:lnTo>
                <a:lnTo>
                  <a:pt x="0" y="8798"/>
                </a:lnTo>
                <a:lnTo>
                  <a:pt x="0" y="8732"/>
                </a:lnTo>
                <a:lnTo>
                  <a:pt x="8" y="8732"/>
                </a:lnTo>
                <a:moveTo>
                  <a:pt x="8" y="8864"/>
                </a:moveTo>
                <a:lnTo>
                  <a:pt x="8" y="8928"/>
                </a:lnTo>
                <a:lnTo>
                  <a:pt x="0" y="8928"/>
                </a:lnTo>
                <a:lnTo>
                  <a:pt x="0" y="8864"/>
                </a:lnTo>
                <a:lnTo>
                  <a:pt x="8" y="8864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3085920" y="2091240"/>
            <a:ext cx="38520" cy="3214080"/>
          </a:xfrm>
          <a:custGeom>
            <a:avLst/>
            <a:gdLst/>
            <a:ahLst/>
            <a:rect l="0" t="0" r="r" b="b"/>
            <a:pathLst>
              <a:path w="107" h="8928">
                <a:moveTo>
                  <a:pt x="0" y="0"/>
                </a:moveTo>
                <a:lnTo>
                  <a:pt x="107" y="0"/>
                </a:lnTo>
                <a:lnTo>
                  <a:pt x="107" y="8928"/>
                </a:lnTo>
                <a:lnTo>
                  <a:pt x="0" y="8928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3102840" y="2091240"/>
            <a:ext cx="2880" cy="3214080"/>
          </a:xfrm>
          <a:custGeom>
            <a:avLst/>
            <a:gdLst/>
            <a:ahLst/>
            <a:rect l="0" t="0" r="r" b="b"/>
            <a:pathLst>
              <a:path w="8" h="8928">
                <a:moveTo>
                  <a:pt x="8" y="0"/>
                </a:moveTo>
                <a:lnTo>
                  <a:pt x="8" y="66"/>
                </a:lnTo>
                <a:lnTo>
                  <a:pt x="0" y="66"/>
                </a:lnTo>
                <a:lnTo>
                  <a:pt x="0" y="0"/>
                </a:lnTo>
                <a:lnTo>
                  <a:pt x="8" y="0"/>
                </a:lnTo>
                <a:moveTo>
                  <a:pt x="8" y="132"/>
                </a:moveTo>
                <a:lnTo>
                  <a:pt x="8" y="198"/>
                </a:lnTo>
                <a:lnTo>
                  <a:pt x="0" y="198"/>
                </a:lnTo>
                <a:lnTo>
                  <a:pt x="0" y="132"/>
                </a:lnTo>
                <a:lnTo>
                  <a:pt x="8" y="132"/>
                </a:lnTo>
                <a:moveTo>
                  <a:pt x="8" y="264"/>
                </a:moveTo>
                <a:lnTo>
                  <a:pt x="8" y="331"/>
                </a:lnTo>
                <a:lnTo>
                  <a:pt x="0" y="331"/>
                </a:lnTo>
                <a:lnTo>
                  <a:pt x="0" y="264"/>
                </a:lnTo>
                <a:lnTo>
                  <a:pt x="8" y="264"/>
                </a:lnTo>
                <a:moveTo>
                  <a:pt x="8" y="397"/>
                </a:moveTo>
                <a:lnTo>
                  <a:pt x="8" y="463"/>
                </a:lnTo>
                <a:lnTo>
                  <a:pt x="0" y="463"/>
                </a:lnTo>
                <a:lnTo>
                  <a:pt x="0" y="397"/>
                </a:lnTo>
                <a:lnTo>
                  <a:pt x="8" y="397"/>
                </a:lnTo>
                <a:moveTo>
                  <a:pt x="8" y="529"/>
                </a:moveTo>
                <a:lnTo>
                  <a:pt x="8" y="595"/>
                </a:lnTo>
                <a:lnTo>
                  <a:pt x="0" y="595"/>
                </a:lnTo>
                <a:lnTo>
                  <a:pt x="0" y="529"/>
                </a:lnTo>
                <a:lnTo>
                  <a:pt x="8" y="529"/>
                </a:lnTo>
                <a:moveTo>
                  <a:pt x="8" y="661"/>
                </a:moveTo>
                <a:lnTo>
                  <a:pt x="8" y="728"/>
                </a:lnTo>
                <a:lnTo>
                  <a:pt x="0" y="728"/>
                </a:lnTo>
                <a:lnTo>
                  <a:pt x="0" y="661"/>
                </a:lnTo>
                <a:lnTo>
                  <a:pt x="8" y="661"/>
                </a:lnTo>
                <a:moveTo>
                  <a:pt x="8" y="794"/>
                </a:moveTo>
                <a:lnTo>
                  <a:pt x="8" y="860"/>
                </a:lnTo>
                <a:lnTo>
                  <a:pt x="0" y="860"/>
                </a:lnTo>
                <a:lnTo>
                  <a:pt x="0" y="794"/>
                </a:lnTo>
                <a:lnTo>
                  <a:pt x="8" y="794"/>
                </a:lnTo>
                <a:moveTo>
                  <a:pt x="8" y="926"/>
                </a:moveTo>
                <a:lnTo>
                  <a:pt x="8" y="992"/>
                </a:lnTo>
                <a:lnTo>
                  <a:pt x="0" y="992"/>
                </a:lnTo>
                <a:lnTo>
                  <a:pt x="0" y="926"/>
                </a:lnTo>
                <a:lnTo>
                  <a:pt x="8" y="926"/>
                </a:lnTo>
                <a:moveTo>
                  <a:pt x="8" y="1058"/>
                </a:moveTo>
                <a:lnTo>
                  <a:pt x="8" y="1124"/>
                </a:lnTo>
                <a:lnTo>
                  <a:pt x="0" y="1124"/>
                </a:lnTo>
                <a:lnTo>
                  <a:pt x="0" y="1058"/>
                </a:lnTo>
                <a:lnTo>
                  <a:pt x="8" y="1058"/>
                </a:lnTo>
                <a:moveTo>
                  <a:pt x="8" y="1191"/>
                </a:moveTo>
                <a:lnTo>
                  <a:pt x="8" y="1257"/>
                </a:lnTo>
                <a:lnTo>
                  <a:pt x="0" y="1257"/>
                </a:lnTo>
                <a:lnTo>
                  <a:pt x="0" y="1191"/>
                </a:lnTo>
                <a:lnTo>
                  <a:pt x="8" y="1191"/>
                </a:lnTo>
                <a:moveTo>
                  <a:pt x="8" y="1323"/>
                </a:moveTo>
                <a:lnTo>
                  <a:pt x="8" y="1389"/>
                </a:lnTo>
                <a:lnTo>
                  <a:pt x="0" y="1389"/>
                </a:lnTo>
                <a:lnTo>
                  <a:pt x="0" y="1323"/>
                </a:lnTo>
                <a:lnTo>
                  <a:pt x="8" y="1323"/>
                </a:lnTo>
                <a:moveTo>
                  <a:pt x="8" y="1455"/>
                </a:moveTo>
                <a:lnTo>
                  <a:pt x="8" y="1521"/>
                </a:lnTo>
                <a:lnTo>
                  <a:pt x="0" y="1521"/>
                </a:lnTo>
                <a:lnTo>
                  <a:pt x="0" y="1455"/>
                </a:lnTo>
                <a:lnTo>
                  <a:pt x="8" y="1455"/>
                </a:lnTo>
                <a:moveTo>
                  <a:pt x="8" y="1587"/>
                </a:moveTo>
                <a:lnTo>
                  <a:pt x="8" y="1654"/>
                </a:lnTo>
                <a:lnTo>
                  <a:pt x="0" y="1654"/>
                </a:lnTo>
                <a:lnTo>
                  <a:pt x="0" y="1587"/>
                </a:lnTo>
                <a:lnTo>
                  <a:pt x="8" y="1587"/>
                </a:lnTo>
                <a:moveTo>
                  <a:pt x="8" y="1720"/>
                </a:moveTo>
                <a:lnTo>
                  <a:pt x="8" y="1786"/>
                </a:lnTo>
                <a:lnTo>
                  <a:pt x="0" y="1786"/>
                </a:lnTo>
                <a:lnTo>
                  <a:pt x="0" y="1720"/>
                </a:lnTo>
                <a:lnTo>
                  <a:pt x="8" y="1720"/>
                </a:lnTo>
                <a:moveTo>
                  <a:pt x="8" y="1852"/>
                </a:moveTo>
                <a:lnTo>
                  <a:pt x="8" y="1918"/>
                </a:lnTo>
                <a:lnTo>
                  <a:pt x="0" y="1918"/>
                </a:lnTo>
                <a:lnTo>
                  <a:pt x="0" y="1852"/>
                </a:lnTo>
                <a:lnTo>
                  <a:pt x="8" y="1852"/>
                </a:lnTo>
                <a:moveTo>
                  <a:pt x="8" y="1984"/>
                </a:moveTo>
                <a:lnTo>
                  <a:pt x="8" y="2050"/>
                </a:lnTo>
                <a:lnTo>
                  <a:pt x="0" y="2050"/>
                </a:lnTo>
                <a:lnTo>
                  <a:pt x="0" y="1984"/>
                </a:lnTo>
                <a:lnTo>
                  <a:pt x="8" y="1984"/>
                </a:lnTo>
                <a:moveTo>
                  <a:pt x="8" y="2117"/>
                </a:moveTo>
                <a:lnTo>
                  <a:pt x="8" y="2183"/>
                </a:lnTo>
                <a:lnTo>
                  <a:pt x="0" y="2183"/>
                </a:lnTo>
                <a:lnTo>
                  <a:pt x="0" y="2117"/>
                </a:lnTo>
                <a:lnTo>
                  <a:pt x="8" y="2117"/>
                </a:lnTo>
                <a:moveTo>
                  <a:pt x="8" y="2249"/>
                </a:moveTo>
                <a:lnTo>
                  <a:pt x="8" y="2315"/>
                </a:lnTo>
                <a:lnTo>
                  <a:pt x="0" y="2315"/>
                </a:lnTo>
                <a:lnTo>
                  <a:pt x="0" y="2249"/>
                </a:lnTo>
                <a:lnTo>
                  <a:pt x="8" y="2249"/>
                </a:lnTo>
                <a:moveTo>
                  <a:pt x="8" y="2381"/>
                </a:moveTo>
                <a:lnTo>
                  <a:pt x="8" y="2447"/>
                </a:lnTo>
                <a:lnTo>
                  <a:pt x="0" y="2447"/>
                </a:lnTo>
                <a:lnTo>
                  <a:pt x="0" y="2381"/>
                </a:lnTo>
                <a:lnTo>
                  <a:pt x="8" y="2381"/>
                </a:lnTo>
                <a:moveTo>
                  <a:pt x="8" y="2513"/>
                </a:moveTo>
                <a:lnTo>
                  <a:pt x="8" y="2580"/>
                </a:lnTo>
                <a:lnTo>
                  <a:pt x="0" y="2580"/>
                </a:lnTo>
                <a:lnTo>
                  <a:pt x="0" y="2513"/>
                </a:lnTo>
                <a:lnTo>
                  <a:pt x="8" y="2513"/>
                </a:lnTo>
                <a:moveTo>
                  <a:pt x="8" y="2646"/>
                </a:moveTo>
                <a:lnTo>
                  <a:pt x="8" y="2712"/>
                </a:lnTo>
                <a:lnTo>
                  <a:pt x="0" y="2712"/>
                </a:lnTo>
                <a:lnTo>
                  <a:pt x="0" y="2646"/>
                </a:lnTo>
                <a:lnTo>
                  <a:pt x="8" y="2646"/>
                </a:lnTo>
                <a:moveTo>
                  <a:pt x="8" y="2778"/>
                </a:moveTo>
                <a:lnTo>
                  <a:pt x="8" y="2844"/>
                </a:lnTo>
                <a:lnTo>
                  <a:pt x="0" y="2844"/>
                </a:lnTo>
                <a:lnTo>
                  <a:pt x="0" y="2778"/>
                </a:lnTo>
                <a:lnTo>
                  <a:pt x="8" y="2778"/>
                </a:lnTo>
                <a:moveTo>
                  <a:pt x="8" y="2910"/>
                </a:moveTo>
                <a:lnTo>
                  <a:pt x="8" y="2976"/>
                </a:lnTo>
                <a:lnTo>
                  <a:pt x="0" y="2976"/>
                </a:lnTo>
                <a:lnTo>
                  <a:pt x="0" y="2910"/>
                </a:lnTo>
                <a:lnTo>
                  <a:pt x="8" y="2910"/>
                </a:lnTo>
                <a:moveTo>
                  <a:pt x="8" y="3043"/>
                </a:moveTo>
                <a:lnTo>
                  <a:pt x="8" y="3109"/>
                </a:lnTo>
                <a:lnTo>
                  <a:pt x="0" y="3109"/>
                </a:lnTo>
                <a:lnTo>
                  <a:pt x="0" y="3043"/>
                </a:lnTo>
                <a:lnTo>
                  <a:pt x="8" y="3043"/>
                </a:lnTo>
                <a:moveTo>
                  <a:pt x="8" y="3175"/>
                </a:moveTo>
                <a:lnTo>
                  <a:pt x="8" y="3241"/>
                </a:lnTo>
                <a:lnTo>
                  <a:pt x="0" y="3241"/>
                </a:lnTo>
                <a:lnTo>
                  <a:pt x="0" y="3175"/>
                </a:lnTo>
                <a:lnTo>
                  <a:pt x="8" y="3175"/>
                </a:lnTo>
                <a:moveTo>
                  <a:pt x="8" y="3307"/>
                </a:moveTo>
                <a:lnTo>
                  <a:pt x="8" y="3373"/>
                </a:lnTo>
                <a:lnTo>
                  <a:pt x="0" y="3373"/>
                </a:lnTo>
                <a:lnTo>
                  <a:pt x="0" y="3307"/>
                </a:lnTo>
                <a:lnTo>
                  <a:pt x="8" y="3307"/>
                </a:lnTo>
                <a:moveTo>
                  <a:pt x="8" y="3439"/>
                </a:moveTo>
                <a:lnTo>
                  <a:pt x="8" y="3506"/>
                </a:lnTo>
                <a:lnTo>
                  <a:pt x="0" y="3506"/>
                </a:lnTo>
                <a:lnTo>
                  <a:pt x="0" y="3439"/>
                </a:lnTo>
                <a:lnTo>
                  <a:pt x="8" y="3439"/>
                </a:lnTo>
                <a:moveTo>
                  <a:pt x="8" y="3572"/>
                </a:moveTo>
                <a:lnTo>
                  <a:pt x="8" y="3638"/>
                </a:lnTo>
                <a:lnTo>
                  <a:pt x="0" y="3638"/>
                </a:lnTo>
                <a:lnTo>
                  <a:pt x="0" y="3572"/>
                </a:lnTo>
                <a:lnTo>
                  <a:pt x="8" y="3572"/>
                </a:lnTo>
                <a:moveTo>
                  <a:pt x="8" y="3704"/>
                </a:moveTo>
                <a:lnTo>
                  <a:pt x="8" y="3770"/>
                </a:lnTo>
                <a:lnTo>
                  <a:pt x="0" y="3770"/>
                </a:lnTo>
                <a:lnTo>
                  <a:pt x="0" y="3704"/>
                </a:lnTo>
                <a:lnTo>
                  <a:pt x="8" y="3704"/>
                </a:lnTo>
                <a:moveTo>
                  <a:pt x="8" y="3836"/>
                </a:moveTo>
                <a:lnTo>
                  <a:pt x="8" y="3903"/>
                </a:lnTo>
                <a:lnTo>
                  <a:pt x="0" y="3903"/>
                </a:lnTo>
                <a:lnTo>
                  <a:pt x="0" y="3836"/>
                </a:lnTo>
                <a:lnTo>
                  <a:pt x="8" y="3836"/>
                </a:lnTo>
                <a:moveTo>
                  <a:pt x="8" y="3969"/>
                </a:moveTo>
                <a:lnTo>
                  <a:pt x="8" y="4035"/>
                </a:lnTo>
                <a:lnTo>
                  <a:pt x="0" y="4035"/>
                </a:lnTo>
                <a:lnTo>
                  <a:pt x="0" y="3969"/>
                </a:lnTo>
                <a:lnTo>
                  <a:pt x="8" y="3969"/>
                </a:lnTo>
                <a:moveTo>
                  <a:pt x="8" y="4101"/>
                </a:moveTo>
                <a:lnTo>
                  <a:pt x="8" y="4167"/>
                </a:lnTo>
                <a:lnTo>
                  <a:pt x="0" y="4167"/>
                </a:lnTo>
                <a:lnTo>
                  <a:pt x="0" y="4101"/>
                </a:lnTo>
                <a:lnTo>
                  <a:pt x="8" y="4101"/>
                </a:lnTo>
                <a:moveTo>
                  <a:pt x="8" y="4233"/>
                </a:moveTo>
                <a:lnTo>
                  <a:pt x="8" y="4299"/>
                </a:lnTo>
                <a:lnTo>
                  <a:pt x="0" y="4299"/>
                </a:lnTo>
                <a:lnTo>
                  <a:pt x="0" y="4233"/>
                </a:lnTo>
                <a:lnTo>
                  <a:pt x="8" y="4233"/>
                </a:lnTo>
                <a:moveTo>
                  <a:pt x="8" y="4366"/>
                </a:moveTo>
                <a:lnTo>
                  <a:pt x="8" y="4432"/>
                </a:lnTo>
                <a:lnTo>
                  <a:pt x="0" y="4432"/>
                </a:lnTo>
                <a:lnTo>
                  <a:pt x="0" y="4366"/>
                </a:lnTo>
                <a:lnTo>
                  <a:pt x="8" y="4366"/>
                </a:lnTo>
                <a:moveTo>
                  <a:pt x="8" y="4498"/>
                </a:moveTo>
                <a:lnTo>
                  <a:pt x="8" y="4564"/>
                </a:lnTo>
                <a:lnTo>
                  <a:pt x="0" y="4564"/>
                </a:lnTo>
                <a:lnTo>
                  <a:pt x="0" y="4498"/>
                </a:lnTo>
                <a:lnTo>
                  <a:pt x="8" y="4498"/>
                </a:lnTo>
                <a:moveTo>
                  <a:pt x="8" y="4630"/>
                </a:moveTo>
                <a:lnTo>
                  <a:pt x="8" y="4696"/>
                </a:lnTo>
                <a:lnTo>
                  <a:pt x="0" y="4696"/>
                </a:lnTo>
                <a:lnTo>
                  <a:pt x="0" y="4630"/>
                </a:lnTo>
                <a:lnTo>
                  <a:pt x="8" y="4630"/>
                </a:lnTo>
                <a:moveTo>
                  <a:pt x="8" y="4762"/>
                </a:moveTo>
                <a:lnTo>
                  <a:pt x="8" y="4829"/>
                </a:lnTo>
                <a:lnTo>
                  <a:pt x="0" y="4829"/>
                </a:lnTo>
                <a:lnTo>
                  <a:pt x="0" y="4762"/>
                </a:lnTo>
                <a:lnTo>
                  <a:pt x="8" y="4762"/>
                </a:lnTo>
                <a:moveTo>
                  <a:pt x="8" y="4895"/>
                </a:moveTo>
                <a:lnTo>
                  <a:pt x="8" y="4961"/>
                </a:lnTo>
                <a:lnTo>
                  <a:pt x="0" y="4961"/>
                </a:lnTo>
                <a:lnTo>
                  <a:pt x="0" y="4895"/>
                </a:lnTo>
                <a:lnTo>
                  <a:pt x="8" y="4895"/>
                </a:lnTo>
                <a:moveTo>
                  <a:pt x="8" y="5027"/>
                </a:moveTo>
                <a:lnTo>
                  <a:pt x="8" y="5093"/>
                </a:lnTo>
                <a:lnTo>
                  <a:pt x="0" y="5093"/>
                </a:lnTo>
                <a:lnTo>
                  <a:pt x="0" y="5027"/>
                </a:lnTo>
                <a:lnTo>
                  <a:pt x="8" y="5027"/>
                </a:lnTo>
                <a:moveTo>
                  <a:pt x="8" y="5159"/>
                </a:moveTo>
                <a:lnTo>
                  <a:pt x="8" y="5225"/>
                </a:lnTo>
                <a:lnTo>
                  <a:pt x="0" y="5225"/>
                </a:lnTo>
                <a:lnTo>
                  <a:pt x="0" y="5159"/>
                </a:lnTo>
                <a:lnTo>
                  <a:pt x="8" y="5159"/>
                </a:lnTo>
                <a:moveTo>
                  <a:pt x="8" y="5292"/>
                </a:moveTo>
                <a:lnTo>
                  <a:pt x="8" y="5358"/>
                </a:lnTo>
                <a:lnTo>
                  <a:pt x="0" y="5358"/>
                </a:lnTo>
                <a:lnTo>
                  <a:pt x="0" y="5292"/>
                </a:lnTo>
                <a:lnTo>
                  <a:pt x="8" y="5292"/>
                </a:lnTo>
                <a:moveTo>
                  <a:pt x="8" y="5424"/>
                </a:moveTo>
                <a:lnTo>
                  <a:pt x="8" y="5490"/>
                </a:lnTo>
                <a:lnTo>
                  <a:pt x="0" y="5490"/>
                </a:lnTo>
                <a:lnTo>
                  <a:pt x="0" y="5424"/>
                </a:lnTo>
                <a:lnTo>
                  <a:pt x="8" y="5424"/>
                </a:lnTo>
                <a:moveTo>
                  <a:pt x="8" y="5556"/>
                </a:moveTo>
                <a:lnTo>
                  <a:pt x="8" y="5622"/>
                </a:lnTo>
                <a:lnTo>
                  <a:pt x="0" y="5622"/>
                </a:lnTo>
                <a:lnTo>
                  <a:pt x="0" y="5556"/>
                </a:lnTo>
                <a:lnTo>
                  <a:pt x="8" y="5556"/>
                </a:lnTo>
                <a:moveTo>
                  <a:pt x="8" y="5688"/>
                </a:moveTo>
                <a:lnTo>
                  <a:pt x="8" y="5755"/>
                </a:lnTo>
                <a:lnTo>
                  <a:pt x="0" y="5755"/>
                </a:lnTo>
                <a:lnTo>
                  <a:pt x="0" y="5688"/>
                </a:lnTo>
                <a:lnTo>
                  <a:pt x="8" y="5688"/>
                </a:lnTo>
                <a:moveTo>
                  <a:pt x="8" y="5821"/>
                </a:moveTo>
                <a:lnTo>
                  <a:pt x="8" y="5887"/>
                </a:lnTo>
                <a:lnTo>
                  <a:pt x="0" y="5887"/>
                </a:lnTo>
                <a:lnTo>
                  <a:pt x="0" y="5821"/>
                </a:lnTo>
                <a:lnTo>
                  <a:pt x="8" y="5821"/>
                </a:lnTo>
                <a:moveTo>
                  <a:pt x="8" y="5953"/>
                </a:moveTo>
                <a:lnTo>
                  <a:pt x="8" y="6019"/>
                </a:lnTo>
                <a:lnTo>
                  <a:pt x="0" y="6019"/>
                </a:lnTo>
                <a:lnTo>
                  <a:pt x="0" y="5953"/>
                </a:lnTo>
                <a:lnTo>
                  <a:pt x="8" y="5953"/>
                </a:lnTo>
                <a:moveTo>
                  <a:pt x="8" y="6085"/>
                </a:moveTo>
                <a:lnTo>
                  <a:pt x="8" y="6151"/>
                </a:lnTo>
                <a:lnTo>
                  <a:pt x="0" y="6151"/>
                </a:lnTo>
                <a:lnTo>
                  <a:pt x="0" y="6085"/>
                </a:lnTo>
                <a:lnTo>
                  <a:pt x="8" y="6085"/>
                </a:lnTo>
                <a:moveTo>
                  <a:pt x="8" y="6218"/>
                </a:moveTo>
                <a:lnTo>
                  <a:pt x="8" y="6284"/>
                </a:lnTo>
                <a:lnTo>
                  <a:pt x="0" y="6284"/>
                </a:lnTo>
                <a:lnTo>
                  <a:pt x="0" y="6218"/>
                </a:lnTo>
                <a:lnTo>
                  <a:pt x="8" y="6218"/>
                </a:lnTo>
                <a:moveTo>
                  <a:pt x="8" y="6350"/>
                </a:moveTo>
                <a:lnTo>
                  <a:pt x="8" y="6416"/>
                </a:lnTo>
                <a:lnTo>
                  <a:pt x="0" y="6416"/>
                </a:lnTo>
                <a:lnTo>
                  <a:pt x="0" y="6350"/>
                </a:lnTo>
                <a:lnTo>
                  <a:pt x="8" y="6350"/>
                </a:lnTo>
                <a:moveTo>
                  <a:pt x="8" y="6482"/>
                </a:moveTo>
                <a:lnTo>
                  <a:pt x="8" y="6548"/>
                </a:lnTo>
                <a:lnTo>
                  <a:pt x="0" y="6548"/>
                </a:lnTo>
                <a:lnTo>
                  <a:pt x="0" y="6482"/>
                </a:lnTo>
                <a:lnTo>
                  <a:pt x="8" y="6482"/>
                </a:lnTo>
                <a:moveTo>
                  <a:pt x="8" y="6614"/>
                </a:moveTo>
                <a:lnTo>
                  <a:pt x="8" y="6681"/>
                </a:lnTo>
                <a:lnTo>
                  <a:pt x="0" y="6681"/>
                </a:lnTo>
                <a:lnTo>
                  <a:pt x="0" y="6614"/>
                </a:lnTo>
                <a:lnTo>
                  <a:pt x="8" y="6614"/>
                </a:lnTo>
                <a:moveTo>
                  <a:pt x="8" y="6747"/>
                </a:moveTo>
                <a:lnTo>
                  <a:pt x="8" y="6813"/>
                </a:lnTo>
                <a:lnTo>
                  <a:pt x="0" y="6813"/>
                </a:lnTo>
                <a:lnTo>
                  <a:pt x="0" y="6747"/>
                </a:lnTo>
                <a:lnTo>
                  <a:pt x="8" y="6747"/>
                </a:lnTo>
                <a:moveTo>
                  <a:pt x="8" y="6879"/>
                </a:moveTo>
                <a:lnTo>
                  <a:pt x="8" y="6945"/>
                </a:lnTo>
                <a:lnTo>
                  <a:pt x="0" y="6945"/>
                </a:lnTo>
                <a:lnTo>
                  <a:pt x="0" y="6879"/>
                </a:lnTo>
                <a:lnTo>
                  <a:pt x="8" y="6879"/>
                </a:lnTo>
                <a:moveTo>
                  <a:pt x="8" y="7011"/>
                </a:moveTo>
                <a:lnTo>
                  <a:pt x="8" y="7078"/>
                </a:lnTo>
                <a:lnTo>
                  <a:pt x="0" y="7078"/>
                </a:lnTo>
                <a:lnTo>
                  <a:pt x="0" y="7011"/>
                </a:lnTo>
                <a:lnTo>
                  <a:pt x="8" y="7011"/>
                </a:lnTo>
                <a:moveTo>
                  <a:pt x="8" y="7144"/>
                </a:moveTo>
                <a:lnTo>
                  <a:pt x="8" y="7210"/>
                </a:lnTo>
                <a:lnTo>
                  <a:pt x="0" y="7210"/>
                </a:lnTo>
                <a:lnTo>
                  <a:pt x="0" y="7144"/>
                </a:lnTo>
                <a:lnTo>
                  <a:pt x="8" y="7144"/>
                </a:lnTo>
                <a:moveTo>
                  <a:pt x="8" y="7276"/>
                </a:moveTo>
                <a:lnTo>
                  <a:pt x="8" y="7342"/>
                </a:lnTo>
                <a:lnTo>
                  <a:pt x="0" y="7342"/>
                </a:lnTo>
                <a:lnTo>
                  <a:pt x="0" y="7276"/>
                </a:lnTo>
                <a:lnTo>
                  <a:pt x="8" y="7276"/>
                </a:lnTo>
                <a:moveTo>
                  <a:pt x="8" y="7408"/>
                </a:moveTo>
                <a:lnTo>
                  <a:pt x="8" y="7474"/>
                </a:lnTo>
                <a:lnTo>
                  <a:pt x="0" y="7474"/>
                </a:lnTo>
                <a:lnTo>
                  <a:pt x="0" y="7408"/>
                </a:lnTo>
                <a:lnTo>
                  <a:pt x="8" y="7408"/>
                </a:lnTo>
                <a:moveTo>
                  <a:pt x="8" y="7541"/>
                </a:moveTo>
                <a:lnTo>
                  <a:pt x="8" y="7608"/>
                </a:lnTo>
                <a:lnTo>
                  <a:pt x="0" y="7608"/>
                </a:lnTo>
                <a:lnTo>
                  <a:pt x="0" y="7541"/>
                </a:lnTo>
                <a:lnTo>
                  <a:pt x="8" y="7541"/>
                </a:lnTo>
                <a:moveTo>
                  <a:pt x="8" y="7674"/>
                </a:moveTo>
                <a:lnTo>
                  <a:pt x="8" y="7740"/>
                </a:lnTo>
                <a:lnTo>
                  <a:pt x="0" y="7740"/>
                </a:lnTo>
                <a:lnTo>
                  <a:pt x="0" y="7674"/>
                </a:lnTo>
                <a:lnTo>
                  <a:pt x="8" y="7674"/>
                </a:lnTo>
                <a:moveTo>
                  <a:pt x="8" y="7806"/>
                </a:moveTo>
                <a:lnTo>
                  <a:pt x="8" y="7872"/>
                </a:lnTo>
                <a:lnTo>
                  <a:pt x="0" y="7872"/>
                </a:lnTo>
                <a:lnTo>
                  <a:pt x="0" y="7806"/>
                </a:lnTo>
                <a:lnTo>
                  <a:pt x="8" y="7806"/>
                </a:lnTo>
                <a:moveTo>
                  <a:pt x="8" y="7938"/>
                </a:moveTo>
                <a:lnTo>
                  <a:pt x="8" y="8005"/>
                </a:lnTo>
                <a:lnTo>
                  <a:pt x="0" y="8005"/>
                </a:lnTo>
                <a:lnTo>
                  <a:pt x="0" y="7938"/>
                </a:lnTo>
                <a:lnTo>
                  <a:pt x="8" y="7938"/>
                </a:lnTo>
                <a:moveTo>
                  <a:pt x="8" y="8071"/>
                </a:moveTo>
                <a:lnTo>
                  <a:pt x="8" y="8137"/>
                </a:lnTo>
                <a:lnTo>
                  <a:pt x="0" y="8137"/>
                </a:lnTo>
                <a:lnTo>
                  <a:pt x="0" y="8071"/>
                </a:lnTo>
                <a:lnTo>
                  <a:pt x="8" y="8071"/>
                </a:lnTo>
                <a:moveTo>
                  <a:pt x="8" y="8203"/>
                </a:moveTo>
                <a:lnTo>
                  <a:pt x="8" y="8269"/>
                </a:lnTo>
                <a:lnTo>
                  <a:pt x="0" y="8269"/>
                </a:lnTo>
                <a:lnTo>
                  <a:pt x="0" y="8203"/>
                </a:lnTo>
                <a:lnTo>
                  <a:pt x="8" y="8203"/>
                </a:lnTo>
                <a:moveTo>
                  <a:pt x="8" y="8335"/>
                </a:moveTo>
                <a:lnTo>
                  <a:pt x="8" y="8401"/>
                </a:lnTo>
                <a:lnTo>
                  <a:pt x="0" y="8401"/>
                </a:lnTo>
                <a:lnTo>
                  <a:pt x="0" y="8335"/>
                </a:lnTo>
                <a:lnTo>
                  <a:pt x="8" y="8335"/>
                </a:lnTo>
                <a:moveTo>
                  <a:pt x="8" y="8468"/>
                </a:moveTo>
                <a:lnTo>
                  <a:pt x="8" y="8534"/>
                </a:lnTo>
                <a:lnTo>
                  <a:pt x="0" y="8534"/>
                </a:lnTo>
                <a:lnTo>
                  <a:pt x="0" y="8468"/>
                </a:lnTo>
                <a:lnTo>
                  <a:pt x="8" y="8468"/>
                </a:lnTo>
                <a:moveTo>
                  <a:pt x="8" y="8600"/>
                </a:moveTo>
                <a:lnTo>
                  <a:pt x="8" y="8666"/>
                </a:lnTo>
                <a:lnTo>
                  <a:pt x="0" y="8666"/>
                </a:lnTo>
                <a:lnTo>
                  <a:pt x="0" y="8600"/>
                </a:lnTo>
                <a:lnTo>
                  <a:pt x="8" y="8600"/>
                </a:lnTo>
                <a:moveTo>
                  <a:pt x="8" y="8732"/>
                </a:moveTo>
                <a:lnTo>
                  <a:pt x="8" y="8798"/>
                </a:lnTo>
                <a:lnTo>
                  <a:pt x="0" y="8798"/>
                </a:lnTo>
                <a:lnTo>
                  <a:pt x="0" y="8732"/>
                </a:lnTo>
                <a:lnTo>
                  <a:pt x="8" y="8732"/>
                </a:lnTo>
                <a:moveTo>
                  <a:pt x="8" y="8864"/>
                </a:moveTo>
                <a:lnTo>
                  <a:pt x="8" y="8928"/>
                </a:lnTo>
                <a:lnTo>
                  <a:pt x="0" y="8928"/>
                </a:lnTo>
                <a:lnTo>
                  <a:pt x="0" y="8864"/>
                </a:lnTo>
                <a:lnTo>
                  <a:pt x="8" y="8864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4889160" y="2091240"/>
            <a:ext cx="38520" cy="3214080"/>
          </a:xfrm>
          <a:custGeom>
            <a:avLst/>
            <a:gdLst/>
            <a:ahLst/>
            <a:rect l="0" t="0" r="r" b="b"/>
            <a:pathLst>
              <a:path w="107" h="8928">
                <a:moveTo>
                  <a:pt x="0" y="0"/>
                </a:moveTo>
                <a:lnTo>
                  <a:pt x="107" y="0"/>
                </a:lnTo>
                <a:lnTo>
                  <a:pt x="107" y="8928"/>
                </a:lnTo>
                <a:lnTo>
                  <a:pt x="0" y="8928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4905720" y="2091240"/>
            <a:ext cx="2880" cy="3214080"/>
          </a:xfrm>
          <a:custGeom>
            <a:avLst/>
            <a:gdLst/>
            <a:ahLst/>
            <a:rect l="0" t="0" r="r" b="b"/>
            <a:pathLst>
              <a:path w="8" h="8928">
                <a:moveTo>
                  <a:pt x="8" y="0"/>
                </a:moveTo>
                <a:lnTo>
                  <a:pt x="8" y="66"/>
                </a:lnTo>
                <a:lnTo>
                  <a:pt x="0" y="66"/>
                </a:lnTo>
                <a:lnTo>
                  <a:pt x="0" y="0"/>
                </a:lnTo>
                <a:lnTo>
                  <a:pt x="8" y="0"/>
                </a:lnTo>
                <a:moveTo>
                  <a:pt x="8" y="132"/>
                </a:moveTo>
                <a:lnTo>
                  <a:pt x="8" y="198"/>
                </a:lnTo>
                <a:lnTo>
                  <a:pt x="0" y="198"/>
                </a:lnTo>
                <a:lnTo>
                  <a:pt x="0" y="132"/>
                </a:lnTo>
                <a:lnTo>
                  <a:pt x="8" y="132"/>
                </a:lnTo>
                <a:moveTo>
                  <a:pt x="8" y="264"/>
                </a:moveTo>
                <a:lnTo>
                  <a:pt x="8" y="331"/>
                </a:lnTo>
                <a:lnTo>
                  <a:pt x="0" y="331"/>
                </a:lnTo>
                <a:lnTo>
                  <a:pt x="0" y="264"/>
                </a:lnTo>
                <a:lnTo>
                  <a:pt x="8" y="264"/>
                </a:lnTo>
                <a:moveTo>
                  <a:pt x="8" y="397"/>
                </a:moveTo>
                <a:lnTo>
                  <a:pt x="8" y="463"/>
                </a:lnTo>
                <a:lnTo>
                  <a:pt x="0" y="463"/>
                </a:lnTo>
                <a:lnTo>
                  <a:pt x="0" y="397"/>
                </a:lnTo>
                <a:lnTo>
                  <a:pt x="8" y="397"/>
                </a:lnTo>
                <a:moveTo>
                  <a:pt x="8" y="529"/>
                </a:moveTo>
                <a:lnTo>
                  <a:pt x="8" y="595"/>
                </a:lnTo>
                <a:lnTo>
                  <a:pt x="0" y="595"/>
                </a:lnTo>
                <a:lnTo>
                  <a:pt x="0" y="529"/>
                </a:lnTo>
                <a:lnTo>
                  <a:pt x="8" y="529"/>
                </a:lnTo>
                <a:moveTo>
                  <a:pt x="8" y="661"/>
                </a:moveTo>
                <a:lnTo>
                  <a:pt x="8" y="728"/>
                </a:lnTo>
                <a:lnTo>
                  <a:pt x="0" y="728"/>
                </a:lnTo>
                <a:lnTo>
                  <a:pt x="0" y="661"/>
                </a:lnTo>
                <a:lnTo>
                  <a:pt x="8" y="661"/>
                </a:lnTo>
                <a:moveTo>
                  <a:pt x="8" y="794"/>
                </a:moveTo>
                <a:lnTo>
                  <a:pt x="8" y="860"/>
                </a:lnTo>
                <a:lnTo>
                  <a:pt x="0" y="860"/>
                </a:lnTo>
                <a:lnTo>
                  <a:pt x="0" y="794"/>
                </a:lnTo>
                <a:lnTo>
                  <a:pt x="8" y="794"/>
                </a:lnTo>
                <a:moveTo>
                  <a:pt x="8" y="926"/>
                </a:moveTo>
                <a:lnTo>
                  <a:pt x="8" y="992"/>
                </a:lnTo>
                <a:lnTo>
                  <a:pt x="0" y="992"/>
                </a:lnTo>
                <a:lnTo>
                  <a:pt x="0" y="926"/>
                </a:lnTo>
                <a:lnTo>
                  <a:pt x="8" y="926"/>
                </a:lnTo>
                <a:moveTo>
                  <a:pt x="8" y="1058"/>
                </a:moveTo>
                <a:lnTo>
                  <a:pt x="8" y="1124"/>
                </a:lnTo>
                <a:lnTo>
                  <a:pt x="0" y="1124"/>
                </a:lnTo>
                <a:lnTo>
                  <a:pt x="0" y="1058"/>
                </a:lnTo>
                <a:lnTo>
                  <a:pt x="8" y="1058"/>
                </a:lnTo>
                <a:moveTo>
                  <a:pt x="8" y="1191"/>
                </a:moveTo>
                <a:lnTo>
                  <a:pt x="8" y="1257"/>
                </a:lnTo>
                <a:lnTo>
                  <a:pt x="0" y="1257"/>
                </a:lnTo>
                <a:lnTo>
                  <a:pt x="0" y="1191"/>
                </a:lnTo>
                <a:lnTo>
                  <a:pt x="8" y="1191"/>
                </a:lnTo>
                <a:moveTo>
                  <a:pt x="8" y="1323"/>
                </a:moveTo>
                <a:lnTo>
                  <a:pt x="8" y="1389"/>
                </a:lnTo>
                <a:lnTo>
                  <a:pt x="0" y="1389"/>
                </a:lnTo>
                <a:lnTo>
                  <a:pt x="0" y="1323"/>
                </a:lnTo>
                <a:lnTo>
                  <a:pt x="8" y="1323"/>
                </a:lnTo>
                <a:moveTo>
                  <a:pt x="8" y="1455"/>
                </a:moveTo>
                <a:lnTo>
                  <a:pt x="8" y="1521"/>
                </a:lnTo>
                <a:lnTo>
                  <a:pt x="0" y="1521"/>
                </a:lnTo>
                <a:lnTo>
                  <a:pt x="0" y="1455"/>
                </a:lnTo>
                <a:lnTo>
                  <a:pt x="8" y="1455"/>
                </a:lnTo>
                <a:moveTo>
                  <a:pt x="8" y="1587"/>
                </a:moveTo>
                <a:lnTo>
                  <a:pt x="8" y="1654"/>
                </a:lnTo>
                <a:lnTo>
                  <a:pt x="0" y="1654"/>
                </a:lnTo>
                <a:lnTo>
                  <a:pt x="0" y="1587"/>
                </a:lnTo>
                <a:lnTo>
                  <a:pt x="8" y="1587"/>
                </a:lnTo>
                <a:moveTo>
                  <a:pt x="8" y="1720"/>
                </a:moveTo>
                <a:lnTo>
                  <a:pt x="8" y="1786"/>
                </a:lnTo>
                <a:lnTo>
                  <a:pt x="0" y="1786"/>
                </a:lnTo>
                <a:lnTo>
                  <a:pt x="0" y="1720"/>
                </a:lnTo>
                <a:lnTo>
                  <a:pt x="8" y="1720"/>
                </a:lnTo>
                <a:moveTo>
                  <a:pt x="8" y="1852"/>
                </a:moveTo>
                <a:lnTo>
                  <a:pt x="8" y="1918"/>
                </a:lnTo>
                <a:lnTo>
                  <a:pt x="0" y="1918"/>
                </a:lnTo>
                <a:lnTo>
                  <a:pt x="0" y="1852"/>
                </a:lnTo>
                <a:lnTo>
                  <a:pt x="8" y="1852"/>
                </a:lnTo>
                <a:moveTo>
                  <a:pt x="8" y="1984"/>
                </a:moveTo>
                <a:lnTo>
                  <a:pt x="8" y="2050"/>
                </a:lnTo>
                <a:lnTo>
                  <a:pt x="0" y="2050"/>
                </a:lnTo>
                <a:lnTo>
                  <a:pt x="0" y="1984"/>
                </a:lnTo>
                <a:lnTo>
                  <a:pt x="8" y="1984"/>
                </a:lnTo>
                <a:moveTo>
                  <a:pt x="8" y="2117"/>
                </a:moveTo>
                <a:lnTo>
                  <a:pt x="8" y="2183"/>
                </a:lnTo>
                <a:lnTo>
                  <a:pt x="0" y="2183"/>
                </a:lnTo>
                <a:lnTo>
                  <a:pt x="0" y="2117"/>
                </a:lnTo>
                <a:lnTo>
                  <a:pt x="8" y="2117"/>
                </a:lnTo>
                <a:moveTo>
                  <a:pt x="8" y="2249"/>
                </a:moveTo>
                <a:lnTo>
                  <a:pt x="8" y="2315"/>
                </a:lnTo>
                <a:lnTo>
                  <a:pt x="0" y="2315"/>
                </a:lnTo>
                <a:lnTo>
                  <a:pt x="0" y="2249"/>
                </a:lnTo>
                <a:lnTo>
                  <a:pt x="8" y="2249"/>
                </a:lnTo>
                <a:moveTo>
                  <a:pt x="8" y="2381"/>
                </a:moveTo>
                <a:lnTo>
                  <a:pt x="8" y="2447"/>
                </a:lnTo>
                <a:lnTo>
                  <a:pt x="0" y="2447"/>
                </a:lnTo>
                <a:lnTo>
                  <a:pt x="0" y="2381"/>
                </a:lnTo>
                <a:lnTo>
                  <a:pt x="8" y="2381"/>
                </a:lnTo>
                <a:moveTo>
                  <a:pt x="8" y="2513"/>
                </a:moveTo>
                <a:lnTo>
                  <a:pt x="8" y="2580"/>
                </a:lnTo>
                <a:lnTo>
                  <a:pt x="0" y="2580"/>
                </a:lnTo>
                <a:lnTo>
                  <a:pt x="0" y="2513"/>
                </a:lnTo>
                <a:lnTo>
                  <a:pt x="8" y="2513"/>
                </a:lnTo>
                <a:moveTo>
                  <a:pt x="8" y="2646"/>
                </a:moveTo>
                <a:lnTo>
                  <a:pt x="8" y="2712"/>
                </a:lnTo>
                <a:lnTo>
                  <a:pt x="0" y="2712"/>
                </a:lnTo>
                <a:lnTo>
                  <a:pt x="0" y="2646"/>
                </a:lnTo>
                <a:lnTo>
                  <a:pt x="8" y="2646"/>
                </a:lnTo>
                <a:moveTo>
                  <a:pt x="8" y="2778"/>
                </a:moveTo>
                <a:lnTo>
                  <a:pt x="8" y="2844"/>
                </a:lnTo>
                <a:lnTo>
                  <a:pt x="0" y="2844"/>
                </a:lnTo>
                <a:lnTo>
                  <a:pt x="0" y="2778"/>
                </a:lnTo>
                <a:lnTo>
                  <a:pt x="8" y="2778"/>
                </a:lnTo>
                <a:moveTo>
                  <a:pt x="8" y="2910"/>
                </a:moveTo>
                <a:lnTo>
                  <a:pt x="8" y="2976"/>
                </a:lnTo>
                <a:lnTo>
                  <a:pt x="0" y="2976"/>
                </a:lnTo>
                <a:lnTo>
                  <a:pt x="0" y="2910"/>
                </a:lnTo>
                <a:lnTo>
                  <a:pt x="8" y="2910"/>
                </a:lnTo>
                <a:moveTo>
                  <a:pt x="8" y="3043"/>
                </a:moveTo>
                <a:lnTo>
                  <a:pt x="8" y="3109"/>
                </a:lnTo>
                <a:lnTo>
                  <a:pt x="0" y="3109"/>
                </a:lnTo>
                <a:lnTo>
                  <a:pt x="0" y="3043"/>
                </a:lnTo>
                <a:lnTo>
                  <a:pt x="8" y="3043"/>
                </a:lnTo>
                <a:moveTo>
                  <a:pt x="8" y="3175"/>
                </a:moveTo>
                <a:lnTo>
                  <a:pt x="8" y="3241"/>
                </a:lnTo>
                <a:lnTo>
                  <a:pt x="0" y="3241"/>
                </a:lnTo>
                <a:lnTo>
                  <a:pt x="0" y="3175"/>
                </a:lnTo>
                <a:lnTo>
                  <a:pt x="8" y="3175"/>
                </a:lnTo>
                <a:moveTo>
                  <a:pt x="8" y="3307"/>
                </a:moveTo>
                <a:lnTo>
                  <a:pt x="8" y="3373"/>
                </a:lnTo>
                <a:lnTo>
                  <a:pt x="0" y="3373"/>
                </a:lnTo>
                <a:lnTo>
                  <a:pt x="0" y="3307"/>
                </a:lnTo>
                <a:lnTo>
                  <a:pt x="8" y="3307"/>
                </a:lnTo>
                <a:moveTo>
                  <a:pt x="8" y="3439"/>
                </a:moveTo>
                <a:lnTo>
                  <a:pt x="8" y="3506"/>
                </a:lnTo>
                <a:lnTo>
                  <a:pt x="0" y="3506"/>
                </a:lnTo>
                <a:lnTo>
                  <a:pt x="0" y="3439"/>
                </a:lnTo>
                <a:lnTo>
                  <a:pt x="8" y="3439"/>
                </a:lnTo>
                <a:moveTo>
                  <a:pt x="8" y="3572"/>
                </a:moveTo>
                <a:lnTo>
                  <a:pt x="8" y="3638"/>
                </a:lnTo>
                <a:lnTo>
                  <a:pt x="0" y="3638"/>
                </a:lnTo>
                <a:lnTo>
                  <a:pt x="0" y="3572"/>
                </a:lnTo>
                <a:lnTo>
                  <a:pt x="8" y="3572"/>
                </a:lnTo>
                <a:moveTo>
                  <a:pt x="8" y="3704"/>
                </a:moveTo>
                <a:lnTo>
                  <a:pt x="8" y="3770"/>
                </a:lnTo>
                <a:lnTo>
                  <a:pt x="0" y="3770"/>
                </a:lnTo>
                <a:lnTo>
                  <a:pt x="0" y="3704"/>
                </a:lnTo>
                <a:lnTo>
                  <a:pt x="8" y="3704"/>
                </a:lnTo>
                <a:moveTo>
                  <a:pt x="8" y="3836"/>
                </a:moveTo>
                <a:lnTo>
                  <a:pt x="8" y="3903"/>
                </a:lnTo>
                <a:lnTo>
                  <a:pt x="0" y="3903"/>
                </a:lnTo>
                <a:lnTo>
                  <a:pt x="0" y="3836"/>
                </a:lnTo>
                <a:lnTo>
                  <a:pt x="8" y="3836"/>
                </a:lnTo>
                <a:moveTo>
                  <a:pt x="8" y="3969"/>
                </a:moveTo>
                <a:lnTo>
                  <a:pt x="8" y="4035"/>
                </a:lnTo>
                <a:lnTo>
                  <a:pt x="0" y="4035"/>
                </a:lnTo>
                <a:lnTo>
                  <a:pt x="0" y="3969"/>
                </a:lnTo>
                <a:lnTo>
                  <a:pt x="8" y="3969"/>
                </a:lnTo>
                <a:moveTo>
                  <a:pt x="8" y="4101"/>
                </a:moveTo>
                <a:lnTo>
                  <a:pt x="8" y="4167"/>
                </a:lnTo>
                <a:lnTo>
                  <a:pt x="0" y="4167"/>
                </a:lnTo>
                <a:lnTo>
                  <a:pt x="0" y="4101"/>
                </a:lnTo>
                <a:lnTo>
                  <a:pt x="8" y="4101"/>
                </a:lnTo>
                <a:moveTo>
                  <a:pt x="8" y="4233"/>
                </a:moveTo>
                <a:lnTo>
                  <a:pt x="8" y="4299"/>
                </a:lnTo>
                <a:lnTo>
                  <a:pt x="0" y="4299"/>
                </a:lnTo>
                <a:lnTo>
                  <a:pt x="0" y="4233"/>
                </a:lnTo>
                <a:lnTo>
                  <a:pt x="8" y="4233"/>
                </a:lnTo>
                <a:moveTo>
                  <a:pt x="8" y="4366"/>
                </a:moveTo>
                <a:lnTo>
                  <a:pt x="8" y="4432"/>
                </a:lnTo>
                <a:lnTo>
                  <a:pt x="0" y="4432"/>
                </a:lnTo>
                <a:lnTo>
                  <a:pt x="0" y="4366"/>
                </a:lnTo>
                <a:lnTo>
                  <a:pt x="8" y="4366"/>
                </a:lnTo>
                <a:moveTo>
                  <a:pt x="8" y="4498"/>
                </a:moveTo>
                <a:lnTo>
                  <a:pt x="8" y="4564"/>
                </a:lnTo>
                <a:lnTo>
                  <a:pt x="0" y="4564"/>
                </a:lnTo>
                <a:lnTo>
                  <a:pt x="0" y="4498"/>
                </a:lnTo>
                <a:lnTo>
                  <a:pt x="8" y="4498"/>
                </a:lnTo>
                <a:moveTo>
                  <a:pt x="8" y="4630"/>
                </a:moveTo>
                <a:lnTo>
                  <a:pt x="8" y="4696"/>
                </a:lnTo>
                <a:lnTo>
                  <a:pt x="0" y="4696"/>
                </a:lnTo>
                <a:lnTo>
                  <a:pt x="0" y="4630"/>
                </a:lnTo>
                <a:lnTo>
                  <a:pt x="8" y="4630"/>
                </a:lnTo>
                <a:moveTo>
                  <a:pt x="8" y="4762"/>
                </a:moveTo>
                <a:lnTo>
                  <a:pt x="8" y="4829"/>
                </a:lnTo>
                <a:lnTo>
                  <a:pt x="0" y="4829"/>
                </a:lnTo>
                <a:lnTo>
                  <a:pt x="0" y="4762"/>
                </a:lnTo>
                <a:lnTo>
                  <a:pt x="8" y="4762"/>
                </a:lnTo>
                <a:moveTo>
                  <a:pt x="8" y="4895"/>
                </a:moveTo>
                <a:lnTo>
                  <a:pt x="8" y="4961"/>
                </a:lnTo>
                <a:lnTo>
                  <a:pt x="0" y="4961"/>
                </a:lnTo>
                <a:lnTo>
                  <a:pt x="0" y="4895"/>
                </a:lnTo>
                <a:lnTo>
                  <a:pt x="8" y="4895"/>
                </a:lnTo>
                <a:moveTo>
                  <a:pt x="8" y="5027"/>
                </a:moveTo>
                <a:lnTo>
                  <a:pt x="8" y="5093"/>
                </a:lnTo>
                <a:lnTo>
                  <a:pt x="0" y="5093"/>
                </a:lnTo>
                <a:lnTo>
                  <a:pt x="0" y="5027"/>
                </a:lnTo>
                <a:lnTo>
                  <a:pt x="8" y="5027"/>
                </a:lnTo>
                <a:moveTo>
                  <a:pt x="8" y="5159"/>
                </a:moveTo>
                <a:lnTo>
                  <a:pt x="8" y="5225"/>
                </a:lnTo>
                <a:lnTo>
                  <a:pt x="0" y="5225"/>
                </a:lnTo>
                <a:lnTo>
                  <a:pt x="0" y="5159"/>
                </a:lnTo>
                <a:lnTo>
                  <a:pt x="8" y="5159"/>
                </a:lnTo>
                <a:moveTo>
                  <a:pt x="8" y="5292"/>
                </a:moveTo>
                <a:lnTo>
                  <a:pt x="8" y="5358"/>
                </a:lnTo>
                <a:lnTo>
                  <a:pt x="0" y="5358"/>
                </a:lnTo>
                <a:lnTo>
                  <a:pt x="0" y="5292"/>
                </a:lnTo>
                <a:lnTo>
                  <a:pt x="8" y="5292"/>
                </a:lnTo>
                <a:moveTo>
                  <a:pt x="8" y="5424"/>
                </a:moveTo>
                <a:lnTo>
                  <a:pt x="8" y="5490"/>
                </a:lnTo>
                <a:lnTo>
                  <a:pt x="0" y="5490"/>
                </a:lnTo>
                <a:lnTo>
                  <a:pt x="0" y="5424"/>
                </a:lnTo>
                <a:lnTo>
                  <a:pt x="8" y="5424"/>
                </a:lnTo>
                <a:moveTo>
                  <a:pt x="8" y="5556"/>
                </a:moveTo>
                <a:lnTo>
                  <a:pt x="8" y="5622"/>
                </a:lnTo>
                <a:lnTo>
                  <a:pt x="0" y="5622"/>
                </a:lnTo>
                <a:lnTo>
                  <a:pt x="0" y="5556"/>
                </a:lnTo>
                <a:lnTo>
                  <a:pt x="8" y="5556"/>
                </a:lnTo>
                <a:moveTo>
                  <a:pt x="8" y="5688"/>
                </a:moveTo>
                <a:lnTo>
                  <a:pt x="8" y="5755"/>
                </a:lnTo>
                <a:lnTo>
                  <a:pt x="0" y="5755"/>
                </a:lnTo>
                <a:lnTo>
                  <a:pt x="0" y="5688"/>
                </a:lnTo>
                <a:lnTo>
                  <a:pt x="8" y="5688"/>
                </a:lnTo>
                <a:moveTo>
                  <a:pt x="8" y="5821"/>
                </a:moveTo>
                <a:lnTo>
                  <a:pt x="8" y="5887"/>
                </a:lnTo>
                <a:lnTo>
                  <a:pt x="0" y="5887"/>
                </a:lnTo>
                <a:lnTo>
                  <a:pt x="0" y="5821"/>
                </a:lnTo>
                <a:lnTo>
                  <a:pt x="8" y="5821"/>
                </a:lnTo>
                <a:moveTo>
                  <a:pt x="8" y="5953"/>
                </a:moveTo>
                <a:lnTo>
                  <a:pt x="8" y="6019"/>
                </a:lnTo>
                <a:lnTo>
                  <a:pt x="0" y="6019"/>
                </a:lnTo>
                <a:lnTo>
                  <a:pt x="0" y="5953"/>
                </a:lnTo>
                <a:lnTo>
                  <a:pt x="8" y="5953"/>
                </a:lnTo>
                <a:moveTo>
                  <a:pt x="8" y="6085"/>
                </a:moveTo>
                <a:lnTo>
                  <a:pt x="8" y="6151"/>
                </a:lnTo>
                <a:lnTo>
                  <a:pt x="0" y="6151"/>
                </a:lnTo>
                <a:lnTo>
                  <a:pt x="0" y="6085"/>
                </a:lnTo>
                <a:lnTo>
                  <a:pt x="8" y="6085"/>
                </a:lnTo>
                <a:moveTo>
                  <a:pt x="8" y="6218"/>
                </a:moveTo>
                <a:lnTo>
                  <a:pt x="8" y="6284"/>
                </a:lnTo>
                <a:lnTo>
                  <a:pt x="0" y="6284"/>
                </a:lnTo>
                <a:lnTo>
                  <a:pt x="0" y="6218"/>
                </a:lnTo>
                <a:lnTo>
                  <a:pt x="8" y="6218"/>
                </a:lnTo>
                <a:moveTo>
                  <a:pt x="8" y="6350"/>
                </a:moveTo>
                <a:lnTo>
                  <a:pt x="8" y="6416"/>
                </a:lnTo>
                <a:lnTo>
                  <a:pt x="0" y="6416"/>
                </a:lnTo>
                <a:lnTo>
                  <a:pt x="0" y="6350"/>
                </a:lnTo>
                <a:lnTo>
                  <a:pt x="8" y="6350"/>
                </a:lnTo>
                <a:moveTo>
                  <a:pt x="8" y="6482"/>
                </a:moveTo>
                <a:lnTo>
                  <a:pt x="8" y="6548"/>
                </a:lnTo>
                <a:lnTo>
                  <a:pt x="0" y="6548"/>
                </a:lnTo>
                <a:lnTo>
                  <a:pt x="0" y="6482"/>
                </a:lnTo>
                <a:lnTo>
                  <a:pt x="8" y="6482"/>
                </a:lnTo>
                <a:moveTo>
                  <a:pt x="8" y="6614"/>
                </a:moveTo>
                <a:lnTo>
                  <a:pt x="8" y="6681"/>
                </a:lnTo>
                <a:lnTo>
                  <a:pt x="0" y="6681"/>
                </a:lnTo>
                <a:lnTo>
                  <a:pt x="0" y="6614"/>
                </a:lnTo>
                <a:lnTo>
                  <a:pt x="8" y="6614"/>
                </a:lnTo>
                <a:moveTo>
                  <a:pt x="8" y="6747"/>
                </a:moveTo>
                <a:lnTo>
                  <a:pt x="8" y="6813"/>
                </a:lnTo>
                <a:lnTo>
                  <a:pt x="0" y="6813"/>
                </a:lnTo>
                <a:lnTo>
                  <a:pt x="0" y="6747"/>
                </a:lnTo>
                <a:lnTo>
                  <a:pt x="8" y="6747"/>
                </a:lnTo>
                <a:moveTo>
                  <a:pt x="8" y="6879"/>
                </a:moveTo>
                <a:lnTo>
                  <a:pt x="8" y="6945"/>
                </a:lnTo>
                <a:lnTo>
                  <a:pt x="0" y="6945"/>
                </a:lnTo>
                <a:lnTo>
                  <a:pt x="0" y="6879"/>
                </a:lnTo>
                <a:lnTo>
                  <a:pt x="8" y="6879"/>
                </a:lnTo>
                <a:moveTo>
                  <a:pt x="8" y="7011"/>
                </a:moveTo>
                <a:lnTo>
                  <a:pt x="8" y="7078"/>
                </a:lnTo>
                <a:lnTo>
                  <a:pt x="0" y="7078"/>
                </a:lnTo>
                <a:lnTo>
                  <a:pt x="0" y="7011"/>
                </a:lnTo>
                <a:lnTo>
                  <a:pt x="8" y="7011"/>
                </a:lnTo>
                <a:moveTo>
                  <a:pt x="8" y="7144"/>
                </a:moveTo>
                <a:lnTo>
                  <a:pt x="8" y="7210"/>
                </a:lnTo>
                <a:lnTo>
                  <a:pt x="0" y="7210"/>
                </a:lnTo>
                <a:lnTo>
                  <a:pt x="0" y="7144"/>
                </a:lnTo>
                <a:lnTo>
                  <a:pt x="8" y="7144"/>
                </a:lnTo>
                <a:moveTo>
                  <a:pt x="8" y="7276"/>
                </a:moveTo>
                <a:lnTo>
                  <a:pt x="8" y="7342"/>
                </a:lnTo>
                <a:lnTo>
                  <a:pt x="0" y="7342"/>
                </a:lnTo>
                <a:lnTo>
                  <a:pt x="0" y="7276"/>
                </a:lnTo>
                <a:lnTo>
                  <a:pt x="8" y="7276"/>
                </a:lnTo>
                <a:moveTo>
                  <a:pt x="8" y="7408"/>
                </a:moveTo>
                <a:lnTo>
                  <a:pt x="8" y="7474"/>
                </a:lnTo>
                <a:lnTo>
                  <a:pt x="0" y="7474"/>
                </a:lnTo>
                <a:lnTo>
                  <a:pt x="0" y="7408"/>
                </a:lnTo>
                <a:lnTo>
                  <a:pt x="8" y="7408"/>
                </a:lnTo>
                <a:moveTo>
                  <a:pt x="8" y="7541"/>
                </a:moveTo>
                <a:lnTo>
                  <a:pt x="8" y="7608"/>
                </a:lnTo>
                <a:lnTo>
                  <a:pt x="0" y="7608"/>
                </a:lnTo>
                <a:lnTo>
                  <a:pt x="0" y="7541"/>
                </a:lnTo>
                <a:lnTo>
                  <a:pt x="8" y="7541"/>
                </a:lnTo>
                <a:moveTo>
                  <a:pt x="8" y="7674"/>
                </a:moveTo>
                <a:lnTo>
                  <a:pt x="8" y="7740"/>
                </a:lnTo>
                <a:lnTo>
                  <a:pt x="0" y="7740"/>
                </a:lnTo>
                <a:lnTo>
                  <a:pt x="0" y="7674"/>
                </a:lnTo>
                <a:lnTo>
                  <a:pt x="8" y="7674"/>
                </a:lnTo>
                <a:moveTo>
                  <a:pt x="8" y="7806"/>
                </a:moveTo>
                <a:lnTo>
                  <a:pt x="8" y="7872"/>
                </a:lnTo>
                <a:lnTo>
                  <a:pt x="0" y="7872"/>
                </a:lnTo>
                <a:lnTo>
                  <a:pt x="0" y="7806"/>
                </a:lnTo>
                <a:lnTo>
                  <a:pt x="8" y="7806"/>
                </a:lnTo>
                <a:moveTo>
                  <a:pt x="8" y="7938"/>
                </a:moveTo>
                <a:lnTo>
                  <a:pt x="8" y="8005"/>
                </a:lnTo>
                <a:lnTo>
                  <a:pt x="0" y="8005"/>
                </a:lnTo>
                <a:lnTo>
                  <a:pt x="0" y="7938"/>
                </a:lnTo>
                <a:lnTo>
                  <a:pt x="8" y="7938"/>
                </a:lnTo>
                <a:moveTo>
                  <a:pt x="8" y="8071"/>
                </a:moveTo>
                <a:lnTo>
                  <a:pt x="8" y="8137"/>
                </a:lnTo>
                <a:lnTo>
                  <a:pt x="0" y="8137"/>
                </a:lnTo>
                <a:lnTo>
                  <a:pt x="0" y="8071"/>
                </a:lnTo>
                <a:lnTo>
                  <a:pt x="8" y="8071"/>
                </a:lnTo>
                <a:moveTo>
                  <a:pt x="8" y="8203"/>
                </a:moveTo>
                <a:lnTo>
                  <a:pt x="8" y="8269"/>
                </a:lnTo>
                <a:lnTo>
                  <a:pt x="0" y="8269"/>
                </a:lnTo>
                <a:lnTo>
                  <a:pt x="0" y="8203"/>
                </a:lnTo>
                <a:lnTo>
                  <a:pt x="8" y="8203"/>
                </a:lnTo>
                <a:moveTo>
                  <a:pt x="8" y="8335"/>
                </a:moveTo>
                <a:lnTo>
                  <a:pt x="8" y="8401"/>
                </a:lnTo>
                <a:lnTo>
                  <a:pt x="0" y="8401"/>
                </a:lnTo>
                <a:lnTo>
                  <a:pt x="0" y="8335"/>
                </a:lnTo>
                <a:lnTo>
                  <a:pt x="8" y="8335"/>
                </a:lnTo>
                <a:moveTo>
                  <a:pt x="8" y="8468"/>
                </a:moveTo>
                <a:lnTo>
                  <a:pt x="8" y="8534"/>
                </a:lnTo>
                <a:lnTo>
                  <a:pt x="0" y="8534"/>
                </a:lnTo>
                <a:lnTo>
                  <a:pt x="0" y="8468"/>
                </a:lnTo>
                <a:lnTo>
                  <a:pt x="8" y="8468"/>
                </a:lnTo>
                <a:moveTo>
                  <a:pt x="8" y="8600"/>
                </a:moveTo>
                <a:lnTo>
                  <a:pt x="8" y="8666"/>
                </a:lnTo>
                <a:lnTo>
                  <a:pt x="0" y="8666"/>
                </a:lnTo>
                <a:lnTo>
                  <a:pt x="0" y="8600"/>
                </a:lnTo>
                <a:lnTo>
                  <a:pt x="8" y="8600"/>
                </a:lnTo>
                <a:moveTo>
                  <a:pt x="8" y="8732"/>
                </a:moveTo>
                <a:lnTo>
                  <a:pt x="8" y="8798"/>
                </a:lnTo>
                <a:lnTo>
                  <a:pt x="0" y="8798"/>
                </a:lnTo>
                <a:lnTo>
                  <a:pt x="0" y="8732"/>
                </a:lnTo>
                <a:lnTo>
                  <a:pt x="8" y="8732"/>
                </a:lnTo>
                <a:moveTo>
                  <a:pt x="8" y="8864"/>
                </a:moveTo>
                <a:lnTo>
                  <a:pt x="8" y="8928"/>
                </a:lnTo>
                <a:lnTo>
                  <a:pt x="0" y="8928"/>
                </a:lnTo>
                <a:lnTo>
                  <a:pt x="0" y="8864"/>
                </a:lnTo>
                <a:lnTo>
                  <a:pt x="8" y="8864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66720" y="958680"/>
            <a:ext cx="11682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The ﬂow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762120" y="1917360"/>
            <a:ext cx="22788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2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5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867960" y="16261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1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1" y="213"/>
                  <a:pt x="107" y="213"/>
                </a:cubicBezTo>
                <a:cubicBezTo>
                  <a:pt x="93" y="213"/>
                  <a:pt x="80" y="210"/>
                  <a:pt x="67" y="205"/>
                </a:cubicBezTo>
                <a:cubicBezTo>
                  <a:pt x="54" y="200"/>
                  <a:pt x="42" y="192"/>
                  <a:pt x="33" y="182"/>
                </a:cubicBezTo>
                <a:cubicBezTo>
                  <a:pt x="23" y="172"/>
                  <a:pt x="14" y="161"/>
                  <a:pt x="9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9" y="67"/>
                </a:cubicBezTo>
                <a:cubicBezTo>
                  <a:pt x="14" y="54"/>
                  <a:pt x="23" y="42"/>
                  <a:pt x="33" y="32"/>
                </a:cubicBezTo>
                <a:cubicBezTo>
                  <a:pt x="42" y="22"/>
                  <a:pt x="54" y="14"/>
                  <a:pt x="67" y="8"/>
                </a:cubicBezTo>
                <a:cubicBezTo>
                  <a:pt x="80" y="3"/>
                  <a:pt x="93" y="0"/>
                  <a:pt x="107" y="0"/>
                </a:cubicBezTo>
                <a:cubicBezTo>
                  <a:pt x="121" y="0"/>
                  <a:pt x="135" y="3"/>
                  <a:pt x="148" y="8"/>
                </a:cubicBezTo>
                <a:cubicBezTo>
                  <a:pt x="161" y="14"/>
                  <a:pt x="172" y="22"/>
                  <a:pt x="182" y="32"/>
                </a:cubicBezTo>
                <a:cubicBezTo>
                  <a:pt x="192" y="42"/>
                  <a:pt x="200" y="54"/>
                  <a:pt x="205" y="67"/>
                </a:cubicBezTo>
                <a:cubicBezTo>
                  <a:pt x="211" y="80"/>
                  <a:pt x="213" y="93"/>
                  <a:pt x="213" y="107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867960" y="16261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1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1" y="213"/>
                  <a:pt x="107" y="213"/>
                </a:cubicBezTo>
                <a:cubicBezTo>
                  <a:pt x="93" y="213"/>
                  <a:pt x="80" y="210"/>
                  <a:pt x="67" y="205"/>
                </a:cubicBezTo>
                <a:cubicBezTo>
                  <a:pt x="54" y="200"/>
                  <a:pt x="42" y="192"/>
                  <a:pt x="33" y="182"/>
                </a:cubicBezTo>
                <a:cubicBezTo>
                  <a:pt x="23" y="172"/>
                  <a:pt x="14" y="161"/>
                  <a:pt x="9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9" y="67"/>
                </a:cubicBezTo>
                <a:cubicBezTo>
                  <a:pt x="14" y="54"/>
                  <a:pt x="23" y="42"/>
                  <a:pt x="33" y="32"/>
                </a:cubicBezTo>
                <a:cubicBezTo>
                  <a:pt x="42" y="22"/>
                  <a:pt x="54" y="14"/>
                  <a:pt x="67" y="8"/>
                </a:cubicBezTo>
                <a:cubicBezTo>
                  <a:pt x="80" y="3"/>
                  <a:pt x="93" y="0"/>
                  <a:pt x="107" y="0"/>
                </a:cubicBezTo>
                <a:cubicBezTo>
                  <a:pt x="121" y="0"/>
                  <a:pt x="135" y="3"/>
                  <a:pt x="148" y="8"/>
                </a:cubicBezTo>
                <a:cubicBezTo>
                  <a:pt x="161" y="14"/>
                  <a:pt x="172" y="22"/>
                  <a:pt x="182" y="32"/>
                </a:cubicBezTo>
                <a:cubicBezTo>
                  <a:pt x="192" y="42"/>
                  <a:pt x="200" y="54"/>
                  <a:pt x="205" y="67"/>
                </a:cubicBezTo>
                <a:cubicBezTo>
                  <a:pt x="211" y="80"/>
                  <a:pt x="213" y="93"/>
                  <a:pt x="213" y="107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844200" y="1702440"/>
            <a:ext cx="124560" cy="200520"/>
          </a:xfrm>
          <a:custGeom>
            <a:avLst/>
            <a:gdLst/>
            <a:ahLst/>
            <a:rect l="0" t="0" r="r" b="b"/>
            <a:pathLst>
              <a:path fill="none" w="346" h="557">
                <a:moveTo>
                  <a:pt x="172" y="0"/>
                </a:moveTo>
                <a:lnTo>
                  <a:pt x="172" y="357"/>
                </a:lnTo>
                <a:moveTo>
                  <a:pt x="0" y="106"/>
                </a:moveTo>
                <a:lnTo>
                  <a:pt x="346" y="106"/>
                </a:lnTo>
                <a:moveTo>
                  <a:pt x="172" y="357"/>
                </a:moveTo>
                <a:lnTo>
                  <a:pt x="0" y="557"/>
                </a:lnTo>
                <a:moveTo>
                  <a:pt x="172" y="357"/>
                </a:moveTo>
                <a:lnTo>
                  <a:pt x="346" y="557"/>
                </a:lnTo>
              </a:path>
            </a:pathLst>
          </a:custGeom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775800" y="2008440"/>
            <a:ext cx="20808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2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5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762120" y="5308200"/>
            <a:ext cx="22788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2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5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867960" y="54842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1" y="134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2"/>
                  <a:pt x="161" y="199"/>
                  <a:pt x="148" y="205"/>
                </a:cubicBezTo>
                <a:cubicBezTo>
                  <a:pt x="135" y="210"/>
                  <a:pt x="121" y="213"/>
                  <a:pt x="107" y="213"/>
                </a:cubicBezTo>
                <a:cubicBezTo>
                  <a:pt x="93" y="213"/>
                  <a:pt x="80" y="210"/>
                  <a:pt x="67" y="205"/>
                </a:cubicBezTo>
                <a:cubicBezTo>
                  <a:pt x="54" y="199"/>
                  <a:pt x="42" y="192"/>
                  <a:pt x="33" y="182"/>
                </a:cubicBezTo>
                <a:cubicBezTo>
                  <a:pt x="23" y="172"/>
                  <a:pt x="14" y="160"/>
                  <a:pt x="9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9" y="66"/>
                </a:cubicBezTo>
                <a:cubicBezTo>
                  <a:pt x="14" y="52"/>
                  <a:pt x="23" y="41"/>
                  <a:pt x="33" y="31"/>
                </a:cubicBezTo>
                <a:cubicBezTo>
                  <a:pt x="42" y="21"/>
                  <a:pt x="54" y="13"/>
                  <a:pt x="67" y="8"/>
                </a:cubicBezTo>
                <a:cubicBezTo>
                  <a:pt x="80" y="3"/>
                  <a:pt x="93" y="0"/>
                  <a:pt x="107" y="0"/>
                </a:cubicBezTo>
                <a:cubicBezTo>
                  <a:pt x="121" y="0"/>
                  <a:pt x="135" y="3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6"/>
                </a:cubicBezTo>
                <a:cubicBezTo>
                  <a:pt x="211" y="79"/>
                  <a:pt x="213" y="93"/>
                  <a:pt x="213" y="107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867960" y="54842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1" y="134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2"/>
                  <a:pt x="161" y="199"/>
                  <a:pt x="148" y="205"/>
                </a:cubicBezTo>
                <a:cubicBezTo>
                  <a:pt x="135" y="210"/>
                  <a:pt x="121" y="213"/>
                  <a:pt x="107" y="213"/>
                </a:cubicBezTo>
                <a:cubicBezTo>
                  <a:pt x="93" y="213"/>
                  <a:pt x="80" y="210"/>
                  <a:pt x="67" y="205"/>
                </a:cubicBezTo>
                <a:cubicBezTo>
                  <a:pt x="54" y="199"/>
                  <a:pt x="42" y="192"/>
                  <a:pt x="33" y="182"/>
                </a:cubicBezTo>
                <a:cubicBezTo>
                  <a:pt x="23" y="172"/>
                  <a:pt x="14" y="160"/>
                  <a:pt x="9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9" y="66"/>
                </a:cubicBezTo>
                <a:cubicBezTo>
                  <a:pt x="14" y="52"/>
                  <a:pt x="23" y="41"/>
                  <a:pt x="33" y="31"/>
                </a:cubicBezTo>
                <a:cubicBezTo>
                  <a:pt x="42" y="21"/>
                  <a:pt x="54" y="13"/>
                  <a:pt x="67" y="8"/>
                </a:cubicBezTo>
                <a:cubicBezTo>
                  <a:pt x="80" y="3"/>
                  <a:pt x="93" y="0"/>
                  <a:pt x="107" y="0"/>
                </a:cubicBezTo>
                <a:cubicBezTo>
                  <a:pt x="121" y="0"/>
                  <a:pt x="135" y="3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6"/>
                </a:cubicBezTo>
                <a:cubicBezTo>
                  <a:pt x="211" y="79"/>
                  <a:pt x="213" y="93"/>
                  <a:pt x="213" y="107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844200" y="5560560"/>
            <a:ext cx="124560" cy="200160"/>
          </a:xfrm>
          <a:custGeom>
            <a:avLst/>
            <a:gdLst/>
            <a:ahLst/>
            <a:rect l="0" t="0" r="r" b="b"/>
            <a:pathLst>
              <a:path fill="none" w="346" h="556">
                <a:moveTo>
                  <a:pt x="172" y="0"/>
                </a:moveTo>
                <a:lnTo>
                  <a:pt x="172" y="357"/>
                </a:lnTo>
                <a:moveTo>
                  <a:pt x="0" y="105"/>
                </a:moveTo>
                <a:lnTo>
                  <a:pt x="346" y="105"/>
                </a:lnTo>
                <a:moveTo>
                  <a:pt x="172" y="357"/>
                </a:moveTo>
                <a:lnTo>
                  <a:pt x="0" y="556"/>
                </a:lnTo>
                <a:moveTo>
                  <a:pt x="172" y="357"/>
                </a:moveTo>
                <a:lnTo>
                  <a:pt x="346" y="556"/>
                </a:lnTo>
              </a:path>
            </a:pathLst>
          </a:custGeom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2147400" y="1838160"/>
            <a:ext cx="594720" cy="248760"/>
          </a:xfrm>
          <a:custGeom>
            <a:avLst/>
            <a:gdLst/>
            <a:ahLst/>
            <a:rect l="0" t="0" r="r" b="b"/>
            <a:pathLst>
              <a:path w="1652" h="691">
                <a:moveTo>
                  <a:pt x="33" y="0"/>
                </a:moveTo>
                <a:lnTo>
                  <a:pt x="1618" y="0"/>
                </a:lnTo>
                <a:cubicBezTo>
                  <a:pt x="1628" y="0"/>
                  <a:pt x="1635" y="3"/>
                  <a:pt x="1642" y="10"/>
                </a:cubicBezTo>
                <a:cubicBezTo>
                  <a:pt x="1648" y="16"/>
                  <a:pt x="1652" y="24"/>
                  <a:pt x="1652" y="33"/>
                </a:cubicBezTo>
                <a:lnTo>
                  <a:pt x="1652" y="658"/>
                </a:lnTo>
                <a:cubicBezTo>
                  <a:pt x="1652" y="667"/>
                  <a:pt x="1648" y="675"/>
                  <a:pt x="1642" y="681"/>
                </a:cubicBezTo>
                <a:cubicBezTo>
                  <a:pt x="1635" y="687"/>
                  <a:pt x="1628" y="691"/>
                  <a:pt x="1618" y="691"/>
                </a:cubicBezTo>
                <a:lnTo>
                  <a:pt x="33" y="691"/>
                </a:lnTo>
                <a:cubicBezTo>
                  <a:pt x="24" y="691"/>
                  <a:pt x="16" y="687"/>
                  <a:pt x="10" y="681"/>
                </a:cubicBezTo>
                <a:cubicBezTo>
                  <a:pt x="3" y="675"/>
                  <a:pt x="0" y="667"/>
                  <a:pt x="0" y="658"/>
                </a:cubicBezTo>
                <a:lnTo>
                  <a:pt x="0" y="33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2147400" y="1838160"/>
            <a:ext cx="594720" cy="248760"/>
          </a:xfrm>
          <a:custGeom>
            <a:avLst/>
            <a:gdLst/>
            <a:ahLst/>
            <a:rect l="0" t="0" r="r" b="b"/>
            <a:pathLst>
              <a:path w="1652" h="691">
                <a:moveTo>
                  <a:pt x="33" y="0"/>
                </a:moveTo>
                <a:lnTo>
                  <a:pt x="1618" y="0"/>
                </a:lnTo>
                <a:cubicBezTo>
                  <a:pt x="1628" y="0"/>
                  <a:pt x="1635" y="3"/>
                  <a:pt x="1642" y="10"/>
                </a:cubicBezTo>
                <a:cubicBezTo>
                  <a:pt x="1648" y="16"/>
                  <a:pt x="1652" y="24"/>
                  <a:pt x="1652" y="33"/>
                </a:cubicBezTo>
                <a:lnTo>
                  <a:pt x="1652" y="658"/>
                </a:lnTo>
                <a:cubicBezTo>
                  <a:pt x="1652" y="667"/>
                  <a:pt x="1648" y="675"/>
                  <a:pt x="1642" y="681"/>
                </a:cubicBezTo>
                <a:cubicBezTo>
                  <a:pt x="1635" y="687"/>
                  <a:pt x="1628" y="691"/>
                  <a:pt x="1618" y="691"/>
                </a:cubicBezTo>
                <a:lnTo>
                  <a:pt x="33" y="691"/>
                </a:lnTo>
                <a:cubicBezTo>
                  <a:pt x="24" y="691"/>
                  <a:pt x="16" y="687"/>
                  <a:pt x="10" y="681"/>
                </a:cubicBezTo>
                <a:cubicBezTo>
                  <a:pt x="3" y="675"/>
                  <a:pt x="0" y="667"/>
                  <a:pt x="0" y="658"/>
                </a:cubicBezTo>
                <a:lnTo>
                  <a:pt x="0" y="33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775800" y="5398920"/>
            <a:ext cx="20808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2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5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2311920" y="1879200"/>
            <a:ext cx="23076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20" spc="-1" strike="noStrike">
                <a:solidFill>
                  <a:srgbClr val="001d34"/>
                </a:solidFill>
                <a:latin typeface="Calibri"/>
                <a:ea typeface="Calibri"/>
              </a:rPr>
              <a:t>Provider</a:t>
            </a:r>
            <a:endParaRPr b="0" lang="en-AU" sz="5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2147400" y="5300280"/>
            <a:ext cx="594720" cy="248760"/>
          </a:xfrm>
          <a:custGeom>
            <a:avLst/>
            <a:gdLst/>
            <a:ahLst/>
            <a:rect l="0" t="0" r="r" b="b"/>
            <a:pathLst>
              <a:path w="1652" h="691">
                <a:moveTo>
                  <a:pt x="33" y="0"/>
                </a:moveTo>
                <a:lnTo>
                  <a:pt x="1618" y="0"/>
                </a:lnTo>
                <a:cubicBezTo>
                  <a:pt x="1628" y="0"/>
                  <a:pt x="1635" y="3"/>
                  <a:pt x="1642" y="10"/>
                </a:cubicBezTo>
                <a:cubicBezTo>
                  <a:pt x="1648" y="16"/>
                  <a:pt x="1652" y="24"/>
                  <a:pt x="1652" y="33"/>
                </a:cubicBezTo>
                <a:lnTo>
                  <a:pt x="1652" y="657"/>
                </a:lnTo>
                <a:cubicBezTo>
                  <a:pt x="1652" y="667"/>
                  <a:pt x="1648" y="674"/>
                  <a:pt x="1642" y="681"/>
                </a:cubicBezTo>
                <a:cubicBezTo>
                  <a:pt x="1635" y="687"/>
                  <a:pt x="1628" y="691"/>
                  <a:pt x="1618" y="691"/>
                </a:cubicBezTo>
                <a:lnTo>
                  <a:pt x="33" y="691"/>
                </a:lnTo>
                <a:cubicBezTo>
                  <a:pt x="24" y="691"/>
                  <a:pt x="16" y="687"/>
                  <a:pt x="10" y="681"/>
                </a:cubicBezTo>
                <a:cubicBezTo>
                  <a:pt x="3" y="674"/>
                  <a:pt x="0" y="667"/>
                  <a:pt x="0" y="657"/>
                </a:cubicBezTo>
                <a:lnTo>
                  <a:pt x="0" y="33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2147400" y="5300280"/>
            <a:ext cx="594720" cy="248760"/>
          </a:xfrm>
          <a:custGeom>
            <a:avLst/>
            <a:gdLst/>
            <a:ahLst/>
            <a:rect l="0" t="0" r="r" b="b"/>
            <a:pathLst>
              <a:path w="1652" h="691">
                <a:moveTo>
                  <a:pt x="33" y="0"/>
                </a:moveTo>
                <a:lnTo>
                  <a:pt x="1618" y="0"/>
                </a:lnTo>
                <a:cubicBezTo>
                  <a:pt x="1628" y="0"/>
                  <a:pt x="1635" y="3"/>
                  <a:pt x="1642" y="10"/>
                </a:cubicBezTo>
                <a:cubicBezTo>
                  <a:pt x="1648" y="16"/>
                  <a:pt x="1652" y="24"/>
                  <a:pt x="1652" y="33"/>
                </a:cubicBezTo>
                <a:lnTo>
                  <a:pt x="1652" y="657"/>
                </a:lnTo>
                <a:cubicBezTo>
                  <a:pt x="1652" y="667"/>
                  <a:pt x="1648" y="674"/>
                  <a:pt x="1642" y="681"/>
                </a:cubicBezTo>
                <a:cubicBezTo>
                  <a:pt x="1635" y="687"/>
                  <a:pt x="1628" y="691"/>
                  <a:pt x="1618" y="691"/>
                </a:cubicBezTo>
                <a:lnTo>
                  <a:pt x="33" y="691"/>
                </a:lnTo>
                <a:cubicBezTo>
                  <a:pt x="24" y="691"/>
                  <a:pt x="16" y="687"/>
                  <a:pt x="10" y="681"/>
                </a:cubicBezTo>
                <a:cubicBezTo>
                  <a:pt x="3" y="674"/>
                  <a:pt x="0" y="667"/>
                  <a:pt x="0" y="657"/>
                </a:cubicBezTo>
                <a:lnTo>
                  <a:pt x="0" y="33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2180880" y="1970280"/>
            <a:ext cx="46260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20" spc="-1" strike="noStrike">
                <a:solidFill>
                  <a:srgbClr val="001d34"/>
                </a:solidFill>
                <a:latin typeface="Calibri"/>
                <a:ea typeface="Calibri"/>
              </a:rPr>
              <a:t>Directory (HCPD)</a:t>
            </a:r>
            <a:endParaRPr b="0" lang="en-AU" sz="5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2311920" y="5341680"/>
            <a:ext cx="23076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20" spc="-1" strike="noStrike">
                <a:solidFill>
                  <a:srgbClr val="001d34"/>
                </a:solidFill>
                <a:latin typeface="Calibri"/>
                <a:ea typeface="Calibri"/>
              </a:rPr>
              <a:t>Provider</a:t>
            </a:r>
            <a:endParaRPr b="0" lang="en-AU" sz="5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2946960" y="1838160"/>
            <a:ext cx="316440" cy="248760"/>
          </a:xfrm>
          <a:custGeom>
            <a:avLst/>
            <a:gdLst/>
            <a:ahLst/>
            <a:rect l="0" t="0" r="r" b="b"/>
            <a:pathLst>
              <a:path w="879" h="691">
                <a:moveTo>
                  <a:pt x="33" y="0"/>
                </a:moveTo>
                <a:lnTo>
                  <a:pt x="846" y="0"/>
                </a:lnTo>
                <a:cubicBezTo>
                  <a:pt x="855" y="0"/>
                  <a:pt x="863" y="3"/>
                  <a:pt x="870" y="10"/>
                </a:cubicBezTo>
                <a:cubicBezTo>
                  <a:pt x="876" y="16"/>
                  <a:pt x="879" y="24"/>
                  <a:pt x="879" y="33"/>
                </a:cubicBezTo>
                <a:lnTo>
                  <a:pt x="879" y="658"/>
                </a:lnTo>
                <a:cubicBezTo>
                  <a:pt x="879" y="667"/>
                  <a:pt x="876" y="675"/>
                  <a:pt x="870" y="681"/>
                </a:cubicBezTo>
                <a:cubicBezTo>
                  <a:pt x="863" y="687"/>
                  <a:pt x="855" y="691"/>
                  <a:pt x="846" y="691"/>
                </a:cubicBezTo>
                <a:lnTo>
                  <a:pt x="33" y="691"/>
                </a:lnTo>
                <a:cubicBezTo>
                  <a:pt x="24" y="691"/>
                  <a:pt x="16" y="687"/>
                  <a:pt x="9" y="681"/>
                </a:cubicBezTo>
                <a:cubicBezTo>
                  <a:pt x="3" y="675"/>
                  <a:pt x="0" y="667"/>
                  <a:pt x="0" y="658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2946960" y="1838160"/>
            <a:ext cx="316440" cy="248760"/>
          </a:xfrm>
          <a:custGeom>
            <a:avLst/>
            <a:gdLst/>
            <a:ahLst/>
            <a:rect l="0" t="0" r="r" b="b"/>
            <a:pathLst>
              <a:path w="879" h="691">
                <a:moveTo>
                  <a:pt x="33" y="0"/>
                </a:moveTo>
                <a:lnTo>
                  <a:pt x="846" y="0"/>
                </a:lnTo>
                <a:cubicBezTo>
                  <a:pt x="855" y="0"/>
                  <a:pt x="863" y="3"/>
                  <a:pt x="870" y="10"/>
                </a:cubicBezTo>
                <a:cubicBezTo>
                  <a:pt x="876" y="16"/>
                  <a:pt x="879" y="24"/>
                  <a:pt x="879" y="33"/>
                </a:cubicBezTo>
                <a:lnTo>
                  <a:pt x="879" y="658"/>
                </a:lnTo>
                <a:cubicBezTo>
                  <a:pt x="879" y="667"/>
                  <a:pt x="876" y="675"/>
                  <a:pt x="870" y="681"/>
                </a:cubicBezTo>
                <a:cubicBezTo>
                  <a:pt x="863" y="687"/>
                  <a:pt x="855" y="691"/>
                  <a:pt x="846" y="691"/>
                </a:cubicBezTo>
                <a:lnTo>
                  <a:pt x="33" y="691"/>
                </a:lnTo>
                <a:cubicBezTo>
                  <a:pt x="24" y="691"/>
                  <a:pt x="16" y="687"/>
                  <a:pt x="9" y="681"/>
                </a:cubicBezTo>
                <a:cubicBezTo>
                  <a:pt x="3" y="675"/>
                  <a:pt x="0" y="667"/>
                  <a:pt x="0" y="658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2180880" y="5432400"/>
            <a:ext cx="46260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20" spc="-1" strike="noStrike">
                <a:solidFill>
                  <a:srgbClr val="001d34"/>
                </a:solidFill>
                <a:latin typeface="Calibri"/>
                <a:ea typeface="Calibri"/>
              </a:rPr>
              <a:t>Directory (HCPD)</a:t>
            </a:r>
            <a:endParaRPr b="0" lang="en-AU" sz="5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2980440" y="1879200"/>
            <a:ext cx="21708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20" spc="-1" strike="noStrike">
                <a:solidFill>
                  <a:srgbClr val="001d34"/>
                </a:solidFill>
                <a:latin typeface="Calibri"/>
                <a:ea typeface="Calibri"/>
              </a:rPr>
              <a:t>Referral</a:t>
            </a:r>
            <a:endParaRPr b="0" lang="en-AU" sz="5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2946960" y="5300280"/>
            <a:ext cx="316440" cy="248760"/>
          </a:xfrm>
          <a:custGeom>
            <a:avLst/>
            <a:gdLst/>
            <a:ahLst/>
            <a:rect l="0" t="0" r="r" b="b"/>
            <a:pathLst>
              <a:path w="879" h="691">
                <a:moveTo>
                  <a:pt x="33" y="0"/>
                </a:moveTo>
                <a:lnTo>
                  <a:pt x="846" y="0"/>
                </a:lnTo>
                <a:cubicBezTo>
                  <a:pt x="855" y="0"/>
                  <a:pt x="863" y="3"/>
                  <a:pt x="870" y="10"/>
                </a:cubicBezTo>
                <a:cubicBezTo>
                  <a:pt x="876" y="16"/>
                  <a:pt x="879" y="24"/>
                  <a:pt x="879" y="33"/>
                </a:cubicBezTo>
                <a:lnTo>
                  <a:pt x="879" y="657"/>
                </a:lnTo>
                <a:cubicBezTo>
                  <a:pt x="879" y="667"/>
                  <a:pt x="876" y="674"/>
                  <a:pt x="870" y="681"/>
                </a:cubicBezTo>
                <a:cubicBezTo>
                  <a:pt x="863" y="687"/>
                  <a:pt x="855" y="691"/>
                  <a:pt x="846" y="691"/>
                </a:cubicBezTo>
                <a:lnTo>
                  <a:pt x="33" y="691"/>
                </a:lnTo>
                <a:cubicBezTo>
                  <a:pt x="24" y="691"/>
                  <a:pt x="16" y="687"/>
                  <a:pt x="9" y="681"/>
                </a:cubicBezTo>
                <a:cubicBezTo>
                  <a:pt x="3" y="674"/>
                  <a:pt x="0" y="667"/>
                  <a:pt x="0" y="657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2946960" y="5300280"/>
            <a:ext cx="316440" cy="248760"/>
          </a:xfrm>
          <a:custGeom>
            <a:avLst/>
            <a:gdLst/>
            <a:ahLst/>
            <a:rect l="0" t="0" r="r" b="b"/>
            <a:pathLst>
              <a:path w="879" h="691">
                <a:moveTo>
                  <a:pt x="33" y="0"/>
                </a:moveTo>
                <a:lnTo>
                  <a:pt x="846" y="0"/>
                </a:lnTo>
                <a:cubicBezTo>
                  <a:pt x="855" y="0"/>
                  <a:pt x="863" y="3"/>
                  <a:pt x="870" y="10"/>
                </a:cubicBezTo>
                <a:cubicBezTo>
                  <a:pt x="876" y="16"/>
                  <a:pt x="879" y="24"/>
                  <a:pt x="879" y="33"/>
                </a:cubicBezTo>
                <a:lnTo>
                  <a:pt x="879" y="657"/>
                </a:lnTo>
                <a:cubicBezTo>
                  <a:pt x="879" y="667"/>
                  <a:pt x="876" y="674"/>
                  <a:pt x="870" y="681"/>
                </a:cubicBezTo>
                <a:cubicBezTo>
                  <a:pt x="863" y="687"/>
                  <a:pt x="855" y="691"/>
                  <a:pt x="846" y="691"/>
                </a:cubicBezTo>
                <a:lnTo>
                  <a:pt x="33" y="691"/>
                </a:lnTo>
                <a:cubicBezTo>
                  <a:pt x="24" y="691"/>
                  <a:pt x="16" y="687"/>
                  <a:pt x="9" y="681"/>
                </a:cubicBezTo>
                <a:cubicBezTo>
                  <a:pt x="3" y="674"/>
                  <a:pt x="0" y="667"/>
                  <a:pt x="0" y="657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3004560" y="1970280"/>
            <a:ext cx="18972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2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5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2980440" y="5341680"/>
            <a:ext cx="21708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20" spc="-1" strike="noStrike">
                <a:solidFill>
                  <a:srgbClr val="001d34"/>
                </a:solidFill>
                <a:latin typeface="Calibri"/>
                <a:ea typeface="Calibri"/>
              </a:rPr>
              <a:t>Referral</a:t>
            </a:r>
            <a:endParaRPr b="0" lang="en-AU" sz="5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4601880" y="1838160"/>
            <a:ext cx="613080" cy="248760"/>
          </a:xfrm>
          <a:custGeom>
            <a:avLst/>
            <a:gdLst/>
            <a:ahLst/>
            <a:rect l="0" t="0" r="r" b="b"/>
            <a:pathLst>
              <a:path w="1703" h="691">
                <a:moveTo>
                  <a:pt x="33" y="0"/>
                </a:moveTo>
                <a:lnTo>
                  <a:pt x="1669" y="0"/>
                </a:lnTo>
                <a:cubicBezTo>
                  <a:pt x="1678" y="0"/>
                  <a:pt x="1687" y="3"/>
                  <a:pt x="1694" y="10"/>
                </a:cubicBezTo>
                <a:cubicBezTo>
                  <a:pt x="1700" y="16"/>
                  <a:pt x="1703" y="24"/>
                  <a:pt x="1703" y="33"/>
                </a:cubicBezTo>
                <a:lnTo>
                  <a:pt x="1703" y="658"/>
                </a:lnTo>
                <a:cubicBezTo>
                  <a:pt x="1703" y="667"/>
                  <a:pt x="1700" y="675"/>
                  <a:pt x="1694" y="681"/>
                </a:cubicBezTo>
                <a:cubicBezTo>
                  <a:pt x="1687" y="687"/>
                  <a:pt x="1678" y="691"/>
                  <a:pt x="1669" y="691"/>
                </a:cubicBezTo>
                <a:lnTo>
                  <a:pt x="33" y="691"/>
                </a:lnTo>
                <a:cubicBezTo>
                  <a:pt x="24" y="691"/>
                  <a:pt x="16" y="687"/>
                  <a:pt x="10" y="681"/>
                </a:cubicBezTo>
                <a:cubicBezTo>
                  <a:pt x="3" y="675"/>
                  <a:pt x="0" y="667"/>
                  <a:pt x="0" y="658"/>
                </a:cubicBezTo>
                <a:lnTo>
                  <a:pt x="0" y="33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4601880" y="1838160"/>
            <a:ext cx="613080" cy="248760"/>
          </a:xfrm>
          <a:custGeom>
            <a:avLst/>
            <a:gdLst/>
            <a:ahLst/>
            <a:rect l="0" t="0" r="r" b="b"/>
            <a:pathLst>
              <a:path w="1703" h="691">
                <a:moveTo>
                  <a:pt x="33" y="0"/>
                </a:moveTo>
                <a:lnTo>
                  <a:pt x="1669" y="0"/>
                </a:lnTo>
                <a:cubicBezTo>
                  <a:pt x="1678" y="0"/>
                  <a:pt x="1687" y="3"/>
                  <a:pt x="1694" y="10"/>
                </a:cubicBezTo>
                <a:cubicBezTo>
                  <a:pt x="1700" y="16"/>
                  <a:pt x="1703" y="24"/>
                  <a:pt x="1703" y="33"/>
                </a:cubicBezTo>
                <a:lnTo>
                  <a:pt x="1703" y="658"/>
                </a:lnTo>
                <a:cubicBezTo>
                  <a:pt x="1703" y="667"/>
                  <a:pt x="1700" y="675"/>
                  <a:pt x="1694" y="681"/>
                </a:cubicBezTo>
                <a:cubicBezTo>
                  <a:pt x="1687" y="687"/>
                  <a:pt x="1678" y="691"/>
                  <a:pt x="1669" y="691"/>
                </a:cubicBezTo>
                <a:lnTo>
                  <a:pt x="33" y="691"/>
                </a:lnTo>
                <a:cubicBezTo>
                  <a:pt x="24" y="691"/>
                  <a:pt x="16" y="687"/>
                  <a:pt x="10" y="681"/>
                </a:cubicBezTo>
                <a:cubicBezTo>
                  <a:pt x="3" y="675"/>
                  <a:pt x="0" y="667"/>
                  <a:pt x="0" y="658"/>
                </a:cubicBezTo>
                <a:lnTo>
                  <a:pt x="0" y="33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3004560" y="5432400"/>
            <a:ext cx="18972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2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5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4635360" y="1879200"/>
            <a:ext cx="46260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2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5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4601880" y="5300280"/>
            <a:ext cx="613080" cy="248760"/>
          </a:xfrm>
          <a:custGeom>
            <a:avLst/>
            <a:gdLst/>
            <a:ahLst/>
            <a:rect l="0" t="0" r="r" b="b"/>
            <a:pathLst>
              <a:path w="1703" h="691">
                <a:moveTo>
                  <a:pt x="33" y="0"/>
                </a:moveTo>
                <a:lnTo>
                  <a:pt x="1669" y="0"/>
                </a:lnTo>
                <a:cubicBezTo>
                  <a:pt x="1678" y="0"/>
                  <a:pt x="1687" y="3"/>
                  <a:pt x="1694" y="10"/>
                </a:cubicBezTo>
                <a:cubicBezTo>
                  <a:pt x="1700" y="16"/>
                  <a:pt x="1703" y="24"/>
                  <a:pt x="1703" y="33"/>
                </a:cubicBezTo>
                <a:lnTo>
                  <a:pt x="1703" y="657"/>
                </a:lnTo>
                <a:cubicBezTo>
                  <a:pt x="1703" y="667"/>
                  <a:pt x="1700" y="674"/>
                  <a:pt x="1694" y="681"/>
                </a:cubicBezTo>
                <a:cubicBezTo>
                  <a:pt x="1687" y="687"/>
                  <a:pt x="1678" y="691"/>
                  <a:pt x="1669" y="691"/>
                </a:cubicBezTo>
                <a:lnTo>
                  <a:pt x="33" y="691"/>
                </a:lnTo>
                <a:cubicBezTo>
                  <a:pt x="24" y="691"/>
                  <a:pt x="16" y="687"/>
                  <a:pt x="10" y="681"/>
                </a:cubicBezTo>
                <a:cubicBezTo>
                  <a:pt x="3" y="674"/>
                  <a:pt x="0" y="667"/>
                  <a:pt x="0" y="657"/>
                </a:cubicBezTo>
                <a:lnTo>
                  <a:pt x="0" y="33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4601880" y="5300280"/>
            <a:ext cx="613080" cy="248760"/>
          </a:xfrm>
          <a:custGeom>
            <a:avLst/>
            <a:gdLst/>
            <a:ahLst/>
            <a:rect l="0" t="0" r="r" b="b"/>
            <a:pathLst>
              <a:path w="1703" h="691">
                <a:moveTo>
                  <a:pt x="33" y="0"/>
                </a:moveTo>
                <a:lnTo>
                  <a:pt x="1669" y="0"/>
                </a:lnTo>
                <a:cubicBezTo>
                  <a:pt x="1678" y="0"/>
                  <a:pt x="1687" y="3"/>
                  <a:pt x="1694" y="10"/>
                </a:cubicBezTo>
                <a:cubicBezTo>
                  <a:pt x="1700" y="16"/>
                  <a:pt x="1703" y="24"/>
                  <a:pt x="1703" y="33"/>
                </a:cubicBezTo>
                <a:lnTo>
                  <a:pt x="1703" y="657"/>
                </a:lnTo>
                <a:cubicBezTo>
                  <a:pt x="1703" y="667"/>
                  <a:pt x="1700" y="674"/>
                  <a:pt x="1694" y="681"/>
                </a:cubicBezTo>
                <a:cubicBezTo>
                  <a:pt x="1687" y="687"/>
                  <a:pt x="1678" y="691"/>
                  <a:pt x="1669" y="691"/>
                </a:cubicBezTo>
                <a:lnTo>
                  <a:pt x="33" y="691"/>
                </a:lnTo>
                <a:cubicBezTo>
                  <a:pt x="24" y="691"/>
                  <a:pt x="16" y="687"/>
                  <a:pt x="10" y="681"/>
                </a:cubicBezTo>
                <a:cubicBezTo>
                  <a:pt x="3" y="674"/>
                  <a:pt x="0" y="667"/>
                  <a:pt x="0" y="657"/>
                </a:cubicBezTo>
                <a:lnTo>
                  <a:pt x="0" y="33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4812480" y="1970280"/>
            <a:ext cx="17460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2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5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4635360" y="5341680"/>
            <a:ext cx="46260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2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5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2387160" y="2232720"/>
            <a:ext cx="48240" cy="38520"/>
          </a:xfrm>
          <a:custGeom>
            <a:avLst/>
            <a:gdLst/>
            <a:ahLst/>
            <a:rect l="0" t="0" r="r" b="b"/>
            <a:pathLst>
              <a:path w="134" h="107">
                <a:moveTo>
                  <a:pt x="0" y="0"/>
                </a:moveTo>
                <a:lnTo>
                  <a:pt x="134" y="54"/>
                </a:lnTo>
                <a:lnTo>
                  <a:pt x="0" y="107"/>
                </a:lnTo>
                <a:lnTo>
                  <a:pt x="54" y="54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906120" y="2251800"/>
            <a:ext cx="150984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4812480" y="5432400"/>
            <a:ext cx="17460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2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5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911160" y="2383560"/>
            <a:ext cx="47880" cy="38520"/>
          </a:xfrm>
          <a:custGeom>
            <a:avLst/>
            <a:gdLst/>
            <a:ahLst/>
            <a:rect l="0" t="0" r="r" b="b"/>
            <a:pathLst>
              <a:path w="133" h="107">
                <a:moveTo>
                  <a:pt x="133" y="0"/>
                </a:moveTo>
                <a:lnTo>
                  <a:pt x="0" y="54"/>
                </a:lnTo>
                <a:lnTo>
                  <a:pt x="133" y="107"/>
                </a:lnTo>
                <a:lnTo>
                  <a:pt x="80" y="54"/>
                </a:lnTo>
                <a:lnTo>
                  <a:pt x="133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930240" y="2400480"/>
            <a:ext cx="1509840" cy="5040"/>
          </a:xfrm>
          <a:custGeom>
            <a:avLst/>
            <a:gdLst/>
            <a:ahLst/>
            <a:rect l="0" t="0" r="r" b="b"/>
            <a:pathLst>
              <a:path w="4194" h="14">
                <a:moveTo>
                  <a:pt x="0" y="0"/>
                </a:moveTo>
                <a:lnTo>
                  <a:pt x="26" y="0"/>
                </a:lnTo>
                <a:lnTo>
                  <a:pt x="26" y="14"/>
                </a:lnTo>
                <a:lnTo>
                  <a:pt x="0" y="14"/>
                </a:lnTo>
                <a:lnTo>
                  <a:pt x="0" y="0"/>
                </a:lnTo>
                <a:moveTo>
                  <a:pt x="53" y="0"/>
                </a:moveTo>
                <a:lnTo>
                  <a:pt x="79" y="0"/>
                </a:lnTo>
                <a:lnTo>
                  <a:pt x="79" y="14"/>
                </a:lnTo>
                <a:lnTo>
                  <a:pt x="53" y="14"/>
                </a:lnTo>
                <a:lnTo>
                  <a:pt x="53" y="0"/>
                </a:lnTo>
                <a:moveTo>
                  <a:pt x="106" y="0"/>
                </a:moveTo>
                <a:lnTo>
                  <a:pt x="132" y="0"/>
                </a:lnTo>
                <a:lnTo>
                  <a:pt x="132" y="14"/>
                </a:lnTo>
                <a:lnTo>
                  <a:pt x="106" y="14"/>
                </a:lnTo>
                <a:lnTo>
                  <a:pt x="106" y="0"/>
                </a:lnTo>
                <a:moveTo>
                  <a:pt x="159" y="0"/>
                </a:moveTo>
                <a:lnTo>
                  <a:pt x="185" y="0"/>
                </a:lnTo>
                <a:lnTo>
                  <a:pt x="185" y="14"/>
                </a:lnTo>
                <a:lnTo>
                  <a:pt x="159" y="14"/>
                </a:lnTo>
                <a:lnTo>
                  <a:pt x="159" y="0"/>
                </a:lnTo>
                <a:moveTo>
                  <a:pt x="212" y="0"/>
                </a:moveTo>
                <a:lnTo>
                  <a:pt x="238" y="0"/>
                </a:lnTo>
                <a:lnTo>
                  <a:pt x="238" y="14"/>
                </a:lnTo>
                <a:lnTo>
                  <a:pt x="212" y="14"/>
                </a:lnTo>
                <a:lnTo>
                  <a:pt x="212" y="0"/>
                </a:lnTo>
                <a:moveTo>
                  <a:pt x="264" y="0"/>
                </a:moveTo>
                <a:lnTo>
                  <a:pt x="291" y="0"/>
                </a:lnTo>
                <a:lnTo>
                  <a:pt x="291" y="14"/>
                </a:lnTo>
                <a:lnTo>
                  <a:pt x="264" y="14"/>
                </a:lnTo>
                <a:lnTo>
                  <a:pt x="264" y="0"/>
                </a:lnTo>
                <a:moveTo>
                  <a:pt x="317" y="0"/>
                </a:moveTo>
                <a:lnTo>
                  <a:pt x="344" y="0"/>
                </a:lnTo>
                <a:lnTo>
                  <a:pt x="344" y="14"/>
                </a:lnTo>
                <a:lnTo>
                  <a:pt x="317" y="14"/>
                </a:lnTo>
                <a:lnTo>
                  <a:pt x="317" y="0"/>
                </a:lnTo>
                <a:moveTo>
                  <a:pt x="370" y="0"/>
                </a:moveTo>
                <a:lnTo>
                  <a:pt x="397" y="0"/>
                </a:lnTo>
                <a:lnTo>
                  <a:pt x="397" y="14"/>
                </a:lnTo>
                <a:lnTo>
                  <a:pt x="370" y="14"/>
                </a:lnTo>
                <a:lnTo>
                  <a:pt x="370" y="0"/>
                </a:lnTo>
                <a:moveTo>
                  <a:pt x="423" y="0"/>
                </a:moveTo>
                <a:lnTo>
                  <a:pt x="450" y="0"/>
                </a:lnTo>
                <a:lnTo>
                  <a:pt x="450" y="14"/>
                </a:lnTo>
                <a:lnTo>
                  <a:pt x="423" y="14"/>
                </a:lnTo>
                <a:lnTo>
                  <a:pt x="423" y="0"/>
                </a:lnTo>
                <a:moveTo>
                  <a:pt x="476" y="0"/>
                </a:moveTo>
                <a:lnTo>
                  <a:pt x="503" y="0"/>
                </a:lnTo>
                <a:lnTo>
                  <a:pt x="503" y="14"/>
                </a:lnTo>
                <a:lnTo>
                  <a:pt x="476" y="14"/>
                </a:lnTo>
                <a:lnTo>
                  <a:pt x="476" y="0"/>
                </a:lnTo>
                <a:moveTo>
                  <a:pt x="529" y="0"/>
                </a:moveTo>
                <a:lnTo>
                  <a:pt x="556" y="0"/>
                </a:lnTo>
                <a:lnTo>
                  <a:pt x="556" y="14"/>
                </a:lnTo>
                <a:lnTo>
                  <a:pt x="529" y="14"/>
                </a:lnTo>
                <a:lnTo>
                  <a:pt x="529" y="0"/>
                </a:lnTo>
                <a:moveTo>
                  <a:pt x="582" y="0"/>
                </a:moveTo>
                <a:lnTo>
                  <a:pt x="609" y="0"/>
                </a:lnTo>
                <a:lnTo>
                  <a:pt x="609" y="14"/>
                </a:lnTo>
                <a:lnTo>
                  <a:pt x="582" y="14"/>
                </a:lnTo>
                <a:lnTo>
                  <a:pt x="582" y="0"/>
                </a:lnTo>
                <a:moveTo>
                  <a:pt x="635" y="0"/>
                </a:moveTo>
                <a:lnTo>
                  <a:pt x="662" y="0"/>
                </a:lnTo>
                <a:lnTo>
                  <a:pt x="662" y="14"/>
                </a:lnTo>
                <a:lnTo>
                  <a:pt x="635" y="14"/>
                </a:lnTo>
                <a:lnTo>
                  <a:pt x="635" y="0"/>
                </a:lnTo>
                <a:moveTo>
                  <a:pt x="688" y="0"/>
                </a:moveTo>
                <a:lnTo>
                  <a:pt x="715" y="0"/>
                </a:lnTo>
                <a:lnTo>
                  <a:pt x="715" y="14"/>
                </a:lnTo>
                <a:lnTo>
                  <a:pt x="688" y="14"/>
                </a:lnTo>
                <a:lnTo>
                  <a:pt x="688" y="0"/>
                </a:lnTo>
                <a:moveTo>
                  <a:pt x="741" y="0"/>
                </a:moveTo>
                <a:lnTo>
                  <a:pt x="768" y="0"/>
                </a:lnTo>
                <a:lnTo>
                  <a:pt x="768" y="14"/>
                </a:lnTo>
                <a:lnTo>
                  <a:pt x="741" y="14"/>
                </a:lnTo>
                <a:lnTo>
                  <a:pt x="741" y="0"/>
                </a:lnTo>
                <a:moveTo>
                  <a:pt x="794" y="0"/>
                </a:moveTo>
                <a:lnTo>
                  <a:pt x="821" y="0"/>
                </a:lnTo>
                <a:lnTo>
                  <a:pt x="821" y="14"/>
                </a:lnTo>
                <a:lnTo>
                  <a:pt x="794" y="14"/>
                </a:lnTo>
                <a:lnTo>
                  <a:pt x="794" y="0"/>
                </a:lnTo>
                <a:moveTo>
                  <a:pt x="847" y="0"/>
                </a:moveTo>
                <a:lnTo>
                  <a:pt x="874" y="0"/>
                </a:lnTo>
                <a:lnTo>
                  <a:pt x="874" y="14"/>
                </a:lnTo>
                <a:lnTo>
                  <a:pt x="847" y="14"/>
                </a:lnTo>
                <a:lnTo>
                  <a:pt x="847" y="0"/>
                </a:lnTo>
                <a:moveTo>
                  <a:pt x="900" y="0"/>
                </a:moveTo>
                <a:lnTo>
                  <a:pt x="927" y="0"/>
                </a:lnTo>
                <a:lnTo>
                  <a:pt x="927" y="14"/>
                </a:lnTo>
                <a:lnTo>
                  <a:pt x="900" y="14"/>
                </a:lnTo>
                <a:lnTo>
                  <a:pt x="900" y="0"/>
                </a:lnTo>
                <a:moveTo>
                  <a:pt x="953" y="0"/>
                </a:moveTo>
                <a:lnTo>
                  <a:pt x="980" y="0"/>
                </a:lnTo>
                <a:lnTo>
                  <a:pt x="980" y="14"/>
                </a:lnTo>
                <a:lnTo>
                  <a:pt x="953" y="14"/>
                </a:lnTo>
                <a:lnTo>
                  <a:pt x="953" y="0"/>
                </a:lnTo>
                <a:moveTo>
                  <a:pt x="1006" y="0"/>
                </a:moveTo>
                <a:lnTo>
                  <a:pt x="1033" y="0"/>
                </a:lnTo>
                <a:lnTo>
                  <a:pt x="1033" y="14"/>
                </a:lnTo>
                <a:lnTo>
                  <a:pt x="1006" y="14"/>
                </a:lnTo>
                <a:lnTo>
                  <a:pt x="1006" y="0"/>
                </a:lnTo>
                <a:moveTo>
                  <a:pt x="1059" y="0"/>
                </a:moveTo>
                <a:lnTo>
                  <a:pt x="1086" y="0"/>
                </a:lnTo>
                <a:lnTo>
                  <a:pt x="1086" y="14"/>
                </a:lnTo>
                <a:lnTo>
                  <a:pt x="1059" y="14"/>
                </a:lnTo>
                <a:lnTo>
                  <a:pt x="1059" y="0"/>
                </a:lnTo>
                <a:moveTo>
                  <a:pt x="1112" y="0"/>
                </a:moveTo>
                <a:lnTo>
                  <a:pt x="1139" y="0"/>
                </a:lnTo>
                <a:lnTo>
                  <a:pt x="1139" y="14"/>
                </a:lnTo>
                <a:lnTo>
                  <a:pt x="1112" y="14"/>
                </a:lnTo>
                <a:lnTo>
                  <a:pt x="1112" y="0"/>
                </a:lnTo>
                <a:moveTo>
                  <a:pt x="1165" y="0"/>
                </a:moveTo>
                <a:lnTo>
                  <a:pt x="1191" y="0"/>
                </a:lnTo>
                <a:lnTo>
                  <a:pt x="1191" y="14"/>
                </a:lnTo>
                <a:lnTo>
                  <a:pt x="1165" y="14"/>
                </a:lnTo>
                <a:lnTo>
                  <a:pt x="1165" y="0"/>
                </a:lnTo>
                <a:moveTo>
                  <a:pt x="1218" y="0"/>
                </a:moveTo>
                <a:lnTo>
                  <a:pt x="1244" y="0"/>
                </a:lnTo>
                <a:lnTo>
                  <a:pt x="1244" y="14"/>
                </a:lnTo>
                <a:lnTo>
                  <a:pt x="1218" y="14"/>
                </a:lnTo>
                <a:lnTo>
                  <a:pt x="1218" y="0"/>
                </a:lnTo>
                <a:moveTo>
                  <a:pt x="1271" y="0"/>
                </a:moveTo>
                <a:lnTo>
                  <a:pt x="1297" y="0"/>
                </a:lnTo>
                <a:lnTo>
                  <a:pt x="1297" y="14"/>
                </a:lnTo>
                <a:lnTo>
                  <a:pt x="1271" y="14"/>
                </a:lnTo>
                <a:lnTo>
                  <a:pt x="1271" y="0"/>
                </a:lnTo>
                <a:moveTo>
                  <a:pt x="1324" y="0"/>
                </a:moveTo>
                <a:lnTo>
                  <a:pt x="1350" y="0"/>
                </a:lnTo>
                <a:lnTo>
                  <a:pt x="1350" y="14"/>
                </a:lnTo>
                <a:lnTo>
                  <a:pt x="1324" y="14"/>
                </a:lnTo>
                <a:lnTo>
                  <a:pt x="1324" y="0"/>
                </a:lnTo>
                <a:moveTo>
                  <a:pt x="1377" y="0"/>
                </a:moveTo>
                <a:lnTo>
                  <a:pt x="1403" y="0"/>
                </a:lnTo>
                <a:lnTo>
                  <a:pt x="1403" y="14"/>
                </a:lnTo>
                <a:lnTo>
                  <a:pt x="1377" y="14"/>
                </a:lnTo>
                <a:lnTo>
                  <a:pt x="1377" y="0"/>
                </a:lnTo>
                <a:moveTo>
                  <a:pt x="1430" y="0"/>
                </a:moveTo>
                <a:lnTo>
                  <a:pt x="1456" y="0"/>
                </a:lnTo>
                <a:lnTo>
                  <a:pt x="1456" y="14"/>
                </a:lnTo>
                <a:lnTo>
                  <a:pt x="1430" y="14"/>
                </a:lnTo>
                <a:lnTo>
                  <a:pt x="1430" y="0"/>
                </a:lnTo>
                <a:moveTo>
                  <a:pt x="1483" y="0"/>
                </a:moveTo>
                <a:lnTo>
                  <a:pt x="1509" y="0"/>
                </a:lnTo>
                <a:lnTo>
                  <a:pt x="1509" y="14"/>
                </a:lnTo>
                <a:lnTo>
                  <a:pt x="1483" y="14"/>
                </a:lnTo>
                <a:lnTo>
                  <a:pt x="1483" y="0"/>
                </a:lnTo>
                <a:moveTo>
                  <a:pt x="1536" y="0"/>
                </a:moveTo>
                <a:lnTo>
                  <a:pt x="1562" y="0"/>
                </a:lnTo>
                <a:lnTo>
                  <a:pt x="1562" y="14"/>
                </a:lnTo>
                <a:lnTo>
                  <a:pt x="1536" y="14"/>
                </a:lnTo>
                <a:lnTo>
                  <a:pt x="1536" y="0"/>
                </a:lnTo>
                <a:moveTo>
                  <a:pt x="1589" y="0"/>
                </a:moveTo>
                <a:lnTo>
                  <a:pt x="1615" y="0"/>
                </a:lnTo>
                <a:lnTo>
                  <a:pt x="1615" y="14"/>
                </a:lnTo>
                <a:lnTo>
                  <a:pt x="1589" y="14"/>
                </a:lnTo>
                <a:lnTo>
                  <a:pt x="1589" y="0"/>
                </a:lnTo>
                <a:moveTo>
                  <a:pt x="1642" y="0"/>
                </a:moveTo>
                <a:lnTo>
                  <a:pt x="1668" y="0"/>
                </a:lnTo>
                <a:lnTo>
                  <a:pt x="1668" y="14"/>
                </a:lnTo>
                <a:lnTo>
                  <a:pt x="1642" y="14"/>
                </a:lnTo>
                <a:lnTo>
                  <a:pt x="1642" y="0"/>
                </a:lnTo>
                <a:moveTo>
                  <a:pt x="1695" y="0"/>
                </a:moveTo>
                <a:lnTo>
                  <a:pt x="1721" y="0"/>
                </a:lnTo>
                <a:lnTo>
                  <a:pt x="1721" y="14"/>
                </a:lnTo>
                <a:lnTo>
                  <a:pt x="1695" y="14"/>
                </a:lnTo>
                <a:lnTo>
                  <a:pt x="1695" y="0"/>
                </a:lnTo>
                <a:moveTo>
                  <a:pt x="1748" y="0"/>
                </a:moveTo>
                <a:lnTo>
                  <a:pt x="1774" y="0"/>
                </a:lnTo>
                <a:lnTo>
                  <a:pt x="1774" y="14"/>
                </a:lnTo>
                <a:lnTo>
                  <a:pt x="1748" y="14"/>
                </a:lnTo>
                <a:lnTo>
                  <a:pt x="1748" y="0"/>
                </a:lnTo>
                <a:moveTo>
                  <a:pt x="1801" y="0"/>
                </a:moveTo>
                <a:lnTo>
                  <a:pt x="1827" y="0"/>
                </a:lnTo>
                <a:lnTo>
                  <a:pt x="1827" y="14"/>
                </a:lnTo>
                <a:lnTo>
                  <a:pt x="1801" y="14"/>
                </a:lnTo>
                <a:lnTo>
                  <a:pt x="1801" y="0"/>
                </a:lnTo>
                <a:moveTo>
                  <a:pt x="1854" y="0"/>
                </a:moveTo>
                <a:lnTo>
                  <a:pt x="1880" y="0"/>
                </a:lnTo>
                <a:lnTo>
                  <a:pt x="1880" y="14"/>
                </a:lnTo>
                <a:lnTo>
                  <a:pt x="1854" y="14"/>
                </a:lnTo>
                <a:lnTo>
                  <a:pt x="1854" y="0"/>
                </a:lnTo>
                <a:moveTo>
                  <a:pt x="1907" y="0"/>
                </a:moveTo>
                <a:lnTo>
                  <a:pt x="1933" y="0"/>
                </a:lnTo>
                <a:lnTo>
                  <a:pt x="1933" y="14"/>
                </a:lnTo>
                <a:lnTo>
                  <a:pt x="1907" y="14"/>
                </a:lnTo>
                <a:lnTo>
                  <a:pt x="1907" y="0"/>
                </a:lnTo>
                <a:moveTo>
                  <a:pt x="1960" y="0"/>
                </a:moveTo>
                <a:lnTo>
                  <a:pt x="1986" y="0"/>
                </a:lnTo>
                <a:lnTo>
                  <a:pt x="1986" y="14"/>
                </a:lnTo>
                <a:lnTo>
                  <a:pt x="1960" y="14"/>
                </a:lnTo>
                <a:lnTo>
                  <a:pt x="1960" y="0"/>
                </a:lnTo>
                <a:moveTo>
                  <a:pt x="2013" y="0"/>
                </a:moveTo>
                <a:lnTo>
                  <a:pt x="2039" y="0"/>
                </a:lnTo>
                <a:lnTo>
                  <a:pt x="2039" y="14"/>
                </a:lnTo>
                <a:lnTo>
                  <a:pt x="2013" y="14"/>
                </a:lnTo>
                <a:lnTo>
                  <a:pt x="2013" y="0"/>
                </a:lnTo>
                <a:moveTo>
                  <a:pt x="2066" y="0"/>
                </a:moveTo>
                <a:lnTo>
                  <a:pt x="2092" y="0"/>
                </a:lnTo>
                <a:lnTo>
                  <a:pt x="2092" y="14"/>
                </a:lnTo>
                <a:lnTo>
                  <a:pt x="2066" y="14"/>
                </a:lnTo>
                <a:lnTo>
                  <a:pt x="2066" y="0"/>
                </a:lnTo>
                <a:moveTo>
                  <a:pt x="2118" y="0"/>
                </a:moveTo>
                <a:lnTo>
                  <a:pt x="2145" y="0"/>
                </a:lnTo>
                <a:lnTo>
                  <a:pt x="2145" y="14"/>
                </a:lnTo>
                <a:lnTo>
                  <a:pt x="2118" y="14"/>
                </a:lnTo>
                <a:lnTo>
                  <a:pt x="2118" y="0"/>
                </a:lnTo>
                <a:moveTo>
                  <a:pt x="2171" y="0"/>
                </a:moveTo>
                <a:lnTo>
                  <a:pt x="2198" y="0"/>
                </a:lnTo>
                <a:lnTo>
                  <a:pt x="2198" y="14"/>
                </a:lnTo>
                <a:lnTo>
                  <a:pt x="2171" y="14"/>
                </a:lnTo>
                <a:lnTo>
                  <a:pt x="2171" y="0"/>
                </a:lnTo>
                <a:moveTo>
                  <a:pt x="2224" y="0"/>
                </a:moveTo>
                <a:lnTo>
                  <a:pt x="2251" y="0"/>
                </a:lnTo>
                <a:lnTo>
                  <a:pt x="2251" y="14"/>
                </a:lnTo>
                <a:lnTo>
                  <a:pt x="2224" y="14"/>
                </a:lnTo>
                <a:lnTo>
                  <a:pt x="2224" y="0"/>
                </a:lnTo>
                <a:moveTo>
                  <a:pt x="2277" y="0"/>
                </a:moveTo>
                <a:lnTo>
                  <a:pt x="2304" y="0"/>
                </a:lnTo>
                <a:lnTo>
                  <a:pt x="2304" y="14"/>
                </a:lnTo>
                <a:lnTo>
                  <a:pt x="2277" y="14"/>
                </a:lnTo>
                <a:lnTo>
                  <a:pt x="2277" y="0"/>
                </a:lnTo>
                <a:moveTo>
                  <a:pt x="2330" y="0"/>
                </a:moveTo>
                <a:lnTo>
                  <a:pt x="2357" y="0"/>
                </a:lnTo>
                <a:lnTo>
                  <a:pt x="2357" y="14"/>
                </a:lnTo>
                <a:lnTo>
                  <a:pt x="2330" y="14"/>
                </a:lnTo>
                <a:lnTo>
                  <a:pt x="2330" y="0"/>
                </a:lnTo>
                <a:moveTo>
                  <a:pt x="2383" y="0"/>
                </a:moveTo>
                <a:lnTo>
                  <a:pt x="2410" y="0"/>
                </a:lnTo>
                <a:lnTo>
                  <a:pt x="2410" y="14"/>
                </a:lnTo>
                <a:lnTo>
                  <a:pt x="2383" y="14"/>
                </a:lnTo>
                <a:lnTo>
                  <a:pt x="2383" y="0"/>
                </a:lnTo>
                <a:moveTo>
                  <a:pt x="2436" y="0"/>
                </a:moveTo>
                <a:lnTo>
                  <a:pt x="2463" y="0"/>
                </a:lnTo>
                <a:lnTo>
                  <a:pt x="2463" y="14"/>
                </a:lnTo>
                <a:lnTo>
                  <a:pt x="2436" y="14"/>
                </a:lnTo>
                <a:lnTo>
                  <a:pt x="2436" y="0"/>
                </a:lnTo>
                <a:moveTo>
                  <a:pt x="2489" y="0"/>
                </a:moveTo>
                <a:lnTo>
                  <a:pt x="2516" y="0"/>
                </a:lnTo>
                <a:lnTo>
                  <a:pt x="2516" y="14"/>
                </a:lnTo>
                <a:lnTo>
                  <a:pt x="2489" y="14"/>
                </a:lnTo>
                <a:lnTo>
                  <a:pt x="2489" y="0"/>
                </a:lnTo>
                <a:moveTo>
                  <a:pt x="2542" y="0"/>
                </a:moveTo>
                <a:lnTo>
                  <a:pt x="2569" y="0"/>
                </a:lnTo>
                <a:lnTo>
                  <a:pt x="2569" y="14"/>
                </a:lnTo>
                <a:lnTo>
                  <a:pt x="2542" y="14"/>
                </a:lnTo>
                <a:lnTo>
                  <a:pt x="2542" y="0"/>
                </a:lnTo>
                <a:moveTo>
                  <a:pt x="2595" y="0"/>
                </a:moveTo>
                <a:lnTo>
                  <a:pt x="2622" y="0"/>
                </a:lnTo>
                <a:lnTo>
                  <a:pt x="2622" y="14"/>
                </a:lnTo>
                <a:lnTo>
                  <a:pt x="2595" y="14"/>
                </a:lnTo>
                <a:lnTo>
                  <a:pt x="2595" y="0"/>
                </a:lnTo>
                <a:moveTo>
                  <a:pt x="2648" y="0"/>
                </a:moveTo>
                <a:lnTo>
                  <a:pt x="2675" y="0"/>
                </a:lnTo>
                <a:lnTo>
                  <a:pt x="2675" y="14"/>
                </a:lnTo>
                <a:lnTo>
                  <a:pt x="2648" y="14"/>
                </a:lnTo>
                <a:lnTo>
                  <a:pt x="2648" y="0"/>
                </a:lnTo>
                <a:moveTo>
                  <a:pt x="2701" y="0"/>
                </a:moveTo>
                <a:lnTo>
                  <a:pt x="2728" y="0"/>
                </a:lnTo>
                <a:lnTo>
                  <a:pt x="2728" y="14"/>
                </a:lnTo>
                <a:lnTo>
                  <a:pt x="2701" y="14"/>
                </a:lnTo>
                <a:lnTo>
                  <a:pt x="2701" y="0"/>
                </a:lnTo>
                <a:moveTo>
                  <a:pt x="2754" y="0"/>
                </a:moveTo>
                <a:lnTo>
                  <a:pt x="2781" y="0"/>
                </a:lnTo>
                <a:lnTo>
                  <a:pt x="2781" y="14"/>
                </a:lnTo>
                <a:lnTo>
                  <a:pt x="2754" y="14"/>
                </a:lnTo>
                <a:lnTo>
                  <a:pt x="2754" y="0"/>
                </a:lnTo>
                <a:moveTo>
                  <a:pt x="2807" y="0"/>
                </a:moveTo>
                <a:lnTo>
                  <a:pt x="2834" y="0"/>
                </a:lnTo>
                <a:lnTo>
                  <a:pt x="2834" y="14"/>
                </a:lnTo>
                <a:lnTo>
                  <a:pt x="2807" y="14"/>
                </a:lnTo>
                <a:lnTo>
                  <a:pt x="2807" y="0"/>
                </a:lnTo>
                <a:moveTo>
                  <a:pt x="2860" y="0"/>
                </a:moveTo>
                <a:lnTo>
                  <a:pt x="2887" y="0"/>
                </a:lnTo>
                <a:lnTo>
                  <a:pt x="2887" y="14"/>
                </a:lnTo>
                <a:lnTo>
                  <a:pt x="2860" y="14"/>
                </a:lnTo>
                <a:lnTo>
                  <a:pt x="2860" y="0"/>
                </a:lnTo>
                <a:moveTo>
                  <a:pt x="2913" y="0"/>
                </a:moveTo>
                <a:lnTo>
                  <a:pt x="2940" y="0"/>
                </a:lnTo>
                <a:lnTo>
                  <a:pt x="2940" y="14"/>
                </a:lnTo>
                <a:lnTo>
                  <a:pt x="2913" y="14"/>
                </a:lnTo>
                <a:lnTo>
                  <a:pt x="2913" y="0"/>
                </a:lnTo>
                <a:moveTo>
                  <a:pt x="2966" y="0"/>
                </a:moveTo>
                <a:lnTo>
                  <a:pt x="2993" y="0"/>
                </a:lnTo>
                <a:lnTo>
                  <a:pt x="2993" y="14"/>
                </a:lnTo>
                <a:lnTo>
                  <a:pt x="2966" y="14"/>
                </a:lnTo>
                <a:lnTo>
                  <a:pt x="2966" y="0"/>
                </a:lnTo>
                <a:moveTo>
                  <a:pt x="3019" y="0"/>
                </a:moveTo>
                <a:lnTo>
                  <a:pt x="3045" y="0"/>
                </a:lnTo>
                <a:lnTo>
                  <a:pt x="3045" y="14"/>
                </a:lnTo>
                <a:lnTo>
                  <a:pt x="3019" y="14"/>
                </a:lnTo>
                <a:lnTo>
                  <a:pt x="3019" y="0"/>
                </a:lnTo>
                <a:moveTo>
                  <a:pt x="3072" y="0"/>
                </a:moveTo>
                <a:lnTo>
                  <a:pt x="3098" y="0"/>
                </a:lnTo>
                <a:lnTo>
                  <a:pt x="3098" y="14"/>
                </a:lnTo>
                <a:lnTo>
                  <a:pt x="3072" y="14"/>
                </a:lnTo>
                <a:lnTo>
                  <a:pt x="3072" y="0"/>
                </a:lnTo>
                <a:moveTo>
                  <a:pt x="3125" y="0"/>
                </a:moveTo>
                <a:lnTo>
                  <a:pt x="3151" y="0"/>
                </a:lnTo>
                <a:lnTo>
                  <a:pt x="3151" y="14"/>
                </a:lnTo>
                <a:lnTo>
                  <a:pt x="3125" y="14"/>
                </a:lnTo>
                <a:lnTo>
                  <a:pt x="3125" y="0"/>
                </a:lnTo>
                <a:moveTo>
                  <a:pt x="3178" y="0"/>
                </a:moveTo>
                <a:lnTo>
                  <a:pt x="3204" y="0"/>
                </a:lnTo>
                <a:lnTo>
                  <a:pt x="3204" y="14"/>
                </a:lnTo>
                <a:lnTo>
                  <a:pt x="3178" y="14"/>
                </a:lnTo>
                <a:lnTo>
                  <a:pt x="3178" y="0"/>
                </a:lnTo>
                <a:moveTo>
                  <a:pt x="3231" y="0"/>
                </a:moveTo>
                <a:lnTo>
                  <a:pt x="3257" y="0"/>
                </a:lnTo>
                <a:lnTo>
                  <a:pt x="3257" y="14"/>
                </a:lnTo>
                <a:lnTo>
                  <a:pt x="3231" y="14"/>
                </a:lnTo>
                <a:lnTo>
                  <a:pt x="3231" y="0"/>
                </a:lnTo>
                <a:moveTo>
                  <a:pt x="3284" y="0"/>
                </a:moveTo>
                <a:lnTo>
                  <a:pt x="3310" y="0"/>
                </a:lnTo>
                <a:lnTo>
                  <a:pt x="3310" y="14"/>
                </a:lnTo>
                <a:lnTo>
                  <a:pt x="3284" y="14"/>
                </a:lnTo>
                <a:lnTo>
                  <a:pt x="3284" y="0"/>
                </a:lnTo>
                <a:moveTo>
                  <a:pt x="3337" y="0"/>
                </a:moveTo>
                <a:lnTo>
                  <a:pt x="3363" y="0"/>
                </a:lnTo>
                <a:lnTo>
                  <a:pt x="3363" y="14"/>
                </a:lnTo>
                <a:lnTo>
                  <a:pt x="3337" y="14"/>
                </a:lnTo>
                <a:lnTo>
                  <a:pt x="3337" y="0"/>
                </a:lnTo>
                <a:moveTo>
                  <a:pt x="3390" y="0"/>
                </a:moveTo>
                <a:lnTo>
                  <a:pt x="3416" y="0"/>
                </a:lnTo>
                <a:lnTo>
                  <a:pt x="3416" y="14"/>
                </a:lnTo>
                <a:lnTo>
                  <a:pt x="3390" y="14"/>
                </a:lnTo>
                <a:lnTo>
                  <a:pt x="3390" y="0"/>
                </a:lnTo>
                <a:moveTo>
                  <a:pt x="3443" y="0"/>
                </a:moveTo>
                <a:lnTo>
                  <a:pt x="3469" y="0"/>
                </a:lnTo>
                <a:lnTo>
                  <a:pt x="3469" y="14"/>
                </a:lnTo>
                <a:lnTo>
                  <a:pt x="3443" y="14"/>
                </a:lnTo>
                <a:lnTo>
                  <a:pt x="3443" y="0"/>
                </a:lnTo>
                <a:moveTo>
                  <a:pt x="3496" y="0"/>
                </a:moveTo>
                <a:lnTo>
                  <a:pt x="3522" y="0"/>
                </a:lnTo>
                <a:lnTo>
                  <a:pt x="3522" y="14"/>
                </a:lnTo>
                <a:lnTo>
                  <a:pt x="3496" y="14"/>
                </a:lnTo>
                <a:lnTo>
                  <a:pt x="3496" y="0"/>
                </a:lnTo>
                <a:moveTo>
                  <a:pt x="3549" y="0"/>
                </a:moveTo>
                <a:lnTo>
                  <a:pt x="3575" y="0"/>
                </a:lnTo>
                <a:lnTo>
                  <a:pt x="3575" y="14"/>
                </a:lnTo>
                <a:lnTo>
                  <a:pt x="3549" y="14"/>
                </a:lnTo>
                <a:lnTo>
                  <a:pt x="3549" y="0"/>
                </a:lnTo>
                <a:moveTo>
                  <a:pt x="3602" y="0"/>
                </a:moveTo>
                <a:lnTo>
                  <a:pt x="3628" y="0"/>
                </a:lnTo>
                <a:lnTo>
                  <a:pt x="3628" y="14"/>
                </a:lnTo>
                <a:lnTo>
                  <a:pt x="3602" y="14"/>
                </a:lnTo>
                <a:lnTo>
                  <a:pt x="3602" y="0"/>
                </a:lnTo>
                <a:moveTo>
                  <a:pt x="3655" y="0"/>
                </a:moveTo>
                <a:lnTo>
                  <a:pt x="3681" y="0"/>
                </a:lnTo>
                <a:lnTo>
                  <a:pt x="3681" y="14"/>
                </a:lnTo>
                <a:lnTo>
                  <a:pt x="3655" y="14"/>
                </a:lnTo>
                <a:lnTo>
                  <a:pt x="3655" y="0"/>
                </a:lnTo>
                <a:moveTo>
                  <a:pt x="3709" y="0"/>
                </a:moveTo>
                <a:lnTo>
                  <a:pt x="3735" y="0"/>
                </a:lnTo>
                <a:lnTo>
                  <a:pt x="3735" y="14"/>
                </a:lnTo>
                <a:lnTo>
                  <a:pt x="3709" y="14"/>
                </a:lnTo>
                <a:lnTo>
                  <a:pt x="3709" y="0"/>
                </a:lnTo>
                <a:moveTo>
                  <a:pt x="3762" y="0"/>
                </a:moveTo>
                <a:lnTo>
                  <a:pt x="3788" y="0"/>
                </a:lnTo>
                <a:lnTo>
                  <a:pt x="3788" y="14"/>
                </a:lnTo>
                <a:lnTo>
                  <a:pt x="3762" y="14"/>
                </a:lnTo>
                <a:lnTo>
                  <a:pt x="3762" y="0"/>
                </a:lnTo>
                <a:moveTo>
                  <a:pt x="3815" y="0"/>
                </a:moveTo>
                <a:lnTo>
                  <a:pt x="3841" y="0"/>
                </a:lnTo>
                <a:lnTo>
                  <a:pt x="3841" y="14"/>
                </a:lnTo>
                <a:lnTo>
                  <a:pt x="3815" y="14"/>
                </a:lnTo>
                <a:lnTo>
                  <a:pt x="3815" y="0"/>
                </a:lnTo>
                <a:moveTo>
                  <a:pt x="3868" y="0"/>
                </a:moveTo>
                <a:lnTo>
                  <a:pt x="3894" y="0"/>
                </a:lnTo>
                <a:lnTo>
                  <a:pt x="3894" y="14"/>
                </a:lnTo>
                <a:lnTo>
                  <a:pt x="3868" y="14"/>
                </a:lnTo>
                <a:lnTo>
                  <a:pt x="3868" y="0"/>
                </a:lnTo>
                <a:moveTo>
                  <a:pt x="3920" y="0"/>
                </a:moveTo>
                <a:lnTo>
                  <a:pt x="3947" y="0"/>
                </a:lnTo>
                <a:lnTo>
                  <a:pt x="3947" y="14"/>
                </a:lnTo>
                <a:lnTo>
                  <a:pt x="3920" y="14"/>
                </a:lnTo>
                <a:lnTo>
                  <a:pt x="3920" y="0"/>
                </a:lnTo>
                <a:moveTo>
                  <a:pt x="3973" y="0"/>
                </a:moveTo>
                <a:lnTo>
                  <a:pt x="4000" y="0"/>
                </a:lnTo>
                <a:lnTo>
                  <a:pt x="4000" y="14"/>
                </a:lnTo>
                <a:lnTo>
                  <a:pt x="3973" y="14"/>
                </a:lnTo>
                <a:lnTo>
                  <a:pt x="3973" y="0"/>
                </a:lnTo>
                <a:moveTo>
                  <a:pt x="4026" y="0"/>
                </a:moveTo>
                <a:lnTo>
                  <a:pt x="4053" y="0"/>
                </a:lnTo>
                <a:lnTo>
                  <a:pt x="4053" y="14"/>
                </a:lnTo>
                <a:lnTo>
                  <a:pt x="4026" y="14"/>
                </a:lnTo>
                <a:lnTo>
                  <a:pt x="4026" y="0"/>
                </a:lnTo>
                <a:moveTo>
                  <a:pt x="4079" y="0"/>
                </a:moveTo>
                <a:lnTo>
                  <a:pt x="4106" y="0"/>
                </a:lnTo>
                <a:lnTo>
                  <a:pt x="4106" y="14"/>
                </a:lnTo>
                <a:lnTo>
                  <a:pt x="4079" y="14"/>
                </a:lnTo>
                <a:lnTo>
                  <a:pt x="4079" y="0"/>
                </a:lnTo>
                <a:moveTo>
                  <a:pt x="4132" y="0"/>
                </a:moveTo>
                <a:lnTo>
                  <a:pt x="4159" y="0"/>
                </a:lnTo>
                <a:lnTo>
                  <a:pt x="4159" y="14"/>
                </a:lnTo>
                <a:lnTo>
                  <a:pt x="4132" y="14"/>
                </a:lnTo>
                <a:lnTo>
                  <a:pt x="4132" y="0"/>
                </a:lnTo>
                <a:moveTo>
                  <a:pt x="4185" y="0"/>
                </a:moveTo>
                <a:lnTo>
                  <a:pt x="4194" y="0"/>
                </a:lnTo>
                <a:lnTo>
                  <a:pt x="4194" y="14"/>
                </a:lnTo>
                <a:lnTo>
                  <a:pt x="4185" y="14"/>
                </a:lnTo>
                <a:lnTo>
                  <a:pt x="4185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939600" y="2165400"/>
            <a:ext cx="1252080" cy="76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90" spc="-1" strike="noStrike">
                <a:solidFill>
                  <a:srgbClr val="000000"/>
                </a:solidFill>
                <a:latin typeface="Calibri"/>
                <a:ea typeface="Calibri"/>
              </a:rPr>
              <a:t>1. search HealthcareService / Location / Endpoint</a:t>
            </a:r>
            <a:endParaRPr b="0" lang="en-AU" sz="4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3047760" y="2534760"/>
            <a:ext cx="48240" cy="38520"/>
          </a:xfrm>
          <a:custGeom>
            <a:avLst/>
            <a:gdLst/>
            <a:ahLst/>
            <a:rect l="0" t="0" r="r" b="b"/>
            <a:pathLst>
              <a:path w="134" h="107">
                <a:moveTo>
                  <a:pt x="0" y="0"/>
                </a:moveTo>
                <a:lnTo>
                  <a:pt x="134" y="54"/>
                </a:lnTo>
                <a:lnTo>
                  <a:pt x="0" y="107"/>
                </a:lnTo>
                <a:lnTo>
                  <a:pt x="54" y="54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906120" y="2553840"/>
            <a:ext cx="217044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987480" y="2316240"/>
            <a:ext cx="985320" cy="76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90" spc="-1" strike="noStrike">
                <a:solidFill>
                  <a:srgbClr val="000000"/>
                </a:solidFill>
                <a:latin typeface="Calibri"/>
                <a:ea typeface="Calibri"/>
              </a:rPr>
              <a:t>matching services + receiving Endpoint</a:t>
            </a:r>
            <a:endParaRPr b="0" lang="en-AU" sz="4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911160" y="2685600"/>
            <a:ext cx="47880" cy="38520"/>
          </a:xfrm>
          <a:custGeom>
            <a:avLst/>
            <a:gdLst/>
            <a:ahLst/>
            <a:rect l="0" t="0" r="r" b="b"/>
            <a:pathLst>
              <a:path w="133" h="107">
                <a:moveTo>
                  <a:pt x="133" y="0"/>
                </a:moveTo>
                <a:lnTo>
                  <a:pt x="0" y="54"/>
                </a:lnTo>
                <a:lnTo>
                  <a:pt x="133" y="107"/>
                </a:lnTo>
                <a:lnTo>
                  <a:pt x="80" y="54"/>
                </a:lnTo>
                <a:lnTo>
                  <a:pt x="133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930240" y="2702520"/>
            <a:ext cx="2164680" cy="5040"/>
          </a:xfrm>
          <a:custGeom>
            <a:avLst/>
            <a:gdLst/>
            <a:ahLst/>
            <a:rect l="0" t="0" r="r" b="b"/>
            <a:pathLst>
              <a:path w="6013" h="14">
                <a:moveTo>
                  <a:pt x="0" y="0"/>
                </a:moveTo>
                <a:lnTo>
                  <a:pt x="26" y="0"/>
                </a:lnTo>
                <a:lnTo>
                  <a:pt x="26" y="14"/>
                </a:lnTo>
                <a:lnTo>
                  <a:pt x="0" y="14"/>
                </a:lnTo>
                <a:lnTo>
                  <a:pt x="0" y="0"/>
                </a:lnTo>
                <a:moveTo>
                  <a:pt x="53" y="0"/>
                </a:moveTo>
                <a:lnTo>
                  <a:pt x="79" y="0"/>
                </a:lnTo>
                <a:lnTo>
                  <a:pt x="79" y="14"/>
                </a:lnTo>
                <a:lnTo>
                  <a:pt x="53" y="14"/>
                </a:lnTo>
                <a:lnTo>
                  <a:pt x="53" y="0"/>
                </a:lnTo>
                <a:moveTo>
                  <a:pt x="106" y="0"/>
                </a:moveTo>
                <a:lnTo>
                  <a:pt x="132" y="0"/>
                </a:lnTo>
                <a:lnTo>
                  <a:pt x="132" y="14"/>
                </a:lnTo>
                <a:lnTo>
                  <a:pt x="106" y="14"/>
                </a:lnTo>
                <a:lnTo>
                  <a:pt x="106" y="0"/>
                </a:lnTo>
                <a:moveTo>
                  <a:pt x="159" y="0"/>
                </a:moveTo>
                <a:lnTo>
                  <a:pt x="185" y="0"/>
                </a:lnTo>
                <a:lnTo>
                  <a:pt x="185" y="14"/>
                </a:lnTo>
                <a:lnTo>
                  <a:pt x="159" y="14"/>
                </a:lnTo>
                <a:lnTo>
                  <a:pt x="159" y="0"/>
                </a:lnTo>
                <a:moveTo>
                  <a:pt x="212" y="0"/>
                </a:moveTo>
                <a:lnTo>
                  <a:pt x="238" y="0"/>
                </a:lnTo>
                <a:lnTo>
                  <a:pt x="238" y="14"/>
                </a:lnTo>
                <a:lnTo>
                  <a:pt x="212" y="14"/>
                </a:lnTo>
                <a:lnTo>
                  <a:pt x="212" y="0"/>
                </a:lnTo>
                <a:moveTo>
                  <a:pt x="264" y="0"/>
                </a:moveTo>
                <a:lnTo>
                  <a:pt x="291" y="0"/>
                </a:lnTo>
                <a:lnTo>
                  <a:pt x="291" y="14"/>
                </a:lnTo>
                <a:lnTo>
                  <a:pt x="264" y="14"/>
                </a:lnTo>
                <a:lnTo>
                  <a:pt x="264" y="0"/>
                </a:lnTo>
                <a:moveTo>
                  <a:pt x="317" y="0"/>
                </a:moveTo>
                <a:lnTo>
                  <a:pt x="344" y="0"/>
                </a:lnTo>
                <a:lnTo>
                  <a:pt x="344" y="14"/>
                </a:lnTo>
                <a:lnTo>
                  <a:pt x="317" y="14"/>
                </a:lnTo>
                <a:lnTo>
                  <a:pt x="317" y="0"/>
                </a:lnTo>
                <a:moveTo>
                  <a:pt x="370" y="0"/>
                </a:moveTo>
                <a:lnTo>
                  <a:pt x="397" y="0"/>
                </a:lnTo>
                <a:lnTo>
                  <a:pt x="397" y="14"/>
                </a:lnTo>
                <a:lnTo>
                  <a:pt x="370" y="14"/>
                </a:lnTo>
                <a:lnTo>
                  <a:pt x="370" y="0"/>
                </a:lnTo>
                <a:moveTo>
                  <a:pt x="424" y="0"/>
                </a:moveTo>
                <a:lnTo>
                  <a:pt x="451" y="0"/>
                </a:lnTo>
                <a:lnTo>
                  <a:pt x="451" y="14"/>
                </a:lnTo>
                <a:lnTo>
                  <a:pt x="424" y="14"/>
                </a:lnTo>
                <a:lnTo>
                  <a:pt x="424" y="0"/>
                </a:lnTo>
                <a:moveTo>
                  <a:pt x="477" y="0"/>
                </a:moveTo>
                <a:lnTo>
                  <a:pt x="504" y="0"/>
                </a:lnTo>
                <a:lnTo>
                  <a:pt x="504" y="14"/>
                </a:lnTo>
                <a:lnTo>
                  <a:pt x="477" y="14"/>
                </a:lnTo>
                <a:lnTo>
                  <a:pt x="477" y="0"/>
                </a:lnTo>
                <a:moveTo>
                  <a:pt x="530" y="0"/>
                </a:moveTo>
                <a:lnTo>
                  <a:pt x="557" y="0"/>
                </a:lnTo>
                <a:lnTo>
                  <a:pt x="557" y="14"/>
                </a:lnTo>
                <a:lnTo>
                  <a:pt x="530" y="14"/>
                </a:lnTo>
                <a:lnTo>
                  <a:pt x="530" y="0"/>
                </a:lnTo>
                <a:moveTo>
                  <a:pt x="583" y="0"/>
                </a:moveTo>
                <a:lnTo>
                  <a:pt x="610" y="0"/>
                </a:lnTo>
                <a:lnTo>
                  <a:pt x="610" y="14"/>
                </a:lnTo>
                <a:lnTo>
                  <a:pt x="583" y="14"/>
                </a:lnTo>
                <a:lnTo>
                  <a:pt x="583" y="0"/>
                </a:lnTo>
                <a:moveTo>
                  <a:pt x="636" y="0"/>
                </a:moveTo>
                <a:lnTo>
                  <a:pt x="663" y="0"/>
                </a:lnTo>
                <a:lnTo>
                  <a:pt x="663" y="14"/>
                </a:lnTo>
                <a:lnTo>
                  <a:pt x="636" y="14"/>
                </a:lnTo>
                <a:lnTo>
                  <a:pt x="636" y="0"/>
                </a:lnTo>
                <a:moveTo>
                  <a:pt x="689" y="0"/>
                </a:moveTo>
                <a:lnTo>
                  <a:pt x="716" y="0"/>
                </a:lnTo>
                <a:lnTo>
                  <a:pt x="716" y="14"/>
                </a:lnTo>
                <a:lnTo>
                  <a:pt x="689" y="14"/>
                </a:lnTo>
                <a:lnTo>
                  <a:pt x="689" y="0"/>
                </a:lnTo>
                <a:moveTo>
                  <a:pt x="742" y="0"/>
                </a:moveTo>
                <a:lnTo>
                  <a:pt x="769" y="0"/>
                </a:lnTo>
                <a:lnTo>
                  <a:pt x="769" y="14"/>
                </a:lnTo>
                <a:lnTo>
                  <a:pt x="742" y="14"/>
                </a:lnTo>
                <a:lnTo>
                  <a:pt x="742" y="0"/>
                </a:lnTo>
                <a:moveTo>
                  <a:pt x="795" y="0"/>
                </a:moveTo>
                <a:lnTo>
                  <a:pt x="822" y="0"/>
                </a:lnTo>
                <a:lnTo>
                  <a:pt x="822" y="14"/>
                </a:lnTo>
                <a:lnTo>
                  <a:pt x="795" y="14"/>
                </a:lnTo>
                <a:lnTo>
                  <a:pt x="795" y="0"/>
                </a:lnTo>
                <a:moveTo>
                  <a:pt x="848" y="0"/>
                </a:moveTo>
                <a:lnTo>
                  <a:pt x="875" y="0"/>
                </a:lnTo>
                <a:lnTo>
                  <a:pt x="875" y="14"/>
                </a:lnTo>
                <a:lnTo>
                  <a:pt x="848" y="14"/>
                </a:lnTo>
                <a:lnTo>
                  <a:pt x="848" y="0"/>
                </a:lnTo>
                <a:moveTo>
                  <a:pt x="901" y="0"/>
                </a:moveTo>
                <a:lnTo>
                  <a:pt x="928" y="0"/>
                </a:lnTo>
                <a:lnTo>
                  <a:pt x="928" y="14"/>
                </a:lnTo>
                <a:lnTo>
                  <a:pt x="901" y="14"/>
                </a:lnTo>
                <a:lnTo>
                  <a:pt x="901" y="0"/>
                </a:lnTo>
                <a:moveTo>
                  <a:pt x="954" y="0"/>
                </a:moveTo>
                <a:lnTo>
                  <a:pt x="981" y="0"/>
                </a:lnTo>
                <a:lnTo>
                  <a:pt x="981" y="14"/>
                </a:lnTo>
                <a:lnTo>
                  <a:pt x="954" y="14"/>
                </a:lnTo>
                <a:lnTo>
                  <a:pt x="954" y="0"/>
                </a:lnTo>
                <a:moveTo>
                  <a:pt x="1007" y="0"/>
                </a:moveTo>
                <a:lnTo>
                  <a:pt x="1034" y="0"/>
                </a:lnTo>
                <a:lnTo>
                  <a:pt x="1034" y="14"/>
                </a:lnTo>
                <a:lnTo>
                  <a:pt x="1007" y="14"/>
                </a:lnTo>
                <a:lnTo>
                  <a:pt x="1007" y="0"/>
                </a:lnTo>
                <a:moveTo>
                  <a:pt x="1060" y="0"/>
                </a:moveTo>
                <a:lnTo>
                  <a:pt x="1087" y="0"/>
                </a:lnTo>
                <a:lnTo>
                  <a:pt x="1087" y="14"/>
                </a:lnTo>
                <a:lnTo>
                  <a:pt x="1060" y="14"/>
                </a:lnTo>
                <a:lnTo>
                  <a:pt x="1060" y="0"/>
                </a:lnTo>
                <a:moveTo>
                  <a:pt x="1113" y="0"/>
                </a:moveTo>
                <a:lnTo>
                  <a:pt x="1140" y="0"/>
                </a:lnTo>
                <a:lnTo>
                  <a:pt x="1140" y="14"/>
                </a:lnTo>
                <a:lnTo>
                  <a:pt x="1113" y="14"/>
                </a:lnTo>
                <a:lnTo>
                  <a:pt x="1113" y="0"/>
                </a:lnTo>
                <a:moveTo>
                  <a:pt x="1166" y="0"/>
                </a:moveTo>
                <a:lnTo>
                  <a:pt x="1192" y="0"/>
                </a:lnTo>
                <a:lnTo>
                  <a:pt x="1192" y="14"/>
                </a:lnTo>
                <a:lnTo>
                  <a:pt x="1166" y="14"/>
                </a:lnTo>
                <a:lnTo>
                  <a:pt x="1166" y="0"/>
                </a:lnTo>
                <a:moveTo>
                  <a:pt x="1219" y="0"/>
                </a:moveTo>
                <a:lnTo>
                  <a:pt x="1245" y="0"/>
                </a:lnTo>
                <a:lnTo>
                  <a:pt x="1245" y="14"/>
                </a:lnTo>
                <a:lnTo>
                  <a:pt x="1219" y="14"/>
                </a:lnTo>
                <a:lnTo>
                  <a:pt x="1219" y="0"/>
                </a:lnTo>
                <a:moveTo>
                  <a:pt x="1272" y="0"/>
                </a:moveTo>
                <a:lnTo>
                  <a:pt x="1298" y="0"/>
                </a:lnTo>
                <a:lnTo>
                  <a:pt x="1298" y="14"/>
                </a:lnTo>
                <a:lnTo>
                  <a:pt x="1272" y="14"/>
                </a:lnTo>
                <a:lnTo>
                  <a:pt x="1272" y="0"/>
                </a:lnTo>
                <a:moveTo>
                  <a:pt x="1325" y="0"/>
                </a:moveTo>
                <a:lnTo>
                  <a:pt x="1351" y="0"/>
                </a:lnTo>
                <a:lnTo>
                  <a:pt x="1351" y="14"/>
                </a:lnTo>
                <a:lnTo>
                  <a:pt x="1325" y="14"/>
                </a:lnTo>
                <a:lnTo>
                  <a:pt x="1325" y="0"/>
                </a:lnTo>
                <a:moveTo>
                  <a:pt x="1378" y="0"/>
                </a:moveTo>
                <a:lnTo>
                  <a:pt x="1404" y="0"/>
                </a:lnTo>
                <a:lnTo>
                  <a:pt x="1404" y="14"/>
                </a:lnTo>
                <a:lnTo>
                  <a:pt x="1378" y="14"/>
                </a:lnTo>
                <a:lnTo>
                  <a:pt x="1378" y="0"/>
                </a:lnTo>
                <a:moveTo>
                  <a:pt x="1431" y="0"/>
                </a:moveTo>
                <a:lnTo>
                  <a:pt x="1457" y="0"/>
                </a:lnTo>
                <a:lnTo>
                  <a:pt x="1457" y="14"/>
                </a:lnTo>
                <a:lnTo>
                  <a:pt x="1431" y="14"/>
                </a:lnTo>
                <a:lnTo>
                  <a:pt x="1431" y="0"/>
                </a:lnTo>
                <a:moveTo>
                  <a:pt x="1484" y="0"/>
                </a:moveTo>
                <a:lnTo>
                  <a:pt x="1510" y="0"/>
                </a:lnTo>
                <a:lnTo>
                  <a:pt x="1510" y="14"/>
                </a:lnTo>
                <a:lnTo>
                  <a:pt x="1484" y="14"/>
                </a:lnTo>
                <a:lnTo>
                  <a:pt x="1484" y="0"/>
                </a:lnTo>
                <a:moveTo>
                  <a:pt x="1537" y="0"/>
                </a:moveTo>
                <a:lnTo>
                  <a:pt x="1563" y="0"/>
                </a:lnTo>
                <a:lnTo>
                  <a:pt x="1563" y="14"/>
                </a:lnTo>
                <a:lnTo>
                  <a:pt x="1537" y="14"/>
                </a:lnTo>
                <a:lnTo>
                  <a:pt x="1537" y="0"/>
                </a:lnTo>
                <a:moveTo>
                  <a:pt x="1590" y="0"/>
                </a:moveTo>
                <a:lnTo>
                  <a:pt x="1616" y="0"/>
                </a:lnTo>
                <a:lnTo>
                  <a:pt x="1616" y="14"/>
                </a:lnTo>
                <a:lnTo>
                  <a:pt x="1590" y="14"/>
                </a:lnTo>
                <a:lnTo>
                  <a:pt x="1590" y="0"/>
                </a:lnTo>
                <a:moveTo>
                  <a:pt x="1643" y="0"/>
                </a:moveTo>
                <a:lnTo>
                  <a:pt x="1669" y="0"/>
                </a:lnTo>
                <a:lnTo>
                  <a:pt x="1669" y="14"/>
                </a:lnTo>
                <a:lnTo>
                  <a:pt x="1643" y="14"/>
                </a:lnTo>
                <a:lnTo>
                  <a:pt x="1643" y="0"/>
                </a:lnTo>
                <a:moveTo>
                  <a:pt x="1696" y="0"/>
                </a:moveTo>
                <a:lnTo>
                  <a:pt x="1722" y="0"/>
                </a:lnTo>
                <a:lnTo>
                  <a:pt x="1722" y="14"/>
                </a:lnTo>
                <a:lnTo>
                  <a:pt x="1696" y="14"/>
                </a:lnTo>
                <a:lnTo>
                  <a:pt x="1696" y="0"/>
                </a:lnTo>
                <a:moveTo>
                  <a:pt x="1749" y="0"/>
                </a:moveTo>
                <a:lnTo>
                  <a:pt x="1775" y="0"/>
                </a:lnTo>
                <a:lnTo>
                  <a:pt x="1775" y="14"/>
                </a:lnTo>
                <a:lnTo>
                  <a:pt x="1749" y="14"/>
                </a:lnTo>
                <a:lnTo>
                  <a:pt x="1749" y="0"/>
                </a:lnTo>
                <a:moveTo>
                  <a:pt x="1802" y="0"/>
                </a:moveTo>
                <a:lnTo>
                  <a:pt x="1828" y="0"/>
                </a:lnTo>
                <a:lnTo>
                  <a:pt x="1828" y="14"/>
                </a:lnTo>
                <a:lnTo>
                  <a:pt x="1802" y="14"/>
                </a:lnTo>
                <a:lnTo>
                  <a:pt x="1802" y="0"/>
                </a:lnTo>
                <a:moveTo>
                  <a:pt x="1855" y="0"/>
                </a:moveTo>
                <a:lnTo>
                  <a:pt x="1881" y="0"/>
                </a:lnTo>
                <a:lnTo>
                  <a:pt x="1881" y="14"/>
                </a:lnTo>
                <a:lnTo>
                  <a:pt x="1855" y="14"/>
                </a:lnTo>
                <a:lnTo>
                  <a:pt x="1855" y="0"/>
                </a:lnTo>
                <a:moveTo>
                  <a:pt x="1908" y="0"/>
                </a:moveTo>
                <a:lnTo>
                  <a:pt x="1934" y="0"/>
                </a:lnTo>
                <a:lnTo>
                  <a:pt x="1934" y="14"/>
                </a:lnTo>
                <a:lnTo>
                  <a:pt x="1908" y="14"/>
                </a:lnTo>
                <a:lnTo>
                  <a:pt x="1908" y="0"/>
                </a:lnTo>
                <a:moveTo>
                  <a:pt x="1961" y="0"/>
                </a:moveTo>
                <a:lnTo>
                  <a:pt x="1987" y="0"/>
                </a:lnTo>
                <a:lnTo>
                  <a:pt x="1987" y="14"/>
                </a:lnTo>
                <a:lnTo>
                  <a:pt x="1961" y="14"/>
                </a:lnTo>
                <a:lnTo>
                  <a:pt x="1961" y="0"/>
                </a:lnTo>
                <a:moveTo>
                  <a:pt x="2014" y="0"/>
                </a:moveTo>
                <a:lnTo>
                  <a:pt x="2040" y="0"/>
                </a:lnTo>
                <a:lnTo>
                  <a:pt x="2040" y="14"/>
                </a:lnTo>
                <a:lnTo>
                  <a:pt x="2014" y="14"/>
                </a:lnTo>
                <a:lnTo>
                  <a:pt x="2014" y="0"/>
                </a:lnTo>
                <a:moveTo>
                  <a:pt x="2067" y="0"/>
                </a:moveTo>
                <a:lnTo>
                  <a:pt x="2093" y="0"/>
                </a:lnTo>
                <a:lnTo>
                  <a:pt x="2093" y="14"/>
                </a:lnTo>
                <a:lnTo>
                  <a:pt x="2067" y="14"/>
                </a:lnTo>
                <a:lnTo>
                  <a:pt x="2067" y="0"/>
                </a:lnTo>
                <a:moveTo>
                  <a:pt x="2119" y="0"/>
                </a:moveTo>
                <a:lnTo>
                  <a:pt x="2146" y="0"/>
                </a:lnTo>
                <a:lnTo>
                  <a:pt x="2146" y="14"/>
                </a:lnTo>
                <a:lnTo>
                  <a:pt x="2119" y="14"/>
                </a:lnTo>
                <a:lnTo>
                  <a:pt x="2119" y="0"/>
                </a:lnTo>
                <a:moveTo>
                  <a:pt x="2172" y="0"/>
                </a:moveTo>
                <a:lnTo>
                  <a:pt x="2199" y="0"/>
                </a:lnTo>
                <a:lnTo>
                  <a:pt x="2199" y="14"/>
                </a:lnTo>
                <a:lnTo>
                  <a:pt x="2172" y="14"/>
                </a:lnTo>
                <a:lnTo>
                  <a:pt x="2172" y="0"/>
                </a:lnTo>
                <a:moveTo>
                  <a:pt x="2225" y="0"/>
                </a:moveTo>
                <a:lnTo>
                  <a:pt x="2252" y="0"/>
                </a:lnTo>
                <a:lnTo>
                  <a:pt x="2252" y="14"/>
                </a:lnTo>
                <a:lnTo>
                  <a:pt x="2225" y="14"/>
                </a:lnTo>
                <a:lnTo>
                  <a:pt x="2225" y="0"/>
                </a:lnTo>
                <a:moveTo>
                  <a:pt x="2278" y="0"/>
                </a:moveTo>
                <a:lnTo>
                  <a:pt x="2305" y="0"/>
                </a:lnTo>
                <a:lnTo>
                  <a:pt x="2305" y="14"/>
                </a:lnTo>
                <a:lnTo>
                  <a:pt x="2278" y="14"/>
                </a:lnTo>
                <a:lnTo>
                  <a:pt x="2278" y="0"/>
                </a:lnTo>
                <a:moveTo>
                  <a:pt x="2331" y="0"/>
                </a:moveTo>
                <a:lnTo>
                  <a:pt x="2358" y="0"/>
                </a:lnTo>
                <a:lnTo>
                  <a:pt x="2358" y="14"/>
                </a:lnTo>
                <a:lnTo>
                  <a:pt x="2331" y="14"/>
                </a:lnTo>
                <a:lnTo>
                  <a:pt x="2331" y="0"/>
                </a:lnTo>
                <a:moveTo>
                  <a:pt x="2384" y="0"/>
                </a:moveTo>
                <a:lnTo>
                  <a:pt x="2411" y="0"/>
                </a:lnTo>
                <a:lnTo>
                  <a:pt x="2411" y="14"/>
                </a:lnTo>
                <a:lnTo>
                  <a:pt x="2384" y="14"/>
                </a:lnTo>
                <a:lnTo>
                  <a:pt x="2384" y="0"/>
                </a:lnTo>
                <a:moveTo>
                  <a:pt x="2437" y="0"/>
                </a:moveTo>
                <a:lnTo>
                  <a:pt x="2464" y="0"/>
                </a:lnTo>
                <a:lnTo>
                  <a:pt x="2464" y="14"/>
                </a:lnTo>
                <a:lnTo>
                  <a:pt x="2437" y="14"/>
                </a:lnTo>
                <a:lnTo>
                  <a:pt x="2437" y="0"/>
                </a:lnTo>
                <a:moveTo>
                  <a:pt x="2490" y="0"/>
                </a:moveTo>
                <a:lnTo>
                  <a:pt x="2517" y="0"/>
                </a:lnTo>
                <a:lnTo>
                  <a:pt x="2517" y="14"/>
                </a:lnTo>
                <a:lnTo>
                  <a:pt x="2490" y="14"/>
                </a:lnTo>
                <a:lnTo>
                  <a:pt x="2490" y="0"/>
                </a:lnTo>
                <a:moveTo>
                  <a:pt x="2543" y="0"/>
                </a:moveTo>
                <a:lnTo>
                  <a:pt x="2570" y="0"/>
                </a:lnTo>
                <a:lnTo>
                  <a:pt x="2570" y="14"/>
                </a:lnTo>
                <a:lnTo>
                  <a:pt x="2543" y="14"/>
                </a:lnTo>
                <a:lnTo>
                  <a:pt x="2543" y="0"/>
                </a:lnTo>
                <a:moveTo>
                  <a:pt x="2596" y="0"/>
                </a:moveTo>
                <a:lnTo>
                  <a:pt x="2623" y="0"/>
                </a:lnTo>
                <a:lnTo>
                  <a:pt x="2623" y="14"/>
                </a:lnTo>
                <a:lnTo>
                  <a:pt x="2596" y="14"/>
                </a:lnTo>
                <a:lnTo>
                  <a:pt x="2596" y="0"/>
                </a:lnTo>
                <a:moveTo>
                  <a:pt x="2649" y="0"/>
                </a:moveTo>
                <a:lnTo>
                  <a:pt x="2676" y="0"/>
                </a:lnTo>
                <a:lnTo>
                  <a:pt x="2676" y="14"/>
                </a:lnTo>
                <a:lnTo>
                  <a:pt x="2649" y="14"/>
                </a:lnTo>
                <a:lnTo>
                  <a:pt x="2649" y="0"/>
                </a:lnTo>
                <a:moveTo>
                  <a:pt x="2702" y="0"/>
                </a:moveTo>
                <a:lnTo>
                  <a:pt x="2729" y="0"/>
                </a:lnTo>
                <a:lnTo>
                  <a:pt x="2729" y="14"/>
                </a:lnTo>
                <a:lnTo>
                  <a:pt x="2702" y="14"/>
                </a:lnTo>
                <a:lnTo>
                  <a:pt x="2702" y="0"/>
                </a:lnTo>
                <a:moveTo>
                  <a:pt x="2755" y="0"/>
                </a:moveTo>
                <a:lnTo>
                  <a:pt x="2782" y="0"/>
                </a:lnTo>
                <a:lnTo>
                  <a:pt x="2782" y="14"/>
                </a:lnTo>
                <a:lnTo>
                  <a:pt x="2755" y="14"/>
                </a:lnTo>
                <a:lnTo>
                  <a:pt x="2755" y="0"/>
                </a:lnTo>
                <a:moveTo>
                  <a:pt x="2808" y="0"/>
                </a:moveTo>
                <a:lnTo>
                  <a:pt x="2835" y="0"/>
                </a:lnTo>
                <a:lnTo>
                  <a:pt x="2835" y="14"/>
                </a:lnTo>
                <a:lnTo>
                  <a:pt x="2808" y="14"/>
                </a:lnTo>
                <a:lnTo>
                  <a:pt x="2808" y="0"/>
                </a:lnTo>
                <a:moveTo>
                  <a:pt x="2861" y="0"/>
                </a:moveTo>
                <a:lnTo>
                  <a:pt x="2888" y="0"/>
                </a:lnTo>
                <a:lnTo>
                  <a:pt x="2888" y="14"/>
                </a:lnTo>
                <a:lnTo>
                  <a:pt x="2861" y="14"/>
                </a:lnTo>
                <a:lnTo>
                  <a:pt x="2861" y="0"/>
                </a:lnTo>
                <a:moveTo>
                  <a:pt x="2914" y="0"/>
                </a:moveTo>
                <a:lnTo>
                  <a:pt x="2941" y="0"/>
                </a:lnTo>
                <a:lnTo>
                  <a:pt x="2941" y="14"/>
                </a:lnTo>
                <a:lnTo>
                  <a:pt x="2914" y="14"/>
                </a:lnTo>
                <a:lnTo>
                  <a:pt x="2914" y="0"/>
                </a:lnTo>
                <a:moveTo>
                  <a:pt x="2967" y="0"/>
                </a:moveTo>
                <a:lnTo>
                  <a:pt x="2994" y="0"/>
                </a:lnTo>
                <a:lnTo>
                  <a:pt x="2994" y="14"/>
                </a:lnTo>
                <a:lnTo>
                  <a:pt x="2967" y="14"/>
                </a:lnTo>
                <a:lnTo>
                  <a:pt x="2967" y="0"/>
                </a:lnTo>
                <a:moveTo>
                  <a:pt x="3020" y="0"/>
                </a:moveTo>
                <a:lnTo>
                  <a:pt x="3046" y="0"/>
                </a:lnTo>
                <a:lnTo>
                  <a:pt x="3046" y="14"/>
                </a:lnTo>
                <a:lnTo>
                  <a:pt x="3020" y="14"/>
                </a:lnTo>
                <a:lnTo>
                  <a:pt x="3020" y="0"/>
                </a:lnTo>
                <a:moveTo>
                  <a:pt x="3073" y="0"/>
                </a:moveTo>
                <a:lnTo>
                  <a:pt x="3099" y="0"/>
                </a:lnTo>
                <a:lnTo>
                  <a:pt x="3099" y="14"/>
                </a:lnTo>
                <a:lnTo>
                  <a:pt x="3073" y="14"/>
                </a:lnTo>
                <a:lnTo>
                  <a:pt x="3073" y="0"/>
                </a:lnTo>
                <a:moveTo>
                  <a:pt x="3126" y="0"/>
                </a:moveTo>
                <a:lnTo>
                  <a:pt x="3152" y="0"/>
                </a:lnTo>
                <a:lnTo>
                  <a:pt x="3152" y="14"/>
                </a:lnTo>
                <a:lnTo>
                  <a:pt x="3126" y="14"/>
                </a:lnTo>
                <a:lnTo>
                  <a:pt x="3126" y="0"/>
                </a:lnTo>
                <a:moveTo>
                  <a:pt x="3179" y="0"/>
                </a:moveTo>
                <a:lnTo>
                  <a:pt x="3205" y="0"/>
                </a:lnTo>
                <a:lnTo>
                  <a:pt x="3205" y="14"/>
                </a:lnTo>
                <a:lnTo>
                  <a:pt x="3179" y="14"/>
                </a:lnTo>
                <a:lnTo>
                  <a:pt x="3179" y="0"/>
                </a:lnTo>
                <a:moveTo>
                  <a:pt x="3232" y="0"/>
                </a:moveTo>
                <a:lnTo>
                  <a:pt x="3258" y="0"/>
                </a:lnTo>
                <a:lnTo>
                  <a:pt x="3258" y="14"/>
                </a:lnTo>
                <a:lnTo>
                  <a:pt x="3232" y="14"/>
                </a:lnTo>
                <a:lnTo>
                  <a:pt x="3232" y="0"/>
                </a:lnTo>
                <a:moveTo>
                  <a:pt x="3285" y="0"/>
                </a:moveTo>
                <a:lnTo>
                  <a:pt x="3311" y="0"/>
                </a:lnTo>
                <a:lnTo>
                  <a:pt x="3311" y="14"/>
                </a:lnTo>
                <a:lnTo>
                  <a:pt x="3285" y="14"/>
                </a:lnTo>
                <a:lnTo>
                  <a:pt x="3285" y="0"/>
                </a:lnTo>
                <a:moveTo>
                  <a:pt x="3338" y="0"/>
                </a:moveTo>
                <a:lnTo>
                  <a:pt x="3364" y="0"/>
                </a:lnTo>
                <a:lnTo>
                  <a:pt x="3364" y="14"/>
                </a:lnTo>
                <a:lnTo>
                  <a:pt x="3338" y="14"/>
                </a:lnTo>
                <a:lnTo>
                  <a:pt x="3338" y="0"/>
                </a:lnTo>
                <a:moveTo>
                  <a:pt x="3391" y="0"/>
                </a:moveTo>
                <a:lnTo>
                  <a:pt x="3417" y="0"/>
                </a:lnTo>
                <a:lnTo>
                  <a:pt x="3417" y="14"/>
                </a:lnTo>
                <a:lnTo>
                  <a:pt x="3391" y="14"/>
                </a:lnTo>
                <a:lnTo>
                  <a:pt x="3391" y="0"/>
                </a:lnTo>
                <a:moveTo>
                  <a:pt x="3444" y="0"/>
                </a:moveTo>
                <a:lnTo>
                  <a:pt x="3470" y="0"/>
                </a:lnTo>
                <a:lnTo>
                  <a:pt x="3470" y="14"/>
                </a:lnTo>
                <a:lnTo>
                  <a:pt x="3444" y="14"/>
                </a:lnTo>
                <a:lnTo>
                  <a:pt x="3444" y="0"/>
                </a:lnTo>
                <a:moveTo>
                  <a:pt x="3497" y="0"/>
                </a:moveTo>
                <a:lnTo>
                  <a:pt x="3523" y="0"/>
                </a:lnTo>
                <a:lnTo>
                  <a:pt x="3523" y="14"/>
                </a:lnTo>
                <a:lnTo>
                  <a:pt x="3497" y="14"/>
                </a:lnTo>
                <a:lnTo>
                  <a:pt x="3497" y="0"/>
                </a:lnTo>
                <a:moveTo>
                  <a:pt x="3550" y="0"/>
                </a:moveTo>
                <a:lnTo>
                  <a:pt x="3576" y="0"/>
                </a:lnTo>
                <a:lnTo>
                  <a:pt x="3576" y="14"/>
                </a:lnTo>
                <a:lnTo>
                  <a:pt x="3550" y="14"/>
                </a:lnTo>
                <a:lnTo>
                  <a:pt x="3550" y="0"/>
                </a:lnTo>
                <a:moveTo>
                  <a:pt x="3603" y="0"/>
                </a:moveTo>
                <a:lnTo>
                  <a:pt x="3629" y="0"/>
                </a:lnTo>
                <a:lnTo>
                  <a:pt x="3629" y="14"/>
                </a:lnTo>
                <a:lnTo>
                  <a:pt x="3603" y="14"/>
                </a:lnTo>
                <a:lnTo>
                  <a:pt x="3603" y="0"/>
                </a:lnTo>
                <a:moveTo>
                  <a:pt x="3656" y="0"/>
                </a:moveTo>
                <a:lnTo>
                  <a:pt x="3682" y="0"/>
                </a:lnTo>
                <a:lnTo>
                  <a:pt x="3682" y="14"/>
                </a:lnTo>
                <a:lnTo>
                  <a:pt x="3656" y="14"/>
                </a:lnTo>
                <a:lnTo>
                  <a:pt x="3656" y="0"/>
                </a:lnTo>
                <a:moveTo>
                  <a:pt x="3709" y="0"/>
                </a:moveTo>
                <a:lnTo>
                  <a:pt x="3735" y="0"/>
                </a:lnTo>
                <a:lnTo>
                  <a:pt x="3735" y="14"/>
                </a:lnTo>
                <a:lnTo>
                  <a:pt x="3709" y="14"/>
                </a:lnTo>
                <a:lnTo>
                  <a:pt x="3709" y="0"/>
                </a:lnTo>
                <a:moveTo>
                  <a:pt x="3762" y="0"/>
                </a:moveTo>
                <a:lnTo>
                  <a:pt x="3788" y="0"/>
                </a:lnTo>
                <a:lnTo>
                  <a:pt x="3788" y="14"/>
                </a:lnTo>
                <a:lnTo>
                  <a:pt x="3762" y="14"/>
                </a:lnTo>
                <a:lnTo>
                  <a:pt x="3762" y="0"/>
                </a:lnTo>
                <a:moveTo>
                  <a:pt x="3815" y="0"/>
                </a:moveTo>
                <a:lnTo>
                  <a:pt x="3841" y="0"/>
                </a:lnTo>
                <a:lnTo>
                  <a:pt x="3841" y="14"/>
                </a:lnTo>
                <a:lnTo>
                  <a:pt x="3815" y="14"/>
                </a:lnTo>
                <a:lnTo>
                  <a:pt x="3815" y="0"/>
                </a:lnTo>
                <a:moveTo>
                  <a:pt x="3868" y="0"/>
                </a:moveTo>
                <a:lnTo>
                  <a:pt x="3894" y="0"/>
                </a:lnTo>
                <a:lnTo>
                  <a:pt x="3894" y="14"/>
                </a:lnTo>
                <a:lnTo>
                  <a:pt x="3868" y="14"/>
                </a:lnTo>
                <a:lnTo>
                  <a:pt x="3868" y="0"/>
                </a:lnTo>
                <a:moveTo>
                  <a:pt x="3920" y="0"/>
                </a:moveTo>
                <a:lnTo>
                  <a:pt x="3947" y="0"/>
                </a:lnTo>
                <a:lnTo>
                  <a:pt x="3947" y="14"/>
                </a:lnTo>
                <a:lnTo>
                  <a:pt x="3920" y="14"/>
                </a:lnTo>
                <a:lnTo>
                  <a:pt x="3920" y="0"/>
                </a:lnTo>
                <a:moveTo>
                  <a:pt x="3973" y="0"/>
                </a:moveTo>
                <a:lnTo>
                  <a:pt x="4000" y="0"/>
                </a:lnTo>
                <a:lnTo>
                  <a:pt x="4000" y="14"/>
                </a:lnTo>
                <a:lnTo>
                  <a:pt x="3973" y="14"/>
                </a:lnTo>
                <a:lnTo>
                  <a:pt x="3973" y="0"/>
                </a:lnTo>
                <a:moveTo>
                  <a:pt x="4026" y="0"/>
                </a:moveTo>
                <a:lnTo>
                  <a:pt x="4053" y="0"/>
                </a:lnTo>
                <a:lnTo>
                  <a:pt x="4053" y="14"/>
                </a:lnTo>
                <a:lnTo>
                  <a:pt x="4026" y="14"/>
                </a:lnTo>
                <a:lnTo>
                  <a:pt x="4026" y="0"/>
                </a:lnTo>
                <a:moveTo>
                  <a:pt x="4079" y="0"/>
                </a:moveTo>
                <a:lnTo>
                  <a:pt x="4106" y="0"/>
                </a:lnTo>
                <a:lnTo>
                  <a:pt x="4106" y="14"/>
                </a:lnTo>
                <a:lnTo>
                  <a:pt x="4079" y="14"/>
                </a:lnTo>
                <a:lnTo>
                  <a:pt x="4079" y="0"/>
                </a:lnTo>
                <a:moveTo>
                  <a:pt x="4132" y="0"/>
                </a:moveTo>
                <a:lnTo>
                  <a:pt x="4159" y="0"/>
                </a:lnTo>
                <a:lnTo>
                  <a:pt x="4159" y="14"/>
                </a:lnTo>
                <a:lnTo>
                  <a:pt x="4132" y="14"/>
                </a:lnTo>
                <a:lnTo>
                  <a:pt x="4132" y="0"/>
                </a:lnTo>
                <a:moveTo>
                  <a:pt x="4185" y="0"/>
                </a:moveTo>
                <a:lnTo>
                  <a:pt x="4212" y="0"/>
                </a:lnTo>
                <a:lnTo>
                  <a:pt x="4212" y="14"/>
                </a:lnTo>
                <a:lnTo>
                  <a:pt x="4185" y="14"/>
                </a:lnTo>
                <a:lnTo>
                  <a:pt x="4185" y="0"/>
                </a:lnTo>
                <a:moveTo>
                  <a:pt x="4238" y="0"/>
                </a:moveTo>
                <a:lnTo>
                  <a:pt x="4265" y="0"/>
                </a:lnTo>
                <a:lnTo>
                  <a:pt x="4265" y="14"/>
                </a:lnTo>
                <a:lnTo>
                  <a:pt x="4238" y="14"/>
                </a:lnTo>
                <a:lnTo>
                  <a:pt x="4238" y="0"/>
                </a:lnTo>
                <a:moveTo>
                  <a:pt x="4291" y="0"/>
                </a:moveTo>
                <a:lnTo>
                  <a:pt x="4318" y="0"/>
                </a:lnTo>
                <a:lnTo>
                  <a:pt x="4318" y="14"/>
                </a:lnTo>
                <a:lnTo>
                  <a:pt x="4291" y="14"/>
                </a:lnTo>
                <a:lnTo>
                  <a:pt x="4291" y="0"/>
                </a:lnTo>
                <a:moveTo>
                  <a:pt x="4344" y="0"/>
                </a:moveTo>
                <a:lnTo>
                  <a:pt x="4371" y="0"/>
                </a:lnTo>
                <a:lnTo>
                  <a:pt x="4371" y="14"/>
                </a:lnTo>
                <a:lnTo>
                  <a:pt x="4344" y="14"/>
                </a:lnTo>
                <a:lnTo>
                  <a:pt x="4344" y="0"/>
                </a:lnTo>
                <a:moveTo>
                  <a:pt x="4397" y="0"/>
                </a:moveTo>
                <a:lnTo>
                  <a:pt x="4424" y="0"/>
                </a:lnTo>
                <a:lnTo>
                  <a:pt x="4424" y="14"/>
                </a:lnTo>
                <a:lnTo>
                  <a:pt x="4397" y="14"/>
                </a:lnTo>
                <a:lnTo>
                  <a:pt x="4397" y="0"/>
                </a:lnTo>
                <a:moveTo>
                  <a:pt x="4450" y="0"/>
                </a:moveTo>
                <a:lnTo>
                  <a:pt x="4477" y="0"/>
                </a:lnTo>
                <a:lnTo>
                  <a:pt x="4477" y="14"/>
                </a:lnTo>
                <a:lnTo>
                  <a:pt x="4450" y="14"/>
                </a:lnTo>
                <a:lnTo>
                  <a:pt x="4450" y="0"/>
                </a:lnTo>
                <a:moveTo>
                  <a:pt x="4503" y="0"/>
                </a:moveTo>
                <a:lnTo>
                  <a:pt x="4530" y="0"/>
                </a:lnTo>
                <a:lnTo>
                  <a:pt x="4530" y="14"/>
                </a:lnTo>
                <a:lnTo>
                  <a:pt x="4503" y="14"/>
                </a:lnTo>
                <a:lnTo>
                  <a:pt x="4503" y="0"/>
                </a:lnTo>
                <a:moveTo>
                  <a:pt x="4556" y="0"/>
                </a:moveTo>
                <a:lnTo>
                  <a:pt x="4583" y="0"/>
                </a:lnTo>
                <a:lnTo>
                  <a:pt x="4583" y="14"/>
                </a:lnTo>
                <a:lnTo>
                  <a:pt x="4556" y="14"/>
                </a:lnTo>
                <a:lnTo>
                  <a:pt x="4556" y="0"/>
                </a:lnTo>
                <a:moveTo>
                  <a:pt x="4609" y="0"/>
                </a:moveTo>
                <a:lnTo>
                  <a:pt x="4636" y="0"/>
                </a:lnTo>
                <a:lnTo>
                  <a:pt x="4636" y="14"/>
                </a:lnTo>
                <a:lnTo>
                  <a:pt x="4609" y="14"/>
                </a:lnTo>
                <a:lnTo>
                  <a:pt x="4609" y="0"/>
                </a:lnTo>
                <a:moveTo>
                  <a:pt x="4662" y="0"/>
                </a:moveTo>
                <a:lnTo>
                  <a:pt x="4689" y="0"/>
                </a:lnTo>
                <a:lnTo>
                  <a:pt x="4689" y="14"/>
                </a:lnTo>
                <a:lnTo>
                  <a:pt x="4662" y="14"/>
                </a:lnTo>
                <a:lnTo>
                  <a:pt x="4662" y="0"/>
                </a:lnTo>
                <a:moveTo>
                  <a:pt x="4715" y="0"/>
                </a:moveTo>
                <a:lnTo>
                  <a:pt x="4742" y="0"/>
                </a:lnTo>
                <a:lnTo>
                  <a:pt x="4742" y="14"/>
                </a:lnTo>
                <a:lnTo>
                  <a:pt x="4715" y="14"/>
                </a:lnTo>
                <a:lnTo>
                  <a:pt x="4715" y="0"/>
                </a:lnTo>
                <a:moveTo>
                  <a:pt x="4768" y="0"/>
                </a:moveTo>
                <a:lnTo>
                  <a:pt x="4795" y="0"/>
                </a:lnTo>
                <a:lnTo>
                  <a:pt x="4795" y="14"/>
                </a:lnTo>
                <a:lnTo>
                  <a:pt x="4768" y="14"/>
                </a:lnTo>
                <a:lnTo>
                  <a:pt x="4768" y="0"/>
                </a:lnTo>
                <a:moveTo>
                  <a:pt x="4821" y="0"/>
                </a:moveTo>
                <a:lnTo>
                  <a:pt x="4847" y="0"/>
                </a:lnTo>
                <a:lnTo>
                  <a:pt x="4847" y="14"/>
                </a:lnTo>
                <a:lnTo>
                  <a:pt x="4821" y="14"/>
                </a:lnTo>
                <a:lnTo>
                  <a:pt x="4821" y="0"/>
                </a:lnTo>
                <a:moveTo>
                  <a:pt x="4874" y="0"/>
                </a:moveTo>
                <a:lnTo>
                  <a:pt x="4900" y="0"/>
                </a:lnTo>
                <a:lnTo>
                  <a:pt x="4900" y="14"/>
                </a:lnTo>
                <a:lnTo>
                  <a:pt x="4874" y="14"/>
                </a:lnTo>
                <a:lnTo>
                  <a:pt x="4874" y="0"/>
                </a:lnTo>
                <a:moveTo>
                  <a:pt x="4927" y="0"/>
                </a:moveTo>
                <a:lnTo>
                  <a:pt x="4953" y="0"/>
                </a:lnTo>
                <a:lnTo>
                  <a:pt x="4953" y="14"/>
                </a:lnTo>
                <a:lnTo>
                  <a:pt x="4927" y="14"/>
                </a:lnTo>
                <a:lnTo>
                  <a:pt x="4927" y="0"/>
                </a:lnTo>
                <a:moveTo>
                  <a:pt x="4980" y="0"/>
                </a:moveTo>
                <a:lnTo>
                  <a:pt x="5006" y="0"/>
                </a:lnTo>
                <a:lnTo>
                  <a:pt x="5006" y="14"/>
                </a:lnTo>
                <a:lnTo>
                  <a:pt x="4980" y="14"/>
                </a:lnTo>
                <a:lnTo>
                  <a:pt x="4980" y="0"/>
                </a:lnTo>
                <a:moveTo>
                  <a:pt x="5033" y="0"/>
                </a:moveTo>
                <a:lnTo>
                  <a:pt x="5059" y="0"/>
                </a:lnTo>
                <a:lnTo>
                  <a:pt x="5059" y="14"/>
                </a:lnTo>
                <a:lnTo>
                  <a:pt x="5033" y="14"/>
                </a:lnTo>
                <a:lnTo>
                  <a:pt x="5033" y="0"/>
                </a:lnTo>
                <a:moveTo>
                  <a:pt x="5086" y="0"/>
                </a:moveTo>
                <a:lnTo>
                  <a:pt x="5112" y="0"/>
                </a:lnTo>
                <a:lnTo>
                  <a:pt x="5112" y="14"/>
                </a:lnTo>
                <a:lnTo>
                  <a:pt x="5086" y="14"/>
                </a:lnTo>
                <a:lnTo>
                  <a:pt x="5086" y="0"/>
                </a:lnTo>
                <a:moveTo>
                  <a:pt x="5139" y="0"/>
                </a:moveTo>
                <a:lnTo>
                  <a:pt x="5165" y="0"/>
                </a:lnTo>
                <a:lnTo>
                  <a:pt x="5165" y="14"/>
                </a:lnTo>
                <a:lnTo>
                  <a:pt x="5139" y="14"/>
                </a:lnTo>
                <a:lnTo>
                  <a:pt x="5139" y="0"/>
                </a:lnTo>
                <a:moveTo>
                  <a:pt x="5192" y="0"/>
                </a:moveTo>
                <a:lnTo>
                  <a:pt x="5218" y="0"/>
                </a:lnTo>
                <a:lnTo>
                  <a:pt x="5218" y="14"/>
                </a:lnTo>
                <a:lnTo>
                  <a:pt x="5192" y="14"/>
                </a:lnTo>
                <a:lnTo>
                  <a:pt x="5192" y="0"/>
                </a:lnTo>
                <a:moveTo>
                  <a:pt x="5245" y="0"/>
                </a:moveTo>
                <a:lnTo>
                  <a:pt x="5271" y="0"/>
                </a:lnTo>
                <a:lnTo>
                  <a:pt x="5271" y="14"/>
                </a:lnTo>
                <a:lnTo>
                  <a:pt x="5245" y="14"/>
                </a:lnTo>
                <a:lnTo>
                  <a:pt x="5245" y="0"/>
                </a:lnTo>
                <a:moveTo>
                  <a:pt x="5298" y="0"/>
                </a:moveTo>
                <a:lnTo>
                  <a:pt x="5324" y="0"/>
                </a:lnTo>
                <a:lnTo>
                  <a:pt x="5324" y="14"/>
                </a:lnTo>
                <a:lnTo>
                  <a:pt x="5298" y="14"/>
                </a:lnTo>
                <a:lnTo>
                  <a:pt x="5298" y="0"/>
                </a:lnTo>
                <a:moveTo>
                  <a:pt x="5351" y="0"/>
                </a:moveTo>
                <a:lnTo>
                  <a:pt x="5377" y="0"/>
                </a:lnTo>
                <a:lnTo>
                  <a:pt x="5377" y="14"/>
                </a:lnTo>
                <a:lnTo>
                  <a:pt x="5351" y="14"/>
                </a:lnTo>
                <a:lnTo>
                  <a:pt x="5351" y="0"/>
                </a:lnTo>
                <a:moveTo>
                  <a:pt x="5404" y="0"/>
                </a:moveTo>
                <a:lnTo>
                  <a:pt x="5430" y="0"/>
                </a:lnTo>
                <a:lnTo>
                  <a:pt x="5430" y="14"/>
                </a:lnTo>
                <a:lnTo>
                  <a:pt x="5404" y="14"/>
                </a:lnTo>
                <a:lnTo>
                  <a:pt x="5404" y="0"/>
                </a:lnTo>
                <a:moveTo>
                  <a:pt x="5457" y="0"/>
                </a:moveTo>
                <a:lnTo>
                  <a:pt x="5483" y="0"/>
                </a:lnTo>
                <a:lnTo>
                  <a:pt x="5483" y="14"/>
                </a:lnTo>
                <a:lnTo>
                  <a:pt x="5457" y="14"/>
                </a:lnTo>
                <a:lnTo>
                  <a:pt x="5457" y="0"/>
                </a:lnTo>
                <a:moveTo>
                  <a:pt x="5510" y="0"/>
                </a:moveTo>
                <a:lnTo>
                  <a:pt x="5536" y="0"/>
                </a:lnTo>
                <a:lnTo>
                  <a:pt x="5536" y="14"/>
                </a:lnTo>
                <a:lnTo>
                  <a:pt x="5510" y="14"/>
                </a:lnTo>
                <a:lnTo>
                  <a:pt x="5510" y="0"/>
                </a:lnTo>
                <a:moveTo>
                  <a:pt x="5563" y="0"/>
                </a:moveTo>
                <a:lnTo>
                  <a:pt x="5589" y="0"/>
                </a:lnTo>
                <a:lnTo>
                  <a:pt x="5589" y="14"/>
                </a:lnTo>
                <a:lnTo>
                  <a:pt x="5563" y="14"/>
                </a:lnTo>
                <a:lnTo>
                  <a:pt x="5563" y="0"/>
                </a:lnTo>
                <a:moveTo>
                  <a:pt x="5616" y="0"/>
                </a:moveTo>
                <a:lnTo>
                  <a:pt x="5642" y="0"/>
                </a:lnTo>
                <a:lnTo>
                  <a:pt x="5642" y="14"/>
                </a:lnTo>
                <a:lnTo>
                  <a:pt x="5616" y="14"/>
                </a:lnTo>
                <a:lnTo>
                  <a:pt x="5616" y="0"/>
                </a:lnTo>
                <a:moveTo>
                  <a:pt x="5669" y="0"/>
                </a:moveTo>
                <a:lnTo>
                  <a:pt x="5695" y="0"/>
                </a:lnTo>
                <a:lnTo>
                  <a:pt x="5695" y="14"/>
                </a:lnTo>
                <a:lnTo>
                  <a:pt x="5669" y="14"/>
                </a:lnTo>
                <a:lnTo>
                  <a:pt x="5669" y="0"/>
                </a:lnTo>
                <a:moveTo>
                  <a:pt x="5722" y="0"/>
                </a:moveTo>
                <a:lnTo>
                  <a:pt x="5748" y="0"/>
                </a:lnTo>
                <a:lnTo>
                  <a:pt x="5748" y="14"/>
                </a:lnTo>
                <a:lnTo>
                  <a:pt x="5722" y="14"/>
                </a:lnTo>
                <a:lnTo>
                  <a:pt x="5722" y="0"/>
                </a:lnTo>
                <a:moveTo>
                  <a:pt x="5774" y="0"/>
                </a:moveTo>
                <a:lnTo>
                  <a:pt x="5801" y="0"/>
                </a:lnTo>
                <a:lnTo>
                  <a:pt x="5801" y="14"/>
                </a:lnTo>
                <a:lnTo>
                  <a:pt x="5774" y="14"/>
                </a:lnTo>
                <a:lnTo>
                  <a:pt x="5774" y="0"/>
                </a:lnTo>
                <a:moveTo>
                  <a:pt x="5827" y="0"/>
                </a:moveTo>
                <a:lnTo>
                  <a:pt x="5854" y="0"/>
                </a:lnTo>
                <a:lnTo>
                  <a:pt x="5854" y="14"/>
                </a:lnTo>
                <a:lnTo>
                  <a:pt x="5827" y="14"/>
                </a:lnTo>
                <a:lnTo>
                  <a:pt x="5827" y="0"/>
                </a:lnTo>
                <a:moveTo>
                  <a:pt x="5880" y="0"/>
                </a:moveTo>
                <a:lnTo>
                  <a:pt x="5907" y="0"/>
                </a:lnTo>
                <a:lnTo>
                  <a:pt x="5907" y="14"/>
                </a:lnTo>
                <a:lnTo>
                  <a:pt x="5880" y="14"/>
                </a:lnTo>
                <a:lnTo>
                  <a:pt x="5880" y="0"/>
                </a:lnTo>
                <a:moveTo>
                  <a:pt x="5933" y="0"/>
                </a:moveTo>
                <a:lnTo>
                  <a:pt x="5960" y="0"/>
                </a:lnTo>
                <a:lnTo>
                  <a:pt x="5960" y="14"/>
                </a:lnTo>
                <a:lnTo>
                  <a:pt x="5933" y="14"/>
                </a:lnTo>
                <a:lnTo>
                  <a:pt x="5933" y="0"/>
                </a:lnTo>
                <a:moveTo>
                  <a:pt x="5986" y="0"/>
                </a:moveTo>
                <a:lnTo>
                  <a:pt x="6013" y="0"/>
                </a:lnTo>
                <a:lnTo>
                  <a:pt x="6013" y="14"/>
                </a:lnTo>
                <a:lnTo>
                  <a:pt x="5986" y="14"/>
                </a:lnTo>
                <a:lnTo>
                  <a:pt x="5986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939600" y="2467440"/>
            <a:ext cx="1446840" cy="76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90" spc="-1" strike="noStrike">
                <a:solidFill>
                  <a:srgbClr val="000000"/>
                </a:solidFill>
                <a:latin typeface="Calibri"/>
                <a:ea typeface="Calibri"/>
              </a:rPr>
              <a:t>2. POST Bundle (ServiceRequest + Task + supporting info)</a:t>
            </a:r>
            <a:endParaRPr b="0" lang="en-AU" sz="4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3109680" y="2836800"/>
            <a:ext cx="48240" cy="38160"/>
          </a:xfrm>
          <a:custGeom>
            <a:avLst/>
            <a:gdLst/>
            <a:ahLst/>
            <a:rect l="0" t="0" r="r" b="b"/>
            <a:pathLst>
              <a:path w="134" h="106">
                <a:moveTo>
                  <a:pt x="134" y="0"/>
                </a:moveTo>
                <a:lnTo>
                  <a:pt x="0" y="54"/>
                </a:lnTo>
                <a:lnTo>
                  <a:pt x="134" y="106"/>
                </a:lnTo>
                <a:lnTo>
                  <a:pt x="81" y="54"/>
                </a:lnTo>
                <a:lnTo>
                  <a:pt x="134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3128760" y="2855880"/>
            <a:ext cx="177480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987480" y="2618280"/>
            <a:ext cx="309960" cy="76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90" spc="-1" strike="noStrike">
                <a:solidFill>
                  <a:srgbClr val="000000"/>
                </a:solidFill>
                <a:latin typeface="Calibri"/>
                <a:ea typeface="Calibri"/>
              </a:rPr>
              <a:t>201 Created</a:t>
            </a:r>
            <a:endParaRPr b="0" lang="en-AU" sz="4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4851000" y="2987640"/>
            <a:ext cx="48240" cy="38520"/>
          </a:xfrm>
          <a:custGeom>
            <a:avLst/>
            <a:gdLst/>
            <a:ahLst/>
            <a:rect l="0" t="0" r="r" b="b"/>
            <a:pathLst>
              <a:path w="134" h="107">
                <a:moveTo>
                  <a:pt x="0" y="0"/>
                </a:moveTo>
                <a:lnTo>
                  <a:pt x="134" y="54"/>
                </a:lnTo>
                <a:lnTo>
                  <a:pt x="0" y="107"/>
                </a:lnTo>
                <a:lnTo>
                  <a:pt x="53" y="54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3105000" y="3004200"/>
            <a:ext cx="1775160" cy="5400"/>
          </a:xfrm>
          <a:custGeom>
            <a:avLst/>
            <a:gdLst/>
            <a:ahLst/>
            <a:rect l="0" t="0" r="r" b="b"/>
            <a:pathLst>
              <a:path w="4931" h="15">
                <a:moveTo>
                  <a:pt x="0" y="0"/>
                </a:moveTo>
                <a:lnTo>
                  <a:pt x="27" y="0"/>
                </a:lnTo>
                <a:lnTo>
                  <a:pt x="27" y="15"/>
                </a:lnTo>
                <a:lnTo>
                  <a:pt x="0" y="15"/>
                </a:lnTo>
                <a:lnTo>
                  <a:pt x="0" y="0"/>
                </a:lnTo>
                <a:moveTo>
                  <a:pt x="53" y="0"/>
                </a:moveTo>
                <a:lnTo>
                  <a:pt x="79" y="0"/>
                </a:lnTo>
                <a:lnTo>
                  <a:pt x="79" y="15"/>
                </a:lnTo>
                <a:lnTo>
                  <a:pt x="53" y="15"/>
                </a:lnTo>
                <a:lnTo>
                  <a:pt x="53" y="0"/>
                </a:lnTo>
                <a:moveTo>
                  <a:pt x="106" y="0"/>
                </a:moveTo>
                <a:lnTo>
                  <a:pt x="132" y="0"/>
                </a:lnTo>
                <a:lnTo>
                  <a:pt x="132" y="15"/>
                </a:lnTo>
                <a:lnTo>
                  <a:pt x="106" y="15"/>
                </a:lnTo>
                <a:lnTo>
                  <a:pt x="106" y="0"/>
                </a:lnTo>
                <a:moveTo>
                  <a:pt x="159" y="0"/>
                </a:moveTo>
                <a:lnTo>
                  <a:pt x="185" y="0"/>
                </a:lnTo>
                <a:lnTo>
                  <a:pt x="185" y="15"/>
                </a:lnTo>
                <a:lnTo>
                  <a:pt x="159" y="15"/>
                </a:lnTo>
                <a:lnTo>
                  <a:pt x="159" y="0"/>
                </a:lnTo>
                <a:moveTo>
                  <a:pt x="212" y="0"/>
                </a:moveTo>
                <a:lnTo>
                  <a:pt x="238" y="0"/>
                </a:lnTo>
                <a:lnTo>
                  <a:pt x="238" y="15"/>
                </a:lnTo>
                <a:lnTo>
                  <a:pt x="212" y="15"/>
                </a:lnTo>
                <a:lnTo>
                  <a:pt x="212" y="0"/>
                </a:lnTo>
                <a:moveTo>
                  <a:pt x="265" y="0"/>
                </a:moveTo>
                <a:lnTo>
                  <a:pt x="291" y="0"/>
                </a:lnTo>
                <a:lnTo>
                  <a:pt x="291" y="15"/>
                </a:lnTo>
                <a:lnTo>
                  <a:pt x="265" y="15"/>
                </a:lnTo>
                <a:lnTo>
                  <a:pt x="265" y="0"/>
                </a:lnTo>
                <a:moveTo>
                  <a:pt x="318" y="0"/>
                </a:moveTo>
                <a:lnTo>
                  <a:pt x="344" y="0"/>
                </a:lnTo>
                <a:lnTo>
                  <a:pt x="344" y="15"/>
                </a:lnTo>
                <a:lnTo>
                  <a:pt x="318" y="15"/>
                </a:lnTo>
                <a:lnTo>
                  <a:pt x="318" y="0"/>
                </a:lnTo>
                <a:moveTo>
                  <a:pt x="371" y="0"/>
                </a:moveTo>
                <a:lnTo>
                  <a:pt x="397" y="0"/>
                </a:lnTo>
                <a:lnTo>
                  <a:pt x="397" y="15"/>
                </a:lnTo>
                <a:lnTo>
                  <a:pt x="371" y="15"/>
                </a:lnTo>
                <a:lnTo>
                  <a:pt x="371" y="0"/>
                </a:lnTo>
                <a:moveTo>
                  <a:pt x="424" y="0"/>
                </a:moveTo>
                <a:lnTo>
                  <a:pt x="450" y="0"/>
                </a:lnTo>
                <a:lnTo>
                  <a:pt x="450" y="15"/>
                </a:lnTo>
                <a:lnTo>
                  <a:pt x="424" y="15"/>
                </a:lnTo>
                <a:lnTo>
                  <a:pt x="424" y="0"/>
                </a:lnTo>
                <a:moveTo>
                  <a:pt x="477" y="0"/>
                </a:moveTo>
                <a:lnTo>
                  <a:pt x="503" y="0"/>
                </a:lnTo>
                <a:lnTo>
                  <a:pt x="503" y="15"/>
                </a:lnTo>
                <a:lnTo>
                  <a:pt x="477" y="15"/>
                </a:lnTo>
                <a:lnTo>
                  <a:pt x="477" y="0"/>
                </a:lnTo>
                <a:moveTo>
                  <a:pt x="530" y="0"/>
                </a:moveTo>
                <a:lnTo>
                  <a:pt x="556" y="0"/>
                </a:lnTo>
                <a:lnTo>
                  <a:pt x="556" y="15"/>
                </a:lnTo>
                <a:lnTo>
                  <a:pt x="530" y="15"/>
                </a:lnTo>
                <a:lnTo>
                  <a:pt x="530" y="0"/>
                </a:lnTo>
                <a:moveTo>
                  <a:pt x="583" y="0"/>
                </a:moveTo>
                <a:lnTo>
                  <a:pt x="609" y="0"/>
                </a:lnTo>
                <a:lnTo>
                  <a:pt x="609" y="15"/>
                </a:lnTo>
                <a:lnTo>
                  <a:pt x="583" y="15"/>
                </a:lnTo>
                <a:lnTo>
                  <a:pt x="583" y="0"/>
                </a:lnTo>
                <a:moveTo>
                  <a:pt x="636" y="0"/>
                </a:moveTo>
                <a:lnTo>
                  <a:pt x="662" y="0"/>
                </a:lnTo>
                <a:lnTo>
                  <a:pt x="662" y="15"/>
                </a:lnTo>
                <a:lnTo>
                  <a:pt x="636" y="15"/>
                </a:lnTo>
                <a:lnTo>
                  <a:pt x="636" y="0"/>
                </a:lnTo>
                <a:moveTo>
                  <a:pt x="689" y="0"/>
                </a:moveTo>
                <a:lnTo>
                  <a:pt x="715" y="0"/>
                </a:lnTo>
                <a:lnTo>
                  <a:pt x="715" y="15"/>
                </a:lnTo>
                <a:lnTo>
                  <a:pt x="689" y="15"/>
                </a:lnTo>
                <a:lnTo>
                  <a:pt x="689" y="0"/>
                </a:lnTo>
                <a:moveTo>
                  <a:pt x="742" y="0"/>
                </a:moveTo>
                <a:lnTo>
                  <a:pt x="768" y="0"/>
                </a:lnTo>
                <a:lnTo>
                  <a:pt x="768" y="15"/>
                </a:lnTo>
                <a:lnTo>
                  <a:pt x="742" y="15"/>
                </a:lnTo>
                <a:lnTo>
                  <a:pt x="742" y="0"/>
                </a:lnTo>
                <a:moveTo>
                  <a:pt x="795" y="0"/>
                </a:moveTo>
                <a:lnTo>
                  <a:pt x="821" y="0"/>
                </a:lnTo>
                <a:lnTo>
                  <a:pt x="821" y="15"/>
                </a:lnTo>
                <a:lnTo>
                  <a:pt x="795" y="15"/>
                </a:lnTo>
                <a:lnTo>
                  <a:pt x="795" y="0"/>
                </a:lnTo>
                <a:moveTo>
                  <a:pt x="848" y="0"/>
                </a:moveTo>
                <a:lnTo>
                  <a:pt x="874" y="0"/>
                </a:lnTo>
                <a:lnTo>
                  <a:pt x="874" y="15"/>
                </a:lnTo>
                <a:lnTo>
                  <a:pt x="848" y="15"/>
                </a:lnTo>
                <a:lnTo>
                  <a:pt x="848" y="0"/>
                </a:lnTo>
                <a:moveTo>
                  <a:pt x="901" y="0"/>
                </a:moveTo>
                <a:lnTo>
                  <a:pt x="927" y="0"/>
                </a:lnTo>
                <a:lnTo>
                  <a:pt x="927" y="15"/>
                </a:lnTo>
                <a:lnTo>
                  <a:pt x="901" y="15"/>
                </a:lnTo>
                <a:lnTo>
                  <a:pt x="901" y="0"/>
                </a:lnTo>
                <a:moveTo>
                  <a:pt x="954" y="0"/>
                </a:moveTo>
                <a:lnTo>
                  <a:pt x="980" y="0"/>
                </a:lnTo>
                <a:lnTo>
                  <a:pt x="980" y="15"/>
                </a:lnTo>
                <a:lnTo>
                  <a:pt x="954" y="15"/>
                </a:lnTo>
                <a:lnTo>
                  <a:pt x="954" y="0"/>
                </a:lnTo>
                <a:moveTo>
                  <a:pt x="1006" y="0"/>
                </a:moveTo>
                <a:lnTo>
                  <a:pt x="1033" y="0"/>
                </a:lnTo>
                <a:lnTo>
                  <a:pt x="1033" y="15"/>
                </a:lnTo>
                <a:lnTo>
                  <a:pt x="1006" y="15"/>
                </a:lnTo>
                <a:lnTo>
                  <a:pt x="1006" y="0"/>
                </a:lnTo>
                <a:moveTo>
                  <a:pt x="1059" y="0"/>
                </a:moveTo>
                <a:lnTo>
                  <a:pt x="1086" y="0"/>
                </a:lnTo>
                <a:lnTo>
                  <a:pt x="1086" y="15"/>
                </a:lnTo>
                <a:lnTo>
                  <a:pt x="1059" y="15"/>
                </a:lnTo>
                <a:lnTo>
                  <a:pt x="1059" y="0"/>
                </a:lnTo>
                <a:moveTo>
                  <a:pt x="1112" y="0"/>
                </a:moveTo>
                <a:lnTo>
                  <a:pt x="1139" y="0"/>
                </a:lnTo>
                <a:lnTo>
                  <a:pt x="1139" y="15"/>
                </a:lnTo>
                <a:lnTo>
                  <a:pt x="1112" y="15"/>
                </a:lnTo>
                <a:lnTo>
                  <a:pt x="1112" y="0"/>
                </a:lnTo>
                <a:moveTo>
                  <a:pt x="1165" y="0"/>
                </a:moveTo>
                <a:lnTo>
                  <a:pt x="1192" y="0"/>
                </a:lnTo>
                <a:lnTo>
                  <a:pt x="1192" y="15"/>
                </a:lnTo>
                <a:lnTo>
                  <a:pt x="1165" y="15"/>
                </a:lnTo>
                <a:lnTo>
                  <a:pt x="1165" y="0"/>
                </a:lnTo>
                <a:moveTo>
                  <a:pt x="1218" y="0"/>
                </a:moveTo>
                <a:lnTo>
                  <a:pt x="1245" y="0"/>
                </a:lnTo>
                <a:lnTo>
                  <a:pt x="1245" y="15"/>
                </a:lnTo>
                <a:lnTo>
                  <a:pt x="1218" y="15"/>
                </a:lnTo>
                <a:lnTo>
                  <a:pt x="1218" y="0"/>
                </a:lnTo>
                <a:moveTo>
                  <a:pt x="1271" y="0"/>
                </a:moveTo>
                <a:lnTo>
                  <a:pt x="1298" y="0"/>
                </a:lnTo>
                <a:lnTo>
                  <a:pt x="1298" y="15"/>
                </a:lnTo>
                <a:lnTo>
                  <a:pt x="1271" y="15"/>
                </a:lnTo>
                <a:lnTo>
                  <a:pt x="1271" y="0"/>
                </a:lnTo>
                <a:moveTo>
                  <a:pt x="1324" y="0"/>
                </a:moveTo>
                <a:lnTo>
                  <a:pt x="1351" y="0"/>
                </a:lnTo>
                <a:lnTo>
                  <a:pt x="1351" y="15"/>
                </a:lnTo>
                <a:lnTo>
                  <a:pt x="1324" y="15"/>
                </a:lnTo>
                <a:lnTo>
                  <a:pt x="1324" y="0"/>
                </a:lnTo>
                <a:moveTo>
                  <a:pt x="1377" y="0"/>
                </a:moveTo>
                <a:lnTo>
                  <a:pt x="1404" y="0"/>
                </a:lnTo>
                <a:lnTo>
                  <a:pt x="1404" y="15"/>
                </a:lnTo>
                <a:lnTo>
                  <a:pt x="1377" y="15"/>
                </a:lnTo>
                <a:lnTo>
                  <a:pt x="1377" y="0"/>
                </a:lnTo>
                <a:moveTo>
                  <a:pt x="1430" y="0"/>
                </a:moveTo>
                <a:lnTo>
                  <a:pt x="1457" y="0"/>
                </a:lnTo>
                <a:lnTo>
                  <a:pt x="1457" y="15"/>
                </a:lnTo>
                <a:lnTo>
                  <a:pt x="1430" y="15"/>
                </a:lnTo>
                <a:lnTo>
                  <a:pt x="1430" y="0"/>
                </a:lnTo>
                <a:moveTo>
                  <a:pt x="1483" y="0"/>
                </a:moveTo>
                <a:lnTo>
                  <a:pt x="1510" y="0"/>
                </a:lnTo>
                <a:lnTo>
                  <a:pt x="1510" y="15"/>
                </a:lnTo>
                <a:lnTo>
                  <a:pt x="1483" y="15"/>
                </a:lnTo>
                <a:lnTo>
                  <a:pt x="1483" y="0"/>
                </a:lnTo>
                <a:moveTo>
                  <a:pt x="1536" y="0"/>
                </a:moveTo>
                <a:lnTo>
                  <a:pt x="1563" y="0"/>
                </a:lnTo>
                <a:lnTo>
                  <a:pt x="1563" y="15"/>
                </a:lnTo>
                <a:lnTo>
                  <a:pt x="1536" y="15"/>
                </a:lnTo>
                <a:lnTo>
                  <a:pt x="1536" y="0"/>
                </a:lnTo>
                <a:moveTo>
                  <a:pt x="1589" y="0"/>
                </a:moveTo>
                <a:lnTo>
                  <a:pt x="1616" y="0"/>
                </a:lnTo>
                <a:lnTo>
                  <a:pt x="1616" y="15"/>
                </a:lnTo>
                <a:lnTo>
                  <a:pt x="1589" y="15"/>
                </a:lnTo>
                <a:lnTo>
                  <a:pt x="1589" y="0"/>
                </a:lnTo>
                <a:moveTo>
                  <a:pt x="1642" y="0"/>
                </a:moveTo>
                <a:lnTo>
                  <a:pt x="1669" y="0"/>
                </a:lnTo>
                <a:lnTo>
                  <a:pt x="1669" y="15"/>
                </a:lnTo>
                <a:lnTo>
                  <a:pt x="1642" y="15"/>
                </a:lnTo>
                <a:lnTo>
                  <a:pt x="1642" y="0"/>
                </a:lnTo>
                <a:moveTo>
                  <a:pt x="1695" y="0"/>
                </a:moveTo>
                <a:lnTo>
                  <a:pt x="1722" y="0"/>
                </a:lnTo>
                <a:lnTo>
                  <a:pt x="1722" y="15"/>
                </a:lnTo>
                <a:lnTo>
                  <a:pt x="1695" y="15"/>
                </a:lnTo>
                <a:lnTo>
                  <a:pt x="1695" y="0"/>
                </a:lnTo>
                <a:moveTo>
                  <a:pt x="1748" y="0"/>
                </a:moveTo>
                <a:lnTo>
                  <a:pt x="1775" y="0"/>
                </a:lnTo>
                <a:lnTo>
                  <a:pt x="1775" y="15"/>
                </a:lnTo>
                <a:lnTo>
                  <a:pt x="1748" y="15"/>
                </a:lnTo>
                <a:lnTo>
                  <a:pt x="1748" y="0"/>
                </a:lnTo>
                <a:moveTo>
                  <a:pt x="1801" y="0"/>
                </a:moveTo>
                <a:lnTo>
                  <a:pt x="1828" y="0"/>
                </a:lnTo>
                <a:lnTo>
                  <a:pt x="1828" y="15"/>
                </a:lnTo>
                <a:lnTo>
                  <a:pt x="1801" y="15"/>
                </a:lnTo>
                <a:lnTo>
                  <a:pt x="1801" y="0"/>
                </a:lnTo>
                <a:moveTo>
                  <a:pt x="1854" y="0"/>
                </a:moveTo>
                <a:lnTo>
                  <a:pt x="1881" y="0"/>
                </a:lnTo>
                <a:lnTo>
                  <a:pt x="1881" y="15"/>
                </a:lnTo>
                <a:lnTo>
                  <a:pt x="1854" y="15"/>
                </a:lnTo>
                <a:lnTo>
                  <a:pt x="1854" y="0"/>
                </a:lnTo>
                <a:moveTo>
                  <a:pt x="1907" y="0"/>
                </a:moveTo>
                <a:lnTo>
                  <a:pt x="1933" y="0"/>
                </a:lnTo>
                <a:lnTo>
                  <a:pt x="1933" y="15"/>
                </a:lnTo>
                <a:lnTo>
                  <a:pt x="1907" y="15"/>
                </a:lnTo>
                <a:lnTo>
                  <a:pt x="1907" y="0"/>
                </a:lnTo>
                <a:moveTo>
                  <a:pt x="1960" y="0"/>
                </a:moveTo>
                <a:lnTo>
                  <a:pt x="1986" y="0"/>
                </a:lnTo>
                <a:lnTo>
                  <a:pt x="1986" y="15"/>
                </a:lnTo>
                <a:lnTo>
                  <a:pt x="1960" y="15"/>
                </a:lnTo>
                <a:lnTo>
                  <a:pt x="1960" y="0"/>
                </a:lnTo>
                <a:moveTo>
                  <a:pt x="2013" y="0"/>
                </a:moveTo>
                <a:lnTo>
                  <a:pt x="2039" y="0"/>
                </a:lnTo>
                <a:lnTo>
                  <a:pt x="2039" y="15"/>
                </a:lnTo>
                <a:lnTo>
                  <a:pt x="2013" y="15"/>
                </a:lnTo>
                <a:lnTo>
                  <a:pt x="2013" y="0"/>
                </a:lnTo>
                <a:moveTo>
                  <a:pt x="2066" y="0"/>
                </a:moveTo>
                <a:lnTo>
                  <a:pt x="2092" y="0"/>
                </a:lnTo>
                <a:lnTo>
                  <a:pt x="2092" y="15"/>
                </a:lnTo>
                <a:lnTo>
                  <a:pt x="2066" y="15"/>
                </a:lnTo>
                <a:lnTo>
                  <a:pt x="2066" y="0"/>
                </a:lnTo>
                <a:moveTo>
                  <a:pt x="2119" y="0"/>
                </a:moveTo>
                <a:lnTo>
                  <a:pt x="2145" y="0"/>
                </a:lnTo>
                <a:lnTo>
                  <a:pt x="2145" y="15"/>
                </a:lnTo>
                <a:lnTo>
                  <a:pt x="2119" y="15"/>
                </a:lnTo>
                <a:lnTo>
                  <a:pt x="2119" y="0"/>
                </a:lnTo>
                <a:moveTo>
                  <a:pt x="2172" y="0"/>
                </a:moveTo>
                <a:lnTo>
                  <a:pt x="2198" y="0"/>
                </a:lnTo>
                <a:lnTo>
                  <a:pt x="2198" y="15"/>
                </a:lnTo>
                <a:lnTo>
                  <a:pt x="2172" y="15"/>
                </a:lnTo>
                <a:lnTo>
                  <a:pt x="2172" y="0"/>
                </a:lnTo>
                <a:moveTo>
                  <a:pt x="2225" y="0"/>
                </a:moveTo>
                <a:lnTo>
                  <a:pt x="2251" y="0"/>
                </a:lnTo>
                <a:lnTo>
                  <a:pt x="2251" y="15"/>
                </a:lnTo>
                <a:lnTo>
                  <a:pt x="2225" y="15"/>
                </a:lnTo>
                <a:lnTo>
                  <a:pt x="2225" y="0"/>
                </a:lnTo>
                <a:moveTo>
                  <a:pt x="2278" y="0"/>
                </a:moveTo>
                <a:lnTo>
                  <a:pt x="2304" y="0"/>
                </a:lnTo>
                <a:lnTo>
                  <a:pt x="2304" y="15"/>
                </a:lnTo>
                <a:lnTo>
                  <a:pt x="2278" y="15"/>
                </a:lnTo>
                <a:lnTo>
                  <a:pt x="2278" y="0"/>
                </a:lnTo>
                <a:moveTo>
                  <a:pt x="2331" y="0"/>
                </a:moveTo>
                <a:lnTo>
                  <a:pt x="2357" y="0"/>
                </a:lnTo>
                <a:lnTo>
                  <a:pt x="2357" y="15"/>
                </a:lnTo>
                <a:lnTo>
                  <a:pt x="2331" y="15"/>
                </a:lnTo>
                <a:lnTo>
                  <a:pt x="2331" y="0"/>
                </a:lnTo>
                <a:moveTo>
                  <a:pt x="2384" y="0"/>
                </a:moveTo>
                <a:lnTo>
                  <a:pt x="2410" y="0"/>
                </a:lnTo>
                <a:lnTo>
                  <a:pt x="2410" y="15"/>
                </a:lnTo>
                <a:lnTo>
                  <a:pt x="2384" y="15"/>
                </a:lnTo>
                <a:lnTo>
                  <a:pt x="2384" y="0"/>
                </a:lnTo>
                <a:moveTo>
                  <a:pt x="2437" y="0"/>
                </a:moveTo>
                <a:lnTo>
                  <a:pt x="2463" y="0"/>
                </a:lnTo>
                <a:lnTo>
                  <a:pt x="2463" y="15"/>
                </a:lnTo>
                <a:lnTo>
                  <a:pt x="2437" y="15"/>
                </a:lnTo>
                <a:lnTo>
                  <a:pt x="2437" y="0"/>
                </a:lnTo>
                <a:moveTo>
                  <a:pt x="2490" y="0"/>
                </a:moveTo>
                <a:lnTo>
                  <a:pt x="2516" y="0"/>
                </a:lnTo>
                <a:lnTo>
                  <a:pt x="2516" y="15"/>
                </a:lnTo>
                <a:lnTo>
                  <a:pt x="2490" y="15"/>
                </a:lnTo>
                <a:lnTo>
                  <a:pt x="2490" y="0"/>
                </a:lnTo>
                <a:moveTo>
                  <a:pt x="2543" y="0"/>
                </a:moveTo>
                <a:lnTo>
                  <a:pt x="2569" y="0"/>
                </a:lnTo>
                <a:lnTo>
                  <a:pt x="2569" y="15"/>
                </a:lnTo>
                <a:lnTo>
                  <a:pt x="2543" y="15"/>
                </a:lnTo>
                <a:lnTo>
                  <a:pt x="2543" y="0"/>
                </a:lnTo>
                <a:moveTo>
                  <a:pt x="2596" y="0"/>
                </a:moveTo>
                <a:lnTo>
                  <a:pt x="2622" y="0"/>
                </a:lnTo>
                <a:lnTo>
                  <a:pt x="2622" y="15"/>
                </a:lnTo>
                <a:lnTo>
                  <a:pt x="2596" y="15"/>
                </a:lnTo>
                <a:lnTo>
                  <a:pt x="2596" y="0"/>
                </a:lnTo>
                <a:moveTo>
                  <a:pt x="2649" y="0"/>
                </a:moveTo>
                <a:lnTo>
                  <a:pt x="2675" y="0"/>
                </a:lnTo>
                <a:lnTo>
                  <a:pt x="2675" y="15"/>
                </a:lnTo>
                <a:lnTo>
                  <a:pt x="2649" y="15"/>
                </a:lnTo>
                <a:lnTo>
                  <a:pt x="2649" y="0"/>
                </a:lnTo>
                <a:moveTo>
                  <a:pt x="2702" y="0"/>
                </a:moveTo>
                <a:lnTo>
                  <a:pt x="2728" y="0"/>
                </a:lnTo>
                <a:lnTo>
                  <a:pt x="2728" y="15"/>
                </a:lnTo>
                <a:lnTo>
                  <a:pt x="2702" y="15"/>
                </a:lnTo>
                <a:lnTo>
                  <a:pt x="2702" y="0"/>
                </a:lnTo>
                <a:moveTo>
                  <a:pt x="2755" y="0"/>
                </a:moveTo>
                <a:lnTo>
                  <a:pt x="2781" y="0"/>
                </a:lnTo>
                <a:lnTo>
                  <a:pt x="2781" y="15"/>
                </a:lnTo>
                <a:lnTo>
                  <a:pt x="2755" y="15"/>
                </a:lnTo>
                <a:lnTo>
                  <a:pt x="2755" y="0"/>
                </a:lnTo>
                <a:moveTo>
                  <a:pt x="2808" y="0"/>
                </a:moveTo>
                <a:lnTo>
                  <a:pt x="2834" y="0"/>
                </a:lnTo>
                <a:lnTo>
                  <a:pt x="2834" y="15"/>
                </a:lnTo>
                <a:lnTo>
                  <a:pt x="2808" y="15"/>
                </a:lnTo>
                <a:lnTo>
                  <a:pt x="2808" y="0"/>
                </a:lnTo>
                <a:moveTo>
                  <a:pt x="2860" y="0"/>
                </a:moveTo>
                <a:lnTo>
                  <a:pt x="2887" y="0"/>
                </a:lnTo>
                <a:lnTo>
                  <a:pt x="2887" y="15"/>
                </a:lnTo>
                <a:lnTo>
                  <a:pt x="2860" y="15"/>
                </a:lnTo>
                <a:lnTo>
                  <a:pt x="2860" y="0"/>
                </a:lnTo>
                <a:moveTo>
                  <a:pt x="2913" y="0"/>
                </a:moveTo>
                <a:lnTo>
                  <a:pt x="2940" y="0"/>
                </a:lnTo>
                <a:lnTo>
                  <a:pt x="2940" y="15"/>
                </a:lnTo>
                <a:lnTo>
                  <a:pt x="2913" y="15"/>
                </a:lnTo>
                <a:lnTo>
                  <a:pt x="2913" y="0"/>
                </a:lnTo>
                <a:moveTo>
                  <a:pt x="2966" y="0"/>
                </a:moveTo>
                <a:lnTo>
                  <a:pt x="2993" y="0"/>
                </a:lnTo>
                <a:lnTo>
                  <a:pt x="2993" y="15"/>
                </a:lnTo>
                <a:lnTo>
                  <a:pt x="2966" y="15"/>
                </a:lnTo>
                <a:lnTo>
                  <a:pt x="2966" y="0"/>
                </a:lnTo>
                <a:moveTo>
                  <a:pt x="3019" y="0"/>
                </a:moveTo>
                <a:lnTo>
                  <a:pt x="3046" y="0"/>
                </a:lnTo>
                <a:lnTo>
                  <a:pt x="3046" y="15"/>
                </a:lnTo>
                <a:lnTo>
                  <a:pt x="3019" y="15"/>
                </a:lnTo>
                <a:lnTo>
                  <a:pt x="3019" y="0"/>
                </a:lnTo>
                <a:moveTo>
                  <a:pt x="3072" y="0"/>
                </a:moveTo>
                <a:lnTo>
                  <a:pt x="3099" y="0"/>
                </a:lnTo>
                <a:lnTo>
                  <a:pt x="3099" y="15"/>
                </a:lnTo>
                <a:lnTo>
                  <a:pt x="3072" y="15"/>
                </a:lnTo>
                <a:lnTo>
                  <a:pt x="3072" y="0"/>
                </a:lnTo>
                <a:moveTo>
                  <a:pt x="3125" y="0"/>
                </a:moveTo>
                <a:lnTo>
                  <a:pt x="3152" y="0"/>
                </a:lnTo>
                <a:lnTo>
                  <a:pt x="3152" y="15"/>
                </a:lnTo>
                <a:lnTo>
                  <a:pt x="3125" y="15"/>
                </a:lnTo>
                <a:lnTo>
                  <a:pt x="3125" y="0"/>
                </a:lnTo>
                <a:moveTo>
                  <a:pt x="3178" y="0"/>
                </a:moveTo>
                <a:lnTo>
                  <a:pt x="3205" y="0"/>
                </a:lnTo>
                <a:lnTo>
                  <a:pt x="3205" y="15"/>
                </a:lnTo>
                <a:lnTo>
                  <a:pt x="3178" y="15"/>
                </a:lnTo>
                <a:lnTo>
                  <a:pt x="3178" y="0"/>
                </a:lnTo>
                <a:moveTo>
                  <a:pt x="3231" y="0"/>
                </a:moveTo>
                <a:lnTo>
                  <a:pt x="3258" y="0"/>
                </a:lnTo>
                <a:lnTo>
                  <a:pt x="3258" y="15"/>
                </a:lnTo>
                <a:lnTo>
                  <a:pt x="3231" y="15"/>
                </a:lnTo>
                <a:lnTo>
                  <a:pt x="3231" y="0"/>
                </a:lnTo>
                <a:moveTo>
                  <a:pt x="3284" y="0"/>
                </a:moveTo>
                <a:lnTo>
                  <a:pt x="3311" y="0"/>
                </a:lnTo>
                <a:lnTo>
                  <a:pt x="3311" y="15"/>
                </a:lnTo>
                <a:lnTo>
                  <a:pt x="3284" y="15"/>
                </a:lnTo>
                <a:lnTo>
                  <a:pt x="3284" y="0"/>
                </a:lnTo>
                <a:moveTo>
                  <a:pt x="3337" y="0"/>
                </a:moveTo>
                <a:lnTo>
                  <a:pt x="3364" y="0"/>
                </a:lnTo>
                <a:lnTo>
                  <a:pt x="3364" y="15"/>
                </a:lnTo>
                <a:lnTo>
                  <a:pt x="3337" y="15"/>
                </a:lnTo>
                <a:lnTo>
                  <a:pt x="3337" y="0"/>
                </a:lnTo>
                <a:moveTo>
                  <a:pt x="3390" y="0"/>
                </a:moveTo>
                <a:lnTo>
                  <a:pt x="3417" y="0"/>
                </a:lnTo>
                <a:lnTo>
                  <a:pt x="3417" y="15"/>
                </a:lnTo>
                <a:lnTo>
                  <a:pt x="3390" y="15"/>
                </a:lnTo>
                <a:lnTo>
                  <a:pt x="3390" y="0"/>
                </a:lnTo>
                <a:moveTo>
                  <a:pt x="3443" y="0"/>
                </a:moveTo>
                <a:lnTo>
                  <a:pt x="3470" y="0"/>
                </a:lnTo>
                <a:lnTo>
                  <a:pt x="3470" y="15"/>
                </a:lnTo>
                <a:lnTo>
                  <a:pt x="3443" y="15"/>
                </a:lnTo>
                <a:lnTo>
                  <a:pt x="3443" y="0"/>
                </a:lnTo>
                <a:moveTo>
                  <a:pt x="3496" y="0"/>
                </a:moveTo>
                <a:lnTo>
                  <a:pt x="3523" y="0"/>
                </a:lnTo>
                <a:lnTo>
                  <a:pt x="3523" y="15"/>
                </a:lnTo>
                <a:lnTo>
                  <a:pt x="3496" y="15"/>
                </a:lnTo>
                <a:lnTo>
                  <a:pt x="3496" y="0"/>
                </a:lnTo>
                <a:moveTo>
                  <a:pt x="3549" y="0"/>
                </a:moveTo>
                <a:lnTo>
                  <a:pt x="3576" y="0"/>
                </a:lnTo>
                <a:lnTo>
                  <a:pt x="3576" y="15"/>
                </a:lnTo>
                <a:lnTo>
                  <a:pt x="3549" y="15"/>
                </a:lnTo>
                <a:lnTo>
                  <a:pt x="3549" y="0"/>
                </a:lnTo>
                <a:moveTo>
                  <a:pt x="3602" y="0"/>
                </a:moveTo>
                <a:lnTo>
                  <a:pt x="3629" y="0"/>
                </a:lnTo>
                <a:lnTo>
                  <a:pt x="3629" y="15"/>
                </a:lnTo>
                <a:lnTo>
                  <a:pt x="3602" y="15"/>
                </a:lnTo>
                <a:lnTo>
                  <a:pt x="3602" y="0"/>
                </a:lnTo>
                <a:moveTo>
                  <a:pt x="3655" y="0"/>
                </a:moveTo>
                <a:lnTo>
                  <a:pt x="3682" y="0"/>
                </a:lnTo>
                <a:lnTo>
                  <a:pt x="3682" y="15"/>
                </a:lnTo>
                <a:lnTo>
                  <a:pt x="3655" y="15"/>
                </a:lnTo>
                <a:lnTo>
                  <a:pt x="3655" y="0"/>
                </a:lnTo>
                <a:moveTo>
                  <a:pt x="3709" y="0"/>
                </a:moveTo>
                <a:lnTo>
                  <a:pt x="3736" y="0"/>
                </a:lnTo>
                <a:lnTo>
                  <a:pt x="3736" y="15"/>
                </a:lnTo>
                <a:lnTo>
                  <a:pt x="3709" y="15"/>
                </a:lnTo>
                <a:lnTo>
                  <a:pt x="3709" y="0"/>
                </a:lnTo>
                <a:moveTo>
                  <a:pt x="3762" y="0"/>
                </a:moveTo>
                <a:lnTo>
                  <a:pt x="3788" y="0"/>
                </a:lnTo>
                <a:lnTo>
                  <a:pt x="3788" y="15"/>
                </a:lnTo>
                <a:lnTo>
                  <a:pt x="3762" y="15"/>
                </a:lnTo>
                <a:lnTo>
                  <a:pt x="3762" y="0"/>
                </a:lnTo>
                <a:moveTo>
                  <a:pt x="3815" y="0"/>
                </a:moveTo>
                <a:lnTo>
                  <a:pt x="3841" y="0"/>
                </a:lnTo>
                <a:lnTo>
                  <a:pt x="3841" y="15"/>
                </a:lnTo>
                <a:lnTo>
                  <a:pt x="3815" y="15"/>
                </a:lnTo>
                <a:lnTo>
                  <a:pt x="3815" y="0"/>
                </a:lnTo>
                <a:moveTo>
                  <a:pt x="3868" y="0"/>
                </a:moveTo>
                <a:lnTo>
                  <a:pt x="3894" y="0"/>
                </a:lnTo>
                <a:lnTo>
                  <a:pt x="3894" y="15"/>
                </a:lnTo>
                <a:lnTo>
                  <a:pt x="3868" y="15"/>
                </a:lnTo>
                <a:lnTo>
                  <a:pt x="3868" y="0"/>
                </a:lnTo>
                <a:moveTo>
                  <a:pt x="3921" y="0"/>
                </a:moveTo>
                <a:lnTo>
                  <a:pt x="3947" y="0"/>
                </a:lnTo>
                <a:lnTo>
                  <a:pt x="3947" y="15"/>
                </a:lnTo>
                <a:lnTo>
                  <a:pt x="3921" y="15"/>
                </a:lnTo>
                <a:lnTo>
                  <a:pt x="3921" y="0"/>
                </a:lnTo>
                <a:moveTo>
                  <a:pt x="3974" y="0"/>
                </a:moveTo>
                <a:lnTo>
                  <a:pt x="4000" y="0"/>
                </a:lnTo>
                <a:lnTo>
                  <a:pt x="4000" y="15"/>
                </a:lnTo>
                <a:lnTo>
                  <a:pt x="3974" y="15"/>
                </a:lnTo>
                <a:lnTo>
                  <a:pt x="3974" y="0"/>
                </a:lnTo>
                <a:moveTo>
                  <a:pt x="4027" y="0"/>
                </a:moveTo>
                <a:lnTo>
                  <a:pt x="4053" y="0"/>
                </a:lnTo>
                <a:lnTo>
                  <a:pt x="4053" y="15"/>
                </a:lnTo>
                <a:lnTo>
                  <a:pt x="4027" y="15"/>
                </a:lnTo>
                <a:lnTo>
                  <a:pt x="4027" y="0"/>
                </a:lnTo>
                <a:moveTo>
                  <a:pt x="4080" y="0"/>
                </a:moveTo>
                <a:lnTo>
                  <a:pt x="4106" y="0"/>
                </a:lnTo>
                <a:lnTo>
                  <a:pt x="4106" y="15"/>
                </a:lnTo>
                <a:lnTo>
                  <a:pt x="4080" y="15"/>
                </a:lnTo>
                <a:lnTo>
                  <a:pt x="4080" y="0"/>
                </a:lnTo>
                <a:moveTo>
                  <a:pt x="4133" y="0"/>
                </a:moveTo>
                <a:lnTo>
                  <a:pt x="4159" y="0"/>
                </a:lnTo>
                <a:lnTo>
                  <a:pt x="4159" y="15"/>
                </a:lnTo>
                <a:lnTo>
                  <a:pt x="4133" y="15"/>
                </a:lnTo>
                <a:lnTo>
                  <a:pt x="4133" y="0"/>
                </a:lnTo>
                <a:moveTo>
                  <a:pt x="4186" y="0"/>
                </a:moveTo>
                <a:lnTo>
                  <a:pt x="4212" y="0"/>
                </a:lnTo>
                <a:lnTo>
                  <a:pt x="4212" y="15"/>
                </a:lnTo>
                <a:lnTo>
                  <a:pt x="4186" y="15"/>
                </a:lnTo>
                <a:lnTo>
                  <a:pt x="4186" y="0"/>
                </a:lnTo>
                <a:moveTo>
                  <a:pt x="4239" y="0"/>
                </a:moveTo>
                <a:lnTo>
                  <a:pt x="4265" y="0"/>
                </a:lnTo>
                <a:lnTo>
                  <a:pt x="4265" y="15"/>
                </a:lnTo>
                <a:lnTo>
                  <a:pt x="4239" y="15"/>
                </a:lnTo>
                <a:lnTo>
                  <a:pt x="4239" y="0"/>
                </a:lnTo>
                <a:moveTo>
                  <a:pt x="4292" y="0"/>
                </a:moveTo>
                <a:lnTo>
                  <a:pt x="4318" y="0"/>
                </a:lnTo>
                <a:lnTo>
                  <a:pt x="4318" y="15"/>
                </a:lnTo>
                <a:lnTo>
                  <a:pt x="4292" y="15"/>
                </a:lnTo>
                <a:lnTo>
                  <a:pt x="4292" y="0"/>
                </a:lnTo>
                <a:moveTo>
                  <a:pt x="4345" y="0"/>
                </a:moveTo>
                <a:lnTo>
                  <a:pt x="4371" y="0"/>
                </a:lnTo>
                <a:lnTo>
                  <a:pt x="4371" y="15"/>
                </a:lnTo>
                <a:lnTo>
                  <a:pt x="4345" y="15"/>
                </a:lnTo>
                <a:lnTo>
                  <a:pt x="4345" y="0"/>
                </a:lnTo>
                <a:moveTo>
                  <a:pt x="4398" y="0"/>
                </a:moveTo>
                <a:lnTo>
                  <a:pt x="4424" y="0"/>
                </a:lnTo>
                <a:lnTo>
                  <a:pt x="4424" y="15"/>
                </a:lnTo>
                <a:lnTo>
                  <a:pt x="4398" y="15"/>
                </a:lnTo>
                <a:lnTo>
                  <a:pt x="4398" y="0"/>
                </a:lnTo>
                <a:moveTo>
                  <a:pt x="4451" y="0"/>
                </a:moveTo>
                <a:lnTo>
                  <a:pt x="4477" y="0"/>
                </a:lnTo>
                <a:lnTo>
                  <a:pt x="4477" y="15"/>
                </a:lnTo>
                <a:lnTo>
                  <a:pt x="4451" y="15"/>
                </a:lnTo>
                <a:lnTo>
                  <a:pt x="4451" y="0"/>
                </a:lnTo>
                <a:moveTo>
                  <a:pt x="4504" y="0"/>
                </a:moveTo>
                <a:lnTo>
                  <a:pt x="4530" y="0"/>
                </a:lnTo>
                <a:lnTo>
                  <a:pt x="4530" y="15"/>
                </a:lnTo>
                <a:lnTo>
                  <a:pt x="4504" y="15"/>
                </a:lnTo>
                <a:lnTo>
                  <a:pt x="4504" y="0"/>
                </a:lnTo>
                <a:moveTo>
                  <a:pt x="4557" y="0"/>
                </a:moveTo>
                <a:lnTo>
                  <a:pt x="4583" y="0"/>
                </a:lnTo>
                <a:lnTo>
                  <a:pt x="4583" y="15"/>
                </a:lnTo>
                <a:lnTo>
                  <a:pt x="4557" y="15"/>
                </a:lnTo>
                <a:lnTo>
                  <a:pt x="4557" y="0"/>
                </a:lnTo>
                <a:moveTo>
                  <a:pt x="4610" y="0"/>
                </a:moveTo>
                <a:lnTo>
                  <a:pt x="4636" y="0"/>
                </a:lnTo>
                <a:lnTo>
                  <a:pt x="4636" y="15"/>
                </a:lnTo>
                <a:lnTo>
                  <a:pt x="4610" y="15"/>
                </a:lnTo>
                <a:lnTo>
                  <a:pt x="4610" y="0"/>
                </a:lnTo>
                <a:moveTo>
                  <a:pt x="4662" y="0"/>
                </a:moveTo>
                <a:lnTo>
                  <a:pt x="4689" y="0"/>
                </a:lnTo>
                <a:lnTo>
                  <a:pt x="4689" y="15"/>
                </a:lnTo>
                <a:lnTo>
                  <a:pt x="4662" y="15"/>
                </a:lnTo>
                <a:lnTo>
                  <a:pt x="4662" y="0"/>
                </a:lnTo>
                <a:moveTo>
                  <a:pt x="4715" y="0"/>
                </a:moveTo>
                <a:lnTo>
                  <a:pt x="4742" y="0"/>
                </a:lnTo>
                <a:lnTo>
                  <a:pt x="4742" y="15"/>
                </a:lnTo>
                <a:lnTo>
                  <a:pt x="4715" y="15"/>
                </a:lnTo>
                <a:lnTo>
                  <a:pt x="4715" y="0"/>
                </a:lnTo>
                <a:moveTo>
                  <a:pt x="4768" y="0"/>
                </a:moveTo>
                <a:lnTo>
                  <a:pt x="4795" y="0"/>
                </a:lnTo>
                <a:lnTo>
                  <a:pt x="4795" y="15"/>
                </a:lnTo>
                <a:lnTo>
                  <a:pt x="4768" y="15"/>
                </a:lnTo>
                <a:lnTo>
                  <a:pt x="4768" y="0"/>
                </a:lnTo>
                <a:moveTo>
                  <a:pt x="4821" y="0"/>
                </a:moveTo>
                <a:lnTo>
                  <a:pt x="4848" y="0"/>
                </a:lnTo>
                <a:lnTo>
                  <a:pt x="4848" y="15"/>
                </a:lnTo>
                <a:lnTo>
                  <a:pt x="4821" y="15"/>
                </a:lnTo>
                <a:lnTo>
                  <a:pt x="4821" y="0"/>
                </a:lnTo>
                <a:moveTo>
                  <a:pt x="4874" y="0"/>
                </a:moveTo>
                <a:lnTo>
                  <a:pt x="4901" y="0"/>
                </a:lnTo>
                <a:lnTo>
                  <a:pt x="4901" y="15"/>
                </a:lnTo>
                <a:lnTo>
                  <a:pt x="4874" y="15"/>
                </a:lnTo>
                <a:lnTo>
                  <a:pt x="4874" y="0"/>
                </a:lnTo>
                <a:moveTo>
                  <a:pt x="4927" y="0"/>
                </a:moveTo>
                <a:lnTo>
                  <a:pt x="4931" y="0"/>
                </a:lnTo>
                <a:lnTo>
                  <a:pt x="4931" y="15"/>
                </a:lnTo>
                <a:lnTo>
                  <a:pt x="4927" y="15"/>
                </a:lnTo>
                <a:lnTo>
                  <a:pt x="4927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3186000" y="2769120"/>
            <a:ext cx="811440" cy="76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90" spc="-1" strike="noStrike">
                <a:solidFill>
                  <a:srgbClr val="000000"/>
                </a:solidFill>
                <a:latin typeface="Calibri"/>
                <a:ea typeface="Calibri"/>
              </a:rPr>
              <a:t>3. poll / subscribe for new Tasks</a:t>
            </a:r>
            <a:endParaRPr b="0" lang="en-AU" sz="4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3109680" y="3138840"/>
            <a:ext cx="48240" cy="38160"/>
          </a:xfrm>
          <a:custGeom>
            <a:avLst/>
            <a:gdLst/>
            <a:ahLst/>
            <a:rect l="0" t="0" r="r" b="b"/>
            <a:pathLst>
              <a:path w="134" h="106">
                <a:moveTo>
                  <a:pt x="134" y="0"/>
                </a:moveTo>
                <a:lnTo>
                  <a:pt x="0" y="53"/>
                </a:lnTo>
                <a:lnTo>
                  <a:pt x="134" y="106"/>
                </a:lnTo>
                <a:lnTo>
                  <a:pt x="81" y="53"/>
                </a:lnTo>
                <a:lnTo>
                  <a:pt x="134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3128760" y="3157560"/>
            <a:ext cx="177480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3138480" y="2920320"/>
            <a:ext cx="872280" cy="76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90" spc="-1" strike="noStrike">
                <a:solidFill>
                  <a:srgbClr val="000000"/>
                </a:solidFill>
                <a:latin typeface="Calibri"/>
                <a:ea typeface="Calibri"/>
              </a:rPr>
              <a:t>Task (requested) + ServiceRequest</a:t>
            </a:r>
            <a:endParaRPr b="0" lang="en-AU" sz="4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766800" y="3219480"/>
            <a:ext cx="2474640" cy="381600"/>
          </a:xfrm>
          <a:custGeom>
            <a:avLst/>
            <a:gdLst/>
            <a:ahLst/>
            <a:rect l="0" t="0" r="r" b="b"/>
            <a:pathLst>
              <a:path w="6874" h="1060">
                <a:moveTo>
                  <a:pt x="0" y="0"/>
                </a:moveTo>
                <a:lnTo>
                  <a:pt x="0" y="1060"/>
                </a:lnTo>
                <a:lnTo>
                  <a:pt x="6874" y="1060"/>
                </a:lnTo>
                <a:lnTo>
                  <a:pt x="6874" y="134"/>
                </a:lnTo>
                <a:lnTo>
                  <a:pt x="67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766800" y="3219480"/>
            <a:ext cx="2474640" cy="381600"/>
          </a:xfrm>
          <a:custGeom>
            <a:avLst/>
            <a:gdLst/>
            <a:ahLst/>
            <a:rect l="0" t="0" r="r" b="b"/>
            <a:pathLst>
              <a:path fill="none" w="6874" h="1060">
                <a:moveTo>
                  <a:pt x="0" y="0"/>
                </a:moveTo>
                <a:lnTo>
                  <a:pt x="0" y="1060"/>
                </a:lnTo>
                <a:lnTo>
                  <a:pt x="6874" y="1060"/>
                </a:lnTo>
                <a:lnTo>
                  <a:pt x="6874" y="134"/>
                </a:lnTo>
                <a:lnTo>
                  <a:pt x="6741" y="0"/>
                </a:lnTo>
                <a:lnTo>
                  <a:pt x="0" y="0"/>
                </a:lnTo>
              </a:path>
            </a:pathLst>
          </a:custGeom>
          <a:ln w="2160">
            <a:solidFill>
              <a:srgbClr val="181818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3193200" y="321948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0" y="134"/>
                </a:lnTo>
                <a:lnTo>
                  <a:pt x="134" y="134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3193200" y="3219480"/>
            <a:ext cx="48240" cy="48240"/>
          </a:xfrm>
          <a:custGeom>
            <a:avLst/>
            <a:gdLst/>
            <a:ahLst/>
            <a:rect l="0" t="0" r="r" b="b"/>
            <a:pathLst>
              <a:path fill="none" w="134" h="134">
                <a:moveTo>
                  <a:pt x="0" y="0"/>
                </a:moveTo>
                <a:lnTo>
                  <a:pt x="0" y="134"/>
                </a:lnTo>
                <a:lnTo>
                  <a:pt x="134" y="134"/>
                </a:lnTo>
                <a:lnTo>
                  <a:pt x="0" y="0"/>
                </a:lnTo>
              </a:path>
            </a:pathLst>
          </a:custGeom>
          <a:ln w="2160">
            <a:solidFill>
              <a:srgbClr val="181818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3186000" y="3071160"/>
            <a:ext cx="1011240" cy="76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90" spc="-1" strike="noStrike">
                <a:solidFill>
                  <a:srgbClr val="000000"/>
                </a:solidFill>
                <a:latin typeface="Calibri"/>
                <a:ea typeface="Calibri"/>
              </a:rPr>
              <a:t>accept / reject / on-hold (coded reason)</a:t>
            </a:r>
            <a:endParaRPr b="0" lang="en-AU" sz="4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1251360" y="3250800"/>
            <a:ext cx="964080" cy="76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90" spc="-1" strike="noStrike">
                <a:solidFill>
                  <a:srgbClr val="000000"/>
                </a:solidFill>
                <a:latin typeface="Calibri"/>
                <a:ea typeface="Calibri"/>
              </a:rPr>
              <a:t>The referrer tracks</a:t>
            </a:r>
            <a:r>
              <a:rPr b="1" lang="en-AU" sz="490" spc="-1" strike="noStrike">
                <a:solidFill>
                  <a:srgbClr val="000000"/>
                </a:solidFill>
                <a:latin typeface="Calibri"/>
                <a:ea typeface="Calibri"/>
              </a:rPr>
              <a:t> this referral's Task</a:t>
            </a:r>
            <a:endParaRPr b="0" lang="en-AU" sz="4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1251360" y="3335040"/>
            <a:ext cx="1296000" cy="76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90" spc="-1" strike="noStrike">
                <a:solidFill>
                  <a:srgbClr val="000000"/>
                </a:solidFill>
                <a:latin typeface="Calibri"/>
                <a:ea typeface="Calibri"/>
              </a:rPr>
              <a:t>(Task?focus=ServiceRequest/{id}) to know whether</a:t>
            </a:r>
            <a:endParaRPr b="0" lang="en-AU" sz="4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1251360" y="3419640"/>
            <a:ext cx="1063080" cy="76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90" spc="-1" strike="noStrike">
                <a:solidFill>
                  <a:srgbClr val="000000"/>
                </a:solidFill>
                <a:latin typeface="Calibri"/>
                <a:ea typeface="Calibri"/>
              </a:rPr>
              <a:t>this speciﬁc request</a:t>
            </a:r>
            <a:r>
              <a:rPr b="0" lang="en-AU" sz="490" spc="-1" strike="noStrike">
                <a:solidFill>
                  <a:srgbClr val="000000"/>
                </a:solidFill>
                <a:latin typeface="Calibri"/>
                <a:ea typeface="Calibri"/>
              </a:rPr>
              <a:t> has been acted on —</a:t>
            </a:r>
            <a:endParaRPr b="0" lang="en-AU" sz="4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3109680" y="3722400"/>
            <a:ext cx="48240" cy="38160"/>
          </a:xfrm>
          <a:custGeom>
            <a:avLst/>
            <a:gdLst/>
            <a:ahLst/>
            <a:rect l="0" t="0" r="r" b="b"/>
            <a:pathLst>
              <a:path w="134" h="106">
                <a:moveTo>
                  <a:pt x="134" y="0"/>
                </a:moveTo>
                <a:lnTo>
                  <a:pt x="0" y="53"/>
                </a:lnTo>
                <a:lnTo>
                  <a:pt x="134" y="106"/>
                </a:lnTo>
                <a:lnTo>
                  <a:pt x="81" y="53"/>
                </a:lnTo>
                <a:lnTo>
                  <a:pt x="134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3128760" y="3741120"/>
            <a:ext cx="177480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1251360" y="3503880"/>
            <a:ext cx="700200" cy="76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90" spc="-1" strike="noStrike">
                <a:solidFill>
                  <a:srgbClr val="000000"/>
                </a:solidFill>
                <a:latin typeface="Calibri"/>
                <a:ea typeface="Calibri"/>
              </a:rPr>
              <a:t>not generic Slot availability.</a:t>
            </a:r>
            <a:endParaRPr b="0" lang="en-AU" sz="4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3047760" y="3873240"/>
            <a:ext cx="48240" cy="38520"/>
          </a:xfrm>
          <a:custGeom>
            <a:avLst/>
            <a:gdLst/>
            <a:ahLst/>
            <a:rect l="0" t="0" r="r" b="b"/>
            <a:pathLst>
              <a:path w="134" h="107">
                <a:moveTo>
                  <a:pt x="0" y="0"/>
                </a:moveTo>
                <a:lnTo>
                  <a:pt x="134" y="54"/>
                </a:lnTo>
                <a:lnTo>
                  <a:pt x="0" y="107"/>
                </a:lnTo>
                <a:lnTo>
                  <a:pt x="54" y="54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906120" y="3892320"/>
            <a:ext cx="217044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3186000" y="3654720"/>
            <a:ext cx="1023480" cy="76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90" spc="-1" strike="noStrike">
                <a:solidFill>
                  <a:srgbClr val="000000"/>
                </a:solidFill>
                <a:latin typeface="Calibri"/>
                <a:ea typeface="Calibri"/>
              </a:rPr>
              <a:t>4. publish / refresh Schedule + free Slots</a:t>
            </a:r>
            <a:endParaRPr b="0" lang="en-AU" sz="4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714240" y="3963600"/>
            <a:ext cx="298080" cy="94320"/>
          </a:xfrm>
          <a:custGeom>
            <a:avLst/>
            <a:gdLst/>
            <a:ahLst/>
            <a:rect l="0" t="0" r="r" b="b"/>
            <a:pathLst>
              <a:path w="828" h="262">
                <a:moveTo>
                  <a:pt x="0" y="0"/>
                </a:moveTo>
                <a:lnTo>
                  <a:pt x="828" y="0"/>
                </a:lnTo>
                <a:lnTo>
                  <a:pt x="828" y="130"/>
                </a:lnTo>
                <a:lnTo>
                  <a:pt x="696" y="262"/>
                </a:lnTo>
                <a:lnTo>
                  <a:pt x="0" y="262"/>
                </a:lnTo>
                <a:lnTo>
                  <a:pt x="0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714240" y="3963600"/>
            <a:ext cx="298080" cy="94320"/>
          </a:xfrm>
          <a:custGeom>
            <a:avLst/>
            <a:gdLst/>
            <a:ahLst/>
            <a:rect l="0" t="0" r="r" b="b"/>
            <a:pathLst>
              <a:path fill="none" w="828" h="262">
                <a:moveTo>
                  <a:pt x="0" y="0"/>
                </a:moveTo>
                <a:lnTo>
                  <a:pt x="828" y="0"/>
                </a:lnTo>
                <a:lnTo>
                  <a:pt x="828" y="130"/>
                </a:lnTo>
                <a:lnTo>
                  <a:pt x="696" y="262"/>
                </a:lnTo>
                <a:lnTo>
                  <a:pt x="0" y="262"/>
                </a:lnTo>
                <a:lnTo>
                  <a:pt x="0" y="0"/>
                </a:lnTo>
              </a:path>
            </a:pathLst>
          </a:custGeom>
          <a:ln w="6840">
            <a:solidFill>
              <a:srgbClr val="00000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714240" y="3963600"/>
            <a:ext cx="4548600" cy="958680"/>
          </a:xfrm>
          <a:custGeom>
            <a:avLst/>
            <a:gdLst/>
            <a:ahLst/>
            <a:rect l="0" t="0" r="r" b="b"/>
            <a:pathLst>
              <a:path w="12635" h="2663">
                <a:moveTo>
                  <a:pt x="0" y="0"/>
                </a:moveTo>
                <a:lnTo>
                  <a:pt x="12635" y="0"/>
                </a:lnTo>
                <a:lnTo>
                  <a:pt x="12635" y="2663"/>
                </a:lnTo>
                <a:lnTo>
                  <a:pt x="0" y="2663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00000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939600" y="3805920"/>
            <a:ext cx="1454760" cy="76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90" spc="-1" strike="noStrike">
                <a:solidFill>
                  <a:srgbClr val="000000"/>
                </a:solidFill>
                <a:latin typeface="Calibri"/>
                <a:ea typeface="Calibri"/>
              </a:rPr>
              <a:t>5. GET Task?focus=ServiceRequest/{id} (poll or subscribe)</a:t>
            </a:r>
            <a:endParaRPr b="0" lang="en-AU" sz="4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785880" y="3975840"/>
            <a:ext cx="96840" cy="76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90" spc="-1" strike="noStrike">
                <a:solidFill>
                  <a:srgbClr val="000000"/>
                </a:solidFill>
                <a:latin typeface="Calibri"/>
                <a:ea typeface="Calibri"/>
              </a:rPr>
              <a:t>a l t</a:t>
            </a:r>
            <a:endParaRPr b="0" lang="en-AU" sz="4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911160" y="4151520"/>
            <a:ext cx="47880" cy="38520"/>
          </a:xfrm>
          <a:custGeom>
            <a:avLst/>
            <a:gdLst/>
            <a:ahLst/>
            <a:rect l="0" t="0" r="r" b="b"/>
            <a:pathLst>
              <a:path w="133" h="107">
                <a:moveTo>
                  <a:pt x="133" y="0"/>
                </a:moveTo>
                <a:lnTo>
                  <a:pt x="0" y="53"/>
                </a:lnTo>
                <a:lnTo>
                  <a:pt x="133" y="107"/>
                </a:lnTo>
                <a:lnTo>
                  <a:pt x="80" y="53"/>
                </a:lnTo>
                <a:lnTo>
                  <a:pt x="133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930240" y="4168080"/>
            <a:ext cx="2164680" cy="5040"/>
          </a:xfrm>
          <a:custGeom>
            <a:avLst/>
            <a:gdLst/>
            <a:ahLst/>
            <a:rect l="0" t="0" r="r" b="b"/>
            <a:pathLst>
              <a:path w="6013" h="14">
                <a:moveTo>
                  <a:pt x="0" y="0"/>
                </a:moveTo>
                <a:lnTo>
                  <a:pt x="26" y="0"/>
                </a:lnTo>
                <a:lnTo>
                  <a:pt x="26" y="14"/>
                </a:lnTo>
                <a:lnTo>
                  <a:pt x="0" y="14"/>
                </a:lnTo>
                <a:lnTo>
                  <a:pt x="0" y="0"/>
                </a:lnTo>
                <a:moveTo>
                  <a:pt x="53" y="0"/>
                </a:moveTo>
                <a:lnTo>
                  <a:pt x="79" y="0"/>
                </a:lnTo>
                <a:lnTo>
                  <a:pt x="79" y="14"/>
                </a:lnTo>
                <a:lnTo>
                  <a:pt x="53" y="14"/>
                </a:lnTo>
                <a:lnTo>
                  <a:pt x="53" y="0"/>
                </a:lnTo>
                <a:moveTo>
                  <a:pt x="106" y="0"/>
                </a:moveTo>
                <a:lnTo>
                  <a:pt x="132" y="0"/>
                </a:lnTo>
                <a:lnTo>
                  <a:pt x="132" y="14"/>
                </a:lnTo>
                <a:lnTo>
                  <a:pt x="106" y="14"/>
                </a:lnTo>
                <a:lnTo>
                  <a:pt x="106" y="0"/>
                </a:lnTo>
                <a:moveTo>
                  <a:pt x="159" y="0"/>
                </a:moveTo>
                <a:lnTo>
                  <a:pt x="185" y="0"/>
                </a:lnTo>
                <a:lnTo>
                  <a:pt x="185" y="14"/>
                </a:lnTo>
                <a:lnTo>
                  <a:pt x="159" y="14"/>
                </a:lnTo>
                <a:lnTo>
                  <a:pt x="159" y="0"/>
                </a:lnTo>
                <a:moveTo>
                  <a:pt x="212" y="0"/>
                </a:moveTo>
                <a:lnTo>
                  <a:pt x="238" y="0"/>
                </a:lnTo>
                <a:lnTo>
                  <a:pt x="238" y="14"/>
                </a:lnTo>
                <a:lnTo>
                  <a:pt x="212" y="14"/>
                </a:lnTo>
                <a:lnTo>
                  <a:pt x="212" y="0"/>
                </a:lnTo>
                <a:moveTo>
                  <a:pt x="264" y="0"/>
                </a:moveTo>
                <a:lnTo>
                  <a:pt x="291" y="0"/>
                </a:lnTo>
                <a:lnTo>
                  <a:pt x="291" y="14"/>
                </a:lnTo>
                <a:lnTo>
                  <a:pt x="264" y="14"/>
                </a:lnTo>
                <a:lnTo>
                  <a:pt x="264" y="0"/>
                </a:lnTo>
                <a:moveTo>
                  <a:pt x="317" y="0"/>
                </a:moveTo>
                <a:lnTo>
                  <a:pt x="344" y="0"/>
                </a:lnTo>
                <a:lnTo>
                  <a:pt x="344" y="14"/>
                </a:lnTo>
                <a:lnTo>
                  <a:pt x="317" y="14"/>
                </a:lnTo>
                <a:lnTo>
                  <a:pt x="317" y="0"/>
                </a:lnTo>
                <a:moveTo>
                  <a:pt x="370" y="0"/>
                </a:moveTo>
                <a:lnTo>
                  <a:pt x="397" y="0"/>
                </a:lnTo>
                <a:lnTo>
                  <a:pt x="397" y="14"/>
                </a:lnTo>
                <a:lnTo>
                  <a:pt x="370" y="14"/>
                </a:lnTo>
                <a:lnTo>
                  <a:pt x="370" y="0"/>
                </a:lnTo>
                <a:moveTo>
                  <a:pt x="424" y="0"/>
                </a:moveTo>
                <a:lnTo>
                  <a:pt x="451" y="0"/>
                </a:lnTo>
                <a:lnTo>
                  <a:pt x="451" y="14"/>
                </a:lnTo>
                <a:lnTo>
                  <a:pt x="424" y="14"/>
                </a:lnTo>
                <a:lnTo>
                  <a:pt x="424" y="0"/>
                </a:lnTo>
                <a:moveTo>
                  <a:pt x="477" y="0"/>
                </a:moveTo>
                <a:lnTo>
                  <a:pt x="504" y="0"/>
                </a:lnTo>
                <a:lnTo>
                  <a:pt x="504" y="14"/>
                </a:lnTo>
                <a:lnTo>
                  <a:pt x="477" y="14"/>
                </a:lnTo>
                <a:lnTo>
                  <a:pt x="477" y="0"/>
                </a:lnTo>
                <a:moveTo>
                  <a:pt x="530" y="0"/>
                </a:moveTo>
                <a:lnTo>
                  <a:pt x="557" y="0"/>
                </a:lnTo>
                <a:lnTo>
                  <a:pt x="557" y="14"/>
                </a:lnTo>
                <a:lnTo>
                  <a:pt x="530" y="14"/>
                </a:lnTo>
                <a:lnTo>
                  <a:pt x="530" y="0"/>
                </a:lnTo>
                <a:moveTo>
                  <a:pt x="583" y="0"/>
                </a:moveTo>
                <a:lnTo>
                  <a:pt x="610" y="0"/>
                </a:lnTo>
                <a:lnTo>
                  <a:pt x="610" y="14"/>
                </a:lnTo>
                <a:lnTo>
                  <a:pt x="583" y="14"/>
                </a:lnTo>
                <a:lnTo>
                  <a:pt x="583" y="0"/>
                </a:lnTo>
                <a:moveTo>
                  <a:pt x="636" y="0"/>
                </a:moveTo>
                <a:lnTo>
                  <a:pt x="663" y="0"/>
                </a:lnTo>
                <a:lnTo>
                  <a:pt x="663" y="14"/>
                </a:lnTo>
                <a:lnTo>
                  <a:pt x="636" y="14"/>
                </a:lnTo>
                <a:lnTo>
                  <a:pt x="636" y="0"/>
                </a:lnTo>
                <a:moveTo>
                  <a:pt x="689" y="0"/>
                </a:moveTo>
                <a:lnTo>
                  <a:pt x="716" y="0"/>
                </a:lnTo>
                <a:lnTo>
                  <a:pt x="716" y="14"/>
                </a:lnTo>
                <a:lnTo>
                  <a:pt x="689" y="14"/>
                </a:lnTo>
                <a:lnTo>
                  <a:pt x="689" y="0"/>
                </a:lnTo>
                <a:moveTo>
                  <a:pt x="742" y="0"/>
                </a:moveTo>
                <a:lnTo>
                  <a:pt x="769" y="0"/>
                </a:lnTo>
                <a:lnTo>
                  <a:pt x="769" y="14"/>
                </a:lnTo>
                <a:lnTo>
                  <a:pt x="742" y="14"/>
                </a:lnTo>
                <a:lnTo>
                  <a:pt x="742" y="0"/>
                </a:lnTo>
                <a:moveTo>
                  <a:pt x="795" y="0"/>
                </a:moveTo>
                <a:lnTo>
                  <a:pt x="822" y="0"/>
                </a:lnTo>
                <a:lnTo>
                  <a:pt x="822" y="14"/>
                </a:lnTo>
                <a:lnTo>
                  <a:pt x="795" y="14"/>
                </a:lnTo>
                <a:lnTo>
                  <a:pt x="795" y="0"/>
                </a:lnTo>
                <a:moveTo>
                  <a:pt x="848" y="0"/>
                </a:moveTo>
                <a:lnTo>
                  <a:pt x="875" y="0"/>
                </a:lnTo>
                <a:lnTo>
                  <a:pt x="875" y="14"/>
                </a:lnTo>
                <a:lnTo>
                  <a:pt x="848" y="14"/>
                </a:lnTo>
                <a:lnTo>
                  <a:pt x="848" y="0"/>
                </a:lnTo>
                <a:moveTo>
                  <a:pt x="901" y="0"/>
                </a:moveTo>
                <a:lnTo>
                  <a:pt x="928" y="0"/>
                </a:lnTo>
                <a:lnTo>
                  <a:pt x="928" y="14"/>
                </a:lnTo>
                <a:lnTo>
                  <a:pt x="901" y="14"/>
                </a:lnTo>
                <a:lnTo>
                  <a:pt x="901" y="0"/>
                </a:lnTo>
                <a:moveTo>
                  <a:pt x="954" y="0"/>
                </a:moveTo>
                <a:lnTo>
                  <a:pt x="981" y="0"/>
                </a:lnTo>
                <a:lnTo>
                  <a:pt x="981" y="14"/>
                </a:lnTo>
                <a:lnTo>
                  <a:pt x="954" y="14"/>
                </a:lnTo>
                <a:lnTo>
                  <a:pt x="954" y="0"/>
                </a:lnTo>
                <a:moveTo>
                  <a:pt x="1007" y="0"/>
                </a:moveTo>
                <a:lnTo>
                  <a:pt x="1034" y="0"/>
                </a:lnTo>
                <a:lnTo>
                  <a:pt x="1034" y="14"/>
                </a:lnTo>
                <a:lnTo>
                  <a:pt x="1007" y="14"/>
                </a:lnTo>
                <a:lnTo>
                  <a:pt x="1007" y="0"/>
                </a:lnTo>
                <a:moveTo>
                  <a:pt x="1060" y="0"/>
                </a:moveTo>
                <a:lnTo>
                  <a:pt x="1087" y="0"/>
                </a:lnTo>
                <a:lnTo>
                  <a:pt x="1087" y="14"/>
                </a:lnTo>
                <a:lnTo>
                  <a:pt x="1060" y="14"/>
                </a:lnTo>
                <a:lnTo>
                  <a:pt x="1060" y="0"/>
                </a:lnTo>
                <a:moveTo>
                  <a:pt x="1113" y="0"/>
                </a:moveTo>
                <a:lnTo>
                  <a:pt x="1140" y="0"/>
                </a:lnTo>
                <a:lnTo>
                  <a:pt x="1140" y="14"/>
                </a:lnTo>
                <a:lnTo>
                  <a:pt x="1113" y="14"/>
                </a:lnTo>
                <a:lnTo>
                  <a:pt x="1113" y="0"/>
                </a:lnTo>
                <a:moveTo>
                  <a:pt x="1166" y="0"/>
                </a:moveTo>
                <a:lnTo>
                  <a:pt x="1192" y="0"/>
                </a:lnTo>
                <a:lnTo>
                  <a:pt x="1192" y="14"/>
                </a:lnTo>
                <a:lnTo>
                  <a:pt x="1166" y="14"/>
                </a:lnTo>
                <a:lnTo>
                  <a:pt x="1166" y="0"/>
                </a:lnTo>
                <a:moveTo>
                  <a:pt x="1219" y="0"/>
                </a:moveTo>
                <a:lnTo>
                  <a:pt x="1245" y="0"/>
                </a:lnTo>
                <a:lnTo>
                  <a:pt x="1245" y="14"/>
                </a:lnTo>
                <a:lnTo>
                  <a:pt x="1219" y="14"/>
                </a:lnTo>
                <a:lnTo>
                  <a:pt x="1219" y="0"/>
                </a:lnTo>
                <a:moveTo>
                  <a:pt x="1272" y="0"/>
                </a:moveTo>
                <a:lnTo>
                  <a:pt x="1298" y="0"/>
                </a:lnTo>
                <a:lnTo>
                  <a:pt x="1298" y="14"/>
                </a:lnTo>
                <a:lnTo>
                  <a:pt x="1272" y="14"/>
                </a:lnTo>
                <a:lnTo>
                  <a:pt x="1272" y="0"/>
                </a:lnTo>
                <a:moveTo>
                  <a:pt x="1325" y="0"/>
                </a:moveTo>
                <a:lnTo>
                  <a:pt x="1351" y="0"/>
                </a:lnTo>
                <a:lnTo>
                  <a:pt x="1351" y="14"/>
                </a:lnTo>
                <a:lnTo>
                  <a:pt x="1325" y="14"/>
                </a:lnTo>
                <a:lnTo>
                  <a:pt x="1325" y="0"/>
                </a:lnTo>
                <a:moveTo>
                  <a:pt x="1378" y="0"/>
                </a:moveTo>
                <a:lnTo>
                  <a:pt x="1404" y="0"/>
                </a:lnTo>
                <a:lnTo>
                  <a:pt x="1404" y="14"/>
                </a:lnTo>
                <a:lnTo>
                  <a:pt x="1378" y="14"/>
                </a:lnTo>
                <a:lnTo>
                  <a:pt x="1378" y="0"/>
                </a:lnTo>
                <a:moveTo>
                  <a:pt x="1431" y="0"/>
                </a:moveTo>
                <a:lnTo>
                  <a:pt x="1457" y="0"/>
                </a:lnTo>
                <a:lnTo>
                  <a:pt x="1457" y="14"/>
                </a:lnTo>
                <a:lnTo>
                  <a:pt x="1431" y="14"/>
                </a:lnTo>
                <a:lnTo>
                  <a:pt x="1431" y="0"/>
                </a:lnTo>
                <a:moveTo>
                  <a:pt x="1484" y="0"/>
                </a:moveTo>
                <a:lnTo>
                  <a:pt x="1510" y="0"/>
                </a:lnTo>
                <a:lnTo>
                  <a:pt x="1510" y="14"/>
                </a:lnTo>
                <a:lnTo>
                  <a:pt x="1484" y="14"/>
                </a:lnTo>
                <a:lnTo>
                  <a:pt x="1484" y="0"/>
                </a:lnTo>
                <a:moveTo>
                  <a:pt x="1537" y="0"/>
                </a:moveTo>
                <a:lnTo>
                  <a:pt x="1563" y="0"/>
                </a:lnTo>
                <a:lnTo>
                  <a:pt x="1563" y="14"/>
                </a:lnTo>
                <a:lnTo>
                  <a:pt x="1537" y="14"/>
                </a:lnTo>
                <a:lnTo>
                  <a:pt x="1537" y="0"/>
                </a:lnTo>
                <a:moveTo>
                  <a:pt x="1590" y="0"/>
                </a:moveTo>
                <a:lnTo>
                  <a:pt x="1616" y="0"/>
                </a:lnTo>
                <a:lnTo>
                  <a:pt x="1616" y="14"/>
                </a:lnTo>
                <a:lnTo>
                  <a:pt x="1590" y="14"/>
                </a:lnTo>
                <a:lnTo>
                  <a:pt x="1590" y="0"/>
                </a:lnTo>
                <a:moveTo>
                  <a:pt x="1643" y="0"/>
                </a:moveTo>
                <a:lnTo>
                  <a:pt x="1669" y="0"/>
                </a:lnTo>
                <a:lnTo>
                  <a:pt x="1669" y="14"/>
                </a:lnTo>
                <a:lnTo>
                  <a:pt x="1643" y="14"/>
                </a:lnTo>
                <a:lnTo>
                  <a:pt x="1643" y="0"/>
                </a:lnTo>
                <a:moveTo>
                  <a:pt x="1696" y="0"/>
                </a:moveTo>
                <a:lnTo>
                  <a:pt x="1722" y="0"/>
                </a:lnTo>
                <a:lnTo>
                  <a:pt x="1722" y="14"/>
                </a:lnTo>
                <a:lnTo>
                  <a:pt x="1696" y="14"/>
                </a:lnTo>
                <a:lnTo>
                  <a:pt x="1696" y="0"/>
                </a:lnTo>
                <a:moveTo>
                  <a:pt x="1749" y="0"/>
                </a:moveTo>
                <a:lnTo>
                  <a:pt x="1775" y="0"/>
                </a:lnTo>
                <a:lnTo>
                  <a:pt x="1775" y="14"/>
                </a:lnTo>
                <a:lnTo>
                  <a:pt x="1749" y="14"/>
                </a:lnTo>
                <a:lnTo>
                  <a:pt x="1749" y="0"/>
                </a:lnTo>
                <a:moveTo>
                  <a:pt x="1802" y="0"/>
                </a:moveTo>
                <a:lnTo>
                  <a:pt x="1828" y="0"/>
                </a:lnTo>
                <a:lnTo>
                  <a:pt x="1828" y="14"/>
                </a:lnTo>
                <a:lnTo>
                  <a:pt x="1802" y="14"/>
                </a:lnTo>
                <a:lnTo>
                  <a:pt x="1802" y="0"/>
                </a:lnTo>
                <a:moveTo>
                  <a:pt x="1855" y="0"/>
                </a:moveTo>
                <a:lnTo>
                  <a:pt x="1881" y="0"/>
                </a:lnTo>
                <a:lnTo>
                  <a:pt x="1881" y="14"/>
                </a:lnTo>
                <a:lnTo>
                  <a:pt x="1855" y="14"/>
                </a:lnTo>
                <a:lnTo>
                  <a:pt x="1855" y="0"/>
                </a:lnTo>
                <a:moveTo>
                  <a:pt x="1908" y="0"/>
                </a:moveTo>
                <a:lnTo>
                  <a:pt x="1934" y="0"/>
                </a:lnTo>
                <a:lnTo>
                  <a:pt x="1934" y="14"/>
                </a:lnTo>
                <a:lnTo>
                  <a:pt x="1908" y="14"/>
                </a:lnTo>
                <a:lnTo>
                  <a:pt x="1908" y="0"/>
                </a:lnTo>
                <a:moveTo>
                  <a:pt x="1961" y="0"/>
                </a:moveTo>
                <a:lnTo>
                  <a:pt x="1987" y="0"/>
                </a:lnTo>
                <a:lnTo>
                  <a:pt x="1987" y="14"/>
                </a:lnTo>
                <a:lnTo>
                  <a:pt x="1961" y="14"/>
                </a:lnTo>
                <a:lnTo>
                  <a:pt x="1961" y="0"/>
                </a:lnTo>
                <a:moveTo>
                  <a:pt x="2014" y="0"/>
                </a:moveTo>
                <a:lnTo>
                  <a:pt x="2040" y="0"/>
                </a:lnTo>
                <a:lnTo>
                  <a:pt x="2040" y="14"/>
                </a:lnTo>
                <a:lnTo>
                  <a:pt x="2014" y="14"/>
                </a:lnTo>
                <a:lnTo>
                  <a:pt x="2014" y="0"/>
                </a:lnTo>
                <a:moveTo>
                  <a:pt x="2067" y="0"/>
                </a:moveTo>
                <a:lnTo>
                  <a:pt x="2093" y="0"/>
                </a:lnTo>
                <a:lnTo>
                  <a:pt x="2093" y="14"/>
                </a:lnTo>
                <a:lnTo>
                  <a:pt x="2067" y="14"/>
                </a:lnTo>
                <a:lnTo>
                  <a:pt x="2067" y="0"/>
                </a:lnTo>
                <a:moveTo>
                  <a:pt x="2119" y="0"/>
                </a:moveTo>
                <a:lnTo>
                  <a:pt x="2146" y="0"/>
                </a:lnTo>
                <a:lnTo>
                  <a:pt x="2146" y="14"/>
                </a:lnTo>
                <a:lnTo>
                  <a:pt x="2119" y="14"/>
                </a:lnTo>
                <a:lnTo>
                  <a:pt x="2119" y="0"/>
                </a:lnTo>
                <a:moveTo>
                  <a:pt x="2172" y="0"/>
                </a:moveTo>
                <a:lnTo>
                  <a:pt x="2199" y="0"/>
                </a:lnTo>
                <a:lnTo>
                  <a:pt x="2199" y="14"/>
                </a:lnTo>
                <a:lnTo>
                  <a:pt x="2172" y="14"/>
                </a:lnTo>
                <a:lnTo>
                  <a:pt x="2172" y="0"/>
                </a:lnTo>
                <a:moveTo>
                  <a:pt x="2225" y="0"/>
                </a:moveTo>
                <a:lnTo>
                  <a:pt x="2252" y="0"/>
                </a:lnTo>
                <a:lnTo>
                  <a:pt x="2252" y="14"/>
                </a:lnTo>
                <a:lnTo>
                  <a:pt x="2225" y="14"/>
                </a:lnTo>
                <a:lnTo>
                  <a:pt x="2225" y="0"/>
                </a:lnTo>
                <a:moveTo>
                  <a:pt x="2278" y="0"/>
                </a:moveTo>
                <a:lnTo>
                  <a:pt x="2305" y="0"/>
                </a:lnTo>
                <a:lnTo>
                  <a:pt x="2305" y="14"/>
                </a:lnTo>
                <a:lnTo>
                  <a:pt x="2278" y="14"/>
                </a:lnTo>
                <a:lnTo>
                  <a:pt x="2278" y="0"/>
                </a:lnTo>
                <a:moveTo>
                  <a:pt x="2331" y="0"/>
                </a:moveTo>
                <a:lnTo>
                  <a:pt x="2358" y="0"/>
                </a:lnTo>
                <a:lnTo>
                  <a:pt x="2358" y="14"/>
                </a:lnTo>
                <a:lnTo>
                  <a:pt x="2331" y="14"/>
                </a:lnTo>
                <a:lnTo>
                  <a:pt x="2331" y="0"/>
                </a:lnTo>
                <a:moveTo>
                  <a:pt x="2384" y="0"/>
                </a:moveTo>
                <a:lnTo>
                  <a:pt x="2411" y="0"/>
                </a:lnTo>
                <a:lnTo>
                  <a:pt x="2411" y="14"/>
                </a:lnTo>
                <a:lnTo>
                  <a:pt x="2384" y="14"/>
                </a:lnTo>
                <a:lnTo>
                  <a:pt x="2384" y="0"/>
                </a:lnTo>
                <a:moveTo>
                  <a:pt x="2437" y="0"/>
                </a:moveTo>
                <a:lnTo>
                  <a:pt x="2464" y="0"/>
                </a:lnTo>
                <a:lnTo>
                  <a:pt x="2464" y="14"/>
                </a:lnTo>
                <a:lnTo>
                  <a:pt x="2437" y="14"/>
                </a:lnTo>
                <a:lnTo>
                  <a:pt x="2437" y="0"/>
                </a:lnTo>
                <a:moveTo>
                  <a:pt x="2490" y="0"/>
                </a:moveTo>
                <a:lnTo>
                  <a:pt x="2517" y="0"/>
                </a:lnTo>
                <a:lnTo>
                  <a:pt x="2517" y="14"/>
                </a:lnTo>
                <a:lnTo>
                  <a:pt x="2490" y="14"/>
                </a:lnTo>
                <a:lnTo>
                  <a:pt x="2490" y="0"/>
                </a:lnTo>
                <a:moveTo>
                  <a:pt x="2543" y="0"/>
                </a:moveTo>
                <a:lnTo>
                  <a:pt x="2570" y="0"/>
                </a:lnTo>
                <a:lnTo>
                  <a:pt x="2570" y="14"/>
                </a:lnTo>
                <a:lnTo>
                  <a:pt x="2543" y="14"/>
                </a:lnTo>
                <a:lnTo>
                  <a:pt x="2543" y="0"/>
                </a:lnTo>
                <a:moveTo>
                  <a:pt x="2596" y="0"/>
                </a:moveTo>
                <a:lnTo>
                  <a:pt x="2623" y="0"/>
                </a:lnTo>
                <a:lnTo>
                  <a:pt x="2623" y="14"/>
                </a:lnTo>
                <a:lnTo>
                  <a:pt x="2596" y="14"/>
                </a:lnTo>
                <a:lnTo>
                  <a:pt x="2596" y="0"/>
                </a:lnTo>
                <a:moveTo>
                  <a:pt x="2649" y="0"/>
                </a:moveTo>
                <a:lnTo>
                  <a:pt x="2676" y="0"/>
                </a:lnTo>
                <a:lnTo>
                  <a:pt x="2676" y="14"/>
                </a:lnTo>
                <a:lnTo>
                  <a:pt x="2649" y="14"/>
                </a:lnTo>
                <a:lnTo>
                  <a:pt x="2649" y="0"/>
                </a:lnTo>
                <a:moveTo>
                  <a:pt x="2702" y="0"/>
                </a:moveTo>
                <a:lnTo>
                  <a:pt x="2729" y="0"/>
                </a:lnTo>
                <a:lnTo>
                  <a:pt x="2729" y="14"/>
                </a:lnTo>
                <a:lnTo>
                  <a:pt x="2702" y="14"/>
                </a:lnTo>
                <a:lnTo>
                  <a:pt x="2702" y="0"/>
                </a:lnTo>
                <a:moveTo>
                  <a:pt x="2755" y="0"/>
                </a:moveTo>
                <a:lnTo>
                  <a:pt x="2782" y="0"/>
                </a:lnTo>
                <a:lnTo>
                  <a:pt x="2782" y="14"/>
                </a:lnTo>
                <a:lnTo>
                  <a:pt x="2755" y="14"/>
                </a:lnTo>
                <a:lnTo>
                  <a:pt x="2755" y="0"/>
                </a:lnTo>
                <a:moveTo>
                  <a:pt x="2808" y="0"/>
                </a:moveTo>
                <a:lnTo>
                  <a:pt x="2835" y="0"/>
                </a:lnTo>
                <a:lnTo>
                  <a:pt x="2835" y="14"/>
                </a:lnTo>
                <a:lnTo>
                  <a:pt x="2808" y="14"/>
                </a:lnTo>
                <a:lnTo>
                  <a:pt x="2808" y="0"/>
                </a:lnTo>
                <a:moveTo>
                  <a:pt x="2861" y="0"/>
                </a:moveTo>
                <a:lnTo>
                  <a:pt x="2888" y="0"/>
                </a:lnTo>
                <a:lnTo>
                  <a:pt x="2888" y="14"/>
                </a:lnTo>
                <a:lnTo>
                  <a:pt x="2861" y="14"/>
                </a:lnTo>
                <a:lnTo>
                  <a:pt x="2861" y="0"/>
                </a:lnTo>
                <a:moveTo>
                  <a:pt x="2914" y="0"/>
                </a:moveTo>
                <a:lnTo>
                  <a:pt x="2941" y="0"/>
                </a:lnTo>
                <a:lnTo>
                  <a:pt x="2941" y="14"/>
                </a:lnTo>
                <a:lnTo>
                  <a:pt x="2914" y="14"/>
                </a:lnTo>
                <a:lnTo>
                  <a:pt x="2914" y="0"/>
                </a:lnTo>
                <a:moveTo>
                  <a:pt x="2967" y="0"/>
                </a:moveTo>
                <a:lnTo>
                  <a:pt x="2994" y="0"/>
                </a:lnTo>
                <a:lnTo>
                  <a:pt x="2994" y="14"/>
                </a:lnTo>
                <a:lnTo>
                  <a:pt x="2967" y="14"/>
                </a:lnTo>
                <a:lnTo>
                  <a:pt x="2967" y="0"/>
                </a:lnTo>
                <a:moveTo>
                  <a:pt x="3020" y="0"/>
                </a:moveTo>
                <a:lnTo>
                  <a:pt x="3046" y="0"/>
                </a:lnTo>
                <a:lnTo>
                  <a:pt x="3046" y="14"/>
                </a:lnTo>
                <a:lnTo>
                  <a:pt x="3020" y="14"/>
                </a:lnTo>
                <a:lnTo>
                  <a:pt x="3020" y="0"/>
                </a:lnTo>
                <a:moveTo>
                  <a:pt x="3073" y="0"/>
                </a:moveTo>
                <a:lnTo>
                  <a:pt x="3099" y="0"/>
                </a:lnTo>
                <a:lnTo>
                  <a:pt x="3099" y="14"/>
                </a:lnTo>
                <a:lnTo>
                  <a:pt x="3073" y="14"/>
                </a:lnTo>
                <a:lnTo>
                  <a:pt x="3073" y="0"/>
                </a:lnTo>
                <a:moveTo>
                  <a:pt x="3126" y="0"/>
                </a:moveTo>
                <a:lnTo>
                  <a:pt x="3152" y="0"/>
                </a:lnTo>
                <a:lnTo>
                  <a:pt x="3152" y="14"/>
                </a:lnTo>
                <a:lnTo>
                  <a:pt x="3126" y="14"/>
                </a:lnTo>
                <a:lnTo>
                  <a:pt x="3126" y="0"/>
                </a:lnTo>
                <a:moveTo>
                  <a:pt x="3179" y="0"/>
                </a:moveTo>
                <a:lnTo>
                  <a:pt x="3205" y="0"/>
                </a:lnTo>
                <a:lnTo>
                  <a:pt x="3205" y="14"/>
                </a:lnTo>
                <a:lnTo>
                  <a:pt x="3179" y="14"/>
                </a:lnTo>
                <a:lnTo>
                  <a:pt x="3179" y="0"/>
                </a:lnTo>
                <a:moveTo>
                  <a:pt x="3232" y="0"/>
                </a:moveTo>
                <a:lnTo>
                  <a:pt x="3258" y="0"/>
                </a:lnTo>
                <a:lnTo>
                  <a:pt x="3258" y="14"/>
                </a:lnTo>
                <a:lnTo>
                  <a:pt x="3232" y="14"/>
                </a:lnTo>
                <a:lnTo>
                  <a:pt x="3232" y="0"/>
                </a:lnTo>
                <a:moveTo>
                  <a:pt x="3285" y="0"/>
                </a:moveTo>
                <a:lnTo>
                  <a:pt x="3311" y="0"/>
                </a:lnTo>
                <a:lnTo>
                  <a:pt x="3311" y="14"/>
                </a:lnTo>
                <a:lnTo>
                  <a:pt x="3285" y="14"/>
                </a:lnTo>
                <a:lnTo>
                  <a:pt x="3285" y="0"/>
                </a:lnTo>
                <a:moveTo>
                  <a:pt x="3338" y="0"/>
                </a:moveTo>
                <a:lnTo>
                  <a:pt x="3364" y="0"/>
                </a:lnTo>
                <a:lnTo>
                  <a:pt x="3364" y="14"/>
                </a:lnTo>
                <a:lnTo>
                  <a:pt x="3338" y="14"/>
                </a:lnTo>
                <a:lnTo>
                  <a:pt x="3338" y="0"/>
                </a:lnTo>
                <a:moveTo>
                  <a:pt x="3391" y="0"/>
                </a:moveTo>
                <a:lnTo>
                  <a:pt x="3417" y="0"/>
                </a:lnTo>
                <a:lnTo>
                  <a:pt x="3417" y="14"/>
                </a:lnTo>
                <a:lnTo>
                  <a:pt x="3391" y="14"/>
                </a:lnTo>
                <a:lnTo>
                  <a:pt x="3391" y="0"/>
                </a:lnTo>
                <a:moveTo>
                  <a:pt x="3444" y="0"/>
                </a:moveTo>
                <a:lnTo>
                  <a:pt x="3470" y="0"/>
                </a:lnTo>
                <a:lnTo>
                  <a:pt x="3470" y="14"/>
                </a:lnTo>
                <a:lnTo>
                  <a:pt x="3444" y="14"/>
                </a:lnTo>
                <a:lnTo>
                  <a:pt x="3444" y="0"/>
                </a:lnTo>
                <a:moveTo>
                  <a:pt x="3497" y="0"/>
                </a:moveTo>
                <a:lnTo>
                  <a:pt x="3523" y="0"/>
                </a:lnTo>
                <a:lnTo>
                  <a:pt x="3523" y="14"/>
                </a:lnTo>
                <a:lnTo>
                  <a:pt x="3497" y="14"/>
                </a:lnTo>
                <a:lnTo>
                  <a:pt x="3497" y="0"/>
                </a:lnTo>
                <a:moveTo>
                  <a:pt x="3550" y="0"/>
                </a:moveTo>
                <a:lnTo>
                  <a:pt x="3576" y="0"/>
                </a:lnTo>
                <a:lnTo>
                  <a:pt x="3576" y="14"/>
                </a:lnTo>
                <a:lnTo>
                  <a:pt x="3550" y="14"/>
                </a:lnTo>
                <a:lnTo>
                  <a:pt x="3550" y="0"/>
                </a:lnTo>
                <a:moveTo>
                  <a:pt x="3603" y="0"/>
                </a:moveTo>
                <a:lnTo>
                  <a:pt x="3629" y="0"/>
                </a:lnTo>
                <a:lnTo>
                  <a:pt x="3629" y="14"/>
                </a:lnTo>
                <a:lnTo>
                  <a:pt x="3603" y="14"/>
                </a:lnTo>
                <a:lnTo>
                  <a:pt x="3603" y="0"/>
                </a:lnTo>
                <a:moveTo>
                  <a:pt x="3656" y="0"/>
                </a:moveTo>
                <a:lnTo>
                  <a:pt x="3682" y="0"/>
                </a:lnTo>
                <a:lnTo>
                  <a:pt x="3682" y="14"/>
                </a:lnTo>
                <a:lnTo>
                  <a:pt x="3656" y="14"/>
                </a:lnTo>
                <a:lnTo>
                  <a:pt x="3656" y="0"/>
                </a:lnTo>
                <a:moveTo>
                  <a:pt x="3709" y="0"/>
                </a:moveTo>
                <a:lnTo>
                  <a:pt x="3735" y="0"/>
                </a:lnTo>
                <a:lnTo>
                  <a:pt x="3735" y="14"/>
                </a:lnTo>
                <a:lnTo>
                  <a:pt x="3709" y="14"/>
                </a:lnTo>
                <a:lnTo>
                  <a:pt x="3709" y="0"/>
                </a:lnTo>
                <a:moveTo>
                  <a:pt x="3762" y="0"/>
                </a:moveTo>
                <a:lnTo>
                  <a:pt x="3788" y="0"/>
                </a:lnTo>
                <a:lnTo>
                  <a:pt x="3788" y="14"/>
                </a:lnTo>
                <a:lnTo>
                  <a:pt x="3762" y="14"/>
                </a:lnTo>
                <a:lnTo>
                  <a:pt x="3762" y="0"/>
                </a:lnTo>
                <a:moveTo>
                  <a:pt x="3815" y="0"/>
                </a:moveTo>
                <a:lnTo>
                  <a:pt x="3841" y="0"/>
                </a:lnTo>
                <a:lnTo>
                  <a:pt x="3841" y="14"/>
                </a:lnTo>
                <a:lnTo>
                  <a:pt x="3815" y="14"/>
                </a:lnTo>
                <a:lnTo>
                  <a:pt x="3815" y="0"/>
                </a:lnTo>
                <a:moveTo>
                  <a:pt x="3868" y="0"/>
                </a:moveTo>
                <a:lnTo>
                  <a:pt x="3894" y="0"/>
                </a:lnTo>
                <a:lnTo>
                  <a:pt x="3894" y="14"/>
                </a:lnTo>
                <a:lnTo>
                  <a:pt x="3868" y="14"/>
                </a:lnTo>
                <a:lnTo>
                  <a:pt x="3868" y="0"/>
                </a:lnTo>
                <a:moveTo>
                  <a:pt x="3920" y="0"/>
                </a:moveTo>
                <a:lnTo>
                  <a:pt x="3947" y="0"/>
                </a:lnTo>
                <a:lnTo>
                  <a:pt x="3947" y="14"/>
                </a:lnTo>
                <a:lnTo>
                  <a:pt x="3920" y="14"/>
                </a:lnTo>
                <a:lnTo>
                  <a:pt x="3920" y="0"/>
                </a:lnTo>
                <a:moveTo>
                  <a:pt x="3973" y="0"/>
                </a:moveTo>
                <a:lnTo>
                  <a:pt x="4000" y="0"/>
                </a:lnTo>
                <a:lnTo>
                  <a:pt x="4000" y="14"/>
                </a:lnTo>
                <a:lnTo>
                  <a:pt x="3973" y="14"/>
                </a:lnTo>
                <a:lnTo>
                  <a:pt x="3973" y="0"/>
                </a:lnTo>
                <a:moveTo>
                  <a:pt x="4026" y="0"/>
                </a:moveTo>
                <a:lnTo>
                  <a:pt x="4053" y="0"/>
                </a:lnTo>
                <a:lnTo>
                  <a:pt x="4053" y="14"/>
                </a:lnTo>
                <a:lnTo>
                  <a:pt x="4026" y="14"/>
                </a:lnTo>
                <a:lnTo>
                  <a:pt x="4026" y="0"/>
                </a:lnTo>
                <a:moveTo>
                  <a:pt x="4079" y="0"/>
                </a:moveTo>
                <a:lnTo>
                  <a:pt x="4106" y="0"/>
                </a:lnTo>
                <a:lnTo>
                  <a:pt x="4106" y="14"/>
                </a:lnTo>
                <a:lnTo>
                  <a:pt x="4079" y="14"/>
                </a:lnTo>
                <a:lnTo>
                  <a:pt x="4079" y="0"/>
                </a:lnTo>
                <a:moveTo>
                  <a:pt x="4132" y="0"/>
                </a:moveTo>
                <a:lnTo>
                  <a:pt x="4159" y="0"/>
                </a:lnTo>
                <a:lnTo>
                  <a:pt x="4159" y="14"/>
                </a:lnTo>
                <a:lnTo>
                  <a:pt x="4132" y="14"/>
                </a:lnTo>
                <a:lnTo>
                  <a:pt x="4132" y="0"/>
                </a:lnTo>
                <a:moveTo>
                  <a:pt x="4185" y="0"/>
                </a:moveTo>
                <a:lnTo>
                  <a:pt x="4212" y="0"/>
                </a:lnTo>
                <a:lnTo>
                  <a:pt x="4212" y="14"/>
                </a:lnTo>
                <a:lnTo>
                  <a:pt x="4185" y="14"/>
                </a:lnTo>
                <a:lnTo>
                  <a:pt x="4185" y="0"/>
                </a:lnTo>
                <a:moveTo>
                  <a:pt x="4238" y="0"/>
                </a:moveTo>
                <a:lnTo>
                  <a:pt x="4265" y="0"/>
                </a:lnTo>
                <a:lnTo>
                  <a:pt x="4265" y="14"/>
                </a:lnTo>
                <a:lnTo>
                  <a:pt x="4238" y="14"/>
                </a:lnTo>
                <a:lnTo>
                  <a:pt x="4238" y="0"/>
                </a:lnTo>
                <a:moveTo>
                  <a:pt x="4291" y="0"/>
                </a:moveTo>
                <a:lnTo>
                  <a:pt x="4318" y="0"/>
                </a:lnTo>
                <a:lnTo>
                  <a:pt x="4318" y="14"/>
                </a:lnTo>
                <a:lnTo>
                  <a:pt x="4291" y="14"/>
                </a:lnTo>
                <a:lnTo>
                  <a:pt x="4291" y="0"/>
                </a:lnTo>
                <a:moveTo>
                  <a:pt x="4344" y="0"/>
                </a:moveTo>
                <a:lnTo>
                  <a:pt x="4371" y="0"/>
                </a:lnTo>
                <a:lnTo>
                  <a:pt x="4371" y="14"/>
                </a:lnTo>
                <a:lnTo>
                  <a:pt x="4344" y="14"/>
                </a:lnTo>
                <a:lnTo>
                  <a:pt x="4344" y="0"/>
                </a:lnTo>
                <a:moveTo>
                  <a:pt x="4397" y="0"/>
                </a:moveTo>
                <a:lnTo>
                  <a:pt x="4424" y="0"/>
                </a:lnTo>
                <a:lnTo>
                  <a:pt x="4424" y="14"/>
                </a:lnTo>
                <a:lnTo>
                  <a:pt x="4397" y="14"/>
                </a:lnTo>
                <a:lnTo>
                  <a:pt x="4397" y="0"/>
                </a:lnTo>
                <a:moveTo>
                  <a:pt x="4450" y="0"/>
                </a:moveTo>
                <a:lnTo>
                  <a:pt x="4477" y="0"/>
                </a:lnTo>
                <a:lnTo>
                  <a:pt x="4477" y="14"/>
                </a:lnTo>
                <a:lnTo>
                  <a:pt x="4450" y="14"/>
                </a:lnTo>
                <a:lnTo>
                  <a:pt x="4450" y="0"/>
                </a:lnTo>
                <a:moveTo>
                  <a:pt x="4503" y="0"/>
                </a:moveTo>
                <a:lnTo>
                  <a:pt x="4530" y="0"/>
                </a:lnTo>
                <a:lnTo>
                  <a:pt x="4530" y="14"/>
                </a:lnTo>
                <a:lnTo>
                  <a:pt x="4503" y="14"/>
                </a:lnTo>
                <a:lnTo>
                  <a:pt x="4503" y="0"/>
                </a:lnTo>
                <a:moveTo>
                  <a:pt x="4556" y="0"/>
                </a:moveTo>
                <a:lnTo>
                  <a:pt x="4583" y="0"/>
                </a:lnTo>
                <a:lnTo>
                  <a:pt x="4583" y="14"/>
                </a:lnTo>
                <a:lnTo>
                  <a:pt x="4556" y="14"/>
                </a:lnTo>
                <a:lnTo>
                  <a:pt x="4556" y="0"/>
                </a:lnTo>
                <a:moveTo>
                  <a:pt x="4609" y="0"/>
                </a:moveTo>
                <a:lnTo>
                  <a:pt x="4636" y="0"/>
                </a:lnTo>
                <a:lnTo>
                  <a:pt x="4636" y="14"/>
                </a:lnTo>
                <a:lnTo>
                  <a:pt x="4609" y="14"/>
                </a:lnTo>
                <a:lnTo>
                  <a:pt x="4609" y="0"/>
                </a:lnTo>
                <a:moveTo>
                  <a:pt x="4662" y="0"/>
                </a:moveTo>
                <a:lnTo>
                  <a:pt x="4689" y="0"/>
                </a:lnTo>
                <a:lnTo>
                  <a:pt x="4689" y="14"/>
                </a:lnTo>
                <a:lnTo>
                  <a:pt x="4662" y="14"/>
                </a:lnTo>
                <a:lnTo>
                  <a:pt x="4662" y="0"/>
                </a:lnTo>
                <a:moveTo>
                  <a:pt x="4715" y="0"/>
                </a:moveTo>
                <a:lnTo>
                  <a:pt x="4742" y="0"/>
                </a:lnTo>
                <a:lnTo>
                  <a:pt x="4742" y="14"/>
                </a:lnTo>
                <a:lnTo>
                  <a:pt x="4715" y="14"/>
                </a:lnTo>
                <a:lnTo>
                  <a:pt x="4715" y="0"/>
                </a:lnTo>
                <a:moveTo>
                  <a:pt x="4768" y="0"/>
                </a:moveTo>
                <a:lnTo>
                  <a:pt x="4795" y="0"/>
                </a:lnTo>
                <a:lnTo>
                  <a:pt x="4795" y="14"/>
                </a:lnTo>
                <a:lnTo>
                  <a:pt x="4768" y="14"/>
                </a:lnTo>
                <a:lnTo>
                  <a:pt x="4768" y="0"/>
                </a:lnTo>
                <a:moveTo>
                  <a:pt x="4821" y="0"/>
                </a:moveTo>
                <a:lnTo>
                  <a:pt x="4847" y="0"/>
                </a:lnTo>
                <a:lnTo>
                  <a:pt x="4847" y="14"/>
                </a:lnTo>
                <a:lnTo>
                  <a:pt x="4821" y="14"/>
                </a:lnTo>
                <a:lnTo>
                  <a:pt x="4821" y="0"/>
                </a:lnTo>
                <a:moveTo>
                  <a:pt x="4874" y="0"/>
                </a:moveTo>
                <a:lnTo>
                  <a:pt x="4900" y="0"/>
                </a:lnTo>
                <a:lnTo>
                  <a:pt x="4900" y="14"/>
                </a:lnTo>
                <a:lnTo>
                  <a:pt x="4874" y="14"/>
                </a:lnTo>
                <a:lnTo>
                  <a:pt x="4874" y="0"/>
                </a:lnTo>
                <a:moveTo>
                  <a:pt x="4927" y="0"/>
                </a:moveTo>
                <a:lnTo>
                  <a:pt x="4953" y="0"/>
                </a:lnTo>
                <a:lnTo>
                  <a:pt x="4953" y="14"/>
                </a:lnTo>
                <a:lnTo>
                  <a:pt x="4927" y="14"/>
                </a:lnTo>
                <a:lnTo>
                  <a:pt x="4927" y="0"/>
                </a:lnTo>
                <a:moveTo>
                  <a:pt x="4980" y="0"/>
                </a:moveTo>
                <a:lnTo>
                  <a:pt x="5006" y="0"/>
                </a:lnTo>
                <a:lnTo>
                  <a:pt x="5006" y="14"/>
                </a:lnTo>
                <a:lnTo>
                  <a:pt x="4980" y="14"/>
                </a:lnTo>
                <a:lnTo>
                  <a:pt x="4980" y="0"/>
                </a:lnTo>
                <a:moveTo>
                  <a:pt x="5033" y="0"/>
                </a:moveTo>
                <a:lnTo>
                  <a:pt x="5059" y="0"/>
                </a:lnTo>
                <a:lnTo>
                  <a:pt x="5059" y="14"/>
                </a:lnTo>
                <a:lnTo>
                  <a:pt x="5033" y="14"/>
                </a:lnTo>
                <a:lnTo>
                  <a:pt x="5033" y="0"/>
                </a:lnTo>
                <a:moveTo>
                  <a:pt x="5086" y="0"/>
                </a:moveTo>
                <a:lnTo>
                  <a:pt x="5112" y="0"/>
                </a:lnTo>
                <a:lnTo>
                  <a:pt x="5112" y="14"/>
                </a:lnTo>
                <a:lnTo>
                  <a:pt x="5086" y="14"/>
                </a:lnTo>
                <a:lnTo>
                  <a:pt x="5086" y="0"/>
                </a:lnTo>
                <a:moveTo>
                  <a:pt x="5139" y="0"/>
                </a:moveTo>
                <a:lnTo>
                  <a:pt x="5165" y="0"/>
                </a:lnTo>
                <a:lnTo>
                  <a:pt x="5165" y="14"/>
                </a:lnTo>
                <a:lnTo>
                  <a:pt x="5139" y="14"/>
                </a:lnTo>
                <a:lnTo>
                  <a:pt x="5139" y="0"/>
                </a:lnTo>
                <a:moveTo>
                  <a:pt x="5192" y="0"/>
                </a:moveTo>
                <a:lnTo>
                  <a:pt x="5218" y="0"/>
                </a:lnTo>
                <a:lnTo>
                  <a:pt x="5218" y="14"/>
                </a:lnTo>
                <a:lnTo>
                  <a:pt x="5192" y="14"/>
                </a:lnTo>
                <a:lnTo>
                  <a:pt x="5192" y="0"/>
                </a:lnTo>
                <a:moveTo>
                  <a:pt x="5245" y="0"/>
                </a:moveTo>
                <a:lnTo>
                  <a:pt x="5271" y="0"/>
                </a:lnTo>
                <a:lnTo>
                  <a:pt x="5271" y="14"/>
                </a:lnTo>
                <a:lnTo>
                  <a:pt x="5245" y="14"/>
                </a:lnTo>
                <a:lnTo>
                  <a:pt x="5245" y="0"/>
                </a:lnTo>
                <a:moveTo>
                  <a:pt x="5298" y="0"/>
                </a:moveTo>
                <a:lnTo>
                  <a:pt x="5324" y="0"/>
                </a:lnTo>
                <a:lnTo>
                  <a:pt x="5324" y="14"/>
                </a:lnTo>
                <a:lnTo>
                  <a:pt x="5298" y="14"/>
                </a:lnTo>
                <a:lnTo>
                  <a:pt x="5298" y="0"/>
                </a:lnTo>
                <a:moveTo>
                  <a:pt x="5351" y="0"/>
                </a:moveTo>
                <a:lnTo>
                  <a:pt x="5377" y="0"/>
                </a:lnTo>
                <a:lnTo>
                  <a:pt x="5377" y="14"/>
                </a:lnTo>
                <a:lnTo>
                  <a:pt x="5351" y="14"/>
                </a:lnTo>
                <a:lnTo>
                  <a:pt x="5351" y="0"/>
                </a:lnTo>
                <a:moveTo>
                  <a:pt x="5404" y="0"/>
                </a:moveTo>
                <a:lnTo>
                  <a:pt x="5430" y="0"/>
                </a:lnTo>
                <a:lnTo>
                  <a:pt x="5430" y="14"/>
                </a:lnTo>
                <a:lnTo>
                  <a:pt x="5404" y="14"/>
                </a:lnTo>
                <a:lnTo>
                  <a:pt x="5404" y="0"/>
                </a:lnTo>
                <a:moveTo>
                  <a:pt x="5457" y="0"/>
                </a:moveTo>
                <a:lnTo>
                  <a:pt x="5483" y="0"/>
                </a:lnTo>
                <a:lnTo>
                  <a:pt x="5483" y="14"/>
                </a:lnTo>
                <a:lnTo>
                  <a:pt x="5457" y="14"/>
                </a:lnTo>
                <a:lnTo>
                  <a:pt x="5457" y="0"/>
                </a:lnTo>
                <a:moveTo>
                  <a:pt x="5510" y="0"/>
                </a:moveTo>
                <a:lnTo>
                  <a:pt x="5536" y="0"/>
                </a:lnTo>
                <a:lnTo>
                  <a:pt x="5536" y="14"/>
                </a:lnTo>
                <a:lnTo>
                  <a:pt x="5510" y="14"/>
                </a:lnTo>
                <a:lnTo>
                  <a:pt x="5510" y="0"/>
                </a:lnTo>
                <a:moveTo>
                  <a:pt x="5563" y="0"/>
                </a:moveTo>
                <a:lnTo>
                  <a:pt x="5589" y="0"/>
                </a:lnTo>
                <a:lnTo>
                  <a:pt x="5589" y="14"/>
                </a:lnTo>
                <a:lnTo>
                  <a:pt x="5563" y="14"/>
                </a:lnTo>
                <a:lnTo>
                  <a:pt x="5563" y="0"/>
                </a:lnTo>
                <a:moveTo>
                  <a:pt x="5616" y="0"/>
                </a:moveTo>
                <a:lnTo>
                  <a:pt x="5642" y="0"/>
                </a:lnTo>
                <a:lnTo>
                  <a:pt x="5642" y="14"/>
                </a:lnTo>
                <a:lnTo>
                  <a:pt x="5616" y="14"/>
                </a:lnTo>
                <a:lnTo>
                  <a:pt x="5616" y="0"/>
                </a:lnTo>
                <a:moveTo>
                  <a:pt x="5669" y="0"/>
                </a:moveTo>
                <a:lnTo>
                  <a:pt x="5695" y="0"/>
                </a:lnTo>
                <a:lnTo>
                  <a:pt x="5695" y="14"/>
                </a:lnTo>
                <a:lnTo>
                  <a:pt x="5669" y="14"/>
                </a:lnTo>
                <a:lnTo>
                  <a:pt x="5669" y="0"/>
                </a:lnTo>
                <a:moveTo>
                  <a:pt x="5722" y="0"/>
                </a:moveTo>
                <a:lnTo>
                  <a:pt x="5748" y="0"/>
                </a:lnTo>
                <a:lnTo>
                  <a:pt x="5748" y="14"/>
                </a:lnTo>
                <a:lnTo>
                  <a:pt x="5722" y="14"/>
                </a:lnTo>
                <a:lnTo>
                  <a:pt x="5722" y="0"/>
                </a:lnTo>
                <a:moveTo>
                  <a:pt x="5774" y="0"/>
                </a:moveTo>
                <a:lnTo>
                  <a:pt x="5801" y="0"/>
                </a:lnTo>
                <a:lnTo>
                  <a:pt x="5801" y="14"/>
                </a:lnTo>
                <a:lnTo>
                  <a:pt x="5774" y="14"/>
                </a:lnTo>
                <a:lnTo>
                  <a:pt x="5774" y="0"/>
                </a:lnTo>
                <a:moveTo>
                  <a:pt x="5827" y="0"/>
                </a:moveTo>
                <a:lnTo>
                  <a:pt x="5854" y="0"/>
                </a:lnTo>
                <a:lnTo>
                  <a:pt x="5854" y="14"/>
                </a:lnTo>
                <a:lnTo>
                  <a:pt x="5827" y="14"/>
                </a:lnTo>
                <a:lnTo>
                  <a:pt x="5827" y="0"/>
                </a:lnTo>
                <a:moveTo>
                  <a:pt x="5880" y="0"/>
                </a:moveTo>
                <a:lnTo>
                  <a:pt x="5907" y="0"/>
                </a:lnTo>
                <a:lnTo>
                  <a:pt x="5907" y="14"/>
                </a:lnTo>
                <a:lnTo>
                  <a:pt x="5880" y="14"/>
                </a:lnTo>
                <a:lnTo>
                  <a:pt x="5880" y="0"/>
                </a:lnTo>
                <a:moveTo>
                  <a:pt x="5933" y="0"/>
                </a:moveTo>
                <a:lnTo>
                  <a:pt x="5960" y="0"/>
                </a:lnTo>
                <a:lnTo>
                  <a:pt x="5960" y="14"/>
                </a:lnTo>
                <a:lnTo>
                  <a:pt x="5933" y="14"/>
                </a:lnTo>
                <a:lnTo>
                  <a:pt x="5933" y="0"/>
                </a:lnTo>
                <a:moveTo>
                  <a:pt x="5986" y="0"/>
                </a:moveTo>
                <a:lnTo>
                  <a:pt x="6013" y="0"/>
                </a:lnTo>
                <a:lnTo>
                  <a:pt x="6013" y="14"/>
                </a:lnTo>
                <a:lnTo>
                  <a:pt x="5986" y="14"/>
                </a:lnTo>
                <a:lnTo>
                  <a:pt x="5986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083600" y="3979440"/>
            <a:ext cx="1033920" cy="63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10" spc="-1" strike="noStrike">
                <a:solidFill>
                  <a:srgbClr val="000000"/>
                </a:solidFill>
                <a:latin typeface="Calibri"/>
                <a:ea typeface="Calibri"/>
              </a:rPr>
              <a:t>[Task accepted / scheduled — request acted on]</a:t>
            </a:r>
            <a:endParaRPr b="0" lang="en-AU" sz="4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3047760" y="4302360"/>
            <a:ext cx="48240" cy="38520"/>
          </a:xfrm>
          <a:custGeom>
            <a:avLst/>
            <a:gdLst/>
            <a:ahLst/>
            <a:rect l="0" t="0" r="r" b="b"/>
            <a:pathLst>
              <a:path w="134" h="107">
                <a:moveTo>
                  <a:pt x="0" y="0"/>
                </a:moveTo>
                <a:lnTo>
                  <a:pt x="134" y="53"/>
                </a:lnTo>
                <a:lnTo>
                  <a:pt x="0" y="107"/>
                </a:lnTo>
                <a:lnTo>
                  <a:pt x="54" y="53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906120" y="4321440"/>
            <a:ext cx="217044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987480" y="4083840"/>
            <a:ext cx="745920" cy="76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90" spc="-1" strike="noStrike">
                <a:solidFill>
                  <a:srgbClr val="000000"/>
                </a:solidFill>
                <a:latin typeface="Calibri"/>
                <a:ea typeface="Calibri"/>
              </a:rPr>
              <a:t>Task (accepted) + linked Slots</a:t>
            </a:r>
            <a:endParaRPr b="0" lang="en-AU" sz="4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3109680" y="4453560"/>
            <a:ext cx="48240" cy="38160"/>
          </a:xfrm>
          <a:custGeom>
            <a:avLst/>
            <a:gdLst/>
            <a:ahLst/>
            <a:rect l="0" t="0" r="r" b="b"/>
            <a:pathLst>
              <a:path w="134" h="106">
                <a:moveTo>
                  <a:pt x="134" y="0"/>
                </a:moveTo>
                <a:lnTo>
                  <a:pt x="0" y="53"/>
                </a:lnTo>
                <a:lnTo>
                  <a:pt x="134" y="106"/>
                </a:lnTo>
                <a:lnTo>
                  <a:pt x="81" y="53"/>
                </a:lnTo>
                <a:lnTo>
                  <a:pt x="134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3128760" y="4472640"/>
            <a:ext cx="177480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939600" y="4235040"/>
            <a:ext cx="1828080" cy="76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90" spc="-1" strike="noStrike">
                <a:solidFill>
                  <a:srgbClr val="000000"/>
                </a:solidFill>
                <a:latin typeface="Calibri"/>
                <a:ea typeface="Calibri"/>
              </a:rPr>
              <a:t>6. search Slot / POST Appointment (proposed, basedOn ServiceRequest)</a:t>
            </a:r>
            <a:endParaRPr b="0" lang="en-AU" sz="4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714240" y="4512960"/>
            <a:ext cx="4548600" cy="5040"/>
          </a:xfrm>
          <a:custGeom>
            <a:avLst/>
            <a:gdLst/>
            <a:ahLst/>
            <a:rect l="0" t="0" r="r" b="b"/>
            <a:pathLst>
              <a:path w="12635" h="14">
                <a:moveTo>
                  <a:pt x="0" y="0"/>
                </a:moveTo>
                <a:lnTo>
                  <a:pt x="26" y="0"/>
                </a:lnTo>
                <a:lnTo>
                  <a:pt x="26" y="14"/>
                </a:lnTo>
                <a:lnTo>
                  <a:pt x="0" y="14"/>
                </a:lnTo>
                <a:lnTo>
                  <a:pt x="0" y="0"/>
                </a:lnTo>
                <a:moveTo>
                  <a:pt x="53" y="0"/>
                </a:moveTo>
                <a:lnTo>
                  <a:pt x="79" y="0"/>
                </a:lnTo>
                <a:lnTo>
                  <a:pt x="79" y="14"/>
                </a:lnTo>
                <a:lnTo>
                  <a:pt x="53" y="14"/>
                </a:lnTo>
                <a:lnTo>
                  <a:pt x="53" y="0"/>
                </a:lnTo>
                <a:moveTo>
                  <a:pt x="106" y="0"/>
                </a:moveTo>
                <a:lnTo>
                  <a:pt x="132" y="0"/>
                </a:lnTo>
                <a:lnTo>
                  <a:pt x="132" y="14"/>
                </a:lnTo>
                <a:lnTo>
                  <a:pt x="106" y="14"/>
                </a:lnTo>
                <a:lnTo>
                  <a:pt x="106" y="0"/>
                </a:lnTo>
                <a:moveTo>
                  <a:pt x="159" y="0"/>
                </a:moveTo>
                <a:lnTo>
                  <a:pt x="185" y="0"/>
                </a:lnTo>
                <a:lnTo>
                  <a:pt x="185" y="14"/>
                </a:lnTo>
                <a:lnTo>
                  <a:pt x="159" y="14"/>
                </a:lnTo>
                <a:lnTo>
                  <a:pt x="159" y="0"/>
                </a:lnTo>
                <a:moveTo>
                  <a:pt x="212" y="0"/>
                </a:moveTo>
                <a:lnTo>
                  <a:pt x="238" y="0"/>
                </a:lnTo>
                <a:lnTo>
                  <a:pt x="238" y="14"/>
                </a:lnTo>
                <a:lnTo>
                  <a:pt x="212" y="14"/>
                </a:lnTo>
                <a:lnTo>
                  <a:pt x="212" y="0"/>
                </a:lnTo>
                <a:moveTo>
                  <a:pt x="265" y="0"/>
                </a:moveTo>
                <a:lnTo>
                  <a:pt x="291" y="0"/>
                </a:lnTo>
                <a:lnTo>
                  <a:pt x="291" y="14"/>
                </a:lnTo>
                <a:lnTo>
                  <a:pt x="265" y="14"/>
                </a:lnTo>
                <a:lnTo>
                  <a:pt x="265" y="0"/>
                </a:lnTo>
                <a:moveTo>
                  <a:pt x="318" y="0"/>
                </a:moveTo>
                <a:lnTo>
                  <a:pt x="344" y="0"/>
                </a:lnTo>
                <a:lnTo>
                  <a:pt x="344" y="14"/>
                </a:lnTo>
                <a:lnTo>
                  <a:pt x="318" y="14"/>
                </a:lnTo>
                <a:lnTo>
                  <a:pt x="318" y="0"/>
                </a:lnTo>
                <a:moveTo>
                  <a:pt x="371" y="0"/>
                </a:moveTo>
                <a:lnTo>
                  <a:pt x="397" y="0"/>
                </a:lnTo>
                <a:lnTo>
                  <a:pt x="397" y="14"/>
                </a:lnTo>
                <a:lnTo>
                  <a:pt x="371" y="14"/>
                </a:lnTo>
                <a:lnTo>
                  <a:pt x="371" y="0"/>
                </a:lnTo>
                <a:moveTo>
                  <a:pt x="424" y="0"/>
                </a:moveTo>
                <a:lnTo>
                  <a:pt x="450" y="0"/>
                </a:lnTo>
                <a:lnTo>
                  <a:pt x="450" y="14"/>
                </a:lnTo>
                <a:lnTo>
                  <a:pt x="424" y="14"/>
                </a:lnTo>
                <a:lnTo>
                  <a:pt x="424" y="0"/>
                </a:lnTo>
                <a:moveTo>
                  <a:pt x="477" y="0"/>
                </a:moveTo>
                <a:lnTo>
                  <a:pt x="503" y="0"/>
                </a:lnTo>
                <a:lnTo>
                  <a:pt x="503" y="14"/>
                </a:lnTo>
                <a:lnTo>
                  <a:pt x="477" y="14"/>
                </a:lnTo>
                <a:lnTo>
                  <a:pt x="477" y="0"/>
                </a:lnTo>
                <a:moveTo>
                  <a:pt x="530" y="0"/>
                </a:moveTo>
                <a:lnTo>
                  <a:pt x="556" y="0"/>
                </a:lnTo>
                <a:lnTo>
                  <a:pt x="556" y="14"/>
                </a:lnTo>
                <a:lnTo>
                  <a:pt x="530" y="14"/>
                </a:lnTo>
                <a:lnTo>
                  <a:pt x="530" y="0"/>
                </a:lnTo>
                <a:moveTo>
                  <a:pt x="583" y="0"/>
                </a:moveTo>
                <a:lnTo>
                  <a:pt x="609" y="0"/>
                </a:lnTo>
                <a:lnTo>
                  <a:pt x="609" y="14"/>
                </a:lnTo>
                <a:lnTo>
                  <a:pt x="583" y="14"/>
                </a:lnTo>
                <a:lnTo>
                  <a:pt x="583" y="0"/>
                </a:lnTo>
                <a:moveTo>
                  <a:pt x="636" y="0"/>
                </a:moveTo>
                <a:lnTo>
                  <a:pt x="662" y="0"/>
                </a:lnTo>
                <a:lnTo>
                  <a:pt x="662" y="14"/>
                </a:lnTo>
                <a:lnTo>
                  <a:pt x="636" y="14"/>
                </a:lnTo>
                <a:lnTo>
                  <a:pt x="636" y="0"/>
                </a:lnTo>
                <a:moveTo>
                  <a:pt x="689" y="0"/>
                </a:moveTo>
                <a:lnTo>
                  <a:pt x="715" y="0"/>
                </a:lnTo>
                <a:lnTo>
                  <a:pt x="715" y="14"/>
                </a:lnTo>
                <a:lnTo>
                  <a:pt x="689" y="14"/>
                </a:lnTo>
                <a:lnTo>
                  <a:pt x="689" y="0"/>
                </a:lnTo>
                <a:moveTo>
                  <a:pt x="742" y="0"/>
                </a:moveTo>
                <a:lnTo>
                  <a:pt x="768" y="0"/>
                </a:lnTo>
                <a:lnTo>
                  <a:pt x="768" y="14"/>
                </a:lnTo>
                <a:lnTo>
                  <a:pt x="742" y="14"/>
                </a:lnTo>
                <a:lnTo>
                  <a:pt x="742" y="0"/>
                </a:lnTo>
                <a:moveTo>
                  <a:pt x="795" y="0"/>
                </a:moveTo>
                <a:lnTo>
                  <a:pt x="821" y="0"/>
                </a:lnTo>
                <a:lnTo>
                  <a:pt x="821" y="14"/>
                </a:lnTo>
                <a:lnTo>
                  <a:pt x="795" y="14"/>
                </a:lnTo>
                <a:lnTo>
                  <a:pt x="795" y="0"/>
                </a:lnTo>
                <a:moveTo>
                  <a:pt x="848" y="0"/>
                </a:moveTo>
                <a:lnTo>
                  <a:pt x="874" y="0"/>
                </a:lnTo>
                <a:lnTo>
                  <a:pt x="874" y="14"/>
                </a:lnTo>
                <a:lnTo>
                  <a:pt x="848" y="14"/>
                </a:lnTo>
                <a:lnTo>
                  <a:pt x="848" y="0"/>
                </a:lnTo>
                <a:moveTo>
                  <a:pt x="901" y="0"/>
                </a:moveTo>
                <a:lnTo>
                  <a:pt x="927" y="0"/>
                </a:lnTo>
                <a:lnTo>
                  <a:pt x="927" y="14"/>
                </a:lnTo>
                <a:lnTo>
                  <a:pt x="901" y="14"/>
                </a:lnTo>
                <a:lnTo>
                  <a:pt x="901" y="0"/>
                </a:lnTo>
                <a:moveTo>
                  <a:pt x="953" y="0"/>
                </a:moveTo>
                <a:lnTo>
                  <a:pt x="980" y="0"/>
                </a:lnTo>
                <a:lnTo>
                  <a:pt x="980" y="14"/>
                </a:lnTo>
                <a:lnTo>
                  <a:pt x="953" y="14"/>
                </a:lnTo>
                <a:lnTo>
                  <a:pt x="953" y="0"/>
                </a:lnTo>
                <a:moveTo>
                  <a:pt x="1006" y="0"/>
                </a:moveTo>
                <a:lnTo>
                  <a:pt x="1033" y="0"/>
                </a:lnTo>
                <a:lnTo>
                  <a:pt x="1033" y="14"/>
                </a:lnTo>
                <a:lnTo>
                  <a:pt x="1006" y="14"/>
                </a:lnTo>
                <a:lnTo>
                  <a:pt x="1006" y="0"/>
                </a:lnTo>
                <a:moveTo>
                  <a:pt x="1059" y="0"/>
                </a:moveTo>
                <a:lnTo>
                  <a:pt x="1086" y="0"/>
                </a:lnTo>
                <a:lnTo>
                  <a:pt x="1086" y="14"/>
                </a:lnTo>
                <a:lnTo>
                  <a:pt x="1059" y="14"/>
                </a:lnTo>
                <a:lnTo>
                  <a:pt x="1059" y="0"/>
                </a:lnTo>
                <a:moveTo>
                  <a:pt x="1112" y="0"/>
                </a:moveTo>
                <a:lnTo>
                  <a:pt x="1139" y="0"/>
                </a:lnTo>
                <a:lnTo>
                  <a:pt x="1139" y="14"/>
                </a:lnTo>
                <a:lnTo>
                  <a:pt x="1112" y="14"/>
                </a:lnTo>
                <a:lnTo>
                  <a:pt x="1112" y="0"/>
                </a:lnTo>
                <a:moveTo>
                  <a:pt x="1165" y="0"/>
                </a:moveTo>
                <a:lnTo>
                  <a:pt x="1192" y="0"/>
                </a:lnTo>
                <a:lnTo>
                  <a:pt x="1192" y="14"/>
                </a:lnTo>
                <a:lnTo>
                  <a:pt x="1165" y="14"/>
                </a:lnTo>
                <a:lnTo>
                  <a:pt x="1165" y="0"/>
                </a:lnTo>
                <a:moveTo>
                  <a:pt x="1218" y="0"/>
                </a:moveTo>
                <a:lnTo>
                  <a:pt x="1245" y="0"/>
                </a:lnTo>
                <a:lnTo>
                  <a:pt x="1245" y="14"/>
                </a:lnTo>
                <a:lnTo>
                  <a:pt x="1218" y="14"/>
                </a:lnTo>
                <a:lnTo>
                  <a:pt x="1218" y="0"/>
                </a:lnTo>
                <a:moveTo>
                  <a:pt x="1271" y="0"/>
                </a:moveTo>
                <a:lnTo>
                  <a:pt x="1298" y="0"/>
                </a:lnTo>
                <a:lnTo>
                  <a:pt x="1298" y="14"/>
                </a:lnTo>
                <a:lnTo>
                  <a:pt x="1271" y="14"/>
                </a:lnTo>
                <a:lnTo>
                  <a:pt x="1271" y="0"/>
                </a:lnTo>
                <a:moveTo>
                  <a:pt x="1324" y="0"/>
                </a:moveTo>
                <a:lnTo>
                  <a:pt x="1351" y="0"/>
                </a:lnTo>
                <a:lnTo>
                  <a:pt x="1351" y="14"/>
                </a:lnTo>
                <a:lnTo>
                  <a:pt x="1324" y="14"/>
                </a:lnTo>
                <a:lnTo>
                  <a:pt x="1324" y="0"/>
                </a:lnTo>
                <a:moveTo>
                  <a:pt x="1377" y="0"/>
                </a:moveTo>
                <a:lnTo>
                  <a:pt x="1404" y="0"/>
                </a:lnTo>
                <a:lnTo>
                  <a:pt x="1404" y="14"/>
                </a:lnTo>
                <a:lnTo>
                  <a:pt x="1377" y="14"/>
                </a:lnTo>
                <a:lnTo>
                  <a:pt x="1377" y="0"/>
                </a:lnTo>
                <a:moveTo>
                  <a:pt x="1430" y="0"/>
                </a:moveTo>
                <a:lnTo>
                  <a:pt x="1457" y="0"/>
                </a:lnTo>
                <a:lnTo>
                  <a:pt x="1457" y="14"/>
                </a:lnTo>
                <a:lnTo>
                  <a:pt x="1430" y="14"/>
                </a:lnTo>
                <a:lnTo>
                  <a:pt x="1430" y="0"/>
                </a:lnTo>
                <a:moveTo>
                  <a:pt x="1483" y="0"/>
                </a:moveTo>
                <a:lnTo>
                  <a:pt x="1510" y="0"/>
                </a:lnTo>
                <a:lnTo>
                  <a:pt x="1510" y="14"/>
                </a:lnTo>
                <a:lnTo>
                  <a:pt x="1483" y="14"/>
                </a:lnTo>
                <a:lnTo>
                  <a:pt x="1483" y="0"/>
                </a:lnTo>
                <a:moveTo>
                  <a:pt x="1536" y="0"/>
                </a:moveTo>
                <a:lnTo>
                  <a:pt x="1563" y="0"/>
                </a:lnTo>
                <a:lnTo>
                  <a:pt x="1563" y="14"/>
                </a:lnTo>
                <a:lnTo>
                  <a:pt x="1536" y="14"/>
                </a:lnTo>
                <a:lnTo>
                  <a:pt x="1536" y="0"/>
                </a:lnTo>
                <a:moveTo>
                  <a:pt x="1589" y="0"/>
                </a:moveTo>
                <a:lnTo>
                  <a:pt x="1616" y="0"/>
                </a:lnTo>
                <a:lnTo>
                  <a:pt x="1616" y="14"/>
                </a:lnTo>
                <a:lnTo>
                  <a:pt x="1589" y="14"/>
                </a:lnTo>
                <a:lnTo>
                  <a:pt x="1589" y="0"/>
                </a:lnTo>
                <a:moveTo>
                  <a:pt x="1642" y="0"/>
                </a:moveTo>
                <a:lnTo>
                  <a:pt x="1669" y="0"/>
                </a:lnTo>
                <a:lnTo>
                  <a:pt x="1669" y="14"/>
                </a:lnTo>
                <a:lnTo>
                  <a:pt x="1642" y="14"/>
                </a:lnTo>
                <a:lnTo>
                  <a:pt x="1642" y="0"/>
                </a:lnTo>
                <a:moveTo>
                  <a:pt x="1695" y="0"/>
                </a:moveTo>
                <a:lnTo>
                  <a:pt x="1722" y="0"/>
                </a:lnTo>
                <a:lnTo>
                  <a:pt x="1722" y="14"/>
                </a:lnTo>
                <a:lnTo>
                  <a:pt x="1695" y="14"/>
                </a:lnTo>
                <a:lnTo>
                  <a:pt x="1695" y="0"/>
                </a:lnTo>
                <a:moveTo>
                  <a:pt x="1748" y="0"/>
                </a:moveTo>
                <a:lnTo>
                  <a:pt x="1775" y="0"/>
                </a:lnTo>
                <a:lnTo>
                  <a:pt x="1775" y="14"/>
                </a:lnTo>
                <a:lnTo>
                  <a:pt x="1748" y="14"/>
                </a:lnTo>
                <a:lnTo>
                  <a:pt x="1748" y="0"/>
                </a:lnTo>
                <a:moveTo>
                  <a:pt x="1801" y="0"/>
                </a:moveTo>
                <a:lnTo>
                  <a:pt x="1828" y="0"/>
                </a:lnTo>
                <a:lnTo>
                  <a:pt x="1828" y="14"/>
                </a:lnTo>
                <a:lnTo>
                  <a:pt x="1801" y="14"/>
                </a:lnTo>
                <a:lnTo>
                  <a:pt x="1801" y="0"/>
                </a:lnTo>
                <a:moveTo>
                  <a:pt x="1854" y="0"/>
                </a:moveTo>
                <a:lnTo>
                  <a:pt x="1880" y="0"/>
                </a:lnTo>
                <a:lnTo>
                  <a:pt x="1880" y="14"/>
                </a:lnTo>
                <a:lnTo>
                  <a:pt x="1854" y="14"/>
                </a:lnTo>
                <a:lnTo>
                  <a:pt x="1854" y="0"/>
                </a:lnTo>
                <a:moveTo>
                  <a:pt x="1907" y="0"/>
                </a:moveTo>
                <a:lnTo>
                  <a:pt x="1933" y="0"/>
                </a:lnTo>
                <a:lnTo>
                  <a:pt x="1933" y="14"/>
                </a:lnTo>
                <a:lnTo>
                  <a:pt x="1907" y="14"/>
                </a:lnTo>
                <a:lnTo>
                  <a:pt x="1907" y="0"/>
                </a:lnTo>
                <a:moveTo>
                  <a:pt x="1960" y="0"/>
                </a:moveTo>
                <a:lnTo>
                  <a:pt x="1986" y="0"/>
                </a:lnTo>
                <a:lnTo>
                  <a:pt x="1986" y="14"/>
                </a:lnTo>
                <a:lnTo>
                  <a:pt x="1960" y="14"/>
                </a:lnTo>
                <a:lnTo>
                  <a:pt x="1960" y="0"/>
                </a:lnTo>
                <a:moveTo>
                  <a:pt x="2013" y="0"/>
                </a:moveTo>
                <a:lnTo>
                  <a:pt x="2039" y="0"/>
                </a:lnTo>
                <a:lnTo>
                  <a:pt x="2039" y="14"/>
                </a:lnTo>
                <a:lnTo>
                  <a:pt x="2013" y="14"/>
                </a:lnTo>
                <a:lnTo>
                  <a:pt x="2013" y="0"/>
                </a:lnTo>
                <a:moveTo>
                  <a:pt x="2066" y="0"/>
                </a:moveTo>
                <a:lnTo>
                  <a:pt x="2092" y="0"/>
                </a:lnTo>
                <a:lnTo>
                  <a:pt x="2092" y="14"/>
                </a:lnTo>
                <a:lnTo>
                  <a:pt x="2066" y="14"/>
                </a:lnTo>
                <a:lnTo>
                  <a:pt x="2066" y="0"/>
                </a:lnTo>
                <a:moveTo>
                  <a:pt x="2119" y="0"/>
                </a:moveTo>
                <a:lnTo>
                  <a:pt x="2145" y="0"/>
                </a:lnTo>
                <a:lnTo>
                  <a:pt x="2145" y="14"/>
                </a:lnTo>
                <a:lnTo>
                  <a:pt x="2119" y="14"/>
                </a:lnTo>
                <a:lnTo>
                  <a:pt x="2119" y="0"/>
                </a:lnTo>
                <a:moveTo>
                  <a:pt x="2172" y="0"/>
                </a:moveTo>
                <a:lnTo>
                  <a:pt x="2198" y="0"/>
                </a:lnTo>
                <a:lnTo>
                  <a:pt x="2198" y="14"/>
                </a:lnTo>
                <a:lnTo>
                  <a:pt x="2172" y="14"/>
                </a:lnTo>
                <a:lnTo>
                  <a:pt x="2172" y="0"/>
                </a:lnTo>
                <a:moveTo>
                  <a:pt x="2225" y="0"/>
                </a:moveTo>
                <a:lnTo>
                  <a:pt x="2251" y="0"/>
                </a:lnTo>
                <a:lnTo>
                  <a:pt x="2251" y="14"/>
                </a:lnTo>
                <a:lnTo>
                  <a:pt x="2225" y="14"/>
                </a:lnTo>
                <a:lnTo>
                  <a:pt x="2225" y="0"/>
                </a:lnTo>
                <a:moveTo>
                  <a:pt x="2278" y="0"/>
                </a:moveTo>
                <a:lnTo>
                  <a:pt x="2304" y="0"/>
                </a:lnTo>
                <a:lnTo>
                  <a:pt x="2304" y="14"/>
                </a:lnTo>
                <a:lnTo>
                  <a:pt x="2278" y="14"/>
                </a:lnTo>
                <a:lnTo>
                  <a:pt x="2278" y="0"/>
                </a:lnTo>
                <a:moveTo>
                  <a:pt x="2331" y="0"/>
                </a:moveTo>
                <a:lnTo>
                  <a:pt x="2357" y="0"/>
                </a:lnTo>
                <a:lnTo>
                  <a:pt x="2357" y="14"/>
                </a:lnTo>
                <a:lnTo>
                  <a:pt x="2331" y="14"/>
                </a:lnTo>
                <a:lnTo>
                  <a:pt x="2331" y="0"/>
                </a:lnTo>
                <a:moveTo>
                  <a:pt x="2384" y="0"/>
                </a:moveTo>
                <a:lnTo>
                  <a:pt x="2410" y="0"/>
                </a:lnTo>
                <a:lnTo>
                  <a:pt x="2410" y="14"/>
                </a:lnTo>
                <a:lnTo>
                  <a:pt x="2384" y="14"/>
                </a:lnTo>
                <a:lnTo>
                  <a:pt x="2384" y="0"/>
                </a:lnTo>
                <a:moveTo>
                  <a:pt x="2437" y="0"/>
                </a:moveTo>
                <a:lnTo>
                  <a:pt x="2463" y="0"/>
                </a:lnTo>
                <a:lnTo>
                  <a:pt x="2463" y="14"/>
                </a:lnTo>
                <a:lnTo>
                  <a:pt x="2437" y="14"/>
                </a:lnTo>
                <a:lnTo>
                  <a:pt x="2437" y="0"/>
                </a:lnTo>
                <a:moveTo>
                  <a:pt x="2490" y="0"/>
                </a:moveTo>
                <a:lnTo>
                  <a:pt x="2516" y="0"/>
                </a:lnTo>
                <a:lnTo>
                  <a:pt x="2516" y="14"/>
                </a:lnTo>
                <a:lnTo>
                  <a:pt x="2490" y="14"/>
                </a:lnTo>
                <a:lnTo>
                  <a:pt x="2490" y="0"/>
                </a:lnTo>
                <a:moveTo>
                  <a:pt x="2543" y="0"/>
                </a:moveTo>
                <a:lnTo>
                  <a:pt x="2569" y="0"/>
                </a:lnTo>
                <a:lnTo>
                  <a:pt x="2569" y="14"/>
                </a:lnTo>
                <a:lnTo>
                  <a:pt x="2543" y="14"/>
                </a:lnTo>
                <a:lnTo>
                  <a:pt x="2543" y="0"/>
                </a:lnTo>
                <a:moveTo>
                  <a:pt x="2596" y="0"/>
                </a:moveTo>
                <a:lnTo>
                  <a:pt x="2622" y="0"/>
                </a:lnTo>
                <a:lnTo>
                  <a:pt x="2622" y="14"/>
                </a:lnTo>
                <a:lnTo>
                  <a:pt x="2596" y="14"/>
                </a:lnTo>
                <a:lnTo>
                  <a:pt x="2596" y="0"/>
                </a:lnTo>
                <a:moveTo>
                  <a:pt x="2649" y="0"/>
                </a:moveTo>
                <a:lnTo>
                  <a:pt x="2675" y="0"/>
                </a:lnTo>
                <a:lnTo>
                  <a:pt x="2675" y="14"/>
                </a:lnTo>
                <a:lnTo>
                  <a:pt x="2649" y="14"/>
                </a:lnTo>
                <a:lnTo>
                  <a:pt x="2649" y="0"/>
                </a:lnTo>
                <a:moveTo>
                  <a:pt x="2702" y="0"/>
                </a:moveTo>
                <a:lnTo>
                  <a:pt x="2728" y="0"/>
                </a:lnTo>
                <a:lnTo>
                  <a:pt x="2728" y="14"/>
                </a:lnTo>
                <a:lnTo>
                  <a:pt x="2702" y="14"/>
                </a:lnTo>
                <a:lnTo>
                  <a:pt x="2702" y="0"/>
                </a:lnTo>
                <a:moveTo>
                  <a:pt x="2755" y="0"/>
                </a:moveTo>
                <a:lnTo>
                  <a:pt x="2781" y="0"/>
                </a:lnTo>
                <a:lnTo>
                  <a:pt x="2781" y="14"/>
                </a:lnTo>
                <a:lnTo>
                  <a:pt x="2755" y="14"/>
                </a:lnTo>
                <a:lnTo>
                  <a:pt x="2755" y="0"/>
                </a:lnTo>
                <a:moveTo>
                  <a:pt x="2807" y="0"/>
                </a:moveTo>
                <a:lnTo>
                  <a:pt x="2834" y="0"/>
                </a:lnTo>
                <a:lnTo>
                  <a:pt x="2834" y="14"/>
                </a:lnTo>
                <a:lnTo>
                  <a:pt x="2807" y="14"/>
                </a:lnTo>
                <a:lnTo>
                  <a:pt x="2807" y="0"/>
                </a:lnTo>
                <a:moveTo>
                  <a:pt x="2860" y="0"/>
                </a:moveTo>
                <a:lnTo>
                  <a:pt x="2887" y="0"/>
                </a:lnTo>
                <a:lnTo>
                  <a:pt x="2887" y="14"/>
                </a:lnTo>
                <a:lnTo>
                  <a:pt x="2860" y="14"/>
                </a:lnTo>
                <a:lnTo>
                  <a:pt x="2860" y="0"/>
                </a:lnTo>
                <a:moveTo>
                  <a:pt x="2913" y="0"/>
                </a:moveTo>
                <a:lnTo>
                  <a:pt x="2940" y="0"/>
                </a:lnTo>
                <a:lnTo>
                  <a:pt x="2940" y="14"/>
                </a:lnTo>
                <a:lnTo>
                  <a:pt x="2913" y="14"/>
                </a:lnTo>
                <a:lnTo>
                  <a:pt x="2913" y="0"/>
                </a:lnTo>
                <a:moveTo>
                  <a:pt x="2966" y="0"/>
                </a:moveTo>
                <a:lnTo>
                  <a:pt x="2993" y="0"/>
                </a:lnTo>
                <a:lnTo>
                  <a:pt x="2993" y="14"/>
                </a:lnTo>
                <a:lnTo>
                  <a:pt x="2966" y="14"/>
                </a:lnTo>
                <a:lnTo>
                  <a:pt x="2966" y="0"/>
                </a:lnTo>
                <a:moveTo>
                  <a:pt x="3019" y="0"/>
                </a:moveTo>
                <a:lnTo>
                  <a:pt x="3046" y="0"/>
                </a:lnTo>
                <a:lnTo>
                  <a:pt x="3046" y="14"/>
                </a:lnTo>
                <a:lnTo>
                  <a:pt x="3019" y="14"/>
                </a:lnTo>
                <a:lnTo>
                  <a:pt x="3019" y="0"/>
                </a:lnTo>
                <a:moveTo>
                  <a:pt x="3072" y="0"/>
                </a:moveTo>
                <a:lnTo>
                  <a:pt x="3099" y="0"/>
                </a:lnTo>
                <a:lnTo>
                  <a:pt x="3099" y="14"/>
                </a:lnTo>
                <a:lnTo>
                  <a:pt x="3072" y="14"/>
                </a:lnTo>
                <a:lnTo>
                  <a:pt x="3072" y="0"/>
                </a:lnTo>
                <a:moveTo>
                  <a:pt x="3125" y="0"/>
                </a:moveTo>
                <a:lnTo>
                  <a:pt x="3152" y="0"/>
                </a:lnTo>
                <a:lnTo>
                  <a:pt x="3152" y="14"/>
                </a:lnTo>
                <a:lnTo>
                  <a:pt x="3125" y="14"/>
                </a:lnTo>
                <a:lnTo>
                  <a:pt x="3125" y="0"/>
                </a:lnTo>
                <a:moveTo>
                  <a:pt x="3178" y="0"/>
                </a:moveTo>
                <a:lnTo>
                  <a:pt x="3205" y="0"/>
                </a:lnTo>
                <a:lnTo>
                  <a:pt x="3205" y="14"/>
                </a:lnTo>
                <a:lnTo>
                  <a:pt x="3178" y="14"/>
                </a:lnTo>
                <a:lnTo>
                  <a:pt x="3178" y="0"/>
                </a:lnTo>
                <a:moveTo>
                  <a:pt x="3231" y="0"/>
                </a:moveTo>
                <a:lnTo>
                  <a:pt x="3258" y="0"/>
                </a:lnTo>
                <a:lnTo>
                  <a:pt x="3258" y="14"/>
                </a:lnTo>
                <a:lnTo>
                  <a:pt x="3231" y="14"/>
                </a:lnTo>
                <a:lnTo>
                  <a:pt x="3231" y="0"/>
                </a:lnTo>
                <a:moveTo>
                  <a:pt x="3284" y="0"/>
                </a:moveTo>
                <a:lnTo>
                  <a:pt x="3311" y="0"/>
                </a:lnTo>
                <a:lnTo>
                  <a:pt x="3311" y="14"/>
                </a:lnTo>
                <a:lnTo>
                  <a:pt x="3284" y="14"/>
                </a:lnTo>
                <a:lnTo>
                  <a:pt x="3284" y="0"/>
                </a:lnTo>
                <a:moveTo>
                  <a:pt x="3337" y="0"/>
                </a:moveTo>
                <a:lnTo>
                  <a:pt x="3364" y="0"/>
                </a:lnTo>
                <a:lnTo>
                  <a:pt x="3364" y="14"/>
                </a:lnTo>
                <a:lnTo>
                  <a:pt x="3337" y="14"/>
                </a:lnTo>
                <a:lnTo>
                  <a:pt x="3337" y="0"/>
                </a:lnTo>
                <a:moveTo>
                  <a:pt x="3390" y="0"/>
                </a:moveTo>
                <a:lnTo>
                  <a:pt x="3417" y="0"/>
                </a:lnTo>
                <a:lnTo>
                  <a:pt x="3417" y="14"/>
                </a:lnTo>
                <a:lnTo>
                  <a:pt x="3390" y="14"/>
                </a:lnTo>
                <a:lnTo>
                  <a:pt x="3390" y="0"/>
                </a:lnTo>
                <a:moveTo>
                  <a:pt x="3443" y="0"/>
                </a:moveTo>
                <a:lnTo>
                  <a:pt x="3470" y="0"/>
                </a:lnTo>
                <a:lnTo>
                  <a:pt x="3470" y="14"/>
                </a:lnTo>
                <a:lnTo>
                  <a:pt x="3443" y="14"/>
                </a:lnTo>
                <a:lnTo>
                  <a:pt x="3443" y="0"/>
                </a:lnTo>
                <a:moveTo>
                  <a:pt x="3496" y="0"/>
                </a:moveTo>
                <a:lnTo>
                  <a:pt x="3523" y="0"/>
                </a:lnTo>
                <a:lnTo>
                  <a:pt x="3523" y="14"/>
                </a:lnTo>
                <a:lnTo>
                  <a:pt x="3496" y="14"/>
                </a:lnTo>
                <a:lnTo>
                  <a:pt x="3496" y="0"/>
                </a:lnTo>
                <a:moveTo>
                  <a:pt x="3549" y="0"/>
                </a:moveTo>
                <a:lnTo>
                  <a:pt x="3576" y="0"/>
                </a:lnTo>
                <a:lnTo>
                  <a:pt x="3576" y="14"/>
                </a:lnTo>
                <a:lnTo>
                  <a:pt x="3549" y="14"/>
                </a:lnTo>
                <a:lnTo>
                  <a:pt x="3549" y="0"/>
                </a:lnTo>
                <a:moveTo>
                  <a:pt x="3602" y="0"/>
                </a:moveTo>
                <a:lnTo>
                  <a:pt x="3629" y="0"/>
                </a:lnTo>
                <a:lnTo>
                  <a:pt x="3629" y="14"/>
                </a:lnTo>
                <a:lnTo>
                  <a:pt x="3602" y="14"/>
                </a:lnTo>
                <a:lnTo>
                  <a:pt x="3602" y="0"/>
                </a:lnTo>
                <a:moveTo>
                  <a:pt x="3655" y="0"/>
                </a:moveTo>
                <a:lnTo>
                  <a:pt x="3682" y="0"/>
                </a:lnTo>
                <a:lnTo>
                  <a:pt x="3682" y="14"/>
                </a:lnTo>
                <a:lnTo>
                  <a:pt x="3655" y="14"/>
                </a:lnTo>
                <a:lnTo>
                  <a:pt x="3655" y="0"/>
                </a:lnTo>
                <a:moveTo>
                  <a:pt x="3708" y="0"/>
                </a:moveTo>
                <a:lnTo>
                  <a:pt x="3734" y="0"/>
                </a:lnTo>
                <a:lnTo>
                  <a:pt x="3734" y="14"/>
                </a:lnTo>
                <a:lnTo>
                  <a:pt x="3708" y="14"/>
                </a:lnTo>
                <a:lnTo>
                  <a:pt x="3708" y="0"/>
                </a:lnTo>
                <a:moveTo>
                  <a:pt x="3761" y="0"/>
                </a:moveTo>
                <a:lnTo>
                  <a:pt x="3787" y="0"/>
                </a:lnTo>
                <a:lnTo>
                  <a:pt x="3787" y="14"/>
                </a:lnTo>
                <a:lnTo>
                  <a:pt x="3761" y="14"/>
                </a:lnTo>
                <a:lnTo>
                  <a:pt x="3761" y="0"/>
                </a:lnTo>
                <a:moveTo>
                  <a:pt x="3814" y="0"/>
                </a:moveTo>
                <a:lnTo>
                  <a:pt x="3840" y="0"/>
                </a:lnTo>
                <a:lnTo>
                  <a:pt x="3840" y="14"/>
                </a:lnTo>
                <a:lnTo>
                  <a:pt x="3814" y="14"/>
                </a:lnTo>
                <a:lnTo>
                  <a:pt x="3814" y="0"/>
                </a:lnTo>
                <a:moveTo>
                  <a:pt x="3867" y="0"/>
                </a:moveTo>
                <a:lnTo>
                  <a:pt x="3893" y="0"/>
                </a:lnTo>
                <a:lnTo>
                  <a:pt x="3893" y="14"/>
                </a:lnTo>
                <a:lnTo>
                  <a:pt x="3867" y="14"/>
                </a:lnTo>
                <a:lnTo>
                  <a:pt x="3867" y="0"/>
                </a:lnTo>
                <a:moveTo>
                  <a:pt x="3920" y="0"/>
                </a:moveTo>
                <a:lnTo>
                  <a:pt x="3946" y="0"/>
                </a:lnTo>
                <a:lnTo>
                  <a:pt x="3946" y="14"/>
                </a:lnTo>
                <a:lnTo>
                  <a:pt x="3920" y="14"/>
                </a:lnTo>
                <a:lnTo>
                  <a:pt x="3920" y="0"/>
                </a:lnTo>
                <a:moveTo>
                  <a:pt x="3973" y="0"/>
                </a:moveTo>
                <a:lnTo>
                  <a:pt x="3999" y="0"/>
                </a:lnTo>
                <a:lnTo>
                  <a:pt x="3999" y="14"/>
                </a:lnTo>
                <a:lnTo>
                  <a:pt x="3973" y="14"/>
                </a:lnTo>
                <a:lnTo>
                  <a:pt x="3973" y="0"/>
                </a:lnTo>
                <a:moveTo>
                  <a:pt x="4026" y="0"/>
                </a:moveTo>
                <a:lnTo>
                  <a:pt x="4052" y="0"/>
                </a:lnTo>
                <a:lnTo>
                  <a:pt x="4052" y="14"/>
                </a:lnTo>
                <a:lnTo>
                  <a:pt x="4026" y="14"/>
                </a:lnTo>
                <a:lnTo>
                  <a:pt x="4026" y="0"/>
                </a:lnTo>
                <a:moveTo>
                  <a:pt x="4079" y="0"/>
                </a:moveTo>
                <a:lnTo>
                  <a:pt x="4105" y="0"/>
                </a:lnTo>
                <a:lnTo>
                  <a:pt x="4105" y="14"/>
                </a:lnTo>
                <a:lnTo>
                  <a:pt x="4079" y="14"/>
                </a:lnTo>
                <a:lnTo>
                  <a:pt x="4079" y="0"/>
                </a:lnTo>
                <a:moveTo>
                  <a:pt x="4132" y="0"/>
                </a:moveTo>
                <a:lnTo>
                  <a:pt x="4158" y="0"/>
                </a:lnTo>
                <a:lnTo>
                  <a:pt x="4158" y="14"/>
                </a:lnTo>
                <a:lnTo>
                  <a:pt x="4132" y="14"/>
                </a:lnTo>
                <a:lnTo>
                  <a:pt x="4132" y="0"/>
                </a:lnTo>
                <a:moveTo>
                  <a:pt x="4185" y="0"/>
                </a:moveTo>
                <a:lnTo>
                  <a:pt x="4211" y="0"/>
                </a:lnTo>
                <a:lnTo>
                  <a:pt x="4211" y="14"/>
                </a:lnTo>
                <a:lnTo>
                  <a:pt x="4185" y="14"/>
                </a:lnTo>
                <a:lnTo>
                  <a:pt x="4185" y="0"/>
                </a:lnTo>
                <a:moveTo>
                  <a:pt x="4238" y="0"/>
                </a:moveTo>
                <a:lnTo>
                  <a:pt x="4264" y="0"/>
                </a:lnTo>
                <a:lnTo>
                  <a:pt x="4264" y="14"/>
                </a:lnTo>
                <a:lnTo>
                  <a:pt x="4238" y="14"/>
                </a:lnTo>
                <a:lnTo>
                  <a:pt x="4238" y="0"/>
                </a:lnTo>
                <a:moveTo>
                  <a:pt x="4291" y="0"/>
                </a:moveTo>
                <a:lnTo>
                  <a:pt x="4317" y="0"/>
                </a:lnTo>
                <a:lnTo>
                  <a:pt x="4317" y="14"/>
                </a:lnTo>
                <a:lnTo>
                  <a:pt x="4291" y="14"/>
                </a:lnTo>
                <a:lnTo>
                  <a:pt x="4291" y="0"/>
                </a:lnTo>
                <a:moveTo>
                  <a:pt x="4345" y="0"/>
                </a:moveTo>
                <a:lnTo>
                  <a:pt x="4371" y="0"/>
                </a:lnTo>
                <a:lnTo>
                  <a:pt x="4371" y="14"/>
                </a:lnTo>
                <a:lnTo>
                  <a:pt x="4345" y="14"/>
                </a:lnTo>
                <a:lnTo>
                  <a:pt x="4345" y="0"/>
                </a:lnTo>
                <a:moveTo>
                  <a:pt x="4398" y="0"/>
                </a:moveTo>
                <a:lnTo>
                  <a:pt x="4424" y="0"/>
                </a:lnTo>
                <a:lnTo>
                  <a:pt x="4424" y="14"/>
                </a:lnTo>
                <a:lnTo>
                  <a:pt x="4398" y="14"/>
                </a:lnTo>
                <a:lnTo>
                  <a:pt x="4398" y="0"/>
                </a:lnTo>
                <a:moveTo>
                  <a:pt x="4451" y="0"/>
                </a:moveTo>
                <a:lnTo>
                  <a:pt x="4477" y="0"/>
                </a:lnTo>
                <a:lnTo>
                  <a:pt x="4477" y="14"/>
                </a:lnTo>
                <a:lnTo>
                  <a:pt x="4451" y="14"/>
                </a:lnTo>
                <a:lnTo>
                  <a:pt x="4451" y="0"/>
                </a:lnTo>
                <a:moveTo>
                  <a:pt x="4504" y="0"/>
                </a:moveTo>
                <a:lnTo>
                  <a:pt x="4530" y="0"/>
                </a:lnTo>
                <a:lnTo>
                  <a:pt x="4530" y="14"/>
                </a:lnTo>
                <a:lnTo>
                  <a:pt x="4504" y="14"/>
                </a:lnTo>
                <a:lnTo>
                  <a:pt x="4504" y="0"/>
                </a:lnTo>
                <a:moveTo>
                  <a:pt x="4557" y="0"/>
                </a:moveTo>
                <a:lnTo>
                  <a:pt x="4583" y="0"/>
                </a:lnTo>
                <a:lnTo>
                  <a:pt x="4583" y="14"/>
                </a:lnTo>
                <a:lnTo>
                  <a:pt x="4557" y="14"/>
                </a:lnTo>
                <a:lnTo>
                  <a:pt x="4557" y="0"/>
                </a:lnTo>
                <a:moveTo>
                  <a:pt x="4610" y="0"/>
                </a:moveTo>
                <a:lnTo>
                  <a:pt x="4636" y="0"/>
                </a:lnTo>
                <a:lnTo>
                  <a:pt x="4636" y="14"/>
                </a:lnTo>
                <a:lnTo>
                  <a:pt x="4610" y="14"/>
                </a:lnTo>
                <a:lnTo>
                  <a:pt x="4610" y="0"/>
                </a:lnTo>
                <a:moveTo>
                  <a:pt x="4662" y="0"/>
                </a:moveTo>
                <a:lnTo>
                  <a:pt x="4689" y="0"/>
                </a:lnTo>
                <a:lnTo>
                  <a:pt x="4689" y="14"/>
                </a:lnTo>
                <a:lnTo>
                  <a:pt x="4662" y="14"/>
                </a:lnTo>
                <a:lnTo>
                  <a:pt x="4662" y="0"/>
                </a:lnTo>
                <a:moveTo>
                  <a:pt x="4715" y="0"/>
                </a:moveTo>
                <a:lnTo>
                  <a:pt x="4742" y="0"/>
                </a:lnTo>
                <a:lnTo>
                  <a:pt x="4742" y="14"/>
                </a:lnTo>
                <a:lnTo>
                  <a:pt x="4715" y="14"/>
                </a:lnTo>
                <a:lnTo>
                  <a:pt x="4715" y="0"/>
                </a:lnTo>
                <a:moveTo>
                  <a:pt x="4768" y="0"/>
                </a:moveTo>
                <a:lnTo>
                  <a:pt x="4795" y="0"/>
                </a:lnTo>
                <a:lnTo>
                  <a:pt x="4795" y="14"/>
                </a:lnTo>
                <a:lnTo>
                  <a:pt x="4768" y="14"/>
                </a:lnTo>
                <a:lnTo>
                  <a:pt x="4768" y="0"/>
                </a:lnTo>
                <a:moveTo>
                  <a:pt x="4821" y="0"/>
                </a:moveTo>
                <a:lnTo>
                  <a:pt x="4848" y="0"/>
                </a:lnTo>
                <a:lnTo>
                  <a:pt x="4848" y="14"/>
                </a:lnTo>
                <a:lnTo>
                  <a:pt x="4821" y="14"/>
                </a:lnTo>
                <a:lnTo>
                  <a:pt x="4821" y="0"/>
                </a:lnTo>
                <a:moveTo>
                  <a:pt x="4874" y="0"/>
                </a:moveTo>
                <a:lnTo>
                  <a:pt x="4901" y="0"/>
                </a:lnTo>
                <a:lnTo>
                  <a:pt x="4901" y="14"/>
                </a:lnTo>
                <a:lnTo>
                  <a:pt x="4874" y="14"/>
                </a:lnTo>
                <a:lnTo>
                  <a:pt x="4874" y="0"/>
                </a:lnTo>
                <a:moveTo>
                  <a:pt x="4927" y="0"/>
                </a:moveTo>
                <a:lnTo>
                  <a:pt x="4954" y="0"/>
                </a:lnTo>
                <a:lnTo>
                  <a:pt x="4954" y="14"/>
                </a:lnTo>
                <a:lnTo>
                  <a:pt x="4927" y="14"/>
                </a:lnTo>
                <a:lnTo>
                  <a:pt x="4927" y="0"/>
                </a:lnTo>
                <a:moveTo>
                  <a:pt x="4980" y="0"/>
                </a:moveTo>
                <a:lnTo>
                  <a:pt x="5007" y="0"/>
                </a:lnTo>
                <a:lnTo>
                  <a:pt x="5007" y="14"/>
                </a:lnTo>
                <a:lnTo>
                  <a:pt x="4980" y="14"/>
                </a:lnTo>
                <a:lnTo>
                  <a:pt x="4980" y="0"/>
                </a:lnTo>
                <a:moveTo>
                  <a:pt x="5033" y="0"/>
                </a:moveTo>
                <a:lnTo>
                  <a:pt x="5060" y="0"/>
                </a:lnTo>
                <a:lnTo>
                  <a:pt x="5060" y="14"/>
                </a:lnTo>
                <a:lnTo>
                  <a:pt x="5033" y="14"/>
                </a:lnTo>
                <a:lnTo>
                  <a:pt x="5033" y="0"/>
                </a:lnTo>
                <a:moveTo>
                  <a:pt x="5086" y="0"/>
                </a:moveTo>
                <a:lnTo>
                  <a:pt x="5113" y="0"/>
                </a:lnTo>
                <a:lnTo>
                  <a:pt x="5113" y="14"/>
                </a:lnTo>
                <a:lnTo>
                  <a:pt x="5086" y="14"/>
                </a:lnTo>
                <a:lnTo>
                  <a:pt x="5086" y="0"/>
                </a:lnTo>
                <a:moveTo>
                  <a:pt x="5139" y="0"/>
                </a:moveTo>
                <a:lnTo>
                  <a:pt x="5166" y="0"/>
                </a:lnTo>
                <a:lnTo>
                  <a:pt x="5166" y="14"/>
                </a:lnTo>
                <a:lnTo>
                  <a:pt x="5139" y="14"/>
                </a:lnTo>
                <a:lnTo>
                  <a:pt x="5139" y="0"/>
                </a:lnTo>
                <a:moveTo>
                  <a:pt x="5192" y="0"/>
                </a:moveTo>
                <a:lnTo>
                  <a:pt x="5219" y="0"/>
                </a:lnTo>
                <a:lnTo>
                  <a:pt x="5219" y="14"/>
                </a:lnTo>
                <a:lnTo>
                  <a:pt x="5192" y="14"/>
                </a:lnTo>
                <a:lnTo>
                  <a:pt x="5192" y="0"/>
                </a:lnTo>
                <a:moveTo>
                  <a:pt x="5245" y="0"/>
                </a:moveTo>
                <a:lnTo>
                  <a:pt x="5272" y="0"/>
                </a:lnTo>
                <a:lnTo>
                  <a:pt x="5272" y="14"/>
                </a:lnTo>
                <a:lnTo>
                  <a:pt x="5245" y="14"/>
                </a:lnTo>
                <a:lnTo>
                  <a:pt x="5245" y="0"/>
                </a:lnTo>
                <a:moveTo>
                  <a:pt x="5298" y="0"/>
                </a:moveTo>
                <a:lnTo>
                  <a:pt x="5325" y="0"/>
                </a:lnTo>
                <a:lnTo>
                  <a:pt x="5325" y="14"/>
                </a:lnTo>
                <a:lnTo>
                  <a:pt x="5298" y="14"/>
                </a:lnTo>
                <a:lnTo>
                  <a:pt x="5298" y="0"/>
                </a:lnTo>
                <a:moveTo>
                  <a:pt x="5351" y="0"/>
                </a:moveTo>
                <a:lnTo>
                  <a:pt x="5378" y="0"/>
                </a:lnTo>
                <a:lnTo>
                  <a:pt x="5378" y="14"/>
                </a:lnTo>
                <a:lnTo>
                  <a:pt x="5351" y="14"/>
                </a:lnTo>
                <a:lnTo>
                  <a:pt x="5351" y="0"/>
                </a:lnTo>
                <a:moveTo>
                  <a:pt x="5404" y="0"/>
                </a:moveTo>
                <a:lnTo>
                  <a:pt x="5431" y="0"/>
                </a:lnTo>
                <a:lnTo>
                  <a:pt x="5431" y="14"/>
                </a:lnTo>
                <a:lnTo>
                  <a:pt x="5404" y="14"/>
                </a:lnTo>
                <a:lnTo>
                  <a:pt x="5404" y="0"/>
                </a:lnTo>
                <a:moveTo>
                  <a:pt x="5457" y="0"/>
                </a:moveTo>
                <a:lnTo>
                  <a:pt x="5484" y="0"/>
                </a:lnTo>
                <a:lnTo>
                  <a:pt x="5484" y="14"/>
                </a:lnTo>
                <a:lnTo>
                  <a:pt x="5457" y="14"/>
                </a:lnTo>
                <a:lnTo>
                  <a:pt x="5457" y="0"/>
                </a:lnTo>
                <a:moveTo>
                  <a:pt x="5510" y="0"/>
                </a:moveTo>
                <a:lnTo>
                  <a:pt x="5536" y="0"/>
                </a:lnTo>
                <a:lnTo>
                  <a:pt x="5536" y="14"/>
                </a:lnTo>
                <a:lnTo>
                  <a:pt x="5510" y="14"/>
                </a:lnTo>
                <a:lnTo>
                  <a:pt x="5510" y="0"/>
                </a:lnTo>
                <a:moveTo>
                  <a:pt x="5563" y="0"/>
                </a:moveTo>
                <a:lnTo>
                  <a:pt x="5589" y="0"/>
                </a:lnTo>
                <a:lnTo>
                  <a:pt x="5589" y="14"/>
                </a:lnTo>
                <a:lnTo>
                  <a:pt x="5563" y="14"/>
                </a:lnTo>
                <a:lnTo>
                  <a:pt x="5563" y="0"/>
                </a:lnTo>
                <a:moveTo>
                  <a:pt x="5616" y="0"/>
                </a:moveTo>
                <a:lnTo>
                  <a:pt x="5642" y="0"/>
                </a:lnTo>
                <a:lnTo>
                  <a:pt x="5642" y="14"/>
                </a:lnTo>
                <a:lnTo>
                  <a:pt x="5616" y="14"/>
                </a:lnTo>
                <a:lnTo>
                  <a:pt x="5616" y="0"/>
                </a:lnTo>
                <a:moveTo>
                  <a:pt x="5669" y="0"/>
                </a:moveTo>
                <a:lnTo>
                  <a:pt x="5695" y="0"/>
                </a:lnTo>
                <a:lnTo>
                  <a:pt x="5695" y="14"/>
                </a:lnTo>
                <a:lnTo>
                  <a:pt x="5669" y="14"/>
                </a:lnTo>
                <a:lnTo>
                  <a:pt x="5669" y="0"/>
                </a:lnTo>
                <a:moveTo>
                  <a:pt x="5722" y="0"/>
                </a:moveTo>
                <a:lnTo>
                  <a:pt x="5748" y="0"/>
                </a:lnTo>
                <a:lnTo>
                  <a:pt x="5748" y="14"/>
                </a:lnTo>
                <a:lnTo>
                  <a:pt x="5722" y="14"/>
                </a:lnTo>
                <a:lnTo>
                  <a:pt x="5722" y="0"/>
                </a:lnTo>
                <a:moveTo>
                  <a:pt x="5775" y="0"/>
                </a:moveTo>
                <a:lnTo>
                  <a:pt x="5801" y="0"/>
                </a:lnTo>
                <a:lnTo>
                  <a:pt x="5801" y="14"/>
                </a:lnTo>
                <a:lnTo>
                  <a:pt x="5775" y="14"/>
                </a:lnTo>
                <a:lnTo>
                  <a:pt x="5775" y="0"/>
                </a:lnTo>
                <a:moveTo>
                  <a:pt x="5828" y="0"/>
                </a:moveTo>
                <a:lnTo>
                  <a:pt x="5854" y="0"/>
                </a:lnTo>
                <a:lnTo>
                  <a:pt x="5854" y="14"/>
                </a:lnTo>
                <a:lnTo>
                  <a:pt x="5828" y="14"/>
                </a:lnTo>
                <a:lnTo>
                  <a:pt x="5828" y="0"/>
                </a:lnTo>
                <a:moveTo>
                  <a:pt x="5881" y="0"/>
                </a:moveTo>
                <a:lnTo>
                  <a:pt x="5907" y="0"/>
                </a:lnTo>
                <a:lnTo>
                  <a:pt x="5907" y="14"/>
                </a:lnTo>
                <a:lnTo>
                  <a:pt x="5881" y="14"/>
                </a:lnTo>
                <a:lnTo>
                  <a:pt x="5881" y="0"/>
                </a:lnTo>
                <a:moveTo>
                  <a:pt x="5934" y="0"/>
                </a:moveTo>
                <a:lnTo>
                  <a:pt x="5960" y="0"/>
                </a:lnTo>
                <a:lnTo>
                  <a:pt x="5960" y="14"/>
                </a:lnTo>
                <a:lnTo>
                  <a:pt x="5934" y="14"/>
                </a:lnTo>
                <a:lnTo>
                  <a:pt x="5934" y="0"/>
                </a:lnTo>
                <a:moveTo>
                  <a:pt x="5987" y="0"/>
                </a:moveTo>
                <a:lnTo>
                  <a:pt x="6013" y="0"/>
                </a:lnTo>
                <a:lnTo>
                  <a:pt x="6013" y="14"/>
                </a:lnTo>
                <a:lnTo>
                  <a:pt x="5987" y="14"/>
                </a:lnTo>
                <a:lnTo>
                  <a:pt x="5987" y="0"/>
                </a:lnTo>
                <a:moveTo>
                  <a:pt x="6040" y="0"/>
                </a:moveTo>
                <a:lnTo>
                  <a:pt x="6066" y="0"/>
                </a:lnTo>
                <a:lnTo>
                  <a:pt x="6066" y="14"/>
                </a:lnTo>
                <a:lnTo>
                  <a:pt x="6040" y="14"/>
                </a:lnTo>
                <a:lnTo>
                  <a:pt x="6040" y="0"/>
                </a:lnTo>
                <a:moveTo>
                  <a:pt x="6093" y="0"/>
                </a:moveTo>
                <a:lnTo>
                  <a:pt x="6119" y="0"/>
                </a:lnTo>
                <a:lnTo>
                  <a:pt x="6119" y="14"/>
                </a:lnTo>
                <a:lnTo>
                  <a:pt x="6093" y="14"/>
                </a:lnTo>
                <a:lnTo>
                  <a:pt x="6093" y="0"/>
                </a:lnTo>
                <a:moveTo>
                  <a:pt x="6146" y="0"/>
                </a:moveTo>
                <a:lnTo>
                  <a:pt x="6172" y="0"/>
                </a:lnTo>
                <a:lnTo>
                  <a:pt x="6172" y="14"/>
                </a:lnTo>
                <a:lnTo>
                  <a:pt x="6146" y="14"/>
                </a:lnTo>
                <a:lnTo>
                  <a:pt x="6146" y="0"/>
                </a:lnTo>
                <a:moveTo>
                  <a:pt x="6199" y="0"/>
                </a:moveTo>
                <a:lnTo>
                  <a:pt x="6225" y="0"/>
                </a:lnTo>
                <a:lnTo>
                  <a:pt x="6225" y="14"/>
                </a:lnTo>
                <a:lnTo>
                  <a:pt x="6199" y="14"/>
                </a:lnTo>
                <a:lnTo>
                  <a:pt x="6199" y="0"/>
                </a:lnTo>
                <a:moveTo>
                  <a:pt x="6252" y="0"/>
                </a:moveTo>
                <a:lnTo>
                  <a:pt x="6278" y="0"/>
                </a:lnTo>
                <a:lnTo>
                  <a:pt x="6278" y="14"/>
                </a:lnTo>
                <a:lnTo>
                  <a:pt x="6252" y="14"/>
                </a:lnTo>
                <a:lnTo>
                  <a:pt x="6252" y="0"/>
                </a:lnTo>
                <a:moveTo>
                  <a:pt x="6305" y="0"/>
                </a:moveTo>
                <a:lnTo>
                  <a:pt x="6331" y="0"/>
                </a:lnTo>
                <a:lnTo>
                  <a:pt x="6331" y="14"/>
                </a:lnTo>
                <a:lnTo>
                  <a:pt x="6305" y="14"/>
                </a:lnTo>
                <a:lnTo>
                  <a:pt x="6305" y="0"/>
                </a:lnTo>
                <a:moveTo>
                  <a:pt x="6358" y="0"/>
                </a:moveTo>
                <a:lnTo>
                  <a:pt x="6384" y="0"/>
                </a:lnTo>
                <a:lnTo>
                  <a:pt x="6384" y="14"/>
                </a:lnTo>
                <a:lnTo>
                  <a:pt x="6358" y="14"/>
                </a:lnTo>
                <a:lnTo>
                  <a:pt x="6358" y="0"/>
                </a:lnTo>
                <a:moveTo>
                  <a:pt x="6411" y="0"/>
                </a:moveTo>
                <a:lnTo>
                  <a:pt x="6437" y="0"/>
                </a:lnTo>
                <a:lnTo>
                  <a:pt x="6437" y="14"/>
                </a:lnTo>
                <a:lnTo>
                  <a:pt x="6411" y="14"/>
                </a:lnTo>
                <a:lnTo>
                  <a:pt x="6411" y="0"/>
                </a:lnTo>
                <a:moveTo>
                  <a:pt x="6463" y="0"/>
                </a:moveTo>
                <a:lnTo>
                  <a:pt x="6490" y="0"/>
                </a:lnTo>
                <a:lnTo>
                  <a:pt x="6490" y="14"/>
                </a:lnTo>
                <a:lnTo>
                  <a:pt x="6463" y="14"/>
                </a:lnTo>
                <a:lnTo>
                  <a:pt x="6463" y="0"/>
                </a:lnTo>
                <a:moveTo>
                  <a:pt x="6516" y="0"/>
                </a:moveTo>
                <a:lnTo>
                  <a:pt x="6543" y="0"/>
                </a:lnTo>
                <a:lnTo>
                  <a:pt x="6543" y="14"/>
                </a:lnTo>
                <a:lnTo>
                  <a:pt x="6516" y="14"/>
                </a:lnTo>
                <a:lnTo>
                  <a:pt x="6516" y="0"/>
                </a:lnTo>
                <a:moveTo>
                  <a:pt x="6569" y="0"/>
                </a:moveTo>
                <a:lnTo>
                  <a:pt x="6596" y="0"/>
                </a:lnTo>
                <a:lnTo>
                  <a:pt x="6596" y="14"/>
                </a:lnTo>
                <a:lnTo>
                  <a:pt x="6569" y="14"/>
                </a:lnTo>
                <a:lnTo>
                  <a:pt x="6569" y="0"/>
                </a:lnTo>
                <a:moveTo>
                  <a:pt x="6622" y="0"/>
                </a:moveTo>
                <a:lnTo>
                  <a:pt x="6649" y="0"/>
                </a:lnTo>
                <a:lnTo>
                  <a:pt x="6649" y="14"/>
                </a:lnTo>
                <a:lnTo>
                  <a:pt x="6622" y="14"/>
                </a:lnTo>
                <a:lnTo>
                  <a:pt x="6622" y="0"/>
                </a:lnTo>
                <a:moveTo>
                  <a:pt x="6675" y="0"/>
                </a:moveTo>
                <a:lnTo>
                  <a:pt x="6702" y="0"/>
                </a:lnTo>
                <a:lnTo>
                  <a:pt x="6702" y="14"/>
                </a:lnTo>
                <a:lnTo>
                  <a:pt x="6675" y="14"/>
                </a:lnTo>
                <a:lnTo>
                  <a:pt x="6675" y="0"/>
                </a:lnTo>
                <a:moveTo>
                  <a:pt x="6728" y="0"/>
                </a:moveTo>
                <a:lnTo>
                  <a:pt x="6755" y="0"/>
                </a:lnTo>
                <a:lnTo>
                  <a:pt x="6755" y="14"/>
                </a:lnTo>
                <a:lnTo>
                  <a:pt x="6728" y="14"/>
                </a:lnTo>
                <a:lnTo>
                  <a:pt x="6728" y="0"/>
                </a:lnTo>
                <a:moveTo>
                  <a:pt x="6781" y="0"/>
                </a:moveTo>
                <a:lnTo>
                  <a:pt x="6808" y="0"/>
                </a:lnTo>
                <a:lnTo>
                  <a:pt x="6808" y="14"/>
                </a:lnTo>
                <a:lnTo>
                  <a:pt x="6781" y="14"/>
                </a:lnTo>
                <a:lnTo>
                  <a:pt x="6781" y="0"/>
                </a:lnTo>
                <a:moveTo>
                  <a:pt x="6834" y="0"/>
                </a:moveTo>
                <a:lnTo>
                  <a:pt x="6861" y="0"/>
                </a:lnTo>
                <a:lnTo>
                  <a:pt x="6861" y="14"/>
                </a:lnTo>
                <a:lnTo>
                  <a:pt x="6834" y="14"/>
                </a:lnTo>
                <a:lnTo>
                  <a:pt x="6834" y="0"/>
                </a:lnTo>
                <a:moveTo>
                  <a:pt x="6887" y="0"/>
                </a:moveTo>
                <a:lnTo>
                  <a:pt x="6914" y="0"/>
                </a:lnTo>
                <a:lnTo>
                  <a:pt x="6914" y="14"/>
                </a:lnTo>
                <a:lnTo>
                  <a:pt x="6887" y="14"/>
                </a:lnTo>
                <a:lnTo>
                  <a:pt x="6887" y="0"/>
                </a:lnTo>
                <a:moveTo>
                  <a:pt x="6940" y="0"/>
                </a:moveTo>
                <a:lnTo>
                  <a:pt x="6967" y="0"/>
                </a:lnTo>
                <a:lnTo>
                  <a:pt x="6967" y="14"/>
                </a:lnTo>
                <a:lnTo>
                  <a:pt x="6940" y="14"/>
                </a:lnTo>
                <a:lnTo>
                  <a:pt x="6940" y="0"/>
                </a:lnTo>
                <a:moveTo>
                  <a:pt x="6993" y="0"/>
                </a:moveTo>
                <a:lnTo>
                  <a:pt x="7020" y="0"/>
                </a:lnTo>
                <a:lnTo>
                  <a:pt x="7020" y="14"/>
                </a:lnTo>
                <a:lnTo>
                  <a:pt x="6993" y="14"/>
                </a:lnTo>
                <a:lnTo>
                  <a:pt x="6993" y="0"/>
                </a:lnTo>
                <a:moveTo>
                  <a:pt x="7046" y="0"/>
                </a:moveTo>
                <a:lnTo>
                  <a:pt x="7073" y="0"/>
                </a:lnTo>
                <a:lnTo>
                  <a:pt x="7073" y="14"/>
                </a:lnTo>
                <a:lnTo>
                  <a:pt x="7046" y="14"/>
                </a:lnTo>
                <a:lnTo>
                  <a:pt x="7046" y="0"/>
                </a:lnTo>
                <a:moveTo>
                  <a:pt x="7099" y="0"/>
                </a:moveTo>
                <a:lnTo>
                  <a:pt x="7126" y="0"/>
                </a:lnTo>
                <a:lnTo>
                  <a:pt x="7126" y="14"/>
                </a:lnTo>
                <a:lnTo>
                  <a:pt x="7099" y="14"/>
                </a:lnTo>
                <a:lnTo>
                  <a:pt x="7099" y="0"/>
                </a:lnTo>
                <a:moveTo>
                  <a:pt x="7152" y="0"/>
                </a:moveTo>
                <a:lnTo>
                  <a:pt x="7179" y="0"/>
                </a:lnTo>
                <a:lnTo>
                  <a:pt x="7179" y="14"/>
                </a:lnTo>
                <a:lnTo>
                  <a:pt x="7152" y="14"/>
                </a:lnTo>
                <a:lnTo>
                  <a:pt x="7152" y="0"/>
                </a:lnTo>
                <a:moveTo>
                  <a:pt x="7205" y="0"/>
                </a:moveTo>
                <a:lnTo>
                  <a:pt x="7232" y="0"/>
                </a:lnTo>
                <a:lnTo>
                  <a:pt x="7232" y="14"/>
                </a:lnTo>
                <a:lnTo>
                  <a:pt x="7205" y="14"/>
                </a:lnTo>
                <a:lnTo>
                  <a:pt x="7205" y="0"/>
                </a:lnTo>
                <a:moveTo>
                  <a:pt x="7258" y="0"/>
                </a:moveTo>
                <a:lnTo>
                  <a:pt x="7285" y="0"/>
                </a:lnTo>
                <a:lnTo>
                  <a:pt x="7285" y="14"/>
                </a:lnTo>
                <a:lnTo>
                  <a:pt x="7258" y="14"/>
                </a:lnTo>
                <a:lnTo>
                  <a:pt x="7258" y="0"/>
                </a:lnTo>
                <a:moveTo>
                  <a:pt x="7311" y="0"/>
                </a:moveTo>
                <a:lnTo>
                  <a:pt x="7338" y="0"/>
                </a:lnTo>
                <a:lnTo>
                  <a:pt x="7338" y="14"/>
                </a:lnTo>
                <a:lnTo>
                  <a:pt x="7311" y="14"/>
                </a:lnTo>
                <a:lnTo>
                  <a:pt x="7311" y="0"/>
                </a:lnTo>
                <a:moveTo>
                  <a:pt x="7364" y="0"/>
                </a:moveTo>
                <a:lnTo>
                  <a:pt x="7390" y="0"/>
                </a:lnTo>
                <a:lnTo>
                  <a:pt x="7390" y="14"/>
                </a:lnTo>
                <a:lnTo>
                  <a:pt x="7364" y="14"/>
                </a:lnTo>
                <a:lnTo>
                  <a:pt x="7364" y="0"/>
                </a:lnTo>
                <a:moveTo>
                  <a:pt x="7417" y="0"/>
                </a:moveTo>
                <a:lnTo>
                  <a:pt x="7443" y="0"/>
                </a:lnTo>
                <a:lnTo>
                  <a:pt x="7443" y="14"/>
                </a:lnTo>
                <a:lnTo>
                  <a:pt x="7417" y="14"/>
                </a:lnTo>
                <a:lnTo>
                  <a:pt x="7417" y="0"/>
                </a:lnTo>
                <a:moveTo>
                  <a:pt x="7470" y="0"/>
                </a:moveTo>
                <a:lnTo>
                  <a:pt x="7496" y="0"/>
                </a:lnTo>
                <a:lnTo>
                  <a:pt x="7496" y="14"/>
                </a:lnTo>
                <a:lnTo>
                  <a:pt x="7470" y="14"/>
                </a:lnTo>
                <a:lnTo>
                  <a:pt x="7470" y="0"/>
                </a:lnTo>
                <a:moveTo>
                  <a:pt x="7523" y="0"/>
                </a:moveTo>
                <a:lnTo>
                  <a:pt x="7549" y="0"/>
                </a:lnTo>
                <a:lnTo>
                  <a:pt x="7549" y="14"/>
                </a:lnTo>
                <a:lnTo>
                  <a:pt x="7523" y="14"/>
                </a:lnTo>
                <a:lnTo>
                  <a:pt x="7523" y="0"/>
                </a:lnTo>
                <a:moveTo>
                  <a:pt x="7576" y="0"/>
                </a:moveTo>
                <a:lnTo>
                  <a:pt x="7602" y="0"/>
                </a:lnTo>
                <a:lnTo>
                  <a:pt x="7602" y="14"/>
                </a:lnTo>
                <a:lnTo>
                  <a:pt x="7576" y="14"/>
                </a:lnTo>
                <a:lnTo>
                  <a:pt x="7576" y="0"/>
                </a:lnTo>
                <a:moveTo>
                  <a:pt x="7629" y="0"/>
                </a:moveTo>
                <a:lnTo>
                  <a:pt x="7655" y="0"/>
                </a:lnTo>
                <a:lnTo>
                  <a:pt x="7655" y="14"/>
                </a:lnTo>
                <a:lnTo>
                  <a:pt x="7629" y="14"/>
                </a:lnTo>
                <a:lnTo>
                  <a:pt x="7629" y="0"/>
                </a:lnTo>
                <a:moveTo>
                  <a:pt x="7682" y="0"/>
                </a:moveTo>
                <a:lnTo>
                  <a:pt x="7708" y="0"/>
                </a:lnTo>
                <a:lnTo>
                  <a:pt x="7708" y="14"/>
                </a:lnTo>
                <a:lnTo>
                  <a:pt x="7682" y="14"/>
                </a:lnTo>
                <a:lnTo>
                  <a:pt x="7682" y="0"/>
                </a:lnTo>
                <a:moveTo>
                  <a:pt x="7735" y="0"/>
                </a:moveTo>
                <a:lnTo>
                  <a:pt x="7761" y="0"/>
                </a:lnTo>
                <a:lnTo>
                  <a:pt x="7761" y="14"/>
                </a:lnTo>
                <a:lnTo>
                  <a:pt x="7735" y="14"/>
                </a:lnTo>
                <a:lnTo>
                  <a:pt x="7735" y="0"/>
                </a:lnTo>
                <a:moveTo>
                  <a:pt x="7788" y="0"/>
                </a:moveTo>
                <a:lnTo>
                  <a:pt x="7814" y="0"/>
                </a:lnTo>
                <a:lnTo>
                  <a:pt x="7814" y="14"/>
                </a:lnTo>
                <a:lnTo>
                  <a:pt x="7788" y="14"/>
                </a:lnTo>
                <a:lnTo>
                  <a:pt x="7788" y="0"/>
                </a:lnTo>
                <a:moveTo>
                  <a:pt x="7841" y="0"/>
                </a:moveTo>
                <a:lnTo>
                  <a:pt x="7867" y="0"/>
                </a:lnTo>
                <a:lnTo>
                  <a:pt x="7867" y="14"/>
                </a:lnTo>
                <a:lnTo>
                  <a:pt x="7841" y="14"/>
                </a:lnTo>
                <a:lnTo>
                  <a:pt x="7841" y="0"/>
                </a:lnTo>
                <a:moveTo>
                  <a:pt x="7894" y="0"/>
                </a:moveTo>
                <a:lnTo>
                  <a:pt x="7920" y="0"/>
                </a:lnTo>
                <a:lnTo>
                  <a:pt x="7920" y="14"/>
                </a:lnTo>
                <a:lnTo>
                  <a:pt x="7894" y="14"/>
                </a:lnTo>
                <a:lnTo>
                  <a:pt x="7894" y="0"/>
                </a:lnTo>
                <a:moveTo>
                  <a:pt x="7947" y="0"/>
                </a:moveTo>
                <a:lnTo>
                  <a:pt x="7973" y="0"/>
                </a:lnTo>
                <a:lnTo>
                  <a:pt x="7973" y="14"/>
                </a:lnTo>
                <a:lnTo>
                  <a:pt x="7947" y="14"/>
                </a:lnTo>
                <a:lnTo>
                  <a:pt x="7947" y="0"/>
                </a:lnTo>
                <a:moveTo>
                  <a:pt x="8000" y="0"/>
                </a:moveTo>
                <a:lnTo>
                  <a:pt x="8026" y="0"/>
                </a:lnTo>
                <a:lnTo>
                  <a:pt x="8026" y="14"/>
                </a:lnTo>
                <a:lnTo>
                  <a:pt x="8000" y="14"/>
                </a:lnTo>
                <a:lnTo>
                  <a:pt x="8000" y="0"/>
                </a:lnTo>
                <a:moveTo>
                  <a:pt x="8053" y="0"/>
                </a:moveTo>
                <a:lnTo>
                  <a:pt x="8079" y="0"/>
                </a:lnTo>
                <a:lnTo>
                  <a:pt x="8079" y="14"/>
                </a:lnTo>
                <a:lnTo>
                  <a:pt x="8053" y="14"/>
                </a:lnTo>
                <a:lnTo>
                  <a:pt x="8053" y="0"/>
                </a:lnTo>
                <a:moveTo>
                  <a:pt x="8106" y="0"/>
                </a:moveTo>
                <a:lnTo>
                  <a:pt x="8132" y="0"/>
                </a:lnTo>
                <a:lnTo>
                  <a:pt x="8132" y="14"/>
                </a:lnTo>
                <a:lnTo>
                  <a:pt x="8106" y="14"/>
                </a:lnTo>
                <a:lnTo>
                  <a:pt x="8106" y="0"/>
                </a:lnTo>
                <a:moveTo>
                  <a:pt x="8159" y="0"/>
                </a:moveTo>
                <a:lnTo>
                  <a:pt x="8185" y="0"/>
                </a:lnTo>
                <a:lnTo>
                  <a:pt x="8185" y="14"/>
                </a:lnTo>
                <a:lnTo>
                  <a:pt x="8159" y="14"/>
                </a:lnTo>
                <a:lnTo>
                  <a:pt x="8159" y="0"/>
                </a:lnTo>
                <a:moveTo>
                  <a:pt x="8212" y="0"/>
                </a:moveTo>
                <a:lnTo>
                  <a:pt x="8238" y="0"/>
                </a:lnTo>
                <a:lnTo>
                  <a:pt x="8238" y="14"/>
                </a:lnTo>
                <a:lnTo>
                  <a:pt x="8212" y="14"/>
                </a:lnTo>
                <a:lnTo>
                  <a:pt x="8212" y="0"/>
                </a:lnTo>
                <a:moveTo>
                  <a:pt x="8265" y="0"/>
                </a:moveTo>
                <a:lnTo>
                  <a:pt x="8291" y="0"/>
                </a:lnTo>
                <a:lnTo>
                  <a:pt x="8291" y="14"/>
                </a:lnTo>
                <a:lnTo>
                  <a:pt x="8265" y="14"/>
                </a:lnTo>
                <a:lnTo>
                  <a:pt x="8265" y="0"/>
                </a:lnTo>
                <a:moveTo>
                  <a:pt x="8317" y="0"/>
                </a:moveTo>
                <a:lnTo>
                  <a:pt x="8344" y="0"/>
                </a:lnTo>
                <a:lnTo>
                  <a:pt x="8344" y="14"/>
                </a:lnTo>
                <a:lnTo>
                  <a:pt x="8317" y="14"/>
                </a:lnTo>
                <a:lnTo>
                  <a:pt x="8317" y="0"/>
                </a:lnTo>
                <a:moveTo>
                  <a:pt x="8370" y="0"/>
                </a:moveTo>
                <a:lnTo>
                  <a:pt x="8397" y="0"/>
                </a:lnTo>
                <a:lnTo>
                  <a:pt x="8397" y="14"/>
                </a:lnTo>
                <a:lnTo>
                  <a:pt x="8370" y="14"/>
                </a:lnTo>
                <a:lnTo>
                  <a:pt x="8370" y="0"/>
                </a:lnTo>
                <a:moveTo>
                  <a:pt x="8423" y="0"/>
                </a:moveTo>
                <a:lnTo>
                  <a:pt x="8450" y="0"/>
                </a:lnTo>
                <a:lnTo>
                  <a:pt x="8450" y="14"/>
                </a:lnTo>
                <a:lnTo>
                  <a:pt x="8423" y="14"/>
                </a:lnTo>
                <a:lnTo>
                  <a:pt x="8423" y="0"/>
                </a:lnTo>
                <a:moveTo>
                  <a:pt x="8476" y="0"/>
                </a:moveTo>
                <a:lnTo>
                  <a:pt x="8503" y="0"/>
                </a:lnTo>
                <a:lnTo>
                  <a:pt x="8503" y="14"/>
                </a:lnTo>
                <a:lnTo>
                  <a:pt x="8476" y="14"/>
                </a:lnTo>
                <a:lnTo>
                  <a:pt x="8476" y="0"/>
                </a:lnTo>
                <a:moveTo>
                  <a:pt x="8529" y="0"/>
                </a:moveTo>
                <a:lnTo>
                  <a:pt x="8556" y="0"/>
                </a:lnTo>
                <a:lnTo>
                  <a:pt x="8556" y="14"/>
                </a:lnTo>
                <a:lnTo>
                  <a:pt x="8529" y="14"/>
                </a:lnTo>
                <a:lnTo>
                  <a:pt x="8529" y="0"/>
                </a:lnTo>
                <a:moveTo>
                  <a:pt x="8582" y="0"/>
                </a:moveTo>
                <a:lnTo>
                  <a:pt x="8609" y="0"/>
                </a:lnTo>
                <a:lnTo>
                  <a:pt x="8609" y="14"/>
                </a:lnTo>
                <a:lnTo>
                  <a:pt x="8582" y="14"/>
                </a:lnTo>
                <a:lnTo>
                  <a:pt x="8582" y="0"/>
                </a:lnTo>
                <a:moveTo>
                  <a:pt x="8635" y="0"/>
                </a:moveTo>
                <a:lnTo>
                  <a:pt x="8662" y="0"/>
                </a:lnTo>
                <a:lnTo>
                  <a:pt x="8662" y="14"/>
                </a:lnTo>
                <a:lnTo>
                  <a:pt x="8635" y="14"/>
                </a:lnTo>
                <a:lnTo>
                  <a:pt x="8635" y="0"/>
                </a:lnTo>
                <a:moveTo>
                  <a:pt x="8688" y="0"/>
                </a:moveTo>
                <a:lnTo>
                  <a:pt x="8715" y="0"/>
                </a:lnTo>
                <a:lnTo>
                  <a:pt x="8715" y="14"/>
                </a:lnTo>
                <a:lnTo>
                  <a:pt x="8688" y="14"/>
                </a:lnTo>
                <a:lnTo>
                  <a:pt x="8688" y="0"/>
                </a:lnTo>
                <a:moveTo>
                  <a:pt x="8741" y="0"/>
                </a:moveTo>
                <a:lnTo>
                  <a:pt x="8768" y="0"/>
                </a:lnTo>
                <a:lnTo>
                  <a:pt x="8768" y="14"/>
                </a:lnTo>
                <a:lnTo>
                  <a:pt x="8741" y="14"/>
                </a:lnTo>
                <a:lnTo>
                  <a:pt x="8741" y="0"/>
                </a:lnTo>
                <a:moveTo>
                  <a:pt x="8794" y="0"/>
                </a:moveTo>
                <a:lnTo>
                  <a:pt x="8821" y="0"/>
                </a:lnTo>
                <a:lnTo>
                  <a:pt x="8821" y="14"/>
                </a:lnTo>
                <a:lnTo>
                  <a:pt x="8794" y="14"/>
                </a:lnTo>
                <a:lnTo>
                  <a:pt x="8794" y="0"/>
                </a:lnTo>
                <a:moveTo>
                  <a:pt x="8847" y="0"/>
                </a:moveTo>
                <a:lnTo>
                  <a:pt x="8874" y="0"/>
                </a:lnTo>
                <a:lnTo>
                  <a:pt x="8874" y="14"/>
                </a:lnTo>
                <a:lnTo>
                  <a:pt x="8847" y="14"/>
                </a:lnTo>
                <a:lnTo>
                  <a:pt x="8847" y="0"/>
                </a:lnTo>
                <a:moveTo>
                  <a:pt x="8900" y="0"/>
                </a:moveTo>
                <a:lnTo>
                  <a:pt x="8927" y="0"/>
                </a:lnTo>
                <a:lnTo>
                  <a:pt x="8927" y="14"/>
                </a:lnTo>
                <a:lnTo>
                  <a:pt x="8900" y="14"/>
                </a:lnTo>
                <a:lnTo>
                  <a:pt x="8900" y="0"/>
                </a:lnTo>
                <a:moveTo>
                  <a:pt x="8953" y="0"/>
                </a:moveTo>
                <a:lnTo>
                  <a:pt x="8980" y="0"/>
                </a:lnTo>
                <a:lnTo>
                  <a:pt x="8980" y="14"/>
                </a:lnTo>
                <a:lnTo>
                  <a:pt x="8953" y="14"/>
                </a:lnTo>
                <a:lnTo>
                  <a:pt x="8953" y="0"/>
                </a:lnTo>
                <a:moveTo>
                  <a:pt x="9006" y="0"/>
                </a:moveTo>
                <a:lnTo>
                  <a:pt x="9033" y="0"/>
                </a:lnTo>
                <a:lnTo>
                  <a:pt x="9033" y="14"/>
                </a:lnTo>
                <a:lnTo>
                  <a:pt x="9006" y="14"/>
                </a:lnTo>
                <a:lnTo>
                  <a:pt x="9006" y="0"/>
                </a:lnTo>
                <a:moveTo>
                  <a:pt x="9059" y="0"/>
                </a:moveTo>
                <a:lnTo>
                  <a:pt x="9086" y="0"/>
                </a:lnTo>
                <a:lnTo>
                  <a:pt x="9086" y="14"/>
                </a:lnTo>
                <a:lnTo>
                  <a:pt x="9059" y="14"/>
                </a:lnTo>
                <a:lnTo>
                  <a:pt x="9059" y="0"/>
                </a:lnTo>
                <a:moveTo>
                  <a:pt x="9112" y="0"/>
                </a:moveTo>
                <a:lnTo>
                  <a:pt x="9139" y="0"/>
                </a:lnTo>
                <a:lnTo>
                  <a:pt x="9139" y="14"/>
                </a:lnTo>
                <a:lnTo>
                  <a:pt x="9112" y="14"/>
                </a:lnTo>
                <a:lnTo>
                  <a:pt x="9112" y="0"/>
                </a:lnTo>
                <a:moveTo>
                  <a:pt x="9165" y="0"/>
                </a:moveTo>
                <a:lnTo>
                  <a:pt x="9192" y="0"/>
                </a:lnTo>
                <a:lnTo>
                  <a:pt x="9192" y="14"/>
                </a:lnTo>
                <a:lnTo>
                  <a:pt x="9165" y="14"/>
                </a:lnTo>
                <a:lnTo>
                  <a:pt x="9165" y="0"/>
                </a:lnTo>
                <a:moveTo>
                  <a:pt x="9218" y="0"/>
                </a:moveTo>
                <a:lnTo>
                  <a:pt x="9244" y="0"/>
                </a:lnTo>
                <a:lnTo>
                  <a:pt x="9244" y="14"/>
                </a:lnTo>
                <a:lnTo>
                  <a:pt x="9218" y="14"/>
                </a:lnTo>
                <a:lnTo>
                  <a:pt x="9218" y="0"/>
                </a:lnTo>
                <a:moveTo>
                  <a:pt x="9271" y="0"/>
                </a:moveTo>
                <a:lnTo>
                  <a:pt x="9297" y="0"/>
                </a:lnTo>
                <a:lnTo>
                  <a:pt x="9297" y="14"/>
                </a:lnTo>
                <a:lnTo>
                  <a:pt x="9271" y="14"/>
                </a:lnTo>
                <a:lnTo>
                  <a:pt x="9271" y="0"/>
                </a:lnTo>
                <a:moveTo>
                  <a:pt x="9324" y="0"/>
                </a:moveTo>
                <a:lnTo>
                  <a:pt x="9350" y="0"/>
                </a:lnTo>
                <a:lnTo>
                  <a:pt x="9350" y="14"/>
                </a:lnTo>
                <a:lnTo>
                  <a:pt x="9324" y="14"/>
                </a:lnTo>
                <a:lnTo>
                  <a:pt x="9324" y="0"/>
                </a:lnTo>
                <a:moveTo>
                  <a:pt x="9377" y="0"/>
                </a:moveTo>
                <a:lnTo>
                  <a:pt x="9403" y="0"/>
                </a:lnTo>
                <a:lnTo>
                  <a:pt x="9403" y="14"/>
                </a:lnTo>
                <a:lnTo>
                  <a:pt x="9377" y="14"/>
                </a:lnTo>
                <a:lnTo>
                  <a:pt x="9377" y="0"/>
                </a:lnTo>
                <a:moveTo>
                  <a:pt x="9430" y="0"/>
                </a:moveTo>
                <a:lnTo>
                  <a:pt x="9456" y="0"/>
                </a:lnTo>
                <a:lnTo>
                  <a:pt x="9456" y="14"/>
                </a:lnTo>
                <a:lnTo>
                  <a:pt x="9430" y="14"/>
                </a:lnTo>
                <a:lnTo>
                  <a:pt x="9430" y="0"/>
                </a:lnTo>
                <a:moveTo>
                  <a:pt x="9483" y="0"/>
                </a:moveTo>
                <a:lnTo>
                  <a:pt x="9509" y="0"/>
                </a:lnTo>
                <a:lnTo>
                  <a:pt x="9509" y="14"/>
                </a:lnTo>
                <a:lnTo>
                  <a:pt x="9483" y="14"/>
                </a:lnTo>
                <a:lnTo>
                  <a:pt x="9483" y="0"/>
                </a:lnTo>
                <a:moveTo>
                  <a:pt x="9536" y="0"/>
                </a:moveTo>
                <a:lnTo>
                  <a:pt x="9562" y="0"/>
                </a:lnTo>
                <a:lnTo>
                  <a:pt x="9562" y="14"/>
                </a:lnTo>
                <a:lnTo>
                  <a:pt x="9536" y="14"/>
                </a:lnTo>
                <a:lnTo>
                  <a:pt x="9536" y="0"/>
                </a:lnTo>
                <a:moveTo>
                  <a:pt x="9589" y="0"/>
                </a:moveTo>
                <a:lnTo>
                  <a:pt x="9615" y="0"/>
                </a:lnTo>
                <a:lnTo>
                  <a:pt x="9615" y="14"/>
                </a:lnTo>
                <a:lnTo>
                  <a:pt x="9589" y="14"/>
                </a:lnTo>
                <a:lnTo>
                  <a:pt x="9589" y="0"/>
                </a:lnTo>
                <a:moveTo>
                  <a:pt x="9642" y="0"/>
                </a:moveTo>
                <a:lnTo>
                  <a:pt x="9668" y="0"/>
                </a:lnTo>
                <a:lnTo>
                  <a:pt x="9668" y="14"/>
                </a:lnTo>
                <a:lnTo>
                  <a:pt x="9642" y="14"/>
                </a:lnTo>
                <a:lnTo>
                  <a:pt x="9642" y="0"/>
                </a:lnTo>
                <a:moveTo>
                  <a:pt x="9695" y="0"/>
                </a:moveTo>
                <a:lnTo>
                  <a:pt x="9721" y="0"/>
                </a:lnTo>
                <a:lnTo>
                  <a:pt x="9721" y="14"/>
                </a:lnTo>
                <a:lnTo>
                  <a:pt x="9695" y="14"/>
                </a:lnTo>
                <a:lnTo>
                  <a:pt x="9695" y="0"/>
                </a:lnTo>
                <a:moveTo>
                  <a:pt x="9748" y="0"/>
                </a:moveTo>
                <a:lnTo>
                  <a:pt x="9774" y="0"/>
                </a:lnTo>
                <a:lnTo>
                  <a:pt x="9774" y="14"/>
                </a:lnTo>
                <a:lnTo>
                  <a:pt x="9748" y="14"/>
                </a:lnTo>
                <a:lnTo>
                  <a:pt x="9748" y="0"/>
                </a:lnTo>
                <a:moveTo>
                  <a:pt x="9801" y="0"/>
                </a:moveTo>
                <a:lnTo>
                  <a:pt x="9827" y="0"/>
                </a:lnTo>
                <a:lnTo>
                  <a:pt x="9827" y="14"/>
                </a:lnTo>
                <a:lnTo>
                  <a:pt x="9801" y="14"/>
                </a:lnTo>
                <a:lnTo>
                  <a:pt x="9801" y="0"/>
                </a:lnTo>
                <a:moveTo>
                  <a:pt x="9854" y="0"/>
                </a:moveTo>
                <a:lnTo>
                  <a:pt x="9880" y="0"/>
                </a:lnTo>
                <a:lnTo>
                  <a:pt x="9880" y="14"/>
                </a:lnTo>
                <a:lnTo>
                  <a:pt x="9854" y="14"/>
                </a:lnTo>
                <a:lnTo>
                  <a:pt x="9854" y="0"/>
                </a:lnTo>
                <a:moveTo>
                  <a:pt x="9907" y="0"/>
                </a:moveTo>
                <a:lnTo>
                  <a:pt x="9933" y="0"/>
                </a:lnTo>
                <a:lnTo>
                  <a:pt x="9933" y="14"/>
                </a:lnTo>
                <a:lnTo>
                  <a:pt x="9907" y="14"/>
                </a:lnTo>
                <a:lnTo>
                  <a:pt x="9907" y="0"/>
                </a:lnTo>
                <a:moveTo>
                  <a:pt x="9960" y="0"/>
                </a:moveTo>
                <a:lnTo>
                  <a:pt x="9986" y="0"/>
                </a:lnTo>
                <a:lnTo>
                  <a:pt x="9986" y="14"/>
                </a:lnTo>
                <a:lnTo>
                  <a:pt x="9960" y="14"/>
                </a:lnTo>
                <a:lnTo>
                  <a:pt x="9960" y="0"/>
                </a:lnTo>
                <a:moveTo>
                  <a:pt x="10013" y="0"/>
                </a:moveTo>
                <a:lnTo>
                  <a:pt x="10039" y="0"/>
                </a:lnTo>
                <a:lnTo>
                  <a:pt x="10039" y="14"/>
                </a:lnTo>
                <a:lnTo>
                  <a:pt x="10013" y="14"/>
                </a:lnTo>
                <a:lnTo>
                  <a:pt x="10013" y="0"/>
                </a:lnTo>
                <a:moveTo>
                  <a:pt x="10066" y="0"/>
                </a:moveTo>
                <a:lnTo>
                  <a:pt x="10092" y="0"/>
                </a:lnTo>
                <a:lnTo>
                  <a:pt x="10092" y="14"/>
                </a:lnTo>
                <a:lnTo>
                  <a:pt x="10066" y="14"/>
                </a:lnTo>
                <a:lnTo>
                  <a:pt x="10066" y="0"/>
                </a:lnTo>
                <a:moveTo>
                  <a:pt x="10119" y="0"/>
                </a:moveTo>
                <a:lnTo>
                  <a:pt x="10145" y="0"/>
                </a:lnTo>
                <a:lnTo>
                  <a:pt x="10145" y="14"/>
                </a:lnTo>
                <a:lnTo>
                  <a:pt x="10119" y="14"/>
                </a:lnTo>
                <a:lnTo>
                  <a:pt x="10119" y="0"/>
                </a:lnTo>
                <a:moveTo>
                  <a:pt x="10171" y="0"/>
                </a:moveTo>
                <a:lnTo>
                  <a:pt x="10198" y="0"/>
                </a:lnTo>
                <a:lnTo>
                  <a:pt x="10198" y="14"/>
                </a:lnTo>
                <a:lnTo>
                  <a:pt x="10171" y="14"/>
                </a:lnTo>
                <a:lnTo>
                  <a:pt x="10171" y="0"/>
                </a:lnTo>
                <a:moveTo>
                  <a:pt x="10224" y="0"/>
                </a:moveTo>
                <a:lnTo>
                  <a:pt x="10251" y="0"/>
                </a:lnTo>
                <a:lnTo>
                  <a:pt x="10251" y="14"/>
                </a:lnTo>
                <a:lnTo>
                  <a:pt x="10224" y="14"/>
                </a:lnTo>
                <a:lnTo>
                  <a:pt x="10224" y="0"/>
                </a:lnTo>
                <a:moveTo>
                  <a:pt x="10277" y="0"/>
                </a:moveTo>
                <a:lnTo>
                  <a:pt x="10304" y="0"/>
                </a:lnTo>
                <a:lnTo>
                  <a:pt x="10304" y="14"/>
                </a:lnTo>
                <a:lnTo>
                  <a:pt x="10277" y="14"/>
                </a:lnTo>
                <a:lnTo>
                  <a:pt x="10277" y="0"/>
                </a:lnTo>
                <a:moveTo>
                  <a:pt x="10330" y="0"/>
                </a:moveTo>
                <a:lnTo>
                  <a:pt x="10357" y="0"/>
                </a:lnTo>
                <a:lnTo>
                  <a:pt x="10357" y="14"/>
                </a:lnTo>
                <a:lnTo>
                  <a:pt x="10330" y="14"/>
                </a:lnTo>
                <a:lnTo>
                  <a:pt x="10330" y="0"/>
                </a:lnTo>
                <a:moveTo>
                  <a:pt x="10383" y="0"/>
                </a:moveTo>
                <a:lnTo>
                  <a:pt x="10410" y="0"/>
                </a:lnTo>
                <a:lnTo>
                  <a:pt x="10410" y="14"/>
                </a:lnTo>
                <a:lnTo>
                  <a:pt x="10383" y="14"/>
                </a:lnTo>
                <a:lnTo>
                  <a:pt x="10383" y="0"/>
                </a:lnTo>
                <a:moveTo>
                  <a:pt x="10436" y="0"/>
                </a:moveTo>
                <a:lnTo>
                  <a:pt x="10463" y="0"/>
                </a:lnTo>
                <a:lnTo>
                  <a:pt x="10463" y="14"/>
                </a:lnTo>
                <a:lnTo>
                  <a:pt x="10436" y="14"/>
                </a:lnTo>
                <a:lnTo>
                  <a:pt x="10436" y="0"/>
                </a:lnTo>
                <a:moveTo>
                  <a:pt x="10489" y="0"/>
                </a:moveTo>
                <a:lnTo>
                  <a:pt x="10516" y="0"/>
                </a:lnTo>
                <a:lnTo>
                  <a:pt x="10516" y="14"/>
                </a:lnTo>
                <a:lnTo>
                  <a:pt x="10489" y="14"/>
                </a:lnTo>
                <a:lnTo>
                  <a:pt x="10489" y="0"/>
                </a:lnTo>
                <a:moveTo>
                  <a:pt x="10542" y="0"/>
                </a:moveTo>
                <a:lnTo>
                  <a:pt x="10569" y="0"/>
                </a:lnTo>
                <a:lnTo>
                  <a:pt x="10569" y="14"/>
                </a:lnTo>
                <a:lnTo>
                  <a:pt x="10542" y="14"/>
                </a:lnTo>
                <a:lnTo>
                  <a:pt x="10542" y="0"/>
                </a:lnTo>
                <a:moveTo>
                  <a:pt x="10595" y="0"/>
                </a:moveTo>
                <a:lnTo>
                  <a:pt x="10622" y="0"/>
                </a:lnTo>
                <a:lnTo>
                  <a:pt x="10622" y="14"/>
                </a:lnTo>
                <a:lnTo>
                  <a:pt x="10595" y="14"/>
                </a:lnTo>
                <a:lnTo>
                  <a:pt x="10595" y="0"/>
                </a:lnTo>
                <a:moveTo>
                  <a:pt x="10648" y="0"/>
                </a:moveTo>
                <a:lnTo>
                  <a:pt x="10675" y="0"/>
                </a:lnTo>
                <a:lnTo>
                  <a:pt x="10675" y="14"/>
                </a:lnTo>
                <a:lnTo>
                  <a:pt x="10648" y="14"/>
                </a:lnTo>
                <a:lnTo>
                  <a:pt x="10648" y="0"/>
                </a:lnTo>
                <a:moveTo>
                  <a:pt x="10701" y="0"/>
                </a:moveTo>
                <a:lnTo>
                  <a:pt x="10728" y="0"/>
                </a:lnTo>
                <a:lnTo>
                  <a:pt x="10728" y="14"/>
                </a:lnTo>
                <a:lnTo>
                  <a:pt x="10701" y="14"/>
                </a:lnTo>
                <a:lnTo>
                  <a:pt x="10701" y="0"/>
                </a:lnTo>
                <a:moveTo>
                  <a:pt x="10754" y="0"/>
                </a:moveTo>
                <a:lnTo>
                  <a:pt x="10781" y="0"/>
                </a:lnTo>
                <a:lnTo>
                  <a:pt x="10781" y="14"/>
                </a:lnTo>
                <a:lnTo>
                  <a:pt x="10754" y="14"/>
                </a:lnTo>
                <a:lnTo>
                  <a:pt x="10754" y="0"/>
                </a:lnTo>
                <a:moveTo>
                  <a:pt x="10807" y="0"/>
                </a:moveTo>
                <a:lnTo>
                  <a:pt x="10834" y="0"/>
                </a:lnTo>
                <a:lnTo>
                  <a:pt x="10834" y="14"/>
                </a:lnTo>
                <a:lnTo>
                  <a:pt x="10807" y="14"/>
                </a:lnTo>
                <a:lnTo>
                  <a:pt x="10807" y="0"/>
                </a:lnTo>
                <a:moveTo>
                  <a:pt x="10860" y="0"/>
                </a:moveTo>
                <a:lnTo>
                  <a:pt x="10887" y="0"/>
                </a:lnTo>
                <a:lnTo>
                  <a:pt x="10887" y="14"/>
                </a:lnTo>
                <a:lnTo>
                  <a:pt x="10860" y="14"/>
                </a:lnTo>
                <a:lnTo>
                  <a:pt x="10860" y="0"/>
                </a:lnTo>
                <a:moveTo>
                  <a:pt x="10913" y="0"/>
                </a:moveTo>
                <a:lnTo>
                  <a:pt x="10940" y="0"/>
                </a:lnTo>
                <a:lnTo>
                  <a:pt x="10940" y="14"/>
                </a:lnTo>
                <a:lnTo>
                  <a:pt x="10913" y="14"/>
                </a:lnTo>
                <a:lnTo>
                  <a:pt x="10913" y="0"/>
                </a:lnTo>
                <a:moveTo>
                  <a:pt x="10966" y="0"/>
                </a:moveTo>
                <a:lnTo>
                  <a:pt x="10993" y="0"/>
                </a:lnTo>
                <a:lnTo>
                  <a:pt x="10993" y="14"/>
                </a:lnTo>
                <a:lnTo>
                  <a:pt x="10966" y="14"/>
                </a:lnTo>
                <a:lnTo>
                  <a:pt x="10966" y="0"/>
                </a:lnTo>
                <a:moveTo>
                  <a:pt x="11019" y="0"/>
                </a:moveTo>
                <a:lnTo>
                  <a:pt x="11045" y="0"/>
                </a:lnTo>
                <a:lnTo>
                  <a:pt x="11045" y="14"/>
                </a:lnTo>
                <a:lnTo>
                  <a:pt x="11019" y="14"/>
                </a:lnTo>
                <a:lnTo>
                  <a:pt x="11019" y="0"/>
                </a:lnTo>
                <a:moveTo>
                  <a:pt x="11072" y="0"/>
                </a:moveTo>
                <a:lnTo>
                  <a:pt x="11098" y="0"/>
                </a:lnTo>
                <a:lnTo>
                  <a:pt x="11098" y="14"/>
                </a:lnTo>
                <a:lnTo>
                  <a:pt x="11072" y="14"/>
                </a:lnTo>
                <a:lnTo>
                  <a:pt x="11072" y="0"/>
                </a:lnTo>
                <a:moveTo>
                  <a:pt x="11125" y="0"/>
                </a:moveTo>
                <a:lnTo>
                  <a:pt x="11151" y="0"/>
                </a:lnTo>
                <a:lnTo>
                  <a:pt x="11151" y="14"/>
                </a:lnTo>
                <a:lnTo>
                  <a:pt x="11125" y="14"/>
                </a:lnTo>
                <a:lnTo>
                  <a:pt x="11125" y="0"/>
                </a:lnTo>
                <a:moveTo>
                  <a:pt x="11178" y="0"/>
                </a:moveTo>
                <a:lnTo>
                  <a:pt x="11204" y="0"/>
                </a:lnTo>
                <a:lnTo>
                  <a:pt x="11204" y="14"/>
                </a:lnTo>
                <a:lnTo>
                  <a:pt x="11178" y="14"/>
                </a:lnTo>
                <a:lnTo>
                  <a:pt x="11178" y="0"/>
                </a:lnTo>
                <a:moveTo>
                  <a:pt x="11231" y="0"/>
                </a:moveTo>
                <a:lnTo>
                  <a:pt x="11257" y="0"/>
                </a:lnTo>
                <a:lnTo>
                  <a:pt x="11257" y="14"/>
                </a:lnTo>
                <a:lnTo>
                  <a:pt x="11231" y="14"/>
                </a:lnTo>
                <a:lnTo>
                  <a:pt x="11231" y="0"/>
                </a:lnTo>
                <a:moveTo>
                  <a:pt x="11284" y="0"/>
                </a:moveTo>
                <a:lnTo>
                  <a:pt x="11310" y="0"/>
                </a:lnTo>
                <a:lnTo>
                  <a:pt x="11310" y="14"/>
                </a:lnTo>
                <a:lnTo>
                  <a:pt x="11284" y="14"/>
                </a:lnTo>
                <a:lnTo>
                  <a:pt x="11284" y="0"/>
                </a:lnTo>
                <a:moveTo>
                  <a:pt x="11337" y="0"/>
                </a:moveTo>
                <a:lnTo>
                  <a:pt x="11363" y="0"/>
                </a:lnTo>
                <a:lnTo>
                  <a:pt x="11363" y="14"/>
                </a:lnTo>
                <a:lnTo>
                  <a:pt x="11337" y="14"/>
                </a:lnTo>
                <a:lnTo>
                  <a:pt x="11337" y="0"/>
                </a:lnTo>
                <a:moveTo>
                  <a:pt x="11390" y="0"/>
                </a:moveTo>
                <a:lnTo>
                  <a:pt x="11416" y="0"/>
                </a:lnTo>
                <a:lnTo>
                  <a:pt x="11416" y="14"/>
                </a:lnTo>
                <a:lnTo>
                  <a:pt x="11390" y="14"/>
                </a:lnTo>
                <a:lnTo>
                  <a:pt x="11390" y="0"/>
                </a:lnTo>
                <a:moveTo>
                  <a:pt x="11443" y="0"/>
                </a:moveTo>
                <a:lnTo>
                  <a:pt x="11469" y="0"/>
                </a:lnTo>
                <a:lnTo>
                  <a:pt x="11469" y="14"/>
                </a:lnTo>
                <a:lnTo>
                  <a:pt x="11443" y="14"/>
                </a:lnTo>
                <a:lnTo>
                  <a:pt x="11443" y="0"/>
                </a:lnTo>
                <a:moveTo>
                  <a:pt x="11496" y="0"/>
                </a:moveTo>
                <a:lnTo>
                  <a:pt x="11522" y="0"/>
                </a:lnTo>
                <a:lnTo>
                  <a:pt x="11522" y="14"/>
                </a:lnTo>
                <a:lnTo>
                  <a:pt x="11496" y="14"/>
                </a:lnTo>
                <a:lnTo>
                  <a:pt x="11496" y="0"/>
                </a:lnTo>
                <a:moveTo>
                  <a:pt x="11549" y="0"/>
                </a:moveTo>
                <a:lnTo>
                  <a:pt x="11575" y="0"/>
                </a:lnTo>
                <a:lnTo>
                  <a:pt x="11575" y="14"/>
                </a:lnTo>
                <a:lnTo>
                  <a:pt x="11549" y="14"/>
                </a:lnTo>
                <a:lnTo>
                  <a:pt x="11549" y="0"/>
                </a:lnTo>
                <a:moveTo>
                  <a:pt x="11602" y="0"/>
                </a:moveTo>
                <a:lnTo>
                  <a:pt x="11628" y="0"/>
                </a:lnTo>
                <a:lnTo>
                  <a:pt x="11628" y="14"/>
                </a:lnTo>
                <a:lnTo>
                  <a:pt x="11602" y="14"/>
                </a:lnTo>
                <a:lnTo>
                  <a:pt x="11602" y="0"/>
                </a:lnTo>
                <a:moveTo>
                  <a:pt x="11655" y="0"/>
                </a:moveTo>
                <a:lnTo>
                  <a:pt x="11681" y="0"/>
                </a:lnTo>
                <a:lnTo>
                  <a:pt x="11681" y="14"/>
                </a:lnTo>
                <a:lnTo>
                  <a:pt x="11655" y="14"/>
                </a:lnTo>
                <a:lnTo>
                  <a:pt x="11655" y="0"/>
                </a:lnTo>
                <a:moveTo>
                  <a:pt x="11708" y="0"/>
                </a:moveTo>
                <a:lnTo>
                  <a:pt x="11734" y="0"/>
                </a:lnTo>
                <a:lnTo>
                  <a:pt x="11734" y="14"/>
                </a:lnTo>
                <a:lnTo>
                  <a:pt x="11708" y="14"/>
                </a:lnTo>
                <a:lnTo>
                  <a:pt x="11708" y="0"/>
                </a:lnTo>
                <a:moveTo>
                  <a:pt x="11761" y="0"/>
                </a:moveTo>
                <a:lnTo>
                  <a:pt x="11787" y="0"/>
                </a:lnTo>
                <a:lnTo>
                  <a:pt x="11787" y="14"/>
                </a:lnTo>
                <a:lnTo>
                  <a:pt x="11761" y="14"/>
                </a:lnTo>
                <a:lnTo>
                  <a:pt x="11761" y="0"/>
                </a:lnTo>
                <a:moveTo>
                  <a:pt x="11814" y="0"/>
                </a:moveTo>
                <a:lnTo>
                  <a:pt x="11840" y="0"/>
                </a:lnTo>
                <a:lnTo>
                  <a:pt x="11840" y="14"/>
                </a:lnTo>
                <a:lnTo>
                  <a:pt x="11814" y="14"/>
                </a:lnTo>
                <a:lnTo>
                  <a:pt x="11814" y="0"/>
                </a:lnTo>
                <a:moveTo>
                  <a:pt x="11867" y="0"/>
                </a:moveTo>
                <a:lnTo>
                  <a:pt x="11893" y="0"/>
                </a:lnTo>
                <a:lnTo>
                  <a:pt x="11893" y="14"/>
                </a:lnTo>
                <a:lnTo>
                  <a:pt x="11867" y="14"/>
                </a:lnTo>
                <a:lnTo>
                  <a:pt x="11867" y="0"/>
                </a:lnTo>
                <a:moveTo>
                  <a:pt x="11920" y="0"/>
                </a:moveTo>
                <a:lnTo>
                  <a:pt x="11946" y="0"/>
                </a:lnTo>
                <a:lnTo>
                  <a:pt x="11946" y="14"/>
                </a:lnTo>
                <a:lnTo>
                  <a:pt x="11920" y="14"/>
                </a:lnTo>
                <a:lnTo>
                  <a:pt x="11920" y="0"/>
                </a:lnTo>
                <a:moveTo>
                  <a:pt x="11972" y="0"/>
                </a:moveTo>
                <a:lnTo>
                  <a:pt x="11999" y="0"/>
                </a:lnTo>
                <a:lnTo>
                  <a:pt x="11999" y="14"/>
                </a:lnTo>
                <a:lnTo>
                  <a:pt x="11972" y="14"/>
                </a:lnTo>
                <a:lnTo>
                  <a:pt x="11972" y="0"/>
                </a:lnTo>
                <a:moveTo>
                  <a:pt x="12025" y="0"/>
                </a:moveTo>
                <a:lnTo>
                  <a:pt x="12052" y="0"/>
                </a:lnTo>
                <a:lnTo>
                  <a:pt x="12052" y="14"/>
                </a:lnTo>
                <a:lnTo>
                  <a:pt x="12025" y="14"/>
                </a:lnTo>
                <a:lnTo>
                  <a:pt x="12025" y="0"/>
                </a:lnTo>
                <a:moveTo>
                  <a:pt x="12078" y="0"/>
                </a:moveTo>
                <a:lnTo>
                  <a:pt x="12105" y="0"/>
                </a:lnTo>
                <a:lnTo>
                  <a:pt x="12105" y="14"/>
                </a:lnTo>
                <a:lnTo>
                  <a:pt x="12078" y="14"/>
                </a:lnTo>
                <a:lnTo>
                  <a:pt x="12078" y="0"/>
                </a:lnTo>
                <a:moveTo>
                  <a:pt x="12131" y="0"/>
                </a:moveTo>
                <a:lnTo>
                  <a:pt x="12158" y="0"/>
                </a:lnTo>
                <a:lnTo>
                  <a:pt x="12158" y="14"/>
                </a:lnTo>
                <a:lnTo>
                  <a:pt x="12131" y="14"/>
                </a:lnTo>
                <a:lnTo>
                  <a:pt x="12131" y="0"/>
                </a:lnTo>
                <a:moveTo>
                  <a:pt x="12184" y="0"/>
                </a:moveTo>
                <a:lnTo>
                  <a:pt x="12211" y="0"/>
                </a:lnTo>
                <a:lnTo>
                  <a:pt x="12211" y="14"/>
                </a:lnTo>
                <a:lnTo>
                  <a:pt x="12184" y="14"/>
                </a:lnTo>
                <a:lnTo>
                  <a:pt x="12184" y="0"/>
                </a:lnTo>
                <a:moveTo>
                  <a:pt x="12237" y="0"/>
                </a:moveTo>
                <a:lnTo>
                  <a:pt x="12264" y="0"/>
                </a:lnTo>
                <a:lnTo>
                  <a:pt x="12264" y="14"/>
                </a:lnTo>
                <a:lnTo>
                  <a:pt x="12237" y="14"/>
                </a:lnTo>
                <a:lnTo>
                  <a:pt x="12237" y="0"/>
                </a:lnTo>
                <a:moveTo>
                  <a:pt x="12290" y="0"/>
                </a:moveTo>
                <a:lnTo>
                  <a:pt x="12317" y="0"/>
                </a:lnTo>
                <a:lnTo>
                  <a:pt x="12317" y="14"/>
                </a:lnTo>
                <a:lnTo>
                  <a:pt x="12290" y="14"/>
                </a:lnTo>
                <a:lnTo>
                  <a:pt x="12290" y="0"/>
                </a:lnTo>
                <a:moveTo>
                  <a:pt x="12343" y="0"/>
                </a:moveTo>
                <a:lnTo>
                  <a:pt x="12370" y="0"/>
                </a:lnTo>
                <a:lnTo>
                  <a:pt x="12370" y="14"/>
                </a:lnTo>
                <a:lnTo>
                  <a:pt x="12343" y="14"/>
                </a:lnTo>
                <a:lnTo>
                  <a:pt x="12343" y="0"/>
                </a:lnTo>
                <a:moveTo>
                  <a:pt x="12396" y="0"/>
                </a:moveTo>
                <a:lnTo>
                  <a:pt x="12423" y="0"/>
                </a:lnTo>
                <a:lnTo>
                  <a:pt x="12423" y="14"/>
                </a:lnTo>
                <a:lnTo>
                  <a:pt x="12396" y="14"/>
                </a:lnTo>
                <a:lnTo>
                  <a:pt x="12396" y="0"/>
                </a:lnTo>
                <a:moveTo>
                  <a:pt x="12449" y="0"/>
                </a:moveTo>
                <a:lnTo>
                  <a:pt x="12476" y="0"/>
                </a:lnTo>
                <a:lnTo>
                  <a:pt x="12476" y="14"/>
                </a:lnTo>
                <a:lnTo>
                  <a:pt x="12449" y="14"/>
                </a:lnTo>
                <a:lnTo>
                  <a:pt x="12449" y="0"/>
                </a:lnTo>
                <a:moveTo>
                  <a:pt x="12502" y="0"/>
                </a:moveTo>
                <a:lnTo>
                  <a:pt x="12529" y="0"/>
                </a:lnTo>
                <a:lnTo>
                  <a:pt x="12529" y="14"/>
                </a:lnTo>
                <a:lnTo>
                  <a:pt x="12502" y="14"/>
                </a:lnTo>
                <a:lnTo>
                  <a:pt x="12502" y="0"/>
                </a:lnTo>
                <a:moveTo>
                  <a:pt x="12555" y="0"/>
                </a:moveTo>
                <a:lnTo>
                  <a:pt x="12582" y="0"/>
                </a:lnTo>
                <a:lnTo>
                  <a:pt x="12582" y="14"/>
                </a:lnTo>
                <a:lnTo>
                  <a:pt x="12555" y="14"/>
                </a:lnTo>
                <a:lnTo>
                  <a:pt x="12555" y="0"/>
                </a:lnTo>
                <a:moveTo>
                  <a:pt x="12608" y="0"/>
                </a:moveTo>
                <a:lnTo>
                  <a:pt x="12635" y="0"/>
                </a:lnTo>
                <a:lnTo>
                  <a:pt x="12635" y="14"/>
                </a:lnTo>
                <a:lnTo>
                  <a:pt x="12608" y="14"/>
                </a:lnTo>
                <a:lnTo>
                  <a:pt x="12608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3186000" y="4385880"/>
            <a:ext cx="1471320" cy="76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90" spc="-1" strike="noStrike">
                <a:solidFill>
                  <a:srgbClr val="000000"/>
                </a:solidFill>
                <a:latin typeface="Calibri"/>
                <a:ea typeface="Calibri"/>
              </a:rPr>
              <a:t>conﬁrm: Appointment booked, Slot busy, Task in-progress</a:t>
            </a:r>
            <a:endParaRPr b="0" lang="en-AU" sz="4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738360" y="4521600"/>
            <a:ext cx="145440" cy="63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10" spc="-1" strike="noStrike">
                <a:solidFill>
                  <a:srgbClr val="000000"/>
                </a:solidFill>
                <a:latin typeface="Calibri"/>
                <a:ea typeface="Calibri"/>
              </a:rPr>
              <a:t>[Task s</a:t>
            </a:r>
            <a:endParaRPr b="0" lang="en-AU" sz="4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911160" y="4685400"/>
            <a:ext cx="47880" cy="38520"/>
          </a:xfrm>
          <a:custGeom>
            <a:avLst/>
            <a:gdLst/>
            <a:ahLst/>
            <a:rect l="0" t="0" r="r" b="b"/>
            <a:pathLst>
              <a:path w="133" h="107">
                <a:moveTo>
                  <a:pt x="133" y="0"/>
                </a:moveTo>
                <a:lnTo>
                  <a:pt x="0" y="53"/>
                </a:lnTo>
                <a:lnTo>
                  <a:pt x="133" y="107"/>
                </a:lnTo>
                <a:lnTo>
                  <a:pt x="80" y="53"/>
                </a:lnTo>
                <a:lnTo>
                  <a:pt x="133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930240" y="4701960"/>
            <a:ext cx="2164680" cy="5040"/>
          </a:xfrm>
          <a:custGeom>
            <a:avLst/>
            <a:gdLst/>
            <a:ahLst/>
            <a:rect l="0" t="0" r="r" b="b"/>
            <a:pathLst>
              <a:path w="6013" h="14">
                <a:moveTo>
                  <a:pt x="0" y="0"/>
                </a:moveTo>
                <a:lnTo>
                  <a:pt x="26" y="0"/>
                </a:lnTo>
                <a:lnTo>
                  <a:pt x="26" y="14"/>
                </a:lnTo>
                <a:lnTo>
                  <a:pt x="0" y="14"/>
                </a:lnTo>
                <a:lnTo>
                  <a:pt x="0" y="0"/>
                </a:lnTo>
                <a:moveTo>
                  <a:pt x="53" y="0"/>
                </a:moveTo>
                <a:lnTo>
                  <a:pt x="79" y="0"/>
                </a:lnTo>
                <a:lnTo>
                  <a:pt x="79" y="14"/>
                </a:lnTo>
                <a:lnTo>
                  <a:pt x="53" y="14"/>
                </a:lnTo>
                <a:lnTo>
                  <a:pt x="53" y="0"/>
                </a:lnTo>
                <a:moveTo>
                  <a:pt x="106" y="0"/>
                </a:moveTo>
                <a:lnTo>
                  <a:pt x="132" y="0"/>
                </a:lnTo>
                <a:lnTo>
                  <a:pt x="132" y="14"/>
                </a:lnTo>
                <a:lnTo>
                  <a:pt x="106" y="14"/>
                </a:lnTo>
                <a:lnTo>
                  <a:pt x="106" y="0"/>
                </a:lnTo>
                <a:moveTo>
                  <a:pt x="159" y="0"/>
                </a:moveTo>
                <a:lnTo>
                  <a:pt x="185" y="0"/>
                </a:lnTo>
                <a:lnTo>
                  <a:pt x="185" y="14"/>
                </a:lnTo>
                <a:lnTo>
                  <a:pt x="159" y="14"/>
                </a:lnTo>
                <a:lnTo>
                  <a:pt x="159" y="0"/>
                </a:lnTo>
                <a:moveTo>
                  <a:pt x="212" y="0"/>
                </a:moveTo>
                <a:lnTo>
                  <a:pt x="238" y="0"/>
                </a:lnTo>
                <a:lnTo>
                  <a:pt x="238" y="14"/>
                </a:lnTo>
                <a:lnTo>
                  <a:pt x="212" y="14"/>
                </a:lnTo>
                <a:lnTo>
                  <a:pt x="212" y="0"/>
                </a:lnTo>
                <a:moveTo>
                  <a:pt x="264" y="0"/>
                </a:moveTo>
                <a:lnTo>
                  <a:pt x="291" y="0"/>
                </a:lnTo>
                <a:lnTo>
                  <a:pt x="291" y="14"/>
                </a:lnTo>
                <a:lnTo>
                  <a:pt x="264" y="14"/>
                </a:lnTo>
                <a:lnTo>
                  <a:pt x="264" y="0"/>
                </a:lnTo>
                <a:moveTo>
                  <a:pt x="317" y="0"/>
                </a:moveTo>
                <a:lnTo>
                  <a:pt x="344" y="0"/>
                </a:lnTo>
                <a:lnTo>
                  <a:pt x="344" y="14"/>
                </a:lnTo>
                <a:lnTo>
                  <a:pt x="317" y="14"/>
                </a:lnTo>
                <a:lnTo>
                  <a:pt x="317" y="0"/>
                </a:lnTo>
                <a:moveTo>
                  <a:pt x="370" y="0"/>
                </a:moveTo>
                <a:lnTo>
                  <a:pt x="397" y="0"/>
                </a:lnTo>
                <a:lnTo>
                  <a:pt x="397" y="14"/>
                </a:lnTo>
                <a:lnTo>
                  <a:pt x="370" y="14"/>
                </a:lnTo>
                <a:lnTo>
                  <a:pt x="370" y="0"/>
                </a:lnTo>
                <a:moveTo>
                  <a:pt x="424" y="0"/>
                </a:moveTo>
                <a:lnTo>
                  <a:pt x="451" y="0"/>
                </a:lnTo>
                <a:lnTo>
                  <a:pt x="451" y="14"/>
                </a:lnTo>
                <a:lnTo>
                  <a:pt x="424" y="14"/>
                </a:lnTo>
                <a:lnTo>
                  <a:pt x="424" y="0"/>
                </a:lnTo>
                <a:moveTo>
                  <a:pt x="477" y="0"/>
                </a:moveTo>
                <a:lnTo>
                  <a:pt x="504" y="0"/>
                </a:lnTo>
                <a:lnTo>
                  <a:pt x="504" y="14"/>
                </a:lnTo>
                <a:lnTo>
                  <a:pt x="477" y="14"/>
                </a:lnTo>
                <a:lnTo>
                  <a:pt x="477" y="0"/>
                </a:lnTo>
                <a:moveTo>
                  <a:pt x="530" y="0"/>
                </a:moveTo>
                <a:lnTo>
                  <a:pt x="557" y="0"/>
                </a:lnTo>
                <a:lnTo>
                  <a:pt x="557" y="14"/>
                </a:lnTo>
                <a:lnTo>
                  <a:pt x="530" y="14"/>
                </a:lnTo>
                <a:lnTo>
                  <a:pt x="530" y="0"/>
                </a:lnTo>
                <a:moveTo>
                  <a:pt x="583" y="0"/>
                </a:moveTo>
                <a:lnTo>
                  <a:pt x="610" y="0"/>
                </a:lnTo>
                <a:lnTo>
                  <a:pt x="610" y="14"/>
                </a:lnTo>
                <a:lnTo>
                  <a:pt x="583" y="14"/>
                </a:lnTo>
                <a:lnTo>
                  <a:pt x="583" y="0"/>
                </a:lnTo>
                <a:moveTo>
                  <a:pt x="636" y="0"/>
                </a:moveTo>
                <a:lnTo>
                  <a:pt x="663" y="0"/>
                </a:lnTo>
                <a:lnTo>
                  <a:pt x="663" y="14"/>
                </a:lnTo>
                <a:lnTo>
                  <a:pt x="636" y="14"/>
                </a:lnTo>
                <a:lnTo>
                  <a:pt x="636" y="0"/>
                </a:lnTo>
                <a:moveTo>
                  <a:pt x="689" y="0"/>
                </a:moveTo>
                <a:lnTo>
                  <a:pt x="716" y="0"/>
                </a:lnTo>
                <a:lnTo>
                  <a:pt x="716" y="14"/>
                </a:lnTo>
                <a:lnTo>
                  <a:pt x="689" y="14"/>
                </a:lnTo>
                <a:lnTo>
                  <a:pt x="689" y="0"/>
                </a:lnTo>
                <a:moveTo>
                  <a:pt x="742" y="0"/>
                </a:moveTo>
                <a:lnTo>
                  <a:pt x="769" y="0"/>
                </a:lnTo>
                <a:lnTo>
                  <a:pt x="769" y="14"/>
                </a:lnTo>
                <a:lnTo>
                  <a:pt x="742" y="14"/>
                </a:lnTo>
                <a:lnTo>
                  <a:pt x="742" y="0"/>
                </a:lnTo>
                <a:moveTo>
                  <a:pt x="795" y="0"/>
                </a:moveTo>
                <a:lnTo>
                  <a:pt x="822" y="0"/>
                </a:lnTo>
                <a:lnTo>
                  <a:pt x="822" y="14"/>
                </a:lnTo>
                <a:lnTo>
                  <a:pt x="795" y="14"/>
                </a:lnTo>
                <a:lnTo>
                  <a:pt x="795" y="0"/>
                </a:lnTo>
                <a:moveTo>
                  <a:pt x="848" y="0"/>
                </a:moveTo>
                <a:lnTo>
                  <a:pt x="875" y="0"/>
                </a:lnTo>
                <a:lnTo>
                  <a:pt x="875" y="14"/>
                </a:lnTo>
                <a:lnTo>
                  <a:pt x="848" y="14"/>
                </a:lnTo>
                <a:lnTo>
                  <a:pt x="848" y="0"/>
                </a:lnTo>
                <a:moveTo>
                  <a:pt x="901" y="0"/>
                </a:moveTo>
                <a:lnTo>
                  <a:pt x="928" y="0"/>
                </a:lnTo>
                <a:lnTo>
                  <a:pt x="928" y="14"/>
                </a:lnTo>
                <a:lnTo>
                  <a:pt x="901" y="14"/>
                </a:lnTo>
                <a:lnTo>
                  <a:pt x="901" y="0"/>
                </a:lnTo>
                <a:moveTo>
                  <a:pt x="954" y="0"/>
                </a:moveTo>
                <a:lnTo>
                  <a:pt x="981" y="0"/>
                </a:lnTo>
                <a:lnTo>
                  <a:pt x="981" y="14"/>
                </a:lnTo>
                <a:lnTo>
                  <a:pt x="954" y="14"/>
                </a:lnTo>
                <a:lnTo>
                  <a:pt x="954" y="0"/>
                </a:lnTo>
                <a:moveTo>
                  <a:pt x="1007" y="0"/>
                </a:moveTo>
                <a:lnTo>
                  <a:pt x="1034" y="0"/>
                </a:lnTo>
                <a:lnTo>
                  <a:pt x="1034" y="14"/>
                </a:lnTo>
                <a:lnTo>
                  <a:pt x="1007" y="14"/>
                </a:lnTo>
                <a:lnTo>
                  <a:pt x="1007" y="0"/>
                </a:lnTo>
                <a:moveTo>
                  <a:pt x="1060" y="0"/>
                </a:moveTo>
                <a:lnTo>
                  <a:pt x="1087" y="0"/>
                </a:lnTo>
                <a:lnTo>
                  <a:pt x="1087" y="14"/>
                </a:lnTo>
                <a:lnTo>
                  <a:pt x="1060" y="14"/>
                </a:lnTo>
                <a:lnTo>
                  <a:pt x="1060" y="0"/>
                </a:lnTo>
                <a:moveTo>
                  <a:pt x="1113" y="0"/>
                </a:moveTo>
                <a:lnTo>
                  <a:pt x="1140" y="0"/>
                </a:lnTo>
                <a:lnTo>
                  <a:pt x="1140" y="14"/>
                </a:lnTo>
                <a:lnTo>
                  <a:pt x="1113" y="14"/>
                </a:lnTo>
                <a:lnTo>
                  <a:pt x="1113" y="0"/>
                </a:lnTo>
                <a:moveTo>
                  <a:pt x="1166" y="0"/>
                </a:moveTo>
                <a:lnTo>
                  <a:pt x="1192" y="0"/>
                </a:lnTo>
                <a:lnTo>
                  <a:pt x="1192" y="14"/>
                </a:lnTo>
                <a:lnTo>
                  <a:pt x="1166" y="14"/>
                </a:lnTo>
                <a:lnTo>
                  <a:pt x="1166" y="0"/>
                </a:lnTo>
                <a:moveTo>
                  <a:pt x="1219" y="0"/>
                </a:moveTo>
                <a:lnTo>
                  <a:pt x="1245" y="0"/>
                </a:lnTo>
                <a:lnTo>
                  <a:pt x="1245" y="14"/>
                </a:lnTo>
                <a:lnTo>
                  <a:pt x="1219" y="14"/>
                </a:lnTo>
                <a:lnTo>
                  <a:pt x="1219" y="0"/>
                </a:lnTo>
                <a:moveTo>
                  <a:pt x="1272" y="0"/>
                </a:moveTo>
                <a:lnTo>
                  <a:pt x="1298" y="0"/>
                </a:lnTo>
                <a:lnTo>
                  <a:pt x="1298" y="14"/>
                </a:lnTo>
                <a:lnTo>
                  <a:pt x="1272" y="14"/>
                </a:lnTo>
                <a:lnTo>
                  <a:pt x="1272" y="0"/>
                </a:lnTo>
                <a:moveTo>
                  <a:pt x="1325" y="0"/>
                </a:moveTo>
                <a:lnTo>
                  <a:pt x="1351" y="0"/>
                </a:lnTo>
                <a:lnTo>
                  <a:pt x="1351" y="14"/>
                </a:lnTo>
                <a:lnTo>
                  <a:pt x="1325" y="14"/>
                </a:lnTo>
                <a:lnTo>
                  <a:pt x="1325" y="0"/>
                </a:lnTo>
                <a:moveTo>
                  <a:pt x="1378" y="0"/>
                </a:moveTo>
                <a:lnTo>
                  <a:pt x="1404" y="0"/>
                </a:lnTo>
                <a:lnTo>
                  <a:pt x="1404" y="14"/>
                </a:lnTo>
                <a:lnTo>
                  <a:pt x="1378" y="14"/>
                </a:lnTo>
                <a:lnTo>
                  <a:pt x="1378" y="0"/>
                </a:lnTo>
                <a:moveTo>
                  <a:pt x="1431" y="0"/>
                </a:moveTo>
                <a:lnTo>
                  <a:pt x="1457" y="0"/>
                </a:lnTo>
                <a:lnTo>
                  <a:pt x="1457" y="14"/>
                </a:lnTo>
                <a:lnTo>
                  <a:pt x="1431" y="14"/>
                </a:lnTo>
                <a:lnTo>
                  <a:pt x="1431" y="0"/>
                </a:lnTo>
                <a:moveTo>
                  <a:pt x="1484" y="0"/>
                </a:moveTo>
                <a:lnTo>
                  <a:pt x="1510" y="0"/>
                </a:lnTo>
                <a:lnTo>
                  <a:pt x="1510" y="14"/>
                </a:lnTo>
                <a:lnTo>
                  <a:pt x="1484" y="14"/>
                </a:lnTo>
                <a:lnTo>
                  <a:pt x="1484" y="0"/>
                </a:lnTo>
                <a:moveTo>
                  <a:pt x="1537" y="0"/>
                </a:moveTo>
                <a:lnTo>
                  <a:pt x="1563" y="0"/>
                </a:lnTo>
                <a:lnTo>
                  <a:pt x="1563" y="14"/>
                </a:lnTo>
                <a:lnTo>
                  <a:pt x="1537" y="14"/>
                </a:lnTo>
                <a:lnTo>
                  <a:pt x="1537" y="0"/>
                </a:lnTo>
                <a:moveTo>
                  <a:pt x="1590" y="0"/>
                </a:moveTo>
                <a:lnTo>
                  <a:pt x="1616" y="0"/>
                </a:lnTo>
                <a:lnTo>
                  <a:pt x="1616" y="14"/>
                </a:lnTo>
                <a:lnTo>
                  <a:pt x="1590" y="14"/>
                </a:lnTo>
                <a:lnTo>
                  <a:pt x="1590" y="0"/>
                </a:lnTo>
                <a:moveTo>
                  <a:pt x="1643" y="0"/>
                </a:moveTo>
                <a:lnTo>
                  <a:pt x="1669" y="0"/>
                </a:lnTo>
                <a:lnTo>
                  <a:pt x="1669" y="14"/>
                </a:lnTo>
                <a:lnTo>
                  <a:pt x="1643" y="14"/>
                </a:lnTo>
                <a:lnTo>
                  <a:pt x="1643" y="0"/>
                </a:lnTo>
                <a:moveTo>
                  <a:pt x="1696" y="0"/>
                </a:moveTo>
                <a:lnTo>
                  <a:pt x="1722" y="0"/>
                </a:lnTo>
                <a:lnTo>
                  <a:pt x="1722" y="14"/>
                </a:lnTo>
                <a:lnTo>
                  <a:pt x="1696" y="14"/>
                </a:lnTo>
                <a:lnTo>
                  <a:pt x="1696" y="0"/>
                </a:lnTo>
                <a:moveTo>
                  <a:pt x="1749" y="0"/>
                </a:moveTo>
                <a:lnTo>
                  <a:pt x="1775" y="0"/>
                </a:lnTo>
                <a:lnTo>
                  <a:pt x="1775" y="14"/>
                </a:lnTo>
                <a:lnTo>
                  <a:pt x="1749" y="14"/>
                </a:lnTo>
                <a:lnTo>
                  <a:pt x="1749" y="0"/>
                </a:lnTo>
                <a:moveTo>
                  <a:pt x="1802" y="0"/>
                </a:moveTo>
                <a:lnTo>
                  <a:pt x="1828" y="0"/>
                </a:lnTo>
                <a:lnTo>
                  <a:pt x="1828" y="14"/>
                </a:lnTo>
                <a:lnTo>
                  <a:pt x="1802" y="14"/>
                </a:lnTo>
                <a:lnTo>
                  <a:pt x="1802" y="0"/>
                </a:lnTo>
                <a:moveTo>
                  <a:pt x="1855" y="0"/>
                </a:moveTo>
                <a:lnTo>
                  <a:pt x="1881" y="0"/>
                </a:lnTo>
                <a:lnTo>
                  <a:pt x="1881" y="14"/>
                </a:lnTo>
                <a:lnTo>
                  <a:pt x="1855" y="14"/>
                </a:lnTo>
                <a:lnTo>
                  <a:pt x="1855" y="0"/>
                </a:lnTo>
                <a:moveTo>
                  <a:pt x="1908" y="0"/>
                </a:moveTo>
                <a:lnTo>
                  <a:pt x="1934" y="0"/>
                </a:lnTo>
                <a:lnTo>
                  <a:pt x="1934" y="14"/>
                </a:lnTo>
                <a:lnTo>
                  <a:pt x="1908" y="14"/>
                </a:lnTo>
                <a:lnTo>
                  <a:pt x="1908" y="0"/>
                </a:lnTo>
                <a:moveTo>
                  <a:pt x="1961" y="0"/>
                </a:moveTo>
                <a:lnTo>
                  <a:pt x="1987" y="0"/>
                </a:lnTo>
                <a:lnTo>
                  <a:pt x="1987" y="14"/>
                </a:lnTo>
                <a:lnTo>
                  <a:pt x="1961" y="14"/>
                </a:lnTo>
                <a:lnTo>
                  <a:pt x="1961" y="0"/>
                </a:lnTo>
                <a:moveTo>
                  <a:pt x="2014" y="0"/>
                </a:moveTo>
                <a:lnTo>
                  <a:pt x="2040" y="0"/>
                </a:lnTo>
                <a:lnTo>
                  <a:pt x="2040" y="14"/>
                </a:lnTo>
                <a:lnTo>
                  <a:pt x="2014" y="14"/>
                </a:lnTo>
                <a:lnTo>
                  <a:pt x="2014" y="0"/>
                </a:lnTo>
                <a:moveTo>
                  <a:pt x="2067" y="0"/>
                </a:moveTo>
                <a:lnTo>
                  <a:pt x="2093" y="0"/>
                </a:lnTo>
                <a:lnTo>
                  <a:pt x="2093" y="14"/>
                </a:lnTo>
                <a:lnTo>
                  <a:pt x="2067" y="14"/>
                </a:lnTo>
                <a:lnTo>
                  <a:pt x="2067" y="0"/>
                </a:lnTo>
                <a:moveTo>
                  <a:pt x="2119" y="0"/>
                </a:moveTo>
                <a:lnTo>
                  <a:pt x="2146" y="0"/>
                </a:lnTo>
                <a:lnTo>
                  <a:pt x="2146" y="14"/>
                </a:lnTo>
                <a:lnTo>
                  <a:pt x="2119" y="14"/>
                </a:lnTo>
                <a:lnTo>
                  <a:pt x="2119" y="0"/>
                </a:lnTo>
                <a:moveTo>
                  <a:pt x="2172" y="0"/>
                </a:moveTo>
                <a:lnTo>
                  <a:pt x="2199" y="0"/>
                </a:lnTo>
                <a:lnTo>
                  <a:pt x="2199" y="14"/>
                </a:lnTo>
                <a:lnTo>
                  <a:pt x="2172" y="14"/>
                </a:lnTo>
                <a:lnTo>
                  <a:pt x="2172" y="0"/>
                </a:lnTo>
                <a:moveTo>
                  <a:pt x="2225" y="0"/>
                </a:moveTo>
                <a:lnTo>
                  <a:pt x="2252" y="0"/>
                </a:lnTo>
                <a:lnTo>
                  <a:pt x="2252" y="14"/>
                </a:lnTo>
                <a:lnTo>
                  <a:pt x="2225" y="14"/>
                </a:lnTo>
                <a:lnTo>
                  <a:pt x="2225" y="0"/>
                </a:lnTo>
                <a:moveTo>
                  <a:pt x="2278" y="0"/>
                </a:moveTo>
                <a:lnTo>
                  <a:pt x="2305" y="0"/>
                </a:lnTo>
                <a:lnTo>
                  <a:pt x="2305" y="14"/>
                </a:lnTo>
                <a:lnTo>
                  <a:pt x="2278" y="14"/>
                </a:lnTo>
                <a:lnTo>
                  <a:pt x="2278" y="0"/>
                </a:lnTo>
                <a:moveTo>
                  <a:pt x="2331" y="0"/>
                </a:moveTo>
                <a:lnTo>
                  <a:pt x="2358" y="0"/>
                </a:lnTo>
                <a:lnTo>
                  <a:pt x="2358" y="14"/>
                </a:lnTo>
                <a:lnTo>
                  <a:pt x="2331" y="14"/>
                </a:lnTo>
                <a:lnTo>
                  <a:pt x="2331" y="0"/>
                </a:lnTo>
                <a:moveTo>
                  <a:pt x="2384" y="0"/>
                </a:moveTo>
                <a:lnTo>
                  <a:pt x="2411" y="0"/>
                </a:lnTo>
                <a:lnTo>
                  <a:pt x="2411" y="14"/>
                </a:lnTo>
                <a:lnTo>
                  <a:pt x="2384" y="14"/>
                </a:lnTo>
                <a:lnTo>
                  <a:pt x="2384" y="0"/>
                </a:lnTo>
                <a:moveTo>
                  <a:pt x="2437" y="0"/>
                </a:moveTo>
                <a:lnTo>
                  <a:pt x="2464" y="0"/>
                </a:lnTo>
                <a:lnTo>
                  <a:pt x="2464" y="14"/>
                </a:lnTo>
                <a:lnTo>
                  <a:pt x="2437" y="14"/>
                </a:lnTo>
                <a:lnTo>
                  <a:pt x="2437" y="0"/>
                </a:lnTo>
                <a:moveTo>
                  <a:pt x="2490" y="0"/>
                </a:moveTo>
                <a:lnTo>
                  <a:pt x="2517" y="0"/>
                </a:lnTo>
                <a:lnTo>
                  <a:pt x="2517" y="14"/>
                </a:lnTo>
                <a:lnTo>
                  <a:pt x="2490" y="14"/>
                </a:lnTo>
                <a:lnTo>
                  <a:pt x="2490" y="0"/>
                </a:lnTo>
                <a:moveTo>
                  <a:pt x="2543" y="0"/>
                </a:moveTo>
                <a:lnTo>
                  <a:pt x="2570" y="0"/>
                </a:lnTo>
                <a:lnTo>
                  <a:pt x="2570" y="14"/>
                </a:lnTo>
                <a:lnTo>
                  <a:pt x="2543" y="14"/>
                </a:lnTo>
                <a:lnTo>
                  <a:pt x="2543" y="0"/>
                </a:lnTo>
                <a:moveTo>
                  <a:pt x="2596" y="0"/>
                </a:moveTo>
                <a:lnTo>
                  <a:pt x="2623" y="0"/>
                </a:lnTo>
                <a:lnTo>
                  <a:pt x="2623" y="14"/>
                </a:lnTo>
                <a:lnTo>
                  <a:pt x="2596" y="14"/>
                </a:lnTo>
                <a:lnTo>
                  <a:pt x="2596" y="0"/>
                </a:lnTo>
                <a:moveTo>
                  <a:pt x="2649" y="0"/>
                </a:moveTo>
                <a:lnTo>
                  <a:pt x="2676" y="0"/>
                </a:lnTo>
                <a:lnTo>
                  <a:pt x="2676" y="14"/>
                </a:lnTo>
                <a:lnTo>
                  <a:pt x="2649" y="14"/>
                </a:lnTo>
                <a:lnTo>
                  <a:pt x="2649" y="0"/>
                </a:lnTo>
                <a:moveTo>
                  <a:pt x="2702" y="0"/>
                </a:moveTo>
                <a:lnTo>
                  <a:pt x="2729" y="0"/>
                </a:lnTo>
                <a:lnTo>
                  <a:pt x="2729" y="14"/>
                </a:lnTo>
                <a:lnTo>
                  <a:pt x="2702" y="14"/>
                </a:lnTo>
                <a:lnTo>
                  <a:pt x="2702" y="0"/>
                </a:lnTo>
                <a:moveTo>
                  <a:pt x="2755" y="0"/>
                </a:moveTo>
                <a:lnTo>
                  <a:pt x="2782" y="0"/>
                </a:lnTo>
                <a:lnTo>
                  <a:pt x="2782" y="14"/>
                </a:lnTo>
                <a:lnTo>
                  <a:pt x="2755" y="14"/>
                </a:lnTo>
                <a:lnTo>
                  <a:pt x="2755" y="0"/>
                </a:lnTo>
                <a:moveTo>
                  <a:pt x="2808" y="0"/>
                </a:moveTo>
                <a:lnTo>
                  <a:pt x="2835" y="0"/>
                </a:lnTo>
                <a:lnTo>
                  <a:pt x="2835" y="14"/>
                </a:lnTo>
                <a:lnTo>
                  <a:pt x="2808" y="14"/>
                </a:lnTo>
                <a:lnTo>
                  <a:pt x="2808" y="0"/>
                </a:lnTo>
                <a:moveTo>
                  <a:pt x="2861" y="0"/>
                </a:moveTo>
                <a:lnTo>
                  <a:pt x="2888" y="0"/>
                </a:lnTo>
                <a:lnTo>
                  <a:pt x="2888" y="14"/>
                </a:lnTo>
                <a:lnTo>
                  <a:pt x="2861" y="14"/>
                </a:lnTo>
                <a:lnTo>
                  <a:pt x="2861" y="0"/>
                </a:lnTo>
                <a:moveTo>
                  <a:pt x="2914" y="0"/>
                </a:moveTo>
                <a:lnTo>
                  <a:pt x="2941" y="0"/>
                </a:lnTo>
                <a:lnTo>
                  <a:pt x="2941" y="14"/>
                </a:lnTo>
                <a:lnTo>
                  <a:pt x="2914" y="14"/>
                </a:lnTo>
                <a:lnTo>
                  <a:pt x="2914" y="0"/>
                </a:lnTo>
                <a:moveTo>
                  <a:pt x="2967" y="0"/>
                </a:moveTo>
                <a:lnTo>
                  <a:pt x="2994" y="0"/>
                </a:lnTo>
                <a:lnTo>
                  <a:pt x="2994" y="14"/>
                </a:lnTo>
                <a:lnTo>
                  <a:pt x="2967" y="14"/>
                </a:lnTo>
                <a:lnTo>
                  <a:pt x="2967" y="0"/>
                </a:lnTo>
                <a:moveTo>
                  <a:pt x="3020" y="0"/>
                </a:moveTo>
                <a:lnTo>
                  <a:pt x="3046" y="0"/>
                </a:lnTo>
                <a:lnTo>
                  <a:pt x="3046" y="14"/>
                </a:lnTo>
                <a:lnTo>
                  <a:pt x="3020" y="14"/>
                </a:lnTo>
                <a:lnTo>
                  <a:pt x="3020" y="0"/>
                </a:lnTo>
                <a:moveTo>
                  <a:pt x="3073" y="0"/>
                </a:moveTo>
                <a:lnTo>
                  <a:pt x="3099" y="0"/>
                </a:lnTo>
                <a:lnTo>
                  <a:pt x="3099" y="14"/>
                </a:lnTo>
                <a:lnTo>
                  <a:pt x="3073" y="14"/>
                </a:lnTo>
                <a:lnTo>
                  <a:pt x="3073" y="0"/>
                </a:lnTo>
                <a:moveTo>
                  <a:pt x="3126" y="0"/>
                </a:moveTo>
                <a:lnTo>
                  <a:pt x="3152" y="0"/>
                </a:lnTo>
                <a:lnTo>
                  <a:pt x="3152" y="14"/>
                </a:lnTo>
                <a:lnTo>
                  <a:pt x="3126" y="14"/>
                </a:lnTo>
                <a:lnTo>
                  <a:pt x="3126" y="0"/>
                </a:lnTo>
                <a:moveTo>
                  <a:pt x="3179" y="0"/>
                </a:moveTo>
                <a:lnTo>
                  <a:pt x="3205" y="0"/>
                </a:lnTo>
                <a:lnTo>
                  <a:pt x="3205" y="14"/>
                </a:lnTo>
                <a:lnTo>
                  <a:pt x="3179" y="14"/>
                </a:lnTo>
                <a:lnTo>
                  <a:pt x="3179" y="0"/>
                </a:lnTo>
                <a:moveTo>
                  <a:pt x="3232" y="0"/>
                </a:moveTo>
                <a:lnTo>
                  <a:pt x="3258" y="0"/>
                </a:lnTo>
                <a:lnTo>
                  <a:pt x="3258" y="14"/>
                </a:lnTo>
                <a:lnTo>
                  <a:pt x="3232" y="14"/>
                </a:lnTo>
                <a:lnTo>
                  <a:pt x="3232" y="0"/>
                </a:lnTo>
                <a:moveTo>
                  <a:pt x="3285" y="0"/>
                </a:moveTo>
                <a:lnTo>
                  <a:pt x="3311" y="0"/>
                </a:lnTo>
                <a:lnTo>
                  <a:pt x="3311" y="14"/>
                </a:lnTo>
                <a:lnTo>
                  <a:pt x="3285" y="14"/>
                </a:lnTo>
                <a:lnTo>
                  <a:pt x="3285" y="0"/>
                </a:lnTo>
                <a:moveTo>
                  <a:pt x="3338" y="0"/>
                </a:moveTo>
                <a:lnTo>
                  <a:pt x="3364" y="0"/>
                </a:lnTo>
                <a:lnTo>
                  <a:pt x="3364" y="14"/>
                </a:lnTo>
                <a:lnTo>
                  <a:pt x="3338" y="14"/>
                </a:lnTo>
                <a:lnTo>
                  <a:pt x="3338" y="0"/>
                </a:lnTo>
                <a:moveTo>
                  <a:pt x="3391" y="0"/>
                </a:moveTo>
                <a:lnTo>
                  <a:pt x="3417" y="0"/>
                </a:lnTo>
                <a:lnTo>
                  <a:pt x="3417" y="14"/>
                </a:lnTo>
                <a:lnTo>
                  <a:pt x="3391" y="14"/>
                </a:lnTo>
                <a:lnTo>
                  <a:pt x="3391" y="0"/>
                </a:lnTo>
                <a:moveTo>
                  <a:pt x="3444" y="0"/>
                </a:moveTo>
                <a:lnTo>
                  <a:pt x="3470" y="0"/>
                </a:lnTo>
                <a:lnTo>
                  <a:pt x="3470" y="14"/>
                </a:lnTo>
                <a:lnTo>
                  <a:pt x="3444" y="14"/>
                </a:lnTo>
                <a:lnTo>
                  <a:pt x="3444" y="0"/>
                </a:lnTo>
                <a:moveTo>
                  <a:pt x="3497" y="0"/>
                </a:moveTo>
                <a:lnTo>
                  <a:pt x="3523" y="0"/>
                </a:lnTo>
                <a:lnTo>
                  <a:pt x="3523" y="14"/>
                </a:lnTo>
                <a:lnTo>
                  <a:pt x="3497" y="14"/>
                </a:lnTo>
                <a:lnTo>
                  <a:pt x="3497" y="0"/>
                </a:lnTo>
                <a:moveTo>
                  <a:pt x="3550" y="0"/>
                </a:moveTo>
                <a:lnTo>
                  <a:pt x="3576" y="0"/>
                </a:lnTo>
                <a:lnTo>
                  <a:pt x="3576" y="14"/>
                </a:lnTo>
                <a:lnTo>
                  <a:pt x="3550" y="14"/>
                </a:lnTo>
                <a:lnTo>
                  <a:pt x="3550" y="0"/>
                </a:lnTo>
                <a:moveTo>
                  <a:pt x="3603" y="0"/>
                </a:moveTo>
                <a:lnTo>
                  <a:pt x="3629" y="0"/>
                </a:lnTo>
                <a:lnTo>
                  <a:pt x="3629" y="14"/>
                </a:lnTo>
                <a:lnTo>
                  <a:pt x="3603" y="14"/>
                </a:lnTo>
                <a:lnTo>
                  <a:pt x="3603" y="0"/>
                </a:lnTo>
                <a:moveTo>
                  <a:pt x="3656" y="0"/>
                </a:moveTo>
                <a:lnTo>
                  <a:pt x="3682" y="0"/>
                </a:lnTo>
                <a:lnTo>
                  <a:pt x="3682" y="14"/>
                </a:lnTo>
                <a:lnTo>
                  <a:pt x="3656" y="14"/>
                </a:lnTo>
                <a:lnTo>
                  <a:pt x="3656" y="0"/>
                </a:lnTo>
                <a:moveTo>
                  <a:pt x="3709" y="0"/>
                </a:moveTo>
                <a:lnTo>
                  <a:pt x="3735" y="0"/>
                </a:lnTo>
                <a:lnTo>
                  <a:pt x="3735" y="14"/>
                </a:lnTo>
                <a:lnTo>
                  <a:pt x="3709" y="14"/>
                </a:lnTo>
                <a:lnTo>
                  <a:pt x="3709" y="0"/>
                </a:lnTo>
                <a:moveTo>
                  <a:pt x="3762" y="0"/>
                </a:moveTo>
                <a:lnTo>
                  <a:pt x="3788" y="0"/>
                </a:lnTo>
                <a:lnTo>
                  <a:pt x="3788" y="14"/>
                </a:lnTo>
                <a:lnTo>
                  <a:pt x="3762" y="14"/>
                </a:lnTo>
                <a:lnTo>
                  <a:pt x="3762" y="0"/>
                </a:lnTo>
                <a:moveTo>
                  <a:pt x="3815" y="0"/>
                </a:moveTo>
                <a:lnTo>
                  <a:pt x="3841" y="0"/>
                </a:lnTo>
                <a:lnTo>
                  <a:pt x="3841" y="14"/>
                </a:lnTo>
                <a:lnTo>
                  <a:pt x="3815" y="14"/>
                </a:lnTo>
                <a:lnTo>
                  <a:pt x="3815" y="0"/>
                </a:lnTo>
                <a:moveTo>
                  <a:pt x="3868" y="0"/>
                </a:moveTo>
                <a:lnTo>
                  <a:pt x="3894" y="0"/>
                </a:lnTo>
                <a:lnTo>
                  <a:pt x="3894" y="14"/>
                </a:lnTo>
                <a:lnTo>
                  <a:pt x="3868" y="14"/>
                </a:lnTo>
                <a:lnTo>
                  <a:pt x="3868" y="0"/>
                </a:lnTo>
                <a:moveTo>
                  <a:pt x="3920" y="0"/>
                </a:moveTo>
                <a:lnTo>
                  <a:pt x="3947" y="0"/>
                </a:lnTo>
                <a:lnTo>
                  <a:pt x="3947" y="14"/>
                </a:lnTo>
                <a:lnTo>
                  <a:pt x="3920" y="14"/>
                </a:lnTo>
                <a:lnTo>
                  <a:pt x="3920" y="0"/>
                </a:lnTo>
                <a:moveTo>
                  <a:pt x="3973" y="0"/>
                </a:moveTo>
                <a:lnTo>
                  <a:pt x="4000" y="0"/>
                </a:lnTo>
                <a:lnTo>
                  <a:pt x="4000" y="14"/>
                </a:lnTo>
                <a:lnTo>
                  <a:pt x="3973" y="14"/>
                </a:lnTo>
                <a:lnTo>
                  <a:pt x="3973" y="0"/>
                </a:lnTo>
                <a:moveTo>
                  <a:pt x="4026" y="0"/>
                </a:moveTo>
                <a:lnTo>
                  <a:pt x="4053" y="0"/>
                </a:lnTo>
                <a:lnTo>
                  <a:pt x="4053" y="14"/>
                </a:lnTo>
                <a:lnTo>
                  <a:pt x="4026" y="14"/>
                </a:lnTo>
                <a:lnTo>
                  <a:pt x="4026" y="0"/>
                </a:lnTo>
                <a:moveTo>
                  <a:pt x="4079" y="0"/>
                </a:moveTo>
                <a:lnTo>
                  <a:pt x="4106" y="0"/>
                </a:lnTo>
                <a:lnTo>
                  <a:pt x="4106" y="14"/>
                </a:lnTo>
                <a:lnTo>
                  <a:pt x="4079" y="14"/>
                </a:lnTo>
                <a:lnTo>
                  <a:pt x="4079" y="0"/>
                </a:lnTo>
                <a:moveTo>
                  <a:pt x="4132" y="0"/>
                </a:moveTo>
                <a:lnTo>
                  <a:pt x="4159" y="0"/>
                </a:lnTo>
                <a:lnTo>
                  <a:pt x="4159" y="14"/>
                </a:lnTo>
                <a:lnTo>
                  <a:pt x="4132" y="14"/>
                </a:lnTo>
                <a:lnTo>
                  <a:pt x="4132" y="0"/>
                </a:lnTo>
                <a:moveTo>
                  <a:pt x="4185" y="0"/>
                </a:moveTo>
                <a:lnTo>
                  <a:pt x="4212" y="0"/>
                </a:lnTo>
                <a:lnTo>
                  <a:pt x="4212" y="14"/>
                </a:lnTo>
                <a:lnTo>
                  <a:pt x="4185" y="14"/>
                </a:lnTo>
                <a:lnTo>
                  <a:pt x="4185" y="0"/>
                </a:lnTo>
                <a:moveTo>
                  <a:pt x="4238" y="0"/>
                </a:moveTo>
                <a:lnTo>
                  <a:pt x="4265" y="0"/>
                </a:lnTo>
                <a:lnTo>
                  <a:pt x="4265" y="14"/>
                </a:lnTo>
                <a:lnTo>
                  <a:pt x="4238" y="14"/>
                </a:lnTo>
                <a:lnTo>
                  <a:pt x="4238" y="0"/>
                </a:lnTo>
                <a:moveTo>
                  <a:pt x="4291" y="0"/>
                </a:moveTo>
                <a:lnTo>
                  <a:pt x="4318" y="0"/>
                </a:lnTo>
                <a:lnTo>
                  <a:pt x="4318" y="14"/>
                </a:lnTo>
                <a:lnTo>
                  <a:pt x="4291" y="14"/>
                </a:lnTo>
                <a:lnTo>
                  <a:pt x="4291" y="0"/>
                </a:lnTo>
                <a:moveTo>
                  <a:pt x="4344" y="0"/>
                </a:moveTo>
                <a:lnTo>
                  <a:pt x="4371" y="0"/>
                </a:lnTo>
                <a:lnTo>
                  <a:pt x="4371" y="14"/>
                </a:lnTo>
                <a:lnTo>
                  <a:pt x="4344" y="14"/>
                </a:lnTo>
                <a:lnTo>
                  <a:pt x="4344" y="0"/>
                </a:lnTo>
                <a:moveTo>
                  <a:pt x="4397" y="0"/>
                </a:moveTo>
                <a:lnTo>
                  <a:pt x="4424" y="0"/>
                </a:lnTo>
                <a:lnTo>
                  <a:pt x="4424" y="14"/>
                </a:lnTo>
                <a:lnTo>
                  <a:pt x="4397" y="14"/>
                </a:lnTo>
                <a:lnTo>
                  <a:pt x="4397" y="0"/>
                </a:lnTo>
                <a:moveTo>
                  <a:pt x="4450" y="0"/>
                </a:moveTo>
                <a:lnTo>
                  <a:pt x="4477" y="0"/>
                </a:lnTo>
                <a:lnTo>
                  <a:pt x="4477" y="14"/>
                </a:lnTo>
                <a:lnTo>
                  <a:pt x="4450" y="14"/>
                </a:lnTo>
                <a:lnTo>
                  <a:pt x="4450" y="0"/>
                </a:lnTo>
                <a:moveTo>
                  <a:pt x="4503" y="0"/>
                </a:moveTo>
                <a:lnTo>
                  <a:pt x="4530" y="0"/>
                </a:lnTo>
                <a:lnTo>
                  <a:pt x="4530" y="14"/>
                </a:lnTo>
                <a:lnTo>
                  <a:pt x="4503" y="14"/>
                </a:lnTo>
                <a:lnTo>
                  <a:pt x="4503" y="0"/>
                </a:lnTo>
                <a:moveTo>
                  <a:pt x="4556" y="0"/>
                </a:moveTo>
                <a:lnTo>
                  <a:pt x="4583" y="0"/>
                </a:lnTo>
                <a:lnTo>
                  <a:pt x="4583" y="14"/>
                </a:lnTo>
                <a:lnTo>
                  <a:pt x="4556" y="14"/>
                </a:lnTo>
                <a:lnTo>
                  <a:pt x="4556" y="0"/>
                </a:lnTo>
                <a:moveTo>
                  <a:pt x="4609" y="0"/>
                </a:moveTo>
                <a:lnTo>
                  <a:pt x="4636" y="0"/>
                </a:lnTo>
                <a:lnTo>
                  <a:pt x="4636" y="14"/>
                </a:lnTo>
                <a:lnTo>
                  <a:pt x="4609" y="14"/>
                </a:lnTo>
                <a:lnTo>
                  <a:pt x="4609" y="0"/>
                </a:lnTo>
                <a:moveTo>
                  <a:pt x="4662" y="0"/>
                </a:moveTo>
                <a:lnTo>
                  <a:pt x="4689" y="0"/>
                </a:lnTo>
                <a:lnTo>
                  <a:pt x="4689" y="14"/>
                </a:lnTo>
                <a:lnTo>
                  <a:pt x="4662" y="14"/>
                </a:lnTo>
                <a:lnTo>
                  <a:pt x="4662" y="0"/>
                </a:lnTo>
                <a:moveTo>
                  <a:pt x="4715" y="0"/>
                </a:moveTo>
                <a:lnTo>
                  <a:pt x="4742" y="0"/>
                </a:lnTo>
                <a:lnTo>
                  <a:pt x="4742" y="14"/>
                </a:lnTo>
                <a:lnTo>
                  <a:pt x="4715" y="14"/>
                </a:lnTo>
                <a:lnTo>
                  <a:pt x="4715" y="0"/>
                </a:lnTo>
                <a:moveTo>
                  <a:pt x="4768" y="0"/>
                </a:moveTo>
                <a:lnTo>
                  <a:pt x="4795" y="0"/>
                </a:lnTo>
                <a:lnTo>
                  <a:pt x="4795" y="14"/>
                </a:lnTo>
                <a:lnTo>
                  <a:pt x="4768" y="14"/>
                </a:lnTo>
                <a:lnTo>
                  <a:pt x="4768" y="0"/>
                </a:lnTo>
                <a:moveTo>
                  <a:pt x="4821" y="0"/>
                </a:moveTo>
                <a:lnTo>
                  <a:pt x="4847" y="0"/>
                </a:lnTo>
                <a:lnTo>
                  <a:pt x="4847" y="14"/>
                </a:lnTo>
                <a:lnTo>
                  <a:pt x="4821" y="14"/>
                </a:lnTo>
                <a:lnTo>
                  <a:pt x="4821" y="0"/>
                </a:lnTo>
                <a:moveTo>
                  <a:pt x="4874" y="0"/>
                </a:moveTo>
                <a:lnTo>
                  <a:pt x="4900" y="0"/>
                </a:lnTo>
                <a:lnTo>
                  <a:pt x="4900" y="14"/>
                </a:lnTo>
                <a:lnTo>
                  <a:pt x="4874" y="14"/>
                </a:lnTo>
                <a:lnTo>
                  <a:pt x="4874" y="0"/>
                </a:lnTo>
                <a:moveTo>
                  <a:pt x="4927" y="0"/>
                </a:moveTo>
                <a:lnTo>
                  <a:pt x="4953" y="0"/>
                </a:lnTo>
                <a:lnTo>
                  <a:pt x="4953" y="14"/>
                </a:lnTo>
                <a:lnTo>
                  <a:pt x="4927" y="14"/>
                </a:lnTo>
                <a:lnTo>
                  <a:pt x="4927" y="0"/>
                </a:lnTo>
                <a:moveTo>
                  <a:pt x="4980" y="0"/>
                </a:moveTo>
                <a:lnTo>
                  <a:pt x="5006" y="0"/>
                </a:lnTo>
                <a:lnTo>
                  <a:pt x="5006" y="14"/>
                </a:lnTo>
                <a:lnTo>
                  <a:pt x="4980" y="14"/>
                </a:lnTo>
                <a:lnTo>
                  <a:pt x="4980" y="0"/>
                </a:lnTo>
                <a:moveTo>
                  <a:pt x="5033" y="0"/>
                </a:moveTo>
                <a:lnTo>
                  <a:pt x="5059" y="0"/>
                </a:lnTo>
                <a:lnTo>
                  <a:pt x="5059" y="14"/>
                </a:lnTo>
                <a:lnTo>
                  <a:pt x="5033" y="14"/>
                </a:lnTo>
                <a:lnTo>
                  <a:pt x="5033" y="0"/>
                </a:lnTo>
                <a:moveTo>
                  <a:pt x="5086" y="0"/>
                </a:moveTo>
                <a:lnTo>
                  <a:pt x="5112" y="0"/>
                </a:lnTo>
                <a:lnTo>
                  <a:pt x="5112" y="14"/>
                </a:lnTo>
                <a:lnTo>
                  <a:pt x="5086" y="14"/>
                </a:lnTo>
                <a:lnTo>
                  <a:pt x="5086" y="0"/>
                </a:lnTo>
                <a:moveTo>
                  <a:pt x="5139" y="0"/>
                </a:moveTo>
                <a:lnTo>
                  <a:pt x="5165" y="0"/>
                </a:lnTo>
                <a:lnTo>
                  <a:pt x="5165" y="14"/>
                </a:lnTo>
                <a:lnTo>
                  <a:pt x="5139" y="14"/>
                </a:lnTo>
                <a:lnTo>
                  <a:pt x="5139" y="0"/>
                </a:lnTo>
                <a:moveTo>
                  <a:pt x="5192" y="0"/>
                </a:moveTo>
                <a:lnTo>
                  <a:pt x="5218" y="0"/>
                </a:lnTo>
                <a:lnTo>
                  <a:pt x="5218" y="14"/>
                </a:lnTo>
                <a:lnTo>
                  <a:pt x="5192" y="14"/>
                </a:lnTo>
                <a:lnTo>
                  <a:pt x="5192" y="0"/>
                </a:lnTo>
                <a:moveTo>
                  <a:pt x="5245" y="0"/>
                </a:moveTo>
                <a:lnTo>
                  <a:pt x="5271" y="0"/>
                </a:lnTo>
                <a:lnTo>
                  <a:pt x="5271" y="14"/>
                </a:lnTo>
                <a:lnTo>
                  <a:pt x="5245" y="14"/>
                </a:lnTo>
                <a:lnTo>
                  <a:pt x="5245" y="0"/>
                </a:lnTo>
                <a:moveTo>
                  <a:pt x="5298" y="0"/>
                </a:moveTo>
                <a:lnTo>
                  <a:pt x="5324" y="0"/>
                </a:lnTo>
                <a:lnTo>
                  <a:pt x="5324" y="14"/>
                </a:lnTo>
                <a:lnTo>
                  <a:pt x="5298" y="14"/>
                </a:lnTo>
                <a:lnTo>
                  <a:pt x="5298" y="0"/>
                </a:lnTo>
                <a:moveTo>
                  <a:pt x="5351" y="0"/>
                </a:moveTo>
                <a:lnTo>
                  <a:pt x="5377" y="0"/>
                </a:lnTo>
                <a:lnTo>
                  <a:pt x="5377" y="14"/>
                </a:lnTo>
                <a:lnTo>
                  <a:pt x="5351" y="14"/>
                </a:lnTo>
                <a:lnTo>
                  <a:pt x="5351" y="0"/>
                </a:lnTo>
                <a:moveTo>
                  <a:pt x="5404" y="0"/>
                </a:moveTo>
                <a:lnTo>
                  <a:pt x="5430" y="0"/>
                </a:lnTo>
                <a:lnTo>
                  <a:pt x="5430" y="14"/>
                </a:lnTo>
                <a:lnTo>
                  <a:pt x="5404" y="14"/>
                </a:lnTo>
                <a:lnTo>
                  <a:pt x="5404" y="0"/>
                </a:lnTo>
                <a:moveTo>
                  <a:pt x="5457" y="0"/>
                </a:moveTo>
                <a:lnTo>
                  <a:pt x="5483" y="0"/>
                </a:lnTo>
                <a:lnTo>
                  <a:pt x="5483" y="14"/>
                </a:lnTo>
                <a:lnTo>
                  <a:pt x="5457" y="14"/>
                </a:lnTo>
                <a:lnTo>
                  <a:pt x="5457" y="0"/>
                </a:lnTo>
                <a:moveTo>
                  <a:pt x="5510" y="0"/>
                </a:moveTo>
                <a:lnTo>
                  <a:pt x="5536" y="0"/>
                </a:lnTo>
                <a:lnTo>
                  <a:pt x="5536" y="14"/>
                </a:lnTo>
                <a:lnTo>
                  <a:pt x="5510" y="14"/>
                </a:lnTo>
                <a:lnTo>
                  <a:pt x="5510" y="0"/>
                </a:lnTo>
                <a:moveTo>
                  <a:pt x="5563" y="0"/>
                </a:moveTo>
                <a:lnTo>
                  <a:pt x="5589" y="0"/>
                </a:lnTo>
                <a:lnTo>
                  <a:pt x="5589" y="14"/>
                </a:lnTo>
                <a:lnTo>
                  <a:pt x="5563" y="14"/>
                </a:lnTo>
                <a:lnTo>
                  <a:pt x="5563" y="0"/>
                </a:lnTo>
                <a:moveTo>
                  <a:pt x="5616" y="0"/>
                </a:moveTo>
                <a:lnTo>
                  <a:pt x="5642" y="0"/>
                </a:lnTo>
                <a:lnTo>
                  <a:pt x="5642" y="14"/>
                </a:lnTo>
                <a:lnTo>
                  <a:pt x="5616" y="14"/>
                </a:lnTo>
                <a:lnTo>
                  <a:pt x="5616" y="0"/>
                </a:lnTo>
                <a:moveTo>
                  <a:pt x="5669" y="0"/>
                </a:moveTo>
                <a:lnTo>
                  <a:pt x="5695" y="0"/>
                </a:lnTo>
                <a:lnTo>
                  <a:pt x="5695" y="14"/>
                </a:lnTo>
                <a:lnTo>
                  <a:pt x="5669" y="14"/>
                </a:lnTo>
                <a:lnTo>
                  <a:pt x="5669" y="0"/>
                </a:lnTo>
                <a:moveTo>
                  <a:pt x="5722" y="0"/>
                </a:moveTo>
                <a:lnTo>
                  <a:pt x="5748" y="0"/>
                </a:lnTo>
                <a:lnTo>
                  <a:pt x="5748" y="14"/>
                </a:lnTo>
                <a:lnTo>
                  <a:pt x="5722" y="14"/>
                </a:lnTo>
                <a:lnTo>
                  <a:pt x="5722" y="0"/>
                </a:lnTo>
                <a:moveTo>
                  <a:pt x="5774" y="0"/>
                </a:moveTo>
                <a:lnTo>
                  <a:pt x="5801" y="0"/>
                </a:lnTo>
                <a:lnTo>
                  <a:pt x="5801" y="14"/>
                </a:lnTo>
                <a:lnTo>
                  <a:pt x="5774" y="14"/>
                </a:lnTo>
                <a:lnTo>
                  <a:pt x="5774" y="0"/>
                </a:lnTo>
                <a:moveTo>
                  <a:pt x="5827" y="0"/>
                </a:moveTo>
                <a:lnTo>
                  <a:pt x="5854" y="0"/>
                </a:lnTo>
                <a:lnTo>
                  <a:pt x="5854" y="14"/>
                </a:lnTo>
                <a:lnTo>
                  <a:pt x="5827" y="14"/>
                </a:lnTo>
                <a:lnTo>
                  <a:pt x="5827" y="0"/>
                </a:lnTo>
                <a:moveTo>
                  <a:pt x="5880" y="0"/>
                </a:moveTo>
                <a:lnTo>
                  <a:pt x="5907" y="0"/>
                </a:lnTo>
                <a:lnTo>
                  <a:pt x="5907" y="14"/>
                </a:lnTo>
                <a:lnTo>
                  <a:pt x="5880" y="14"/>
                </a:lnTo>
                <a:lnTo>
                  <a:pt x="5880" y="0"/>
                </a:lnTo>
                <a:moveTo>
                  <a:pt x="5933" y="0"/>
                </a:moveTo>
                <a:lnTo>
                  <a:pt x="5960" y="0"/>
                </a:lnTo>
                <a:lnTo>
                  <a:pt x="5960" y="14"/>
                </a:lnTo>
                <a:lnTo>
                  <a:pt x="5933" y="14"/>
                </a:lnTo>
                <a:lnTo>
                  <a:pt x="5933" y="0"/>
                </a:lnTo>
                <a:moveTo>
                  <a:pt x="5986" y="0"/>
                </a:moveTo>
                <a:lnTo>
                  <a:pt x="6013" y="0"/>
                </a:lnTo>
                <a:lnTo>
                  <a:pt x="6013" y="14"/>
                </a:lnTo>
                <a:lnTo>
                  <a:pt x="5986" y="14"/>
                </a:lnTo>
                <a:lnTo>
                  <a:pt x="5986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946440" y="4521600"/>
            <a:ext cx="909000" cy="63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10" spc="-1" strike="noStrike">
                <a:solidFill>
                  <a:srgbClr val="000000"/>
                </a:solidFill>
                <a:latin typeface="Calibri"/>
                <a:ea typeface="Calibri"/>
              </a:rPr>
              <a:t>ll requested / on-hold — not yet acted on]</a:t>
            </a:r>
            <a:endParaRPr b="0" lang="en-AU" sz="4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928800" y="4766400"/>
            <a:ext cx="1387800" cy="128880"/>
          </a:xfrm>
          <a:custGeom>
            <a:avLst/>
            <a:gdLst/>
            <a:ahLst/>
            <a:rect l="0" t="0" r="r" b="b"/>
            <a:pathLst>
              <a:path w="3855" h="358">
                <a:moveTo>
                  <a:pt x="0" y="0"/>
                </a:moveTo>
                <a:lnTo>
                  <a:pt x="0" y="358"/>
                </a:lnTo>
                <a:lnTo>
                  <a:pt x="3855" y="358"/>
                </a:lnTo>
                <a:lnTo>
                  <a:pt x="3855" y="132"/>
                </a:lnTo>
                <a:lnTo>
                  <a:pt x="37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928800" y="4766400"/>
            <a:ext cx="1387800" cy="128880"/>
          </a:xfrm>
          <a:custGeom>
            <a:avLst/>
            <a:gdLst/>
            <a:ahLst/>
            <a:rect l="0" t="0" r="r" b="b"/>
            <a:pathLst>
              <a:path fill="none" w="3855" h="358">
                <a:moveTo>
                  <a:pt x="0" y="0"/>
                </a:moveTo>
                <a:lnTo>
                  <a:pt x="0" y="358"/>
                </a:lnTo>
                <a:lnTo>
                  <a:pt x="3855" y="358"/>
                </a:lnTo>
                <a:lnTo>
                  <a:pt x="3855" y="132"/>
                </a:lnTo>
                <a:lnTo>
                  <a:pt x="3722" y="0"/>
                </a:lnTo>
                <a:lnTo>
                  <a:pt x="0" y="0"/>
                </a:lnTo>
              </a:path>
            </a:pathLst>
          </a:custGeom>
          <a:ln w="2160">
            <a:solidFill>
              <a:srgbClr val="181818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2268360" y="476640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0" y="133"/>
                </a:lnTo>
                <a:lnTo>
                  <a:pt x="134" y="133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2268360" y="4766400"/>
            <a:ext cx="48240" cy="47880"/>
          </a:xfrm>
          <a:custGeom>
            <a:avLst/>
            <a:gdLst/>
            <a:ahLst/>
            <a:rect l="0" t="0" r="r" b="b"/>
            <a:pathLst>
              <a:path fill="none" w="134" h="133">
                <a:moveTo>
                  <a:pt x="0" y="0"/>
                </a:moveTo>
                <a:lnTo>
                  <a:pt x="0" y="133"/>
                </a:lnTo>
                <a:lnTo>
                  <a:pt x="134" y="133"/>
                </a:lnTo>
                <a:lnTo>
                  <a:pt x="0" y="0"/>
                </a:lnTo>
              </a:path>
            </a:pathLst>
          </a:custGeom>
          <a:ln w="2160">
            <a:solidFill>
              <a:srgbClr val="181818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987480" y="4617720"/>
            <a:ext cx="1043280" cy="76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90" spc="-1" strike="noStrike">
                <a:solidFill>
                  <a:srgbClr val="000000"/>
                </a:solidFill>
                <a:latin typeface="Calibri"/>
                <a:ea typeface="Calibri"/>
              </a:rPr>
              <a:t>Task (requested / on-hold, statusReason)</a:t>
            </a:r>
            <a:endParaRPr b="0" lang="en-AU" sz="4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3047760" y="5049360"/>
            <a:ext cx="48240" cy="38160"/>
          </a:xfrm>
          <a:custGeom>
            <a:avLst/>
            <a:gdLst/>
            <a:ahLst/>
            <a:rect l="0" t="0" r="r" b="b"/>
            <a:pathLst>
              <a:path w="134" h="106">
                <a:moveTo>
                  <a:pt x="0" y="0"/>
                </a:moveTo>
                <a:lnTo>
                  <a:pt x="134" y="52"/>
                </a:lnTo>
                <a:lnTo>
                  <a:pt x="0" y="106"/>
                </a:lnTo>
                <a:lnTo>
                  <a:pt x="54" y="5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906120" y="5068080"/>
            <a:ext cx="217044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957600" y="4797360"/>
            <a:ext cx="1132920" cy="76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90" spc="-1" strike="noStrike">
                <a:solidFill>
                  <a:srgbClr val="000000"/>
                </a:solidFill>
                <a:latin typeface="Calibri"/>
                <a:ea typeface="Calibri"/>
              </a:rPr>
              <a:t>keep watching the Task; retry once accepted</a:t>
            </a:r>
            <a:endParaRPr b="0" lang="en-AU" sz="4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911160" y="5200200"/>
            <a:ext cx="47880" cy="38520"/>
          </a:xfrm>
          <a:custGeom>
            <a:avLst/>
            <a:gdLst/>
            <a:ahLst/>
            <a:rect l="0" t="0" r="r" b="b"/>
            <a:pathLst>
              <a:path w="133" h="107">
                <a:moveTo>
                  <a:pt x="133" y="0"/>
                </a:moveTo>
                <a:lnTo>
                  <a:pt x="0" y="53"/>
                </a:lnTo>
                <a:lnTo>
                  <a:pt x="133" y="107"/>
                </a:lnTo>
                <a:lnTo>
                  <a:pt x="80" y="53"/>
                </a:lnTo>
                <a:lnTo>
                  <a:pt x="133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930240" y="5216760"/>
            <a:ext cx="2164680" cy="5400"/>
          </a:xfrm>
          <a:custGeom>
            <a:avLst/>
            <a:gdLst/>
            <a:ahLst/>
            <a:rect l="0" t="0" r="r" b="b"/>
            <a:pathLst>
              <a:path w="6013" h="15">
                <a:moveTo>
                  <a:pt x="0" y="0"/>
                </a:moveTo>
                <a:lnTo>
                  <a:pt x="26" y="0"/>
                </a:lnTo>
                <a:lnTo>
                  <a:pt x="26" y="15"/>
                </a:lnTo>
                <a:lnTo>
                  <a:pt x="0" y="15"/>
                </a:lnTo>
                <a:lnTo>
                  <a:pt x="0" y="0"/>
                </a:lnTo>
                <a:moveTo>
                  <a:pt x="53" y="0"/>
                </a:moveTo>
                <a:lnTo>
                  <a:pt x="79" y="0"/>
                </a:lnTo>
                <a:lnTo>
                  <a:pt x="79" y="15"/>
                </a:lnTo>
                <a:lnTo>
                  <a:pt x="53" y="15"/>
                </a:lnTo>
                <a:lnTo>
                  <a:pt x="53" y="0"/>
                </a:lnTo>
                <a:moveTo>
                  <a:pt x="106" y="0"/>
                </a:moveTo>
                <a:lnTo>
                  <a:pt x="132" y="0"/>
                </a:lnTo>
                <a:lnTo>
                  <a:pt x="132" y="15"/>
                </a:lnTo>
                <a:lnTo>
                  <a:pt x="106" y="15"/>
                </a:lnTo>
                <a:lnTo>
                  <a:pt x="106" y="0"/>
                </a:lnTo>
                <a:moveTo>
                  <a:pt x="159" y="0"/>
                </a:moveTo>
                <a:lnTo>
                  <a:pt x="185" y="0"/>
                </a:lnTo>
                <a:lnTo>
                  <a:pt x="185" y="15"/>
                </a:lnTo>
                <a:lnTo>
                  <a:pt x="159" y="15"/>
                </a:lnTo>
                <a:lnTo>
                  <a:pt x="159" y="0"/>
                </a:lnTo>
                <a:moveTo>
                  <a:pt x="212" y="0"/>
                </a:moveTo>
                <a:lnTo>
                  <a:pt x="238" y="0"/>
                </a:lnTo>
                <a:lnTo>
                  <a:pt x="238" y="15"/>
                </a:lnTo>
                <a:lnTo>
                  <a:pt x="212" y="15"/>
                </a:lnTo>
                <a:lnTo>
                  <a:pt x="212" y="0"/>
                </a:lnTo>
                <a:moveTo>
                  <a:pt x="264" y="0"/>
                </a:moveTo>
                <a:lnTo>
                  <a:pt x="291" y="0"/>
                </a:lnTo>
                <a:lnTo>
                  <a:pt x="291" y="15"/>
                </a:lnTo>
                <a:lnTo>
                  <a:pt x="264" y="15"/>
                </a:lnTo>
                <a:lnTo>
                  <a:pt x="264" y="0"/>
                </a:lnTo>
                <a:moveTo>
                  <a:pt x="317" y="0"/>
                </a:moveTo>
                <a:lnTo>
                  <a:pt x="344" y="0"/>
                </a:lnTo>
                <a:lnTo>
                  <a:pt x="344" y="15"/>
                </a:lnTo>
                <a:lnTo>
                  <a:pt x="317" y="15"/>
                </a:lnTo>
                <a:lnTo>
                  <a:pt x="317" y="0"/>
                </a:lnTo>
                <a:moveTo>
                  <a:pt x="370" y="0"/>
                </a:moveTo>
                <a:lnTo>
                  <a:pt x="397" y="0"/>
                </a:lnTo>
                <a:lnTo>
                  <a:pt x="397" y="15"/>
                </a:lnTo>
                <a:lnTo>
                  <a:pt x="370" y="15"/>
                </a:lnTo>
                <a:lnTo>
                  <a:pt x="370" y="0"/>
                </a:lnTo>
                <a:moveTo>
                  <a:pt x="424" y="0"/>
                </a:moveTo>
                <a:lnTo>
                  <a:pt x="451" y="0"/>
                </a:lnTo>
                <a:lnTo>
                  <a:pt x="451" y="15"/>
                </a:lnTo>
                <a:lnTo>
                  <a:pt x="424" y="15"/>
                </a:lnTo>
                <a:lnTo>
                  <a:pt x="424" y="0"/>
                </a:lnTo>
                <a:moveTo>
                  <a:pt x="477" y="0"/>
                </a:moveTo>
                <a:lnTo>
                  <a:pt x="504" y="0"/>
                </a:lnTo>
                <a:lnTo>
                  <a:pt x="504" y="15"/>
                </a:lnTo>
                <a:lnTo>
                  <a:pt x="477" y="15"/>
                </a:lnTo>
                <a:lnTo>
                  <a:pt x="477" y="0"/>
                </a:lnTo>
                <a:moveTo>
                  <a:pt x="530" y="0"/>
                </a:moveTo>
                <a:lnTo>
                  <a:pt x="557" y="0"/>
                </a:lnTo>
                <a:lnTo>
                  <a:pt x="557" y="15"/>
                </a:lnTo>
                <a:lnTo>
                  <a:pt x="530" y="15"/>
                </a:lnTo>
                <a:lnTo>
                  <a:pt x="530" y="0"/>
                </a:lnTo>
                <a:moveTo>
                  <a:pt x="583" y="0"/>
                </a:moveTo>
                <a:lnTo>
                  <a:pt x="610" y="0"/>
                </a:lnTo>
                <a:lnTo>
                  <a:pt x="610" y="15"/>
                </a:lnTo>
                <a:lnTo>
                  <a:pt x="583" y="15"/>
                </a:lnTo>
                <a:lnTo>
                  <a:pt x="583" y="0"/>
                </a:lnTo>
                <a:moveTo>
                  <a:pt x="636" y="0"/>
                </a:moveTo>
                <a:lnTo>
                  <a:pt x="663" y="0"/>
                </a:lnTo>
                <a:lnTo>
                  <a:pt x="663" y="15"/>
                </a:lnTo>
                <a:lnTo>
                  <a:pt x="636" y="15"/>
                </a:lnTo>
                <a:lnTo>
                  <a:pt x="636" y="0"/>
                </a:lnTo>
                <a:moveTo>
                  <a:pt x="689" y="0"/>
                </a:moveTo>
                <a:lnTo>
                  <a:pt x="716" y="0"/>
                </a:lnTo>
                <a:lnTo>
                  <a:pt x="716" y="15"/>
                </a:lnTo>
                <a:lnTo>
                  <a:pt x="689" y="15"/>
                </a:lnTo>
                <a:lnTo>
                  <a:pt x="689" y="0"/>
                </a:lnTo>
                <a:moveTo>
                  <a:pt x="742" y="0"/>
                </a:moveTo>
                <a:lnTo>
                  <a:pt x="769" y="0"/>
                </a:lnTo>
                <a:lnTo>
                  <a:pt x="769" y="15"/>
                </a:lnTo>
                <a:lnTo>
                  <a:pt x="742" y="15"/>
                </a:lnTo>
                <a:lnTo>
                  <a:pt x="742" y="0"/>
                </a:lnTo>
                <a:moveTo>
                  <a:pt x="795" y="0"/>
                </a:moveTo>
                <a:lnTo>
                  <a:pt x="822" y="0"/>
                </a:lnTo>
                <a:lnTo>
                  <a:pt x="822" y="15"/>
                </a:lnTo>
                <a:lnTo>
                  <a:pt x="795" y="15"/>
                </a:lnTo>
                <a:lnTo>
                  <a:pt x="795" y="0"/>
                </a:lnTo>
                <a:moveTo>
                  <a:pt x="848" y="0"/>
                </a:moveTo>
                <a:lnTo>
                  <a:pt x="875" y="0"/>
                </a:lnTo>
                <a:lnTo>
                  <a:pt x="875" y="15"/>
                </a:lnTo>
                <a:lnTo>
                  <a:pt x="848" y="15"/>
                </a:lnTo>
                <a:lnTo>
                  <a:pt x="848" y="0"/>
                </a:lnTo>
                <a:moveTo>
                  <a:pt x="901" y="0"/>
                </a:moveTo>
                <a:lnTo>
                  <a:pt x="928" y="0"/>
                </a:lnTo>
                <a:lnTo>
                  <a:pt x="928" y="15"/>
                </a:lnTo>
                <a:lnTo>
                  <a:pt x="901" y="15"/>
                </a:lnTo>
                <a:lnTo>
                  <a:pt x="901" y="0"/>
                </a:lnTo>
                <a:moveTo>
                  <a:pt x="954" y="0"/>
                </a:moveTo>
                <a:lnTo>
                  <a:pt x="981" y="0"/>
                </a:lnTo>
                <a:lnTo>
                  <a:pt x="981" y="15"/>
                </a:lnTo>
                <a:lnTo>
                  <a:pt x="954" y="15"/>
                </a:lnTo>
                <a:lnTo>
                  <a:pt x="954" y="0"/>
                </a:lnTo>
                <a:moveTo>
                  <a:pt x="1007" y="0"/>
                </a:moveTo>
                <a:lnTo>
                  <a:pt x="1034" y="0"/>
                </a:lnTo>
                <a:lnTo>
                  <a:pt x="1034" y="15"/>
                </a:lnTo>
                <a:lnTo>
                  <a:pt x="1007" y="15"/>
                </a:lnTo>
                <a:lnTo>
                  <a:pt x="1007" y="0"/>
                </a:lnTo>
                <a:moveTo>
                  <a:pt x="1060" y="0"/>
                </a:moveTo>
                <a:lnTo>
                  <a:pt x="1087" y="0"/>
                </a:lnTo>
                <a:lnTo>
                  <a:pt x="1087" y="15"/>
                </a:lnTo>
                <a:lnTo>
                  <a:pt x="1060" y="15"/>
                </a:lnTo>
                <a:lnTo>
                  <a:pt x="1060" y="0"/>
                </a:lnTo>
                <a:moveTo>
                  <a:pt x="1113" y="0"/>
                </a:moveTo>
                <a:lnTo>
                  <a:pt x="1140" y="0"/>
                </a:lnTo>
                <a:lnTo>
                  <a:pt x="1140" y="15"/>
                </a:lnTo>
                <a:lnTo>
                  <a:pt x="1113" y="15"/>
                </a:lnTo>
                <a:lnTo>
                  <a:pt x="1113" y="0"/>
                </a:lnTo>
                <a:moveTo>
                  <a:pt x="1166" y="0"/>
                </a:moveTo>
                <a:lnTo>
                  <a:pt x="1192" y="0"/>
                </a:lnTo>
                <a:lnTo>
                  <a:pt x="1192" y="15"/>
                </a:lnTo>
                <a:lnTo>
                  <a:pt x="1166" y="15"/>
                </a:lnTo>
                <a:lnTo>
                  <a:pt x="1166" y="0"/>
                </a:lnTo>
                <a:moveTo>
                  <a:pt x="1219" y="0"/>
                </a:moveTo>
                <a:lnTo>
                  <a:pt x="1245" y="0"/>
                </a:lnTo>
                <a:lnTo>
                  <a:pt x="1245" y="15"/>
                </a:lnTo>
                <a:lnTo>
                  <a:pt x="1219" y="15"/>
                </a:lnTo>
                <a:lnTo>
                  <a:pt x="1219" y="0"/>
                </a:lnTo>
                <a:moveTo>
                  <a:pt x="1272" y="0"/>
                </a:moveTo>
                <a:lnTo>
                  <a:pt x="1298" y="0"/>
                </a:lnTo>
                <a:lnTo>
                  <a:pt x="1298" y="15"/>
                </a:lnTo>
                <a:lnTo>
                  <a:pt x="1272" y="15"/>
                </a:lnTo>
                <a:lnTo>
                  <a:pt x="1272" y="0"/>
                </a:lnTo>
                <a:moveTo>
                  <a:pt x="1325" y="0"/>
                </a:moveTo>
                <a:lnTo>
                  <a:pt x="1351" y="0"/>
                </a:lnTo>
                <a:lnTo>
                  <a:pt x="1351" y="15"/>
                </a:lnTo>
                <a:lnTo>
                  <a:pt x="1325" y="15"/>
                </a:lnTo>
                <a:lnTo>
                  <a:pt x="1325" y="0"/>
                </a:lnTo>
                <a:moveTo>
                  <a:pt x="1378" y="0"/>
                </a:moveTo>
                <a:lnTo>
                  <a:pt x="1404" y="0"/>
                </a:lnTo>
                <a:lnTo>
                  <a:pt x="1404" y="15"/>
                </a:lnTo>
                <a:lnTo>
                  <a:pt x="1378" y="15"/>
                </a:lnTo>
                <a:lnTo>
                  <a:pt x="1378" y="0"/>
                </a:lnTo>
                <a:moveTo>
                  <a:pt x="1431" y="0"/>
                </a:moveTo>
                <a:lnTo>
                  <a:pt x="1457" y="0"/>
                </a:lnTo>
                <a:lnTo>
                  <a:pt x="1457" y="15"/>
                </a:lnTo>
                <a:lnTo>
                  <a:pt x="1431" y="15"/>
                </a:lnTo>
                <a:lnTo>
                  <a:pt x="1431" y="0"/>
                </a:lnTo>
                <a:moveTo>
                  <a:pt x="1484" y="0"/>
                </a:moveTo>
                <a:lnTo>
                  <a:pt x="1510" y="0"/>
                </a:lnTo>
                <a:lnTo>
                  <a:pt x="1510" y="15"/>
                </a:lnTo>
                <a:lnTo>
                  <a:pt x="1484" y="15"/>
                </a:lnTo>
                <a:lnTo>
                  <a:pt x="1484" y="0"/>
                </a:lnTo>
                <a:moveTo>
                  <a:pt x="1537" y="0"/>
                </a:moveTo>
                <a:lnTo>
                  <a:pt x="1563" y="0"/>
                </a:lnTo>
                <a:lnTo>
                  <a:pt x="1563" y="15"/>
                </a:lnTo>
                <a:lnTo>
                  <a:pt x="1537" y="15"/>
                </a:lnTo>
                <a:lnTo>
                  <a:pt x="1537" y="0"/>
                </a:lnTo>
                <a:moveTo>
                  <a:pt x="1590" y="0"/>
                </a:moveTo>
                <a:lnTo>
                  <a:pt x="1616" y="0"/>
                </a:lnTo>
                <a:lnTo>
                  <a:pt x="1616" y="15"/>
                </a:lnTo>
                <a:lnTo>
                  <a:pt x="1590" y="15"/>
                </a:lnTo>
                <a:lnTo>
                  <a:pt x="1590" y="0"/>
                </a:lnTo>
                <a:moveTo>
                  <a:pt x="1643" y="0"/>
                </a:moveTo>
                <a:lnTo>
                  <a:pt x="1669" y="0"/>
                </a:lnTo>
                <a:lnTo>
                  <a:pt x="1669" y="15"/>
                </a:lnTo>
                <a:lnTo>
                  <a:pt x="1643" y="15"/>
                </a:lnTo>
                <a:lnTo>
                  <a:pt x="1643" y="0"/>
                </a:lnTo>
                <a:moveTo>
                  <a:pt x="1696" y="0"/>
                </a:moveTo>
                <a:lnTo>
                  <a:pt x="1722" y="0"/>
                </a:lnTo>
                <a:lnTo>
                  <a:pt x="1722" y="15"/>
                </a:lnTo>
                <a:lnTo>
                  <a:pt x="1696" y="15"/>
                </a:lnTo>
                <a:lnTo>
                  <a:pt x="1696" y="0"/>
                </a:lnTo>
                <a:moveTo>
                  <a:pt x="1749" y="0"/>
                </a:moveTo>
                <a:lnTo>
                  <a:pt x="1775" y="0"/>
                </a:lnTo>
                <a:lnTo>
                  <a:pt x="1775" y="15"/>
                </a:lnTo>
                <a:lnTo>
                  <a:pt x="1749" y="15"/>
                </a:lnTo>
                <a:lnTo>
                  <a:pt x="1749" y="0"/>
                </a:lnTo>
                <a:moveTo>
                  <a:pt x="1802" y="0"/>
                </a:moveTo>
                <a:lnTo>
                  <a:pt x="1828" y="0"/>
                </a:lnTo>
                <a:lnTo>
                  <a:pt x="1828" y="15"/>
                </a:lnTo>
                <a:lnTo>
                  <a:pt x="1802" y="15"/>
                </a:lnTo>
                <a:lnTo>
                  <a:pt x="1802" y="0"/>
                </a:lnTo>
                <a:moveTo>
                  <a:pt x="1855" y="0"/>
                </a:moveTo>
                <a:lnTo>
                  <a:pt x="1881" y="0"/>
                </a:lnTo>
                <a:lnTo>
                  <a:pt x="1881" y="15"/>
                </a:lnTo>
                <a:lnTo>
                  <a:pt x="1855" y="15"/>
                </a:lnTo>
                <a:lnTo>
                  <a:pt x="1855" y="0"/>
                </a:lnTo>
                <a:moveTo>
                  <a:pt x="1908" y="0"/>
                </a:moveTo>
                <a:lnTo>
                  <a:pt x="1934" y="0"/>
                </a:lnTo>
                <a:lnTo>
                  <a:pt x="1934" y="15"/>
                </a:lnTo>
                <a:lnTo>
                  <a:pt x="1908" y="15"/>
                </a:lnTo>
                <a:lnTo>
                  <a:pt x="1908" y="0"/>
                </a:lnTo>
                <a:moveTo>
                  <a:pt x="1961" y="0"/>
                </a:moveTo>
                <a:lnTo>
                  <a:pt x="1987" y="0"/>
                </a:lnTo>
                <a:lnTo>
                  <a:pt x="1987" y="15"/>
                </a:lnTo>
                <a:lnTo>
                  <a:pt x="1961" y="15"/>
                </a:lnTo>
                <a:lnTo>
                  <a:pt x="1961" y="0"/>
                </a:lnTo>
                <a:moveTo>
                  <a:pt x="2014" y="0"/>
                </a:moveTo>
                <a:lnTo>
                  <a:pt x="2040" y="0"/>
                </a:lnTo>
                <a:lnTo>
                  <a:pt x="2040" y="15"/>
                </a:lnTo>
                <a:lnTo>
                  <a:pt x="2014" y="15"/>
                </a:lnTo>
                <a:lnTo>
                  <a:pt x="2014" y="0"/>
                </a:lnTo>
                <a:moveTo>
                  <a:pt x="2067" y="0"/>
                </a:moveTo>
                <a:lnTo>
                  <a:pt x="2093" y="0"/>
                </a:lnTo>
                <a:lnTo>
                  <a:pt x="2093" y="15"/>
                </a:lnTo>
                <a:lnTo>
                  <a:pt x="2067" y="15"/>
                </a:lnTo>
                <a:lnTo>
                  <a:pt x="2067" y="0"/>
                </a:lnTo>
                <a:moveTo>
                  <a:pt x="2119" y="0"/>
                </a:moveTo>
                <a:lnTo>
                  <a:pt x="2146" y="0"/>
                </a:lnTo>
                <a:lnTo>
                  <a:pt x="2146" y="15"/>
                </a:lnTo>
                <a:lnTo>
                  <a:pt x="2119" y="15"/>
                </a:lnTo>
                <a:lnTo>
                  <a:pt x="2119" y="0"/>
                </a:lnTo>
                <a:moveTo>
                  <a:pt x="2172" y="0"/>
                </a:moveTo>
                <a:lnTo>
                  <a:pt x="2199" y="0"/>
                </a:lnTo>
                <a:lnTo>
                  <a:pt x="2199" y="15"/>
                </a:lnTo>
                <a:lnTo>
                  <a:pt x="2172" y="15"/>
                </a:lnTo>
                <a:lnTo>
                  <a:pt x="2172" y="0"/>
                </a:lnTo>
                <a:moveTo>
                  <a:pt x="2225" y="0"/>
                </a:moveTo>
                <a:lnTo>
                  <a:pt x="2252" y="0"/>
                </a:lnTo>
                <a:lnTo>
                  <a:pt x="2252" y="15"/>
                </a:lnTo>
                <a:lnTo>
                  <a:pt x="2225" y="15"/>
                </a:lnTo>
                <a:lnTo>
                  <a:pt x="2225" y="0"/>
                </a:lnTo>
                <a:moveTo>
                  <a:pt x="2278" y="0"/>
                </a:moveTo>
                <a:lnTo>
                  <a:pt x="2305" y="0"/>
                </a:lnTo>
                <a:lnTo>
                  <a:pt x="2305" y="15"/>
                </a:lnTo>
                <a:lnTo>
                  <a:pt x="2278" y="15"/>
                </a:lnTo>
                <a:lnTo>
                  <a:pt x="2278" y="0"/>
                </a:lnTo>
                <a:moveTo>
                  <a:pt x="2331" y="0"/>
                </a:moveTo>
                <a:lnTo>
                  <a:pt x="2358" y="0"/>
                </a:lnTo>
                <a:lnTo>
                  <a:pt x="2358" y="15"/>
                </a:lnTo>
                <a:lnTo>
                  <a:pt x="2331" y="15"/>
                </a:lnTo>
                <a:lnTo>
                  <a:pt x="2331" y="0"/>
                </a:lnTo>
                <a:moveTo>
                  <a:pt x="2384" y="0"/>
                </a:moveTo>
                <a:lnTo>
                  <a:pt x="2411" y="0"/>
                </a:lnTo>
                <a:lnTo>
                  <a:pt x="2411" y="15"/>
                </a:lnTo>
                <a:lnTo>
                  <a:pt x="2384" y="15"/>
                </a:lnTo>
                <a:lnTo>
                  <a:pt x="2384" y="0"/>
                </a:lnTo>
                <a:moveTo>
                  <a:pt x="2437" y="0"/>
                </a:moveTo>
                <a:lnTo>
                  <a:pt x="2464" y="0"/>
                </a:lnTo>
                <a:lnTo>
                  <a:pt x="2464" y="15"/>
                </a:lnTo>
                <a:lnTo>
                  <a:pt x="2437" y="15"/>
                </a:lnTo>
                <a:lnTo>
                  <a:pt x="2437" y="0"/>
                </a:lnTo>
                <a:moveTo>
                  <a:pt x="2490" y="0"/>
                </a:moveTo>
                <a:lnTo>
                  <a:pt x="2517" y="0"/>
                </a:lnTo>
                <a:lnTo>
                  <a:pt x="2517" y="15"/>
                </a:lnTo>
                <a:lnTo>
                  <a:pt x="2490" y="15"/>
                </a:lnTo>
                <a:lnTo>
                  <a:pt x="2490" y="0"/>
                </a:lnTo>
                <a:moveTo>
                  <a:pt x="2543" y="0"/>
                </a:moveTo>
                <a:lnTo>
                  <a:pt x="2570" y="0"/>
                </a:lnTo>
                <a:lnTo>
                  <a:pt x="2570" y="15"/>
                </a:lnTo>
                <a:lnTo>
                  <a:pt x="2543" y="15"/>
                </a:lnTo>
                <a:lnTo>
                  <a:pt x="2543" y="0"/>
                </a:lnTo>
                <a:moveTo>
                  <a:pt x="2596" y="0"/>
                </a:moveTo>
                <a:lnTo>
                  <a:pt x="2623" y="0"/>
                </a:lnTo>
                <a:lnTo>
                  <a:pt x="2623" y="15"/>
                </a:lnTo>
                <a:lnTo>
                  <a:pt x="2596" y="15"/>
                </a:lnTo>
                <a:lnTo>
                  <a:pt x="2596" y="0"/>
                </a:lnTo>
                <a:moveTo>
                  <a:pt x="2649" y="0"/>
                </a:moveTo>
                <a:lnTo>
                  <a:pt x="2676" y="0"/>
                </a:lnTo>
                <a:lnTo>
                  <a:pt x="2676" y="15"/>
                </a:lnTo>
                <a:lnTo>
                  <a:pt x="2649" y="15"/>
                </a:lnTo>
                <a:lnTo>
                  <a:pt x="2649" y="0"/>
                </a:lnTo>
                <a:moveTo>
                  <a:pt x="2702" y="0"/>
                </a:moveTo>
                <a:lnTo>
                  <a:pt x="2729" y="0"/>
                </a:lnTo>
                <a:lnTo>
                  <a:pt x="2729" y="15"/>
                </a:lnTo>
                <a:lnTo>
                  <a:pt x="2702" y="15"/>
                </a:lnTo>
                <a:lnTo>
                  <a:pt x="2702" y="0"/>
                </a:lnTo>
                <a:moveTo>
                  <a:pt x="2755" y="0"/>
                </a:moveTo>
                <a:lnTo>
                  <a:pt x="2782" y="0"/>
                </a:lnTo>
                <a:lnTo>
                  <a:pt x="2782" y="15"/>
                </a:lnTo>
                <a:lnTo>
                  <a:pt x="2755" y="15"/>
                </a:lnTo>
                <a:lnTo>
                  <a:pt x="2755" y="0"/>
                </a:lnTo>
                <a:moveTo>
                  <a:pt x="2808" y="0"/>
                </a:moveTo>
                <a:lnTo>
                  <a:pt x="2835" y="0"/>
                </a:lnTo>
                <a:lnTo>
                  <a:pt x="2835" y="15"/>
                </a:lnTo>
                <a:lnTo>
                  <a:pt x="2808" y="15"/>
                </a:lnTo>
                <a:lnTo>
                  <a:pt x="2808" y="0"/>
                </a:lnTo>
                <a:moveTo>
                  <a:pt x="2861" y="0"/>
                </a:moveTo>
                <a:lnTo>
                  <a:pt x="2888" y="0"/>
                </a:lnTo>
                <a:lnTo>
                  <a:pt x="2888" y="15"/>
                </a:lnTo>
                <a:lnTo>
                  <a:pt x="2861" y="15"/>
                </a:lnTo>
                <a:lnTo>
                  <a:pt x="2861" y="0"/>
                </a:lnTo>
                <a:moveTo>
                  <a:pt x="2914" y="0"/>
                </a:moveTo>
                <a:lnTo>
                  <a:pt x="2941" y="0"/>
                </a:lnTo>
                <a:lnTo>
                  <a:pt x="2941" y="15"/>
                </a:lnTo>
                <a:lnTo>
                  <a:pt x="2914" y="15"/>
                </a:lnTo>
                <a:lnTo>
                  <a:pt x="2914" y="0"/>
                </a:lnTo>
                <a:moveTo>
                  <a:pt x="2967" y="0"/>
                </a:moveTo>
                <a:lnTo>
                  <a:pt x="2994" y="0"/>
                </a:lnTo>
                <a:lnTo>
                  <a:pt x="2994" y="15"/>
                </a:lnTo>
                <a:lnTo>
                  <a:pt x="2967" y="15"/>
                </a:lnTo>
                <a:lnTo>
                  <a:pt x="2967" y="0"/>
                </a:lnTo>
                <a:moveTo>
                  <a:pt x="3020" y="0"/>
                </a:moveTo>
                <a:lnTo>
                  <a:pt x="3046" y="0"/>
                </a:lnTo>
                <a:lnTo>
                  <a:pt x="3046" y="15"/>
                </a:lnTo>
                <a:lnTo>
                  <a:pt x="3020" y="15"/>
                </a:lnTo>
                <a:lnTo>
                  <a:pt x="3020" y="0"/>
                </a:lnTo>
                <a:moveTo>
                  <a:pt x="3073" y="0"/>
                </a:moveTo>
                <a:lnTo>
                  <a:pt x="3099" y="0"/>
                </a:lnTo>
                <a:lnTo>
                  <a:pt x="3099" y="15"/>
                </a:lnTo>
                <a:lnTo>
                  <a:pt x="3073" y="15"/>
                </a:lnTo>
                <a:lnTo>
                  <a:pt x="3073" y="0"/>
                </a:lnTo>
                <a:moveTo>
                  <a:pt x="3126" y="0"/>
                </a:moveTo>
                <a:lnTo>
                  <a:pt x="3152" y="0"/>
                </a:lnTo>
                <a:lnTo>
                  <a:pt x="3152" y="15"/>
                </a:lnTo>
                <a:lnTo>
                  <a:pt x="3126" y="15"/>
                </a:lnTo>
                <a:lnTo>
                  <a:pt x="3126" y="0"/>
                </a:lnTo>
                <a:moveTo>
                  <a:pt x="3179" y="0"/>
                </a:moveTo>
                <a:lnTo>
                  <a:pt x="3205" y="0"/>
                </a:lnTo>
                <a:lnTo>
                  <a:pt x="3205" y="15"/>
                </a:lnTo>
                <a:lnTo>
                  <a:pt x="3179" y="15"/>
                </a:lnTo>
                <a:lnTo>
                  <a:pt x="3179" y="0"/>
                </a:lnTo>
                <a:moveTo>
                  <a:pt x="3232" y="0"/>
                </a:moveTo>
                <a:lnTo>
                  <a:pt x="3258" y="0"/>
                </a:lnTo>
                <a:lnTo>
                  <a:pt x="3258" y="15"/>
                </a:lnTo>
                <a:lnTo>
                  <a:pt x="3232" y="15"/>
                </a:lnTo>
                <a:lnTo>
                  <a:pt x="3232" y="0"/>
                </a:lnTo>
                <a:moveTo>
                  <a:pt x="3285" y="0"/>
                </a:moveTo>
                <a:lnTo>
                  <a:pt x="3311" y="0"/>
                </a:lnTo>
                <a:lnTo>
                  <a:pt x="3311" y="15"/>
                </a:lnTo>
                <a:lnTo>
                  <a:pt x="3285" y="15"/>
                </a:lnTo>
                <a:lnTo>
                  <a:pt x="3285" y="0"/>
                </a:lnTo>
                <a:moveTo>
                  <a:pt x="3338" y="0"/>
                </a:moveTo>
                <a:lnTo>
                  <a:pt x="3364" y="0"/>
                </a:lnTo>
                <a:lnTo>
                  <a:pt x="3364" y="15"/>
                </a:lnTo>
                <a:lnTo>
                  <a:pt x="3338" y="15"/>
                </a:lnTo>
                <a:lnTo>
                  <a:pt x="3338" y="0"/>
                </a:lnTo>
                <a:moveTo>
                  <a:pt x="3391" y="0"/>
                </a:moveTo>
                <a:lnTo>
                  <a:pt x="3417" y="0"/>
                </a:lnTo>
                <a:lnTo>
                  <a:pt x="3417" y="15"/>
                </a:lnTo>
                <a:lnTo>
                  <a:pt x="3391" y="15"/>
                </a:lnTo>
                <a:lnTo>
                  <a:pt x="3391" y="0"/>
                </a:lnTo>
                <a:moveTo>
                  <a:pt x="3444" y="0"/>
                </a:moveTo>
                <a:lnTo>
                  <a:pt x="3470" y="0"/>
                </a:lnTo>
                <a:lnTo>
                  <a:pt x="3470" y="15"/>
                </a:lnTo>
                <a:lnTo>
                  <a:pt x="3444" y="15"/>
                </a:lnTo>
                <a:lnTo>
                  <a:pt x="3444" y="0"/>
                </a:lnTo>
                <a:moveTo>
                  <a:pt x="3497" y="0"/>
                </a:moveTo>
                <a:lnTo>
                  <a:pt x="3523" y="0"/>
                </a:lnTo>
                <a:lnTo>
                  <a:pt x="3523" y="15"/>
                </a:lnTo>
                <a:lnTo>
                  <a:pt x="3497" y="15"/>
                </a:lnTo>
                <a:lnTo>
                  <a:pt x="3497" y="0"/>
                </a:lnTo>
                <a:moveTo>
                  <a:pt x="3550" y="0"/>
                </a:moveTo>
                <a:lnTo>
                  <a:pt x="3576" y="0"/>
                </a:lnTo>
                <a:lnTo>
                  <a:pt x="3576" y="15"/>
                </a:lnTo>
                <a:lnTo>
                  <a:pt x="3550" y="15"/>
                </a:lnTo>
                <a:lnTo>
                  <a:pt x="3550" y="0"/>
                </a:lnTo>
                <a:moveTo>
                  <a:pt x="3603" y="0"/>
                </a:moveTo>
                <a:lnTo>
                  <a:pt x="3629" y="0"/>
                </a:lnTo>
                <a:lnTo>
                  <a:pt x="3629" y="15"/>
                </a:lnTo>
                <a:lnTo>
                  <a:pt x="3603" y="15"/>
                </a:lnTo>
                <a:lnTo>
                  <a:pt x="3603" y="0"/>
                </a:lnTo>
                <a:moveTo>
                  <a:pt x="3656" y="0"/>
                </a:moveTo>
                <a:lnTo>
                  <a:pt x="3682" y="0"/>
                </a:lnTo>
                <a:lnTo>
                  <a:pt x="3682" y="15"/>
                </a:lnTo>
                <a:lnTo>
                  <a:pt x="3656" y="15"/>
                </a:lnTo>
                <a:lnTo>
                  <a:pt x="3656" y="0"/>
                </a:lnTo>
                <a:moveTo>
                  <a:pt x="3709" y="0"/>
                </a:moveTo>
                <a:lnTo>
                  <a:pt x="3735" y="0"/>
                </a:lnTo>
                <a:lnTo>
                  <a:pt x="3735" y="15"/>
                </a:lnTo>
                <a:lnTo>
                  <a:pt x="3709" y="15"/>
                </a:lnTo>
                <a:lnTo>
                  <a:pt x="3709" y="0"/>
                </a:lnTo>
                <a:moveTo>
                  <a:pt x="3762" y="0"/>
                </a:moveTo>
                <a:lnTo>
                  <a:pt x="3788" y="0"/>
                </a:lnTo>
                <a:lnTo>
                  <a:pt x="3788" y="15"/>
                </a:lnTo>
                <a:lnTo>
                  <a:pt x="3762" y="15"/>
                </a:lnTo>
                <a:lnTo>
                  <a:pt x="3762" y="0"/>
                </a:lnTo>
                <a:moveTo>
                  <a:pt x="3815" y="0"/>
                </a:moveTo>
                <a:lnTo>
                  <a:pt x="3841" y="0"/>
                </a:lnTo>
                <a:lnTo>
                  <a:pt x="3841" y="15"/>
                </a:lnTo>
                <a:lnTo>
                  <a:pt x="3815" y="15"/>
                </a:lnTo>
                <a:lnTo>
                  <a:pt x="3815" y="0"/>
                </a:lnTo>
                <a:moveTo>
                  <a:pt x="3868" y="0"/>
                </a:moveTo>
                <a:lnTo>
                  <a:pt x="3894" y="0"/>
                </a:lnTo>
                <a:lnTo>
                  <a:pt x="3894" y="15"/>
                </a:lnTo>
                <a:lnTo>
                  <a:pt x="3868" y="15"/>
                </a:lnTo>
                <a:lnTo>
                  <a:pt x="3868" y="0"/>
                </a:lnTo>
                <a:moveTo>
                  <a:pt x="3920" y="0"/>
                </a:moveTo>
                <a:lnTo>
                  <a:pt x="3947" y="0"/>
                </a:lnTo>
                <a:lnTo>
                  <a:pt x="3947" y="15"/>
                </a:lnTo>
                <a:lnTo>
                  <a:pt x="3920" y="15"/>
                </a:lnTo>
                <a:lnTo>
                  <a:pt x="3920" y="0"/>
                </a:lnTo>
                <a:moveTo>
                  <a:pt x="3973" y="0"/>
                </a:moveTo>
                <a:lnTo>
                  <a:pt x="4000" y="0"/>
                </a:lnTo>
                <a:lnTo>
                  <a:pt x="4000" y="15"/>
                </a:lnTo>
                <a:lnTo>
                  <a:pt x="3973" y="15"/>
                </a:lnTo>
                <a:lnTo>
                  <a:pt x="3973" y="0"/>
                </a:lnTo>
                <a:moveTo>
                  <a:pt x="4026" y="0"/>
                </a:moveTo>
                <a:lnTo>
                  <a:pt x="4053" y="0"/>
                </a:lnTo>
                <a:lnTo>
                  <a:pt x="4053" y="15"/>
                </a:lnTo>
                <a:lnTo>
                  <a:pt x="4026" y="15"/>
                </a:lnTo>
                <a:lnTo>
                  <a:pt x="4026" y="0"/>
                </a:lnTo>
                <a:moveTo>
                  <a:pt x="4079" y="0"/>
                </a:moveTo>
                <a:lnTo>
                  <a:pt x="4106" y="0"/>
                </a:lnTo>
                <a:lnTo>
                  <a:pt x="4106" y="15"/>
                </a:lnTo>
                <a:lnTo>
                  <a:pt x="4079" y="15"/>
                </a:lnTo>
                <a:lnTo>
                  <a:pt x="4079" y="0"/>
                </a:lnTo>
                <a:moveTo>
                  <a:pt x="4132" y="0"/>
                </a:moveTo>
                <a:lnTo>
                  <a:pt x="4159" y="0"/>
                </a:lnTo>
                <a:lnTo>
                  <a:pt x="4159" y="15"/>
                </a:lnTo>
                <a:lnTo>
                  <a:pt x="4132" y="15"/>
                </a:lnTo>
                <a:lnTo>
                  <a:pt x="4132" y="0"/>
                </a:lnTo>
                <a:moveTo>
                  <a:pt x="4185" y="0"/>
                </a:moveTo>
                <a:lnTo>
                  <a:pt x="4212" y="0"/>
                </a:lnTo>
                <a:lnTo>
                  <a:pt x="4212" y="15"/>
                </a:lnTo>
                <a:lnTo>
                  <a:pt x="4185" y="15"/>
                </a:lnTo>
                <a:lnTo>
                  <a:pt x="4185" y="0"/>
                </a:lnTo>
                <a:moveTo>
                  <a:pt x="4238" y="0"/>
                </a:moveTo>
                <a:lnTo>
                  <a:pt x="4265" y="0"/>
                </a:lnTo>
                <a:lnTo>
                  <a:pt x="4265" y="15"/>
                </a:lnTo>
                <a:lnTo>
                  <a:pt x="4238" y="15"/>
                </a:lnTo>
                <a:lnTo>
                  <a:pt x="4238" y="0"/>
                </a:lnTo>
                <a:moveTo>
                  <a:pt x="4291" y="0"/>
                </a:moveTo>
                <a:lnTo>
                  <a:pt x="4318" y="0"/>
                </a:lnTo>
                <a:lnTo>
                  <a:pt x="4318" y="15"/>
                </a:lnTo>
                <a:lnTo>
                  <a:pt x="4291" y="15"/>
                </a:lnTo>
                <a:lnTo>
                  <a:pt x="4291" y="0"/>
                </a:lnTo>
                <a:moveTo>
                  <a:pt x="4344" y="0"/>
                </a:moveTo>
                <a:lnTo>
                  <a:pt x="4371" y="0"/>
                </a:lnTo>
                <a:lnTo>
                  <a:pt x="4371" y="15"/>
                </a:lnTo>
                <a:lnTo>
                  <a:pt x="4344" y="15"/>
                </a:lnTo>
                <a:lnTo>
                  <a:pt x="4344" y="0"/>
                </a:lnTo>
                <a:moveTo>
                  <a:pt x="4397" y="0"/>
                </a:moveTo>
                <a:lnTo>
                  <a:pt x="4424" y="0"/>
                </a:lnTo>
                <a:lnTo>
                  <a:pt x="4424" y="15"/>
                </a:lnTo>
                <a:lnTo>
                  <a:pt x="4397" y="15"/>
                </a:lnTo>
                <a:lnTo>
                  <a:pt x="4397" y="0"/>
                </a:lnTo>
                <a:moveTo>
                  <a:pt x="4450" y="0"/>
                </a:moveTo>
                <a:lnTo>
                  <a:pt x="4477" y="0"/>
                </a:lnTo>
                <a:lnTo>
                  <a:pt x="4477" y="15"/>
                </a:lnTo>
                <a:lnTo>
                  <a:pt x="4450" y="15"/>
                </a:lnTo>
                <a:lnTo>
                  <a:pt x="4450" y="0"/>
                </a:lnTo>
                <a:moveTo>
                  <a:pt x="4503" y="0"/>
                </a:moveTo>
                <a:lnTo>
                  <a:pt x="4530" y="0"/>
                </a:lnTo>
                <a:lnTo>
                  <a:pt x="4530" y="15"/>
                </a:lnTo>
                <a:lnTo>
                  <a:pt x="4503" y="15"/>
                </a:lnTo>
                <a:lnTo>
                  <a:pt x="4503" y="0"/>
                </a:lnTo>
                <a:moveTo>
                  <a:pt x="4556" y="0"/>
                </a:moveTo>
                <a:lnTo>
                  <a:pt x="4583" y="0"/>
                </a:lnTo>
                <a:lnTo>
                  <a:pt x="4583" y="15"/>
                </a:lnTo>
                <a:lnTo>
                  <a:pt x="4556" y="15"/>
                </a:lnTo>
                <a:lnTo>
                  <a:pt x="4556" y="0"/>
                </a:lnTo>
                <a:moveTo>
                  <a:pt x="4609" y="0"/>
                </a:moveTo>
                <a:lnTo>
                  <a:pt x="4636" y="0"/>
                </a:lnTo>
                <a:lnTo>
                  <a:pt x="4636" y="15"/>
                </a:lnTo>
                <a:lnTo>
                  <a:pt x="4609" y="15"/>
                </a:lnTo>
                <a:lnTo>
                  <a:pt x="4609" y="0"/>
                </a:lnTo>
                <a:moveTo>
                  <a:pt x="4662" y="0"/>
                </a:moveTo>
                <a:lnTo>
                  <a:pt x="4689" y="0"/>
                </a:lnTo>
                <a:lnTo>
                  <a:pt x="4689" y="15"/>
                </a:lnTo>
                <a:lnTo>
                  <a:pt x="4662" y="15"/>
                </a:lnTo>
                <a:lnTo>
                  <a:pt x="4662" y="0"/>
                </a:lnTo>
                <a:moveTo>
                  <a:pt x="4715" y="0"/>
                </a:moveTo>
                <a:lnTo>
                  <a:pt x="4742" y="0"/>
                </a:lnTo>
                <a:lnTo>
                  <a:pt x="4742" y="15"/>
                </a:lnTo>
                <a:lnTo>
                  <a:pt x="4715" y="15"/>
                </a:lnTo>
                <a:lnTo>
                  <a:pt x="4715" y="0"/>
                </a:lnTo>
                <a:moveTo>
                  <a:pt x="4768" y="0"/>
                </a:moveTo>
                <a:lnTo>
                  <a:pt x="4795" y="0"/>
                </a:lnTo>
                <a:lnTo>
                  <a:pt x="4795" y="15"/>
                </a:lnTo>
                <a:lnTo>
                  <a:pt x="4768" y="15"/>
                </a:lnTo>
                <a:lnTo>
                  <a:pt x="4768" y="0"/>
                </a:lnTo>
                <a:moveTo>
                  <a:pt x="4821" y="0"/>
                </a:moveTo>
                <a:lnTo>
                  <a:pt x="4847" y="0"/>
                </a:lnTo>
                <a:lnTo>
                  <a:pt x="4847" y="15"/>
                </a:lnTo>
                <a:lnTo>
                  <a:pt x="4821" y="15"/>
                </a:lnTo>
                <a:lnTo>
                  <a:pt x="4821" y="0"/>
                </a:lnTo>
                <a:moveTo>
                  <a:pt x="4874" y="0"/>
                </a:moveTo>
                <a:lnTo>
                  <a:pt x="4900" y="0"/>
                </a:lnTo>
                <a:lnTo>
                  <a:pt x="4900" y="15"/>
                </a:lnTo>
                <a:lnTo>
                  <a:pt x="4874" y="15"/>
                </a:lnTo>
                <a:lnTo>
                  <a:pt x="4874" y="0"/>
                </a:lnTo>
                <a:moveTo>
                  <a:pt x="4927" y="0"/>
                </a:moveTo>
                <a:lnTo>
                  <a:pt x="4953" y="0"/>
                </a:lnTo>
                <a:lnTo>
                  <a:pt x="4953" y="15"/>
                </a:lnTo>
                <a:lnTo>
                  <a:pt x="4927" y="15"/>
                </a:lnTo>
                <a:lnTo>
                  <a:pt x="4927" y="0"/>
                </a:lnTo>
                <a:moveTo>
                  <a:pt x="4980" y="0"/>
                </a:moveTo>
                <a:lnTo>
                  <a:pt x="5006" y="0"/>
                </a:lnTo>
                <a:lnTo>
                  <a:pt x="5006" y="15"/>
                </a:lnTo>
                <a:lnTo>
                  <a:pt x="4980" y="15"/>
                </a:lnTo>
                <a:lnTo>
                  <a:pt x="4980" y="0"/>
                </a:lnTo>
                <a:moveTo>
                  <a:pt x="5033" y="0"/>
                </a:moveTo>
                <a:lnTo>
                  <a:pt x="5059" y="0"/>
                </a:lnTo>
                <a:lnTo>
                  <a:pt x="5059" y="15"/>
                </a:lnTo>
                <a:lnTo>
                  <a:pt x="5033" y="15"/>
                </a:lnTo>
                <a:lnTo>
                  <a:pt x="5033" y="0"/>
                </a:lnTo>
                <a:moveTo>
                  <a:pt x="5086" y="0"/>
                </a:moveTo>
                <a:lnTo>
                  <a:pt x="5112" y="0"/>
                </a:lnTo>
                <a:lnTo>
                  <a:pt x="5112" y="15"/>
                </a:lnTo>
                <a:lnTo>
                  <a:pt x="5086" y="15"/>
                </a:lnTo>
                <a:lnTo>
                  <a:pt x="5086" y="0"/>
                </a:lnTo>
                <a:moveTo>
                  <a:pt x="5139" y="0"/>
                </a:moveTo>
                <a:lnTo>
                  <a:pt x="5165" y="0"/>
                </a:lnTo>
                <a:lnTo>
                  <a:pt x="5165" y="15"/>
                </a:lnTo>
                <a:lnTo>
                  <a:pt x="5139" y="15"/>
                </a:lnTo>
                <a:lnTo>
                  <a:pt x="5139" y="0"/>
                </a:lnTo>
                <a:moveTo>
                  <a:pt x="5192" y="0"/>
                </a:moveTo>
                <a:lnTo>
                  <a:pt x="5218" y="0"/>
                </a:lnTo>
                <a:lnTo>
                  <a:pt x="5218" y="15"/>
                </a:lnTo>
                <a:lnTo>
                  <a:pt x="5192" y="15"/>
                </a:lnTo>
                <a:lnTo>
                  <a:pt x="5192" y="0"/>
                </a:lnTo>
                <a:moveTo>
                  <a:pt x="5245" y="0"/>
                </a:moveTo>
                <a:lnTo>
                  <a:pt x="5271" y="0"/>
                </a:lnTo>
                <a:lnTo>
                  <a:pt x="5271" y="15"/>
                </a:lnTo>
                <a:lnTo>
                  <a:pt x="5245" y="15"/>
                </a:lnTo>
                <a:lnTo>
                  <a:pt x="5245" y="0"/>
                </a:lnTo>
                <a:moveTo>
                  <a:pt x="5298" y="0"/>
                </a:moveTo>
                <a:lnTo>
                  <a:pt x="5324" y="0"/>
                </a:lnTo>
                <a:lnTo>
                  <a:pt x="5324" y="15"/>
                </a:lnTo>
                <a:lnTo>
                  <a:pt x="5298" y="15"/>
                </a:lnTo>
                <a:lnTo>
                  <a:pt x="5298" y="0"/>
                </a:lnTo>
                <a:moveTo>
                  <a:pt x="5351" y="0"/>
                </a:moveTo>
                <a:lnTo>
                  <a:pt x="5377" y="0"/>
                </a:lnTo>
                <a:lnTo>
                  <a:pt x="5377" y="15"/>
                </a:lnTo>
                <a:lnTo>
                  <a:pt x="5351" y="15"/>
                </a:lnTo>
                <a:lnTo>
                  <a:pt x="5351" y="0"/>
                </a:lnTo>
                <a:moveTo>
                  <a:pt x="5404" y="0"/>
                </a:moveTo>
                <a:lnTo>
                  <a:pt x="5430" y="0"/>
                </a:lnTo>
                <a:lnTo>
                  <a:pt x="5430" y="15"/>
                </a:lnTo>
                <a:lnTo>
                  <a:pt x="5404" y="15"/>
                </a:lnTo>
                <a:lnTo>
                  <a:pt x="5404" y="0"/>
                </a:lnTo>
                <a:moveTo>
                  <a:pt x="5457" y="0"/>
                </a:moveTo>
                <a:lnTo>
                  <a:pt x="5483" y="0"/>
                </a:lnTo>
                <a:lnTo>
                  <a:pt x="5483" y="15"/>
                </a:lnTo>
                <a:lnTo>
                  <a:pt x="5457" y="15"/>
                </a:lnTo>
                <a:lnTo>
                  <a:pt x="5457" y="0"/>
                </a:lnTo>
                <a:moveTo>
                  <a:pt x="5510" y="0"/>
                </a:moveTo>
                <a:lnTo>
                  <a:pt x="5536" y="0"/>
                </a:lnTo>
                <a:lnTo>
                  <a:pt x="5536" y="15"/>
                </a:lnTo>
                <a:lnTo>
                  <a:pt x="5510" y="15"/>
                </a:lnTo>
                <a:lnTo>
                  <a:pt x="5510" y="0"/>
                </a:lnTo>
                <a:moveTo>
                  <a:pt x="5563" y="0"/>
                </a:moveTo>
                <a:lnTo>
                  <a:pt x="5589" y="0"/>
                </a:lnTo>
                <a:lnTo>
                  <a:pt x="5589" y="15"/>
                </a:lnTo>
                <a:lnTo>
                  <a:pt x="5563" y="15"/>
                </a:lnTo>
                <a:lnTo>
                  <a:pt x="5563" y="0"/>
                </a:lnTo>
                <a:moveTo>
                  <a:pt x="5616" y="0"/>
                </a:moveTo>
                <a:lnTo>
                  <a:pt x="5642" y="0"/>
                </a:lnTo>
                <a:lnTo>
                  <a:pt x="5642" y="15"/>
                </a:lnTo>
                <a:lnTo>
                  <a:pt x="5616" y="15"/>
                </a:lnTo>
                <a:lnTo>
                  <a:pt x="5616" y="0"/>
                </a:lnTo>
                <a:moveTo>
                  <a:pt x="5669" y="0"/>
                </a:moveTo>
                <a:lnTo>
                  <a:pt x="5695" y="0"/>
                </a:lnTo>
                <a:lnTo>
                  <a:pt x="5695" y="15"/>
                </a:lnTo>
                <a:lnTo>
                  <a:pt x="5669" y="15"/>
                </a:lnTo>
                <a:lnTo>
                  <a:pt x="5669" y="0"/>
                </a:lnTo>
                <a:moveTo>
                  <a:pt x="5722" y="0"/>
                </a:moveTo>
                <a:lnTo>
                  <a:pt x="5748" y="0"/>
                </a:lnTo>
                <a:lnTo>
                  <a:pt x="5748" y="15"/>
                </a:lnTo>
                <a:lnTo>
                  <a:pt x="5722" y="15"/>
                </a:lnTo>
                <a:lnTo>
                  <a:pt x="5722" y="0"/>
                </a:lnTo>
                <a:moveTo>
                  <a:pt x="5774" y="0"/>
                </a:moveTo>
                <a:lnTo>
                  <a:pt x="5801" y="0"/>
                </a:lnTo>
                <a:lnTo>
                  <a:pt x="5801" y="15"/>
                </a:lnTo>
                <a:lnTo>
                  <a:pt x="5774" y="15"/>
                </a:lnTo>
                <a:lnTo>
                  <a:pt x="5774" y="0"/>
                </a:lnTo>
                <a:moveTo>
                  <a:pt x="5827" y="0"/>
                </a:moveTo>
                <a:lnTo>
                  <a:pt x="5854" y="0"/>
                </a:lnTo>
                <a:lnTo>
                  <a:pt x="5854" y="15"/>
                </a:lnTo>
                <a:lnTo>
                  <a:pt x="5827" y="15"/>
                </a:lnTo>
                <a:lnTo>
                  <a:pt x="5827" y="0"/>
                </a:lnTo>
                <a:moveTo>
                  <a:pt x="5880" y="0"/>
                </a:moveTo>
                <a:lnTo>
                  <a:pt x="5907" y="0"/>
                </a:lnTo>
                <a:lnTo>
                  <a:pt x="5907" y="15"/>
                </a:lnTo>
                <a:lnTo>
                  <a:pt x="5880" y="15"/>
                </a:lnTo>
                <a:lnTo>
                  <a:pt x="5880" y="0"/>
                </a:lnTo>
                <a:moveTo>
                  <a:pt x="5933" y="0"/>
                </a:moveTo>
                <a:lnTo>
                  <a:pt x="5960" y="0"/>
                </a:lnTo>
                <a:lnTo>
                  <a:pt x="5960" y="15"/>
                </a:lnTo>
                <a:lnTo>
                  <a:pt x="5933" y="15"/>
                </a:lnTo>
                <a:lnTo>
                  <a:pt x="5933" y="0"/>
                </a:lnTo>
                <a:moveTo>
                  <a:pt x="5986" y="0"/>
                </a:moveTo>
                <a:lnTo>
                  <a:pt x="6013" y="0"/>
                </a:lnTo>
                <a:lnTo>
                  <a:pt x="6013" y="15"/>
                </a:lnTo>
                <a:lnTo>
                  <a:pt x="5986" y="15"/>
                </a:lnTo>
                <a:lnTo>
                  <a:pt x="5986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939600" y="4981680"/>
            <a:ext cx="861840" cy="76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90" spc="-1" strike="noStrike">
                <a:solidFill>
                  <a:srgbClr val="000000"/>
                </a:solidFill>
                <a:latin typeface="Calibri"/>
                <a:ea typeface="Calibri"/>
              </a:rPr>
              <a:t>7. read Task / Appointment status</a:t>
            </a:r>
            <a:endParaRPr b="0" lang="en-AU" sz="4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987480" y="5132880"/>
            <a:ext cx="753480" cy="76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90" spc="-1" strike="noStrike">
                <a:solidFill>
                  <a:srgbClr val="000000"/>
                </a:solidFill>
                <a:latin typeface="Calibri"/>
                <a:ea typeface="Calibri"/>
              </a:rPr>
              <a:t>Task businessStatus = Booked</a:t>
            </a:r>
            <a:endParaRPr b="0" lang="en-AU" sz="4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5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666720" y="229536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942840" y="26287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666720" y="1834920"/>
            <a:ext cx="253224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Standards in scope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942840" y="30668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2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1162080" y="2507400"/>
            <a:ext cx="8825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AU Core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Patient, Practitioner, PractitionerRole, Organization, Condition, Observation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942840" y="349560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1162080" y="2945520"/>
            <a:ext cx="9221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AU eRequesting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imaging ServiceRequest, Group + fulﬁlment Task (baseline to align with)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942840" y="39337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60"/>
                  <a:pt x="191" y="172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1162080" y="3374280"/>
            <a:ext cx="9891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QH FHIR Referrals IG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QH extensions: referral category, urgency, facility identiﬁers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(version TBC)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942840" y="43621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3" y="54"/>
                  <a:pt x="22" y="42"/>
                  <a:pt x="32" y="32"/>
                </a:cubicBezTo>
                <a:cubicBezTo>
                  <a:pt x="42" y="22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1" y="42"/>
                  <a:pt x="199" y="54"/>
                  <a:pt x="204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1162080" y="3812400"/>
            <a:ext cx="7939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HCPD / Provider Directory IG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directory resources and search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(spec pending)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942840" y="48002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2"/>
                  <a:pt x="53" y="14"/>
                  <a:pt x="66" y="9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9"/>
                </a:cubicBezTo>
                <a:cubicBezTo>
                  <a:pt x="160" y="14"/>
                  <a:pt x="172" y="22"/>
                  <a:pt x="182" y="31"/>
                </a:cubicBezTo>
                <a:cubicBezTo>
                  <a:pt x="191" y="41"/>
                  <a:pt x="199" y="53"/>
                  <a:pt x="204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1162080" y="4241160"/>
            <a:ext cx="51897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FHIR R4 Scheduling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Schedule, Slot, Appointment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4086000" y="4705200"/>
            <a:ext cx="1048320" cy="314640"/>
          </a:xfrm>
          <a:custGeom>
            <a:avLst/>
            <a:gdLst/>
            <a:ahLst/>
            <a:rect l="0" t="0" r="r" b="b"/>
            <a:pathLst>
              <a:path w="2912" h="874">
                <a:moveTo>
                  <a:pt x="0" y="715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2753" y="0"/>
                </a:lnTo>
                <a:cubicBezTo>
                  <a:pt x="2763" y="0"/>
                  <a:pt x="2774" y="1"/>
                  <a:pt x="2784" y="3"/>
                </a:cubicBezTo>
                <a:cubicBezTo>
                  <a:pt x="2794" y="5"/>
                  <a:pt x="2804" y="8"/>
                  <a:pt x="2814" y="12"/>
                </a:cubicBezTo>
                <a:cubicBezTo>
                  <a:pt x="2823" y="16"/>
                  <a:pt x="2832" y="21"/>
                  <a:pt x="2841" y="27"/>
                </a:cubicBezTo>
                <a:cubicBezTo>
                  <a:pt x="2850" y="32"/>
                  <a:pt x="2858" y="39"/>
                  <a:pt x="2865" y="46"/>
                </a:cubicBezTo>
                <a:cubicBezTo>
                  <a:pt x="2872" y="54"/>
                  <a:pt x="2879" y="62"/>
                  <a:pt x="2885" y="70"/>
                </a:cubicBezTo>
                <a:cubicBezTo>
                  <a:pt x="2891" y="79"/>
                  <a:pt x="2895" y="88"/>
                  <a:pt x="2899" y="98"/>
                </a:cubicBezTo>
                <a:cubicBezTo>
                  <a:pt x="2903" y="108"/>
                  <a:pt x="2906" y="117"/>
                  <a:pt x="2908" y="128"/>
                </a:cubicBezTo>
                <a:cubicBezTo>
                  <a:pt x="2911" y="138"/>
                  <a:pt x="2912" y="148"/>
                  <a:pt x="2912" y="159"/>
                </a:cubicBezTo>
                <a:lnTo>
                  <a:pt x="2912" y="715"/>
                </a:lnTo>
                <a:cubicBezTo>
                  <a:pt x="2912" y="726"/>
                  <a:pt x="2911" y="736"/>
                  <a:pt x="2908" y="746"/>
                </a:cubicBezTo>
                <a:cubicBezTo>
                  <a:pt x="2906" y="756"/>
                  <a:pt x="2903" y="766"/>
                  <a:pt x="2899" y="776"/>
                </a:cubicBezTo>
                <a:cubicBezTo>
                  <a:pt x="2895" y="786"/>
                  <a:pt x="2891" y="795"/>
                  <a:pt x="2885" y="803"/>
                </a:cubicBezTo>
                <a:cubicBezTo>
                  <a:pt x="2879" y="812"/>
                  <a:pt x="2872" y="820"/>
                  <a:pt x="2865" y="828"/>
                </a:cubicBezTo>
                <a:cubicBezTo>
                  <a:pt x="2858" y="835"/>
                  <a:pt x="2850" y="841"/>
                  <a:pt x="2841" y="847"/>
                </a:cubicBezTo>
                <a:cubicBezTo>
                  <a:pt x="2832" y="853"/>
                  <a:pt x="2823" y="858"/>
                  <a:pt x="2814" y="862"/>
                </a:cubicBezTo>
                <a:cubicBezTo>
                  <a:pt x="2804" y="866"/>
                  <a:pt x="2794" y="869"/>
                  <a:pt x="2784" y="871"/>
                </a:cubicBezTo>
                <a:cubicBezTo>
                  <a:pt x="2774" y="873"/>
                  <a:pt x="2763" y="874"/>
                  <a:pt x="2753" y="874"/>
                </a:cubicBezTo>
                <a:lnTo>
                  <a:pt x="159" y="874"/>
                </a:lnTo>
                <a:cubicBezTo>
                  <a:pt x="148" y="874"/>
                  <a:pt x="138" y="873"/>
                  <a:pt x="128" y="871"/>
                </a:cubicBezTo>
                <a:cubicBezTo>
                  <a:pt x="118" y="869"/>
                  <a:pt x="108" y="866"/>
                  <a:pt x="98" y="862"/>
                </a:cubicBezTo>
                <a:cubicBezTo>
                  <a:pt x="88" y="858"/>
                  <a:pt x="79" y="853"/>
                  <a:pt x="71" y="847"/>
                </a:cubicBezTo>
                <a:cubicBezTo>
                  <a:pt x="62" y="841"/>
                  <a:pt x="54" y="835"/>
                  <a:pt x="47" y="828"/>
                </a:cubicBezTo>
                <a:cubicBezTo>
                  <a:pt x="39" y="820"/>
                  <a:pt x="33" y="812"/>
                  <a:pt x="27" y="803"/>
                </a:cubicBezTo>
                <a:cubicBezTo>
                  <a:pt x="21" y="795"/>
                  <a:pt x="16" y="786"/>
                  <a:pt x="12" y="776"/>
                </a:cubicBezTo>
                <a:cubicBezTo>
                  <a:pt x="8" y="766"/>
                  <a:pt x="5" y="756"/>
                  <a:pt x="3" y="746"/>
                </a:cubicBezTo>
                <a:cubicBezTo>
                  <a:pt x="1" y="736"/>
                  <a:pt x="0" y="726"/>
                  <a:pt x="0" y="715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162080" y="4679280"/>
            <a:ext cx="2936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Bulk Data Access IG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— HCPD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166280" y="4743360"/>
            <a:ext cx="8830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$export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5134320" y="4679280"/>
            <a:ext cx="9151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(stretch)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6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666720" y="212400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666720" y="1663200"/>
            <a:ext cx="37587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Two streams, run in parallel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942840" y="30193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60"/>
                  <a:pt x="191" y="172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666720" y="2384640"/>
            <a:ext cx="2036880" cy="32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100" spc="-1" strike="noStrike">
                <a:solidFill>
                  <a:srgbClr val="1e22aa"/>
                </a:solidFill>
                <a:latin typeface="Calibri"/>
                <a:ea typeface="Calibri"/>
              </a:rPr>
              <a:t>Browser core path</a:t>
            </a:r>
            <a:endParaRPr b="0" lang="en-AU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942840" y="34574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0"/>
                  <a:pt x="160" y="198"/>
                  <a:pt x="147" y="203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3"/>
                </a:cubicBezTo>
                <a:cubicBezTo>
                  <a:pt x="53" y="198"/>
                  <a:pt x="42" y="190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1162080" y="2898000"/>
            <a:ext cx="8928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HCPD queries, referral creation and booking via a client (Postman / Bruno / test harness)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1162080" y="3336120"/>
            <a:ext cx="7453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Right for less-technical participants and anyone with locked-down laptops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942840" y="45432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666720" y="3908520"/>
            <a:ext cx="3742200" cy="32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100" spc="-1" strike="noStrike">
                <a:solidFill>
                  <a:srgbClr val="1e22aa"/>
                </a:solidFill>
                <a:latin typeface="Calibri"/>
                <a:ea typeface="Calibri"/>
              </a:rPr>
              <a:t>Developer deep dive (~10 people)</a:t>
            </a:r>
            <a:endParaRPr b="0" lang="en-AU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942840" y="49719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2"/>
                </a:cubicBezTo>
                <a:cubicBezTo>
                  <a:pt x="42" y="22"/>
                  <a:pt x="53" y="14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1162080" y="4421880"/>
            <a:ext cx="73098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Local tooling, extending the workﬂow, validation and state management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1162080" y="4850640"/>
            <a:ext cx="62859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Laptop permissions and prerequisites shared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before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the event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7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666720" y="242856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676080" y="260964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1990440" y="260964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676080" y="260964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1990440" y="260964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676080" y="304776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1990440" y="304776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676080" y="348588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1990440" y="348588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676080" y="392400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1990440" y="392400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666720" y="260964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666720" y="260964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1990440" y="2609640"/>
            <a:ext cx="10080" cy="448200"/>
          </a:xfrm>
          <a:custGeom>
            <a:avLst/>
            <a:gdLst/>
            <a:ahLst/>
            <a:rect l="0" t="0" r="r" b="b"/>
            <a:pathLst>
              <a:path w="28" h="1245">
                <a:moveTo>
                  <a:pt x="0" y="0"/>
                </a:moveTo>
                <a:lnTo>
                  <a:pt x="28" y="0"/>
                </a:lnTo>
                <a:lnTo>
                  <a:pt x="28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2000160" y="260964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9982080" y="260964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666720" y="304776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2000160" y="304776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666720" y="3057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1990440" y="30574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9982080" y="3057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666720" y="3495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666720" y="348588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1990440" y="349560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2000160" y="348588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9982080" y="3495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666720" y="39337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666720" y="392400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1990440" y="393372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2000160" y="392400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9982080" y="39337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666720" y="436212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2000160" y="436212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666720" y="1958760"/>
            <a:ext cx="40104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Day 1 — Thursday 29 October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1117440" y="2705760"/>
            <a:ext cx="429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Time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5745240" y="2705760"/>
            <a:ext cx="4914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Focus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799920" y="314388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11:30–13:00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2123640" y="3143880"/>
            <a:ext cx="77576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Kick-oﬀ &amp; environment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scenario intro, roles, HCPD connectivity, seed data; split streams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799920" y="358200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14:00–15:00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2123640" y="3582000"/>
            <a:ext cx="49582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Discovery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HCPD queries; resolve the receiving Endpoint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799920" y="402012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15:30–17:00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6467400" y="4028760"/>
            <a:ext cx="1105200" cy="276840"/>
          </a:xfrm>
          <a:custGeom>
            <a:avLst/>
            <a:gdLst/>
            <a:ahLst/>
            <a:rect l="0" t="0" r="r" b="b"/>
            <a:pathLst>
              <a:path w="3070" h="769">
                <a:moveTo>
                  <a:pt x="0" y="609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2911" y="0"/>
                </a:lnTo>
                <a:cubicBezTo>
                  <a:pt x="2922" y="0"/>
                  <a:pt x="2932" y="1"/>
                  <a:pt x="2942" y="3"/>
                </a:cubicBezTo>
                <a:cubicBezTo>
                  <a:pt x="2952" y="5"/>
                  <a:pt x="2962" y="8"/>
                  <a:pt x="2972" y="12"/>
                </a:cubicBezTo>
                <a:cubicBezTo>
                  <a:pt x="2982" y="16"/>
                  <a:pt x="2991" y="21"/>
                  <a:pt x="2999" y="27"/>
                </a:cubicBezTo>
                <a:cubicBezTo>
                  <a:pt x="3008" y="33"/>
                  <a:pt x="3016" y="40"/>
                  <a:pt x="3023" y="47"/>
                </a:cubicBezTo>
                <a:cubicBezTo>
                  <a:pt x="3031" y="54"/>
                  <a:pt x="3037" y="62"/>
                  <a:pt x="3043" y="71"/>
                </a:cubicBezTo>
                <a:cubicBezTo>
                  <a:pt x="3049" y="80"/>
                  <a:pt x="3054" y="89"/>
                  <a:pt x="3058" y="98"/>
                </a:cubicBezTo>
                <a:cubicBezTo>
                  <a:pt x="3062" y="108"/>
                  <a:pt x="3065" y="118"/>
                  <a:pt x="3067" y="128"/>
                </a:cubicBezTo>
                <a:cubicBezTo>
                  <a:pt x="3069" y="138"/>
                  <a:pt x="3070" y="149"/>
                  <a:pt x="3070" y="159"/>
                </a:cubicBezTo>
                <a:lnTo>
                  <a:pt x="3070" y="609"/>
                </a:lnTo>
                <a:cubicBezTo>
                  <a:pt x="3070" y="619"/>
                  <a:pt x="3069" y="630"/>
                  <a:pt x="3067" y="640"/>
                </a:cubicBezTo>
                <a:cubicBezTo>
                  <a:pt x="3065" y="650"/>
                  <a:pt x="3062" y="660"/>
                  <a:pt x="3058" y="670"/>
                </a:cubicBezTo>
                <a:cubicBezTo>
                  <a:pt x="3054" y="679"/>
                  <a:pt x="3049" y="688"/>
                  <a:pt x="3043" y="697"/>
                </a:cubicBezTo>
                <a:cubicBezTo>
                  <a:pt x="3037" y="707"/>
                  <a:pt x="3031" y="715"/>
                  <a:pt x="3023" y="722"/>
                </a:cubicBezTo>
                <a:cubicBezTo>
                  <a:pt x="3016" y="730"/>
                  <a:pt x="3008" y="736"/>
                  <a:pt x="2999" y="742"/>
                </a:cubicBezTo>
                <a:cubicBezTo>
                  <a:pt x="2991" y="748"/>
                  <a:pt x="2982" y="753"/>
                  <a:pt x="2972" y="757"/>
                </a:cubicBezTo>
                <a:cubicBezTo>
                  <a:pt x="2962" y="761"/>
                  <a:pt x="2952" y="764"/>
                  <a:pt x="2942" y="766"/>
                </a:cubicBezTo>
                <a:cubicBezTo>
                  <a:pt x="2932" y="768"/>
                  <a:pt x="2922" y="769"/>
                  <a:pt x="2911" y="769"/>
                </a:cubicBezTo>
                <a:lnTo>
                  <a:pt x="158" y="769"/>
                </a:lnTo>
                <a:cubicBezTo>
                  <a:pt x="148" y="769"/>
                  <a:pt x="138" y="768"/>
                  <a:pt x="127" y="766"/>
                </a:cubicBezTo>
                <a:cubicBezTo>
                  <a:pt x="117" y="764"/>
                  <a:pt x="107" y="761"/>
                  <a:pt x="98" y="757"/>
                </a:cubicBezTo>
                <a:cubicBezTo>
                  <a:pt x="88" y="753"/>
                  <a:pt x="79" y="748"/>
                  <a:pt x="70" y="742"/>
                </a:cubicBezTo>
                <a:cubicBezTo>
                  <a:pt x="62" y="736"/>
                  <a:pt x="54" y="730"/>
                  <a:pt x="46" y="722"/>
                </a:cubicBezTo>
                <a:cubicBezTo>
                  <a:pt x="39" y="715"/>
                  <a:pt x="32" y="707"/>
                  <a:pt x="26" y="697"/>
                </a:cubicBezTo>
                <a:cubicBezTo>
                  <a:pt x="21" y="688"/>
                  <a:pt x="16" y="679"/>
                  <a:pt x="12" y="670"/>
                </a:cubicBezTo>
                <a:cubicBezTo>
                  <a:pt x="8" y="660"/>
                  <a:pt x="5" y="650"/>
                  <a:pt x="3" y="640"/>
                </a:cubicBezTo>
                <a:cubicBezTo>
                  <a:pt x="1" y="630"/>
                  <a:pt x="0" y="619"/>
                  <a:pt x="0" y="609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2123640" y="4020120"/>
            <a:ext cx="43642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Referral creation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ServiceRequest + Task Bundle; 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6536880" y="4068720"/>
            <a:ext cx="9622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410" spc="-1" strike="noStrike">
                <a:solidFill>
                  <a:srgbClr val="007a53"/>
                </a:solidFill>
                <a:latin typeface="Courier New"/>
                <a:ea typeface="Courier New"/>
              </a:rPr>
              <a:t>$validate</a:t>
            </a:r>
            <a:endParaRPr b="0" lang="en-AU" sz="14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7569720" y="4020120"/>
            <a:ext cx="7246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on HAPI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666720" y="4555440"/>
            <a:ext cx="7715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(Plenaries 9:00–10:30, morning tea 11:00, lunch 13:00, afternoon tea 15:00.)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8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666720" y="220968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676080" y="239076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1990440" y="239076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676080" y="239076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1990440" y="239076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676080" y="282888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1990440" y="282888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676080" y="326700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1990440" y="326700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676080" y="370512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1990440" y="370512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676080" y="414324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1990440" y="414324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666720" y="239076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666720" y="23907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1990440" y="2390760"/>
            <a:ext cx="10080" cy="447840"/>
          </a:xfrm>
          <a:custGeom>
            <a:avLst/>
            <a:gdLst/>
            <a:ahLst/>
            <a:rect l="0" t="0" r="r" b="b"/>
            <a:pathLst>
              <a:path w="28" h="1244">
                <a:moveTo>
                  <a:pt x="0" y="0"/>
                </a:moveTo>
                <a:lnTo>
                  <a:pt x="28" y="0"/>
                </a:lnTo>
                <a:lnTo>
                  <a:pt x="28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2000160" y="239076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7943760" y="239076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666720" y="282888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2000160" y="282888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666720" y="28382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1990440" y="283824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7943760" y="28382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666720" y="3276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666720" y="326700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1990440" y="32763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2000160" y="326700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7943760" y="3276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666720" y="3714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666720" y="370512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1990440" y="37144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2000160" y="370512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7943760" y="3714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666720" y="4152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666720" y="414324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1990440" y="415260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2000160" y="414324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7943760" y="4152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666720" y="45813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2000160" y="458136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666720" y="1739520"/>
            <a:ext cx="36003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Day 2 — Friday 30 October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1117440" y="2486520"/>
            <a:ext cx="429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Time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4725720" y="2486520"/>
            <a:ext cx="4914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Focus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799920" y="2924640"/>
            <a:ext cx="9561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9:30–10:30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2123640" y="2924640"/>
            <a:ext cx="5685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Filler triage &amp; availability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accept / reject / on-hold; publish Slots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799920" y="336276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11:00–12:30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2123640" y="3362760"/>
            <a:ext cx="56275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Booking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Appointment, conﬁrm, cancel &amp; rebook, negative tests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799920" y="380088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13:30–15:00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2123640" y="3800880"/>
            <a:ext cx="35683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Status tracking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end-to-end + stretch goals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799920" y="423900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15:30–16:30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123640" y="4239000"/>
            <a:ext cx="31172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Show and Tell!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demo the full ﬂow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666720" y="4774320"/>
            <a:ext cx="79650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(Recap 9:00, morning tea 10:30, lunch 12:30, afternoon tea 15:00, close 16:30.)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9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666720" y="273348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942840" y="30668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2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666720" y="2263320"/>
            <a:ext cx="202932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Getting started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942840" y="349560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1162080" y="2945520"/>
            <a:ext cx="9059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Servers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(conﬁrm 2026 URLs)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— secured &amp; open FHIR endpoints on the shared HAPI server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4647960" y="3400200"/>
            <a:ext cx="3076920" cy="324360"/>
          </a:xfrm>
          <a:custGeom>
            <a:avLst/>
            <a:gdLst/>
            <a:ahLst/>
            <a:rect l="0" t="0" r="r" b="b"/>
            <a:pathLst>
              <a:path w="8547" h="901">
                <a:moveTo>
                  <a:pt x="0" y="741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8387" y="0"/>
                </a:lnTo>
                <a:cubicBezTo>
                  <a:pt x="8398" y="0"/>
                  <a:pt x="8408" y="1"/>
                  <a:pt x="8418" y="3"/>
                </a:cubicBezTo>
                <a:cubicBezTo>
                  <a:pt x="8429" y="5"/>
                  <a:pt x="8439" y="8"/>
                  <a:pt x="8448" y="12"/>
                </a:cubicBezTo>
                <a:cubicBezTo>
                  <a:pt x="8459" y="16"/>
                  <a:pt x="8468" y="21"/>
                  <a:pt x="8477" y="27"/>
                </a:cubicBezTo>
                <a:cubicBezTo>
                  <a:pt x="8485" y="33"/>
                  <a:pt x="8493" y="39"/>
                  <a:pt x="8501" y="47"/>
                </a:cubicBezTo>
                <a:cubicBezTo>
                  <a:pt x="8508" y="54"/>
                  <a:pt x="8515" y="62"/>
                  <a:pt x="8520" y="71"/>
                </a:cubicBezTo>
                <a:cubicBezTo>
                  <a:pt x="8526" y="79"/>
                  <a:pt x="8531" y="88"/>
                  <a:pt x="8535" y="98"/>
                </a:cubicBezTo>
                <a:cubicBezTo>
                  <a:pt x="8539" y="108"/>
                  <a:pt x="8542" y="118"/>
                  <a:pt x="8544" y="128"/>
                </a:cubicBezTo>
                <a:cubicBezTo>
                  <a:pt x="8546" y="138"/>
                  <a:pt x="8547" y="148"/>
                  <a:pt x="8547" y="159"/>
                </a:cubicBezTo>
                <a:lnTo>
                  <a:pt x="8547" y="741"/>
                </a:lnTo>
                <a:cubicBezTo>
                  <a:pt x="8547" y="751"/>
                  <a:pt x="8546" y="762"/>
                  <a:pt x="8544" y="772"/>
                </a:cubicBezTo>
                <a:cubicBezTo>
                  <a:pt x="8542" y="782"/>
                  <a:pt x="8539" y="792"/>
                  <a:pt x="8535" y="802"/>
                </a:cubicBezTo>
                <a:cubicBezTo>
                  <a:pt x="8531" y="811"/>
                  <a:pt x="8526" y="820"/>
                  <a:pt x="8520" y="829"/>
                </a:cubicBezTo>
                <a:cubicBezTo>
                  <a:pt x="8515" y="838"/>
                  <a:pt x="8508" y="846"/>
                  <a:pt x="8501" y="853"/>
                </a:cubicBezTo>
                <a:cubicBezTo>
                  <a:pt x="8493" y="861"/>
                  <a:pt x="8485" y="867"/>
                  <a:pt x="8477" y="873"/>
                </a:cubicBezTo>
                <a:cubicBezTo>
                  <a:pt x="8468" y="879"/>
                  <a:pt x="8459" y="884"/>
                  <a:pt x="8448" y="888"/>
                </a:cubicBezTo>
                <a:cubicBezTo>
                  <a:pt x="8439" y="892"/>
                  <a:pt x="8429" y="896"/>
                  <a:pt x="8418" y="898"/>
                </a:cubicBezTo>
                <a:cubicBezTo>
                  <a:pt x="8408" y="900"/>
                  <a:pt x="8398" y="901"/>
                  <a:pt x="8387" y="901"/>
                </a:cubicBezTo>
                <a:lnTo>
                  <a:pt x="159" y="901"/>
                </a:lnTo>
                <a:cubicBezTo>
                  <a:pt x="148" y="901"/>
                  <a:pt x="138" y="900"/>
                  <a:pt x="128" y="898"/>
                </a:cubicBezTo>
                <a:cubicBezTo>
                  <a:pt x="118" y="896"/>
                  <a:pt x="108" y="892"/>
                  <a:pt x="98" y="888"/>
                </a:cubicBezTo>
                <a:cubicBezTo>
                  <a:pt x="89" y="884"/>
                  <a:pt x="79" y="879"/>
                  <a:pt x="71" y="873"/>
                </a:cubicBezTo>
                <a:cubicBezTo>
                  <a:pt x="62" y="867"/>
                  <a:pt x="54" y="861"/>
                  <a:pt x="47" y="853"/>
                </a:cubicBezTo>
                <a:cubicBezTo>
                  <a:pt x="39" y="846"/>
                  <a:pt x="33" y="838"/>
                  <a:pt x="27" y="829"/>
                </a:cubicBezTo>
                <a:cubicBezTo>
                  <a:pt x="21" y="820"/>
                  <a:pt x="16" y="811"/>
                  <a:pt x="12" y="802"/>
                </a:cubicBezTo>
                <a:cubicBezTo>
                  <a:pt x="8" y="792"/>
                  <a:pt x="5" y="782"/>
                  <a:pt x="3" y="772"/>
                </a:cubicBezTo>
                <a:cubicBezTo>
                  <a:pt x="1" y="762"/>
                  <a:pt x="0" y="751"/>
                  <a:pt x="0" y="741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1162080" y="3374280"/>
            <a:ext cx="3509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Every HCPD request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sends header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942840" y="39337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60"/>
                  <a:pt x="191" y="172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4732920" y="3438360"/>
            <a:ext cx="290232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X-Request-ID: &lt;UUID v4&gt;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6143400" y="3838320"/>
            <a:ext cx="1305360" cy="314640"/>
          </a:xfrm>
          <a:custGeom>
            <a:avLst/>
            <a:gdLst/>
            <a:ahLst/>
            <a:rect l="0" t="0" r="r" b="b"/>
            <a:pathLst>
              <a:path w="3626" h="874">
                <a:moveTo>
                  <a:pt x="0" y="716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467" y="0"/>
                </a:lnTo>
                <a:cubicBezTo>
                  <a:pt x="3478" y="0"/>
                  <a:pt x="3488" y="1"/>
                  <a:pt x="3498" y="3"/>
                </a:cubicBezTo>
                <a:cubicBezTo>
                  <a:pt x="3508" y="5"/>
                  <a:pt x="3518" y="8"/>
                  <a:pt x="3528" y="12"/>
                </a:cubicBezTo>
                <a:cubicBezTo>
                  <a:pt x="3538" y="16"/>
                  <a:pt x="3547" y="21"/>
                  <a:pt x="3555" y="27"/>
                </a:cubicBezTo>
                <a:cubicBezTo>
                  <a:pt x="3564" y="33"/>
                  <a:pt x="3572" y="39"/>
                  <a:pt x="3579" y="47"/>
                </a:cubicBezTo>
                <a:cubicBezTo>
                  <a:pt x="3587" y="54"/>
                  <a:pt x="3593" y="62"/>
                  <a:pt x="3599" y="71"/>
                </a:cubicBezTo>
                <a:cubicBezTo>
                  <a:pt x="3605" y="79"/>
                  <a:pt x="3610" y="89"/>
                  <a:pt x="3614" y="98"/>
                </a:cubicBezTo>
                <a:cubicBezTo>
                  <a:pt x="3618" y="108"/>
                  <a:pt x="3621" y="118"/>
                  <a:pt x="3623" y="128"/>
                </a:cubicBezTo>
                <a:cubicBezTo>
                  <a:pt x="3625" y="138"/>
                  <a:pt x="3626" y="149"/>
                  <a:pt x="3626" y="159"/>
                </a:cubicBezTo>
                <a:lnTo>
                  <a:pt x="3626" y="716"/>
                </a:lnTo>
                <a:cubicBezTo>
                  <a:pt x="3626" y="726"/>
                  <a:pt x="3625" y="736"/>
                  <a:pt x="3623" y="747"/>
                </a:cubicBezTo>
                <a:cubicBezTo>
                  <a:pt x="3621" y="757"/>
                  <a:pt x="3618" y="767"/>
                  <a:pt x="3614" y="776"/>
                </a:cubicBezTo>
                <a:cubicBezTo>
                  <a:pt x="3610" y="786"/>
                  <a:pt x="3605" y="795"/>
                  <a:pt x="3599" y="804"/>
                </a:cubicBezTo>
                <a:cubicBezTo>
                  <a:pt x="3593" y="812"/>
                  <a:pt x="3587" y="820"/>
                  <a:pt x="3579" y="828"/>
                </a:cubicBezTo>
                <a:cubicBezTo>
                  <a:pt x="3572" y="835"/>
                  <a:pt x="3564" y="842"/>
                  <a:pt x="3555" y="848"/>
                </a:cubicBezTo>
                <a:cubicBezTo>
                  <a:pt x="3547" y="853"/>
                  <a:pt x="3538" y="858"/>
                  <a:pt x="3528" y="862"/>
                </a:cubicBezTo>
                <a:cubicBezTo>
                  <a:pt x="3518" y="866"/>
                  <a:pt x="3508" y="869"/>
                  <a:pt x="3498" y="871"/>
                </a:cubicBezTo>
                <a:cubicBezTo>
                  <a:pt x="3488" y="873"/>
                  <a:pt x="3478" y="874"/>
                  <a:pt x="3467" y="874"/>
                </a:cubicBezTo>
                <a:lnTo>
                  <a:pt x="159" y="874"/>
                </a:lnTo>
                <a:cubicBezTo>
                  <a:pt x="148" y="874"/>
                  <a:pt x="138" y="873"/>
                  <a:pt x="128" y="871"/>
                </a:cubicBezTo>
                <a:cubicBezTo>
                  <a:pt x="118" y="869"/>
                  <a:pt x="108" y="866"/>
                  <a:pt x="98" y="862"/>
                </a:cubicBezTo>
                <a:cubicBezTo>
                  <a:pt x="88" y="858"/>
                  <a:pt x="79" y="853"/>
                  <a:pt x="71" y="848"/>
                </a:cubicBezTo>
                <a:cubicBezTo>
                  <a:pt x="62" y="842"/>
                  <a:pt x="54" y="835"/>
                  <a:pt x="47" y="828"/>
                </a:cubicBezTo>
                <a:cubicBezTo>
                  <a:pt x="39" y="820"/>
                  <a:pt x="33" y="812"/>
                  <a:pt x="27" y="804"/>
                </a:cubicBezTo>
                <a:cubicBezTo>
                  <a:pt x="21" y="795"/>
                  <a:pt x="16" y="786"/>
                  <a:pt x="12" y="776"/>
                </a:cubicBezTo>
                <a:cubicBezTo>
                  <a:pt x="8" y="767"/>
                  <a:pt x="5" y="757"/>
                  <a:pt x="3" y="747"/>
                </a:cubicBezTo>
                <a:cubicBezTo>
                  <a:pt x="1" y="736"/>
                  <a:pt x="0" y="726"/>
                  <a:pt x="0" y="716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1162080" y="3812400"/>
            <a:ext cx="50346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Validate against the QH IG / AU eRequesting with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942840" y="43718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0"/>
                  <a:pt x="160" y="198"/>
                  <a:pt x="147" y="204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4"/>
                </a:cubicBezTo>
                <a:cubicBezTo>
                  <a:pt x="53" y="198"/>
                  <a:pt x="42" y="190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6227640" y="3876480"/>
            <a:ext cx="113616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$validate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1162080" y="4250520"/>
            <a:ext cx="7029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Bring your laptop, synthetic data, and your ideas — nothing sensitive!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10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666720" y="246672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666720" y="4476600"/>
            <a:ext cx="57240" cy="371880"/>
          </a:xfrm>
          <a:custGeom>
            <a:avLst/>
            <a:gdLst/>
            <a:ahLst/>
            <a:rect l="0" t="0" r="r" b="b"/>
            <a:pathLst>
              <a:path w="159" h="1033">
                <a:moveTo>
                  <a:pt x="0" y="0"/>
                </a:moveTo>
                <a:lnTo>
                  <a:pt x="159" y="0"/>
                </a:lnTo>
                <a:lnTo>
                  <a:pt x="15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942840" y="28000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666720" y="2006280"/>
            <a:ext cx="43974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Open decisions (before we start)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942840" y="32382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1162080" y="2678760"/>
            <a:ext cx="61362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HCPD access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SIT credentials &amp; onboarding for participants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2199960" y="3133440"/>
            <a:ext cx="248040" cy="248040"/>
          </a:xfrm>
          <a:custGeom>
            <a:avLst/>
            <a:gdLst/>
            <a:ahLst/>
            <a:rect l="0" t="0" r="r" b="b"/>
            <a:pathLst>
              <a:path w="689" h="689">
                <a:moveTo>
                  <a:pt x="689" y="613"/>
                </a:moveTo>
                <a:cubicBezTo>
                  <a:pt x="689" y="655"/>
                  <a:pt x="655" y="689"/>
                  <a:pt x="613" y="689"/>
                </a:cubicBezTo>
                <a:lnTo>
                  <a:pt x="77" y="689"/>
                </a:lnTo>
                <a:cubicBezTo>
                  <a:pt x="35" y="689"/>
                  <a:pt x="0" y="655"/>
                  <a:pt x="0" y="613"/>
                </a:cubicBezTo>
                <a:lnTo>
                  <a:pt x="0" y="77"/>
                </a:lnTo>
                <a:cubicBezTo>
                  <a:pt x="0" y="35"/>
                  <a:pt x="35" y="0"/>
                  <a:pt x="77" y="0"/>
                </a:cubicBezTo>
                <a:lnTo>
                  <a:pt x="613" y="0"/>
                </a:lnTo>
                <a:cubicBezTo>
                  <a:pt x="655" y="0"/>
                  <a:pt x="689" y="35"/>
                  <a:pt x="689" y="77"/>
                </a:cubicBezTo>
                <a:lnTo>
                  <a:pt x="689" y="613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2220840" y="3195360"/>
            <a:ext cx="206640" cy="124200"/>
          </a:xfrm>
          <a:custGeom>
            <a:avLst/>
            <a:gdLst/>
            <a:ahLst/>
            <a:rect l="0" t="0" r="r" b="b"/>
            <a:pathLst>
              <a:path w="574" h="345">
                <a:moveTo>
                  <a:pt x="191" y="0"/>
                </a:moveTo>
                <a:lnTo>
                  <a:pt x="0" y="172"/>
                </a:lnTo>
                <a:lnTo>
                  <a:pt x="191" y="345"/>
                </a:lnTo>
                <a:lnTo>
                  <a:pt x="191" y="0"/>
                </a:lnTo>
                <a:moveTo>
                  <a:pt x="574" y="172"/>
                </a:moveTo>
                <a:lnTo>
                  <a:pt x="382" y="0"/>
                </a:lnTo>
                <a:lnTo>
                  <a:pt x="382" y="345"/>
                </a:lnTo>
                <a:lnTo>
                  <a:pt x="574" y="172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2282760" y="3229920"/>
            <a:ext cx="82800" cy="55440"/>
          </a:xfrm>
          <a:custGeom>
            <a:avLst/>
            <a:gdLst/>
            <a:ahLst/>
            <a:rect l="0" t="0" r="r" b="b"/>
            <a:pathLst>
              <a:path w="230" h="154">
                <a:moveTo>
                  <a:pt x="0" y="0"/>
                </a:moveTo>
                <a:lnTo>
                  <a:pt x="230" y="0"/>
                </a:lnTo>
                <a:lnTo>
                  <a:pt x="230" y="154"/>
                </a:lnTo>
                <a:lnTo>
                  <a:pt x="0" y="15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1162080" y="3116880"/>
            <a:ext cx="1017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Directory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942840" y="36669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2456280" y="3116880"/>
            <a:ext cx="5930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referral server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test Endpoints in HCPD, or a local mirror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942840" y="41050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1162080" y="3545640"/>
            <a:ext cx="6895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Who books?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referrer directly, or ﬁller after triage (support both?)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1162080" y="3983760"/>
            <a:ext cx="85734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Transport &amp; security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shared HAPI vs push to discovered endpoint; open vs SMART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4200480" y="4533840"/>
            <a:ext cx="1933920" cy="314640"/>
          </a:xfrm>
          <a:custGeom>
            <a:avLst/>
            <a:gdLst/>
            <a:ahLst/>
            <a:rect l="0" t="0" r="r" b="b"/>
            <a:pathLst>
              <a:path w="5372" h="874">
                <a:moveTo>
                  <a:pt x="0" y="715"/>
                </a:moveTo>
                <a:lnTo>
                  <a:pt x="0" y="159"/>
                </a:ln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6"/>
                </a:cubicBezTo>
                <a:cubicBezTo>
                  <a:pt x="53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5213" y="0"/>
                </a:lnTo>
                <a:cubicBezTo>
                  <a:pt x="5223" y="0"/>
                  <a:pt x="5234" y="1"/>
                  <a:pt x="5244" y="3"/>
                </a:cubicBezTo>
                <a:cubicBezTo>
                  <a:pt x="5254" y="5"/>
                  <a:pt x="5264" y="8"/>
                  <a:pt x="5274" y="12"/>
                </a:cubicBezTo>
                <a:cubicBezTo>
                  <a:pt x="5283" y="16"/>
                  <a:pt x="5292" y="21"/>
                  <a:pt x="5301" y="26"/>
                </a:cubicBezTo>
                <a:cubicBezTo>
                  <a:pt x="5310" y="32"/>
                  <a:pt x="5318" y="39"/>
                  <a:pt x="5325" y="46"/>
                </a:cubicBezTo>
                <a:cubicBezTo>
                  <a:pt x="5333" y="54"/>
                  <a:pt x="5339" y="62"/>
                  <a:pt x="5345" y="71"/>
                </a:cubicBezTo>
                <a:cubicBezTo>
                  <a:pt x="5351" y="80"/>
                  <a:pt x="5356" y="89"/>
                  <a:pt x="5360" y="99"/>
                </a:cubicBezTo>
                <a:cubicBezTo>
                  <a:pt x="5364" y="108"/>
                  <a:pt x="5367" y="118"/>
                  <a:pt x="5369" y="128"/>
                </a:cubicBezTo>
                <a:cubicBezTo>
                  <a:pt x="5371" y="139"/>
                  <a:pt x="5372" y="149"/>
                  <a:pt x="5372" y="159"/>
                </a:cubicBezTo>
                <a:lnTo>
                  <a:pt x="5372" y="715"/>
                </a:lnTo>
                <a:cubicBezTo>
                  <a:pt x="5372" y="725"/>
                  <a:pt x="5371" y="736"/>
                  <a:pt x="5369" y="746"/>
                </a:cubicBezTo>
                <a:cubicBezTo>
                  <a:pt x="5367" y="756"/>
                  <a:pt x="5364" y="766"/>
                  <a:pt x="5360" y="776"/>
                </a:cubicBezTo>
                <a:cubicBezTo>
                  <a:pt x="5356" y="785"/>
                  <a:pt x="5351" y="795"/>
                  <a:pt x="5345" y="803"/>
                </a:cubicBezTo>
                <a:cubicBezTo>
                  <a:pt x="5339" y="812"/>
                  <a:pt x="5333" y="820"/>
                  <a:pt x="5325" y="827"/>
                </a:cubicBezTo>
                <a:cubicBezTo>
                  <a:pt x="5318" y="835"/>
                  <a:pt x="5310" y="841"/>
                  <a:pt x="5301" y="847"/>
                </a:cubicBezTo>
                <a:cubicBezTo>
                  <a:pt x="5292" y="853"/>
                  <a:pt x="5283" y="858"/>
                  <a:pt x="5274" y="862"/>
                </a:cubicBezTo>
                <a:cubicBezTo>
                  <a:pt x="5264" y="866"/>
                  <a:pt x="5254" y="869"/>
                  <a:pt x="5244" y="871"/>
                </a:cubicBezTo>
                <a:cubicBezTo>
                  <a:pt x="5234" y="873"/>
                  <a:pt x="5223" y="874"/>
                  <a:pt x="5213" y="874"/>
                </a:cubicBezTo>
                <a:lnTo>
                  <a:pt x="158" y="874"/>
                </a:lnTo>
                <a:cubicBezTo>
                  <a:pt x="148" y="874"/>
                  <a:pt x="138" y="873"/>
                  <a:pt x="127" y="871"/>
                </a:cubicBezTo>
                <a:cubicBezTo>
                  <a:pt x="117" y="869"/>
                  <a:pt x="107" y="866"/>
                  <a:pt x="98" y="862"/>
                </a:cubicBezTo>
                <a:cubicBezTo>
                  <a:pt x="88" y="858"/>
                  <a:pt x="79" y="853"/>
                  <a:pt x="70" y="847"/>
                </a:cubicBezTo>
                <a:cubicBezTo>
                  <a:pt x="62" y="841"/>
                  <a:pt x="53" y="835"/>
                  <a:pt x="46" y="827"/>
                </a:cubicBezTo>
                <a:cubicBezTo>
                  <a:pt x="39" y="820"/>
                  <a:pt x="32" y="812"/>
                  <a:pt x="26" y="803"/>
                </a:cubicBezTo>
                <a:cubicBezTo>
                  <a:pt x="21" y="795"/>
                  <a:pt x="16" y="785"/>
                  <a:pt x="12" y="776"/>
                </a:cubicBezTo>
                <a:cubicBezTo>
                  <a:pt x="8" y="766"/>
                  <a:pt x="5" y="756"/>
                  <a:pt x="3" y="746"/>
                </a:cubicBezTo>
                <a:cubicBezTo>
                  <a:pt x="1" y="736"/>
                  <a:pt x="0" y="725"/>
                  <a:pt x="0" y="715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971640" y="4507560"/>
            <a:ext cx="32666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Tracked as GitHub issues on the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4283280" y="4572000"/>
            <a:ext cx="17668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track:services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6135480" y="4507560"/>
            <a:ext cx="604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label.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11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666720" y="2453400"/>
            <a:ext cx="2602080" cy="629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050" spc="-1" strike="noStrike">
                <a:solidFill>
                  <a:srgbClr val="ffffff"/>
                </a:solidFill>
                <a:latin typeface="Calibri"/>
                <a:ea typeface="Calibri"/>
              </a:rPr>
              <a:t>Let's build it</a:t>
            </a:r>
            <a:endParaRPr b="0" lang="en-AU" sz="4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666720" y="3490200"/>
            <a:ext cx="43304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250" spc="-1" strike="noStrike">
                <a:solidFill>
                  <a:srgbClr val="00a9ce"/>
                </a:solidFill>
                <a:latin typeface="Calibri"/>
                <a:ea typeface="Calibri"/>
              </a:rPr>
              <a:t>Questions, ideas, and let's FHIR it up</a:t>
            </a:r>
            <a:endParaRPr b="0" lang="en-AU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1771560" y="4095720"/>
            <a:ext cx="3886560" cy="295560"/>
          </a:xfrm>
          <a:custGeom>
            <a:avLst/>
            <a:gdLst/>
            <a:ahLst/>
            <a:rect l="0" t="0" r="r" b="b"/>
            <a:pathLst>
              <a:path w="10796" h="821">
                <a:moveTo>
                  <a:pt x="0" y="66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1"/>
                  <a:pt x="39" y="53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8" y="0"/>
                </a:cubicBezTo>
                <a:lnTo>
                  <a:pt x="10637" y="0"/>
                </a:lnTo>
                <a:cubicBezTo>
                  <a:pt x="10647" y="0"/>
                  <a:pt x="10658" y="1"/>
                  <a:pt x="10668" y="3"/>
                </a:cubicBezTo>
                <a:cubicBezTo>
                  <a:pt x="10678" y="5"/>
                  <a:pt x="10688" y="8"/>
                  <a:pt x="10698" y="12"/>
                </a:cubicBezTo>
                <a:cubicBezTo>
                  <a:pt x="10707" y="16"/>
                  <a:pt x="10717" y="21"/>
                  <a:pt x="10725" y="26"/>
                </a:cubicBezTo>
                <a:cubicBezTo>
                  <a:pt x="10734" y="32"/>
                  <a:pt x="10742" y="39"/>
                  <a:pt x="10749" y="46"/>
                </a:cubicBezTo>
                <a:cubicBezTo>
                  <a:pt x="10757" y="53"/>
                  <a:pt x="10763" y="61"/>
                  <a:pt x="10769" y="70"/>
                </a:cubicBezTo>
                <a:cubicBezTo>
                  <a:pt x="10775" y="79"/>
                  <a:pt x="10780" y="88"/>
                  <a:pt x="10784" y="98"/>
                </a:cubicBezTo>
                <a:cubicBezTo>
                  <a:pt x="10788" y="107"/>
                  <a:pt x="10791" y="117"/>
                  <a:pt x="10793" y="127"/>
                </a:cubicBezTo>
                <a:cubicBezTo>
                  <a:pt x="10795" y="138"/>
                  <a:pt x="10796" y="148"/>
                  <a:pt x="10796" y="158"/>
                </a:cubicBezTo>
                <a:lnTo>
                  <a:pt x="10796" y="662"/>
                </a:lnTo>
                <a:cubicBezTo>
                  <a:pt x="10796" y="672"/>
                  <a:pt x="10795" y="683"/>
                  <a:pt x="10793" y="693"/>
                </a:cubicBezTo>
                <a:cubicBezTo>
                  <a:pt x="10791" y="703"/>
                  <a:pt x="10788" y="713"/>
                  <a:pt x="10784" y="723"/>
                </a:cubicBezTo>
                <a:cubicBezTo>
                  <a:pt x="10780" y="732"/>
                  <a:pt x="10775" y="742"/>
                  <a:pt x="10769" y="750"/>
                </a:cubicBezTo>
                <a:cubicBezTo>
                  <a:pt x="10763" y="759"/>
                  <a:pt x="10757" y="767"/>
                  <a:pt x="10749" y="774"/>
                </a:cubicBezTo>
                <a:cubicBezTo>
                  <a:pt x="10742" y="782"/>
                  <a:pt x="10734" y="788"/>
                  <a:pt x="10725" y="794"/>
                </a:cubicBezTo>
                <a:cubicBezTo>
                  <a:pt x="10717" y="800"/>
                  <a:pt x="10707" y="805"/>
                  <a:pt x="10698" y="809"/>
                </a:cubicBezTo>
                <a:cubicBezTo>
                  <a:pt x="10688" y="813"/>
                  <a:pt x="10678" y="816"/>
                  <a:pt x="10668" y="818"/>
                </a:cubicBezTo>
                <a:cubicBezTo>
                  <a:pt x="10658" y="820"/>
                  <a:pt x="10647" y="821"/>
                  <a:pt x="10637" y="821"/>
                </a:cubicBezTo>
                <a:lnTo>
                  <a:pt x="158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7" y="816"/>
                  <a:pt x="107" y="813"/>
                  <a:pt x="98" y="809"/>
                </a:cubicBezTo>
                <a:cubicBezTo>
                  <a:pt x="88" y="805"/>
                  <a:pt x="79" y="800"/>
                  <a:pt x="70" y="794"/>
                </a:cubicBezTo>
                <a:cubicBezTo>
                  <a:pt x="62" y="788"/>
                  <a:pt x="54" y="782"/>
                  <a:pt x="46" y="774"/>
                </a:cubicBezTo>
                <a:cubicBezTo>
                  <a:pt x="39" y="767"/>
                  <a:pt x="32" y="759"/>
                  <a:pt x="27" y="750"/>
                </a:cubicBezTo>
                <a:cubicBezTo>
                  <a:pt x="21" y="742"/>
                  <a:pt x="16" y="732"/>
                  <a:pt x="12" y="723"/>
                </a:cubicBezTo>
                <a:cubicBezTo>
                  <a:pt x="8" y="713"/>
                  <a:pt x="5" y="703"/>
                  <a:pt x="3" y="693"/>
                </a:cubicBezTo>
                <a:cubicBezTo>
                  <a:pt x="1" y="683"/>
                  <a:pt x="0" y="672"/>
                  <a:pt x="0" y="66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666720" y="4078080"/>
            <a:ext cx="11131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Repository: 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1852920" y="4134600"/>
            <a:ext cx="374688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530" spc="-1" strike="noStrike">
                <a:solidFill>
                  <a:srgbClr val="007a53"/>
                </a:solidFill>
                <a:latin typeface="Courier New"/>
                <a:ea typeface="Courier New"/>
              </a:rPr>
              <a:t>github.com/aehrc/qh-connectathon</a:t>
            </a:r>
            <a:endParaRPr b="0" lang="en-AU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5972040" y="4095720"/>
            <a:ext cx="3648240" cy="295560"/>
          </a:xfrm>
          <a:custGeom>
            <a:avLst/>
            <a:gdLst/>
            <a:ahLst/>
            <a:rect l="0" t="0" r="r" b="b"/>
            <a:pathLst>
              <a:path w="10134" h="821">
                <a:moveTo>
                  <a:pt x="0" y="66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1"/>
                  <a:pt x="39" y="53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9976" y="0"/>
                </a:lnTo>
                <a:cubicBezTo>
                  <a:pt x="9986" y="0"/>
                  <a:pt x="9996" y="1"/>
                  <a:pt x="10007" y="3"/>
                </a:cubicBezTo>
                <a:cubicBezTo>
                  <a:pt x="10017" y="5"/>
                  <a:pt x="10027" y="8"/>
                  <a:pt x="10036" y="12"/>
                </a:cubicBezTo>
                <a:cubicBezTo>
                  <a:pt x="10046" y="16"/>
                  <a:pt x="10055" y="21"/>
                  <a:pt x="10064" y="26"/>
                </a:cubicBezTo>
                <a:cubicBezTo>
                  <a:pt x="10073" y="32"/>
                  <a:pt x="10081" y="39"/>
                  <a:pt x="10088" y="46"/>
                </a:cubicBezTo>
                <a:cubicBezTo>
                  <a:pt x="10095" y="53"/>
                  <a:pt x="10102" y="61"/>
                  <a:pt x="10108" y="70"/>
                </a:cubicBezTo>
                <a:cubicBezTo>
                  <a:pt x="10113" y="79"/>
                  <a:pt x="10118" y="88"/>
                  <a:pt x="10122" y="98"/>
                </a:cubicBezTo>
                <a:cubicBezTo>
                  <a:pt x="10126" y="107"/>
                  <a:pt x="10129" y="117"/>
                  <a:pt x="10131" y="127"/>
                </a:cubicBezTo>
                <a:cubicBezTo>
                  <a:pt x="10133" y="138"/>
                  <a:pt x="10134" y="148"/>
                  <a:pt x="10134" y="158"/>
                </a:cubicBezTo>
                <a:lnTo>
                  <a:pt x="10134" y="662"/>
                </a:lnTo>
                <a:cubicBezTo>
                  <a:pt x="10134" y="672"/>
                  <a:pt x="10133" y="683"/>
                  <a:pt x="10131" y="693"/>
                </a:cubicBezTo>
                <a:cubicBezTo>
                  <a:pt x="10129" y="703"/>
                  <a:pt x="10126" y="713"/>
                  <a:pt x="10122" y="723"/>
                </a:cubicBezTo>
                <a:cubicBezTo>
                  <a:pt x="10118" y="732"/>
                  <a:pt x="10113" y="742"/>
                  <a:pt x="10108" y="750"/>
                </a:cubicBezTo>
                <a:cubicBezTo>
                  <a:pt x="10102" y="759"/>
                  <a:pt x="10095" y="767"/>
                  <a:pt x="10088" y="774"/>
                </a:cubicBezTo>
                <a:cubicBezTo>
                  <a:pt x="10081" y="782"/>
                  <a:pt x="10073" y="788"/>
                  <a:pt x="10064" y="794"/>
                </a:cubicBezTo>
                <a:cubicBezTo>
                  <a:pt x="10055" y="800"/>
                  <a:pt x="10046" y="805"/>
                  <a:pt x="10036" y="809"/>
                </a:cubicBezTo>
                <a:cubicBezTo>
                  <a:pt x="10027" y="813"/>
                  <a:pt x="10017" y="816"/>
                  <a:pt x="10007" y="818"/>
                </a:cubicBezTo>
                <a:cubicBezTo>
                  <a:pt x="9996" y="820"/>
                  <a:pt x="9986" y="821"/>
                  <a:pt x="9976" y="821"/>
                </a:cubicBezTo>
                <a:lnTo>
                  <a:pt x="159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7" y="816"/>
                  <a:pt x="108" y="813"/>
                  <a:pt x="98" y="809"/>
                </a:cubicBezTo>
                <a:cubicBezTo>
                  <a:pt x="88" y="805"/>
                  <a:pt x="79" y="800"/>
                  <a:pt x="70" y="794"/>
                </a:cubicBezTo>
                <a:cubicBezTo>
                  <a:pt x="62" y="788"/>
                  <a:pt x="54" y="782"/>
                  <a:pt x="46" y="774"/>
                </a:cubicBezTo>
                <a:cubicBezTo>
                  <a:pt x="39" y="767"/>
                  <a:pt x="32" y="759"/>
                  <a:pt x="27" y="750"/>
                </a:cubicBezTo>
                <a:cubicBezTo>
                  <a:pt x="21" y="742"/>
                  <a:pt x="16" y="732"/>
                  <a:pt x="12" y="723"/>
                </a:cubicBezTo>
                <a:cubicBezTo>
                  <a:pt x="8" y="713"/>
                  <a:pt x="5" y="703"/>
                  <a:pt x="3" y="693"/>
                </a:cubicBezTo>
                <a:cubicBezTo>
                  <a:pt x="1" y="683"/>
                  <a:pt x="0" y="672"/>
                  <a:pt x="0" y="66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5660280" y="4078080"/>
            <a:ext cx="3099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 → 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6048360" y="4134600"/>
            <a:ext cx="351216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530" spc="-1" strike="noStrike">
                <a:solidFill>
                  <a:srgbClr val="007a53"/>
                </a:solidFill>
                <a:latin typeface="Courier New"/>
                <a:ea typeface="Courier New"/>
              </a:rPr>
              <a:t>2026-10-29/1-FHIR-For-Services</a:t>
            </a:r>
            <a:endParaRPr b="0" lang="en-AU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en-AU</dc:language>
  <cp:lastModifiedBy/>
  <cp:revision>0</cp:revision>
  <dc:subject/>
  <dc:title/>
</cp:coreProperties>
</file>