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AU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A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A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666720" y="2206080"/>
            <a:ext cx="592596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FHIR for Services — Kick Oﬀ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666720" y="3242520"/>
            <a:ext cx="67384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Radiology Referral with Directory Discovery and Booking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666720" y="3840120"/>
            <a:ext cx="5334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FHIR in Queensland Health Connectathon | October 2026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666720" y="4335480"/>
            <a:ext cx="52038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Track leads: Daniel Foulkes · Joern Guy Süß · Paul Davies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666720" y="21621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666720" y="4781520"/>
            <a:ext cx="57240" cy="371520"/>
          </a:xfrm>
          <a:custGeom>
            <a:avLst/>
            <a:gdLst/>
            <a:ahLst/>
            <a:rect l="0" t="0" r="r" b="b"/>
            <a:pathLst>
              <a:path w="159" h="1032">
                <a:moveTo>
                  <a:pt x="0" y="0"/>
                </a:moveTo>
                <a:lnTo>
                  <a:pt x="159" y="0"/>
                </a:lnTo>
                <a:lnTo>
                  <a:pt x="159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666720" y="1701360"/>
            <a:ext cx="2894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What we are building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666720" y="2374200"/>
            <a:ext cx="55249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An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end-to-end radiology referral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workﬂow. A referrer: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918000" y="2898000"/>
            <a:ext cx="88048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1.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Discovers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suitable imaging service in the Health Connect Provider Directory (HCPD)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3752640" y="3352680"/>
            <a:ext cx="1943640" cy="324000"/>
          </a:xfrm>
          <a:custGeom>
            <a:avLst/>
            <a:gdLst/>
            <a:ahLst/>
            <a:rect l="0" t="0" r="r" b="b"/>
            <a:pathLst>
              <a:path w="539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5240" y="0"/>
                </a:lnTo>
                <a:cubicBezTo>
                  <a:pt x="5250" y="0"/>
                  <a:pt x="5261" y="1"/>
                  <a:pt x="5271" y="3"/>
                </a:cubicBezTo>
                <a:cubicBezTo>
                  <a:pt x="5281" y="5"/>
                  <a:pt x="5291" y="8"/>
                  <a:pt x="5301" y="12"/>
                </a:cubicBezTo>
                <a:cubicBezTo>
                  <a:pt x="5310" y="16"/>
                  <a:pt x="5319" y="21"/>
                  <a:pt x="5328" y="27"/>
                </a:cubicBezTo>
                <a:cubicBezTo>
                  <a:pt x="5337" y="32"/>
                  <a:pt x="5345" y="39"/>
                  <a:pt x="5352" y="46"/>
                </a:cubicBezTo>
                <a:cubicBezTo>
                  <a:pt x="5359" y="54"/>
                  <a:pt x="5366" y="62"/>
                  <a:pt x="5372" y="70"/>
                </a:cubicBezTo>
                <a:cubicBezTo>
                  <a:pt x="5378" y="79"/>
                  <a:pt x="5383" y="88"/>
                  <a:pt x="5386" y="98"/>
                </a:cubicBezTo>
                <a:cubicBezTo>
                  <a:pt x="5390" y="107"/>
                  <a:pt x="5393" y="117"/>
                  <a:pt x="5396" y="129"/>
                </a:cubicBezTo>
                <a:cubicBezTo>
                  <a:pt x="5398" y="139"/>
                  <a:pt x="5399" y="149"/>
                  <a:pt x="5399" y="160"/>
                </a:cubicBezTo>
                <a:lnTo>
                  <a:pt x="5399" y="742"/>
                </a:lnTo>
                <a:cubicBezTo>
                  <a:pt x="5399" y="752"/>
                  <a:pt x="5398" y="762"/>
                  <a:pt x="5396" y="773"/>
                </a:cubicBezTo>
                <a:cubicBezTo>
                  <a:pt x="5393" y="783"/>
                  <a:pt x="5390" y="793"/>
                  <a:pt x="5386" y="802"/>
                </a:cubicBezTo>
                <a:cubicBezTo>
                  <a:pt x="5383" y="812"/>
                  <a:pt x="5378" y="821"/>
                  <a:pt x="5372" y="830"/>
                </a:cubicBezTo>
                <a:cubicBezTo>
                  <a:pt x="5366" y="839"/>
                  <a:pt x="5359" y="847"/>
                  <a:pt x="5352" y="854"/>
                </a:cubicBezTo>
                <a:cubicBezTo>
                  <a:pt x="5345" y="861"/>
                  <a:pt x="5337" y="868"/>
                  <a:pt x="5328" y="874"/>
                </a:cubicBezTo>
                <a:cubicBezTo>
                  <a:pt x="5319" y="879"/>
                  <a:pt x="5310" y="884"/>
                  <a:pt x="5301" y="888"/>
                </a:cubicBezTo>
                <a:cubicBezTo>
                  <a:pt x="5291" y="892"/>
                  <a:pt x="5281" y="895"/>
                  <a:pt x="5271" y="897"/>
                </a:cubicBezTo>
                <a:cubicBezTo>
                  <a:pt x="5261" y="899"/>
                  <a:pt x="5250" y="900"/>
                  <a:pt x="5240" y="900"/>
                </a:cubicBezTo>
                <a:lnTo>
                  <a:pt x="159" y="900"/>
                </a:lnTo>
                <a:cubicBezTo>
                  <a:pt x="148" y="900"/>
                  <a:pt x="138" y="899"/>
                  <a:pt x="128" y="897"/>
                </a:cubicBezTo>
                <a:cubicBezTo>
                  <a:pt x="118" y="895"/>
                  <a:pt x="108" y="892"/>
                  <a:pt x="98" y="888"/>
                </a:cubicBezTo>
                <a:cubicBezTo>
                  <a:pt x="88" y="884"/>
                  <a:pt x="79" y="879"/>
                  <a:pt x="71" y="874"/>
                </a:cubicBezTo>
                <a:cubicBezTo>
                  <a:pt x="62" y="868"/>
                  <a:pt x="54" y="861"/>
                  <a:pt x="47" y="854"/>
                </a:cubicBezTo>
                <a:cubicBezTo>
                  <a:pt x="39" y="847"/>
                  <a:pt x="33" y="839"/>
                  <a:pt x="27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918000" y="3336120"/>
            <a:ext cx="287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2.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Creates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FHIR referral —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841200" y="339084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ServiceRequest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5924520" y="3352680"/>
            <a:ext cx="676440" cy="324000"/>
          </a:xfrm>
          <a:custGeom>
            <a:avLst/>
            <a:gdLst/>
            <a:ahLst/>
            <a:rect l="0" t="0" r="r" b="b"/>
            <a:pathLst>
              <a:path w="187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720" y="0"/>
                </a:lnTo>
                <a:cubicBezTo>
                  <a:pt x="1731" y="0"/>
                  <a:pt x="1741" y="1"/>
                  <a:pt x="1751" y="3"/>
                </a:cubicBezTo>
                <a:cubicBezTo>
                  <a:pt x="1762" y="5"/>
                  <a:pt x="1771" y="8"/>
                  <a:pt x="1781" y="12"/>
                </a:cubicBezTo>
                <a:cubicBezTo>
                  <a:pt x="1791" y="16"/>
                  <a:pt x="1800" y="21"/>
                  <a:pt x="1809" y="27"/>
                </a:cubicBezTo>
                <a:cubicBezTo>
                  <a:pt x="1817" y="32"/>
                  <a:pt x="1825" y="39"/>
                  <a:pt x="1833" y="46"/>
                </a:cubicBezTo>
                <a:cubicBezTo>
                  <a:pt x="1840" y="54"/>
                  <a:pt x="1847" y="62"/>
                  <a:pt x="1852" y="70"/>
                </a:cubicBezTo>
                <a:cubicBezTo>
                  <a:pt x="1858" y="79"/>
                  <a:pt x="1863" y="88"/>
                  <a:pt x="1867" y="98"/>
                </a:cubicBezTo>
                <a:cubicBezTo>
                  <a:pt x="1871" y="107"/>
                  <a:pt x="1874" y="117"/>
                  <a:pt x="1876" y="129"/>
                </a:cubicBezTo>
                <a:cubicBezTo>
                  <a:pt x="1878" y="139"/>
                  <a:pt x="1879" y="149"/>
                  <a:pt x="1879" y="160"/>
                </a:cubicBezTo>
                <a:lnTo>
                  <a:pt x="1879" y="742"/>
                </a:lnTo>
                <a:cubicBezTo>
                  <a:pt x="1879" y="752"/>
                  <a:pt x="1878" y="762"/>
                  <a:pt x="1876" y="773"/>
                </a:cubicBezTo>
                <a:cubicBezTo>
                  <a:pt x="1874" y="783"/>
                  <a:pt x="1871" y="793"/>
                  <a:pt x="1867" y="802"/>
                </a:cubicBezTo>
                <a:cubicBezTo>
                  <a:pt x="1863" y="812"/>
                  <a:pt x="1858" y="821"/>
                  <a:pt x="1852" y="830"/>
                </a:cubicBezTo>
                <a:cubicBezTo>
                  <a:pt x="1847" y="839"/>
                  <a:pt x="1840" y="847"/>
                  <a:pt x="1833" y="854"/>
                </a:cubicBezTo>
                <a:cubicBezTo>
                  <a:pt x="1825" y="861"/>
                  <a:pt x="1817" y="868"/>
                  <a:pt x="1809" y="874"/>
                </a:cubicBezTo>
                <a:cubicBezTo>
                  <a:pt x="1800" y="879"/>
                  <a:pt x="1791" y="884"/>
                  <a:pt x="1781" y="888"/>
                </a:cubicBezTo>
                <a:cubicBezTo>
                  <a:pt x="1771" y="892"/>
                  <a:pt x="1762" y="895"/>
                  <a:pt x="1751" y="897"/>
                </a:cubicBezTo>
                <a:cubicBezTo>
                  <a:pt x="1741" y="899"/>
                  <a:pt x="1731" y="900"/>
                  <a:pt x="1720" y="900"/>
                </a:cubicBezTo>
                <a:lnTo>
                  <a:pt x="158" y="900"/>
                </a:lnTo>
                <a:cubicBezTo>
                  <a:pt x="148" y="900"/>
                  <a:pt x="138" y="899"/>
                  <a:pt x="127" y="897"/>
                </a:cubicBezTo>
                <a:cubicBezTo>
                  <a:pt x="117" y="895"/>
                  <a:pt x="107" y="892"/>
                  <a:pt x="98" y="888"/>
                </a:cubicBezTo>
                <a:cubicBezTo>
                  <a:pt x="88" y="884"/>
                  <a:pt x="79" y="879"/>
                  <a:pt x="70" y="874"/>
                </a:cubicBezTo>
                <a:cubicBezTo>
                  <a:pt x="61" y="868"/>
                  <a:pt x="53" y="861"/>
                  <a:pt x="46" y="854"/>
                </a:cubicBezTo>
                <a:cubicBezTo>
                  <a:pt x="39" y="847"/>
                  <a:pt x="32" y="839"/>
                  <a:pt x="26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693400" y="3336120"/>
            <a:ext cx="247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+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6012720" y="3390840"/>
            <a:ext cx="505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Task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6602040" y="3336120"/>
            <a:ext cx="2905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supporting information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918000" y="3764880"/>
            <a:ext cx="7017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3.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Books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an appointment against slots the imaging provider publishes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66720" y="4288680"/>
            <a:ext cx="85687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…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the referral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tracked through a Task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until the appointment is conﬁrmed.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971640" y="4812480"/>
            <a:ext cx="8855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One cohesive scenario that exercises many core FHIR resources and workﬂow concepts.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666720" y="251424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942840" y="2847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2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66720" y="2053800"/>
            <a:ext cx="23979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Why this scenario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942840" y="32860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162080" y="2726640"/>
            <a:ext cx="7311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Realistic and manageable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relevant to Queensland Health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942840" y="37144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162080" y="3164760"/>
            <a:ext cx="8387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Exercises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Provider, ServiceRequest, Task, Schedule, Slot, Appointment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in one ﬂow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942840" y="41526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162080" y="3593160"/>
            <a:ext cx="5429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Complements QH's existing smart-referral capabilities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942840" y="45813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162080" y="4031280"/>
            <a:ext cx="8041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Builds on existing referral workﬂow prototypes and provider-directory concepts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162080" y="4460040"/>
            <a:ext cx="5098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Broadest track draw — plan for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35–40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3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666720" y="12477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3071880" y="1480680"/>
            <a:ext cx="139320" cy="139320"/>
          </a:xfrm>
          <a:custGeom>
            <a:avLst/>
            <a:gdLst/>
            <a:ahLst/>
            <a:rect l="0" t="0" r="r" b="b"/>
            <a:pathLst>
              <a:path w="387" h="387">
                <a:moveTo>
                  <a:pt x="387" y="193"/>
                </a:moveTo>
                <a:cubicBezTo>
                  <a:pt x="387" y="206"/>
                  <a:pt x="386" y="218"/>
                  <a:pt x="383" y="231"/>
                </a:cubicBezTo>
                <a:cubicBezTo>
                  <a:pt x="381" y="243"/>
                  <a:pt x="377" y="255"/>
                  <a:pt x="372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1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6" y="377"/>
                  <a:pt x="244" y="381"/>
                  <a:pt x="232" y="383"/>
                </a:cubicBezTo>
                <a:cubicBezTo>
                  <a:pt x="219" y="386"/>
                  <a:pt x="207" y="387"/>
                  <a:pt x="194" y="387"/>
                </a:cubicBezTo>
                <a:cubicBezTo>
                  <a:pt x="181" y="387"/>
                  <a:pt x="169" y="386"/>
                  <a:pt x="156" y="383"/>
                </a:cubicBezTo>
                <a:cubicBezTo>
                  <a:pt x="143" y="381"/>
                  <a:pt x="131" y="377"/>
                  <a:pt x="119" y="372"/>
                </a:cubicBezTo>
                <a:cubicBezTo>
                  <a:pt x="107" y="367"/>
                  <a:pt x="96" y="361"/>
                  <a:pt x="86" y="354"/>
                </a:cubicBezTo>
                <a:cubicBezTo>
                  <a:pt x="75" y="347"/>
                  <a:pt x="65" y="339"/>
                  <a:pt x="56" y="330"/>
                </a:cubicBezTo>
                <a:cubicBezTo>
                  <a:pt x="48" y="321"/>
                  <a:pt x="40" y="311"/>
                  <a:pt x="32" y="300"/>
                </a:cubicBezTo>
                <a:cubicBezTo>
                  <a:pt x="25" y="290"/>
                  <a:pt x="19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0"/>
                  <a:pt x="1" y="168"/>
                  <a:pt x="4" y="155"/>
                </a:cubicBezTo>
                <a:cubicBezTo>
                  <a:pt x="6" y="143"/>
                  <a:pt x="10" y="131"/>
                  <a:pt x="15" y="119"/>
                </a:cubicBezTo>
                <a:cubicBezTo>
                  <a:pt x="19" y="107"/>
                  <a:pt x="25" y="96"/>
                  <a:pt x="32" y="86"/>
                </a:cubicBezTo>
                <a:cubicBezTo>
                  <a:pt x="40" y="75"/>
                  <a:pt x="48" y="65"/>
                  <a:pt x="56" y="57"/>
                </a:cubicBezTo>
                <a:cubicBezTo>
                  <a:pt x="65" y="48"/>
                  <a:pt x="75" y="40"/>
                  <a:pt x="86" y="33"/>
                </a:cubicBezTo>
                <a:cubicBezTo>
                  <a:pt x="96" y="25"/>
                  <a:pt x="107" y="20"/>
                  <a:pt x="119" y="15"/>
                </a:cubicBezTo>
                <a:cubicBezTo>
                  <a:pt x="131" y="10"/>
                  <a:pt x="143" y="6"/>
                  <a:pt x="156" y="4"/>
                </a:cubicBezTo>
                <a:cubicBezTo>
                  <a:pt x="169" y="1"/>
                  <a:pt x="181" y="0"/>
                  <a:pt x="194" y="0"/>
                </a:cubicBezTo>
                <a:cubicBezTo>
                  <a:pt x="207" y="0"/>
                  <a:pt x="219" y="1"/>
                  <a:pt x="232" y="4"/>
                </a:cubicBezTo>
                <a:cubicBezTo>
                  <a:pt x="244" y="6"/>
                  <a:pt x="256" y="10"/>
                  <a:pt x="268" y="15"/>
                </a:cubicBezTo>
                <a:cubicBezTo>
                  <a:pt x="280" y="20"/>
                  <a:pt x="291" y="25"/>
                  <a:pt x="301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2" y="119"/>
                </a:cubicBezTo>
                <a:cubicBezTo>
                  <a:pt x="377" y="131"/>
                  <a:pt x="381" y="143"/>
                  <a:pt x="383" y="155"/>
                </a:cubicBezTo>
                <a:cubicBezTo>
                  <a:pt x="386" y="168"/>
                  <a:pt x="387" y="180"/>
                  <a:pt x="387" y="19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3071880" y="1480680"/>
            <a:ext cx="139320" cy="139320"/>
          </a:xfrm>
          <a:custGeom>
            <a:avLst/>
            <a:gdLst/>
            <a:ahLst/>
            <a:rect l="0" t="0" r="r" b="b"/>
            <a:pathLst>
              <a:path w="387" h="387">
                <a:moveTo>
                  <a:pt x="387" y="193"/>
                </a:moveTo>
                <a:cubicBezTo>
                  <a:pt x="387" y="206"/>
                  <a:pt x="386" y="218"/>
                  <a:pt x="383" y="231"/>
                </a:cubicBezTo>
                <a:cubicBezTo>
                  <a:pt x="381" y="243"/>
                  <a:pt x="377" y="255"/>
                  <a:pt x="372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1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6" y="377"/>
                  <a:pt x="244" y="381"/>
                  <a:pt x="232" y="383"/>
                </a:cubicBezTo>
                <a:cubicBezTo>
                  <a:pt x="219" y="386"/>
                  <a:pt x="207" y="387"/>
                  <a:pt x="194" y="387"/>
                </a:cubicBezTo>
                <a:cubicBezTo>
                  <a:pt x="181" y="387"/>
                  <a:pt x="169" y="386"/>
                  <a:pt x="156" y="383"/>
                </a:cubicBezTo>
                <a:cubicBezTo>
                  <a:pt x="143" y="381"/>
                  <a:pt x="131" y="377"/>
                  <a:pt x="119" y="372"/>
                </a:cubicBezTo>
                <a:cubicBezTo>
                  <a:pt x="107" y="367"/>
                  <a:pt x="96" y="361"/>
                  <a:pt x="86" y="354"/>
                </a:cubicBezTo>
                <a:cubicBezTo>
                  <a:pt x="75" y="347"/>
                  <a:pt x="65" y="339"/>
                  <a:pt x="56" y="330"/>
                </a:cubicBezTo>
                <a:cubicBezTo>
                  <a:pt x="48" y="321"/>
                  <a:pt x="40" y="311"/>
                  <a:pt x="32" y="300"/>
                </a:cubicBezTo>
                <a:cubicBezTo>
                  <a:pt x="25" y="290"/>
                  <a:pt x="19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0"/>
                  <a:pt x="1" y="168"/>
                  <a:pt x="4" y="155"/>
                </a:cubicBezTo>
                <a:cubicBezTo>
                  <a:pt x="6" y="143"/>
                  <a:pt x="10" y="131"/>
                  <a:pt x="15" y="119"/>
                </a:cubicBezTo>
                <a:cubicBezTo>
                  <a:pt x="19" y="107"/>
                  <a:pt x="25" y="96"/>
                  <a:pt x="32" y="86"/>
                </a:cubicBezTo>
                <a:cubicBezTo>
                  <a:pt x="40" y="75"/>
                  <a:pt x="48" y="65"/>
                  <a:pt x="56" y="57"/>
                </a:cubicBezTo>
                <a:cubicBezTo>
                  <a:pt x="65" y="48"/>
                  <a:pt x="75" y="40"/>
                  <a:pt x="86" y="33"/>
                </a:cubicBezTo>
                <a:cubicBezTo>
                  <a:pt x="96" y="25"/>
                  <a:pt x="107" y="20"/>
                  <a:pt x="119" y="15"/>
                </a:cubicBezTo>
                <a:cubicBezTo>
                  <a:pt x="131" y="10"/>
                  <a:pt x="143" y="6"/>
                  <a:pt x="156" y="4"/>
                </a:cubicBezTo>
                <a:cubicBezTo>
                  <a:pt x="169" y="1"/>
                  <a:pt x="181" y="0"/>
                  <a:pt x="194" y="0"/>
                </a:cubicBezTo>
                <a:cubicBezTo>
                  <a:pt x="207" y="0"/>
                  <a:pt x="219" y="1"/>
                  <a:pt x="232" y="4"/>
                </a:cubicBezTo>
                <a:cubicBezTo>
                  <a:pt x="244" y="6"/>
                  <a:pt x="256" y="10"/>
                  <a:pt x="268" y="15"/>
                </a:cubicBezTo>
                <a:cubicBezTo>
                  <a:pt x="280" y="20"/>
                  <a:pt x="291" y="25"/>
                  <a:pt x="301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2" y="119"/>
                </a:cubicBezTo>
                <a:cubicBezTo>
                  <a:pt x="377" y="131"/>
                  <a:pt x="381" y="143"/>
                  <a:pt x="383" y="155"/>
                </a:cubicBezTo>
                <a:cubicBezTo>
                  <a:pt x="386" y="168"/>
                  <a:pt x="387" y="180"/>
                  <a:pt x="387" y="19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3028320" y="1619640"/>
            <a:ext cx="226440" cy="365040"/>
          </a:xfrm>
          <a:custGeom>
            <a:avLst/>
            <a:gdLst/>
            <a:ahLst/>
            <a:rect l="0" t="0" r="r" b="b"/>
            <a:pathLst>
              <a:path fill="none" w="629" h="1014">
                <a:moveTo>
                  <a:pt x="315" y="0"/>
                </a:moveTo>
                <a:lnTo>
                  <a:pt x="315" y="652"/>
                </a:lnTo>
                <a:moveTo>
                  <a:pt x="0" y="194"/>
                </a:moveTo>
                <a:lnTo>
                  <a:pt x="629" y="194"/>
                </a:lnTo>
                <a:moveTo>
                  <a:pt x="315" y="652"/>
                </a:moveTo>
                <a:lnTo>
                  <a:pt x="0" y="1014"/>
                </a:lnTo>
                <a:moveTo>
                  <a:pt x="315" y="652"/>
                </a:moveTo>
                <a:lnTo>
                  <a:pt x="629" y="101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666720" y="786960"/>
            <a:ext cx="242388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Systems and roles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904480" y="2011680"/>
            <a:ext cx="412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727560" y="3169800"/>
            <a:ext cx="1217160" cy="505080"/>
          </a:xfrm>
          <a:custGeom>
            <a:avLst/>
            <a:gdLst/>
            <a:ahLst/>
            <a:rect l="0" t="0" r="r" b="b"/>
            <a:pathLst>
              <a:path w="3381" h="1403">
                <a:moveTo>
                  <a:pt x="60" y="0"/>
                </a:moveTo>
                <a:lnTo>
                  <a:pt x="3321" y="0"/>
                </a:lnTo>
                <a:cubicBezTo>
                  <a:pt x="3329" y="0"/>
                  <a:pt x="3337" y="1"/>
                  <a:pt x="3344" y="4"/>
                </a:cubicBezTo>
                <a:cubicBezTo>
                  <a:pt x="3351" y="7"/>
                  <a:pt x="3358" y="12"/>
                  <a:pt x="3364" y="17"/>
                </a:cubicBezTo>
                <a:cubicBezTo>
                  <a:pt x="3369" y="23"/>
                  <a:pt x="3374" y="30"/>
                  <a:pt x="3377" y="37"/>
                </a:cubicBezTo>
                <a:cubicBezTo>
                  <a:pt x="3380" y="44"/>
                  <a:pt x="3381" y="52"/>
                  <a:pt x="3381" y="60"/>
                </a:cubicBezTo>
                <a:lnTo>
                  <a:pt x="3381" y="1343"/>
                </a:lnTo>
                <a:cubicBezTo>
                  <a:pt x="3381" y="1351"/>
                  <a:pt x="3380" y="1358"/>
                  <a:pt x="3377" y="1366"/>
                </a:cubicBezTo>
                <a:cubicBezTo>
                  <a:pt x="3374" y="1373"/>
                  <a:pt x="3369" y="1380"/>
                  <a:pt x="3364" y="1385"/>
                </a:cubicBezTo>
                <a:cubicBezTo>
                  <a:pt x="3358" y="1391"/>
                  <a:pt x="3351" y="1395"/>
                  <a:pt x="3344" y="1398"/>
                </a:cubicBezTo>
                <a:cubicBezTo>
                  <a:pt x="3337" y="1402"/>
                  <a:pt x="3329" y="1403"/>
                  <a:pt x="3321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29" y="1395"/>
                  <a:pt x="23" y="1391"/>
                  <a:pt x="17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7" y="17"/>
                </a:cubicBezTo>
                <a:cubicBezTo>
                  <a:pt x="23" y="12"/>
                  <a:pt x="29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727560" y="3169800"/>
            <a:ext cx="1217160" cy="505080"/>
          </a:xfrm>
          <a:custGeom>
            <a:avLst/>
            <a:gdLst/>
            <a:ahLst/>
            <a:rect l="0" t="0" r="r" b="b"/>
            <a:pathLst>
              <a:path w="3381" h="1403">
                <a:moveTo>
                  <a:pt x="60" y="0"/>
                </a:moveTo>
                <a:lnTo>
                  <a:pt x="3321" y="0"/>
                </a:lnTo>
                <a:cubicBezTo>
                  <a:pt x="3329" y="0"/>
                  <a:pt x="3337" y="1"/>
                  <a:pt x="3344" y="4"/>
                </a:cubicBezTo>
                <a:cubicBezTo>
                  <a:pt x="3351" y="7"/>
                  <a:pt x="3358" y="12"/>
                  <a:pt x="3364" y="17"/>
                </a:cubicBezTo>
                <a:cubicBezTo>
                  <a:pt x="3369" y="23"/>
                  <a:pt x="3374" y="30"/>
                  <a:pt x="3377" y="37"/>
                </a:cubicBezTo>
                <a:cubicBezTo>
                  <a:pt x="3380" y="44"/>
                  <a:pt x="3381" y="52"/>
                  <a:pt x="3381" y="60"/>
                </a:cubicBezTo>
                <a:lnTo>
                  <a:pt x="3381" y="1343"/>
                </a:lnTo>
                <a:cubicBezTo>
                  <a:pt x="3381" y="1351"/>
                  <a:pt x="3380" y="1358"/>
                  <a:pt x="3377" y="1366"/>
                </a:cubicBezTo>
                <a:cubicBezTo>
                  <a:pt x="3374" y="1373"/>
                  <a:pt x="3369" y="1380"/>
                  <a:pt x="3364" y="1385"/>
                </a:cubicBezTo>
                <a:cubicBezTo>
                  <a:pt x="3358" y="1391"/>
                  <a:pt x="3351" y="1395"/>
                  <a:pt x="3344" y="1398"/>
                </a:cubicBezTo>
                <a:cubicBezTo>
                  <a:pt x="3337" y="1402"/>
                  <a:pt x="3329" y="1403"/>
                  <a:pt x="3321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29" y="1395"/>
                  <a:pt x="23" y="1391"/>
                  <a:pt x="17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7" y="17"/>
                </a:cubicBezTo>
                <a:cubicBezTo>
                  <a:pt x="23" y="12"/>
                  <a:pt x="29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2904480" y="2177280"/>
            <a:ext cx="378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14320" y="3270960"/>
            <a:ext cx="907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Provider Directory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4229640" y="3169800"/>
            <a:ext cx="1027080" cy="505080"/>
          </a:xfrm>
          <a:custGeom>
            <a:avLst/>
            <a:gdLst/>
            <a:ahLst/>
            <a:rect l="0" t="0" r="r" b="b"/>
            <a:pathLst>
              <a:path w="2853" h="1403">
                <a:moveTo>
                  <a:pt x="60" y="0"/>
                </a:moveTo>
                <a:lnTo>
                  <a:pt x="2792" y="0"/>
                </a:lnTo>
                <a:cubicBezTo>
                  <a:pt x="2800" y="0"/>
                  <a:pt x="2808" y="1"/>
                  <a:pt x="2815" y="4"/>
                </a:cubicBezTo>
                <a:cubicBezTo>
                  <a:pt x="2823" y="7"/>
                  <a:pt x="2829" y="12"/>
                  <a:pt x="2835" y="17"/>
                </a:cubicBezTo>
                <a:cubicBezTo>
                  <a:pt x="2841" y="23"/>
                  <a:pt x="2845" y="30"/>
                  <a:pt x="2848" y="37"/>
                </a:cubicBezTo>
                <a:cubicBezTo>
                  <a:pt x="2851" y="44"/>
                  <a:pt x="2853" y="52"/>
                  <a:pt x="2853" y="60"/>
                </a:cubicBezTo>
                <a:lnTo>
                  <a:pt x="2853" y="1343"/>
                </a:lnTo>
                <a:cubicBezTo>
                  <a:pt x="2853" y="1351"/>
                  <a:pt x="2851" y="1358"/>
                  <a:pt x="2848" y="1366"/>
                </a:cubicBezTo>
                <a:cubicBezTo>
                  <a:pt x="2845" y="1373"/>
                  <a:pt x="2841" y="1380"/>
                  <a:pt x="2835" y="1385"/>
                </a:cubicBezTo>
                <a:cubicBezTo>
                  <a:pt x="2829" y="1391"/>
                  <a:pt x="2823" y="1395"/>
                  <a:pt x="2815" y="1398"/>
                </a:cubicBezTo>
                <a:cubicBezTo>
                  <a:pt x="2808" y="1402"/>
                  <a:pt x="2800" y="1403"/>
                  <a:pt x="2792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30" y="1395"/>
                  <a:pt x="23" y="1391"/>
                  <a:pt x="18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8" y="17"/>
                </a:cubicBezTo>
                <a:cubicBezTo>
                  <a:pt x="23" y="12"/>
                  <a:pt x="30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4229640" y="3169800"/>
            <a:ext cx="1027080" cy="505080"/>
          </a:xfrm>
          <a:custGeom>
            <a:avLst/>
            <a:gdLst/>
            <a:ahLst/>
            <a:rect l="0" t="0" r="r" b="b"/>
            <a:pathLst>
              <a:path w="2853" h="1403">
                <a:moveTo>
                  <a:pt x="60" y="0"/>
                </a:moveTo>
                <a:lnTo>
                  <a:pt x="2792" y="0"/>
                </a:lnTo>
                <a:cubicBezTo>
                  <a:pt x="2800" y="0"/>
                  <a:pt x="2808" y="1"/>
                  <a:pt x="2815" y="4"/>
                </a:cubicBezTo>
                <a:cubicBezTo>
                  <a:pt x="2823" y="7"/>
                  <a:pt x="2829" y="12"/>
                  <a:pt x="2835" y="17"/>
                </a:cubicBezTo>
                <a:cubicBezTo>
                  <a:pt x="2841" y="23"/>
                  <a:pt x="2845" y="30"/>
                  <a:pt x="2848" y="37"/>
                </a:cubicBezTo>
                <a:cubicBezTo>
                  <a:pt x="2851" y="44"/>
                  <a:pt x="2853" y="52"/>
                  <a:pt x="2853" y="60"/>
                </a:cubicBezTo>
                <a:lnTo>
                  <a:pt x="2853" y="1343"/>
                </a:lnTo>
                <a:cubicBezTo>
                  <a:pt x="2853" y="1351"/>
                  <a:pt x="2851" y="1358"/>
                  <a:pt x="2848" y="1366"/>
                </a:cubicBezTo>
                <a:cubicBezTo>
                  <a:pt x="2845" y="1373"/>
                  <a:pt x="2841" y="1380"/>
                  <a:pt x="2835" y="1385"/>
                </a:cubicBezTo>
                <a:cubicBezTo>
                  <a:pt x="2829" y="1391"/>
                  <a:pt x="2823" y="1395"/>
                  <a:pt x="2815" y="1398"/>
                </a:cubicBezTo>
                <a:cubicBezTo>
                  <a:pt x="2808" y="1402"/>
                  <a:pt x="2800" y="1403"/>
                  <a:pt x="2792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30" y="1395"/>
                  <a:pt x="23" y="1391"/>
                  <a:pt x="18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8" y="17"/>
                </a:cubicBezTo>
                <a:cubicBezTo>
                  <a:pt x="23" y="12"/>
                  <a:pt x="30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814320" y="3436560"/>
            <a:ext cx="352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(HCPD)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316400" y="3270960"/>
            <a:ext cx="741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Referral Server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3269160" y="4515840"/>
            <a:ext cx="1169640" cy="505080"/>
          </a:xfrm>
          <a:custGeom>
            <a:avLst/>
            <a:gdLst/>
            <a:ahLst/>
            <a:rect l="0" t="0" r="r" b="b"/>
            <a:pathLst>
              <a:path w="3249" h="1403">
                <a:moveTo>
                  <a:pt x="61" y="0"/>
                </a:moveTo>
                <a:lnTo>
                  <a:pt x="3189" y="0"/>
                </a:lnTo>
                <a:cubicBezTo>
                  <a:pt x="3197" y="0"/>
                  <a:pt x="3205" y="1"/>
                  <a:pt x="3212" y="4"/>
                </a:cubicBezTo>
                <a:cubicBezTo>
                  <a:pt x="3219" y="7"/>
                  <a:pt x="3226" y="12"/>
                  <a:pt x="3232" y="17"/>
                </a:cubicBezTo>
                <a:cubicBezTo>
                  <a:pt x="3237" y="23"/>
                  <a:pt x="3242" y="29"/>
                  <a:pt x="3245" y="37"/>
                </a:cubicBezTo>
                <a:cubicBezTo>
                  <a:pt x="3248" y="44"/>
                  <a:pt x="3249" y="52"/>
                  <a:pt x="3249" y="60"/>
                </a:cubicBezTo>
                <a:lnTo>
                  <a:pt x="3249" y="1343"/>
                </a:lnTo>
                <a:cubicBezTo>
                  <a:pt x="3249" y="1351"/>
                  <a:pt x="3248" y="1358"/>
                  <a:pt x="3245" y="1366"/>
                </a:cubicBezTo>
                <a:cubicBezTo>
                  <a:pt x="3242" y="1373"/>
                  <a:pt x="3237" y="1380"/>
                  <a:pt x="3232" y="1385"/>
                </a:cubicBezTo>
                <a:cubicBezTo>
                  <a:pt x="3226" y="1391"/>
                  <a:pt x="3219" y="1395"/>
                  <a:pt x="3212" y="1398"/>
                </a:cubicBezTo>
                <a:cubicBezTo>
                  <a:pt x="3205" y="1401"/>
                  <a:pt x="3197" y="1403"/>
                  <a:pt x="3189" y="1403"/>
                </a:cubicBezTo>
                <a:lnTo>
                  <a:pt x="61" y="1403"/>
                </a:lnTo>
                <a:cubicBezTo>
                  <a:pt x="53" y="1403"/>
                  <a:pt x="45" y="1401"/>
                  <a:pt x="38" y="1398"/>
                </a:cubicBezTo>
                <a:cubicBezTo>
                  <a:pt x="30" y="1395"/>
                  <a:pt x="24" y="1391"/>
                  <a:pt x="18" y="1385"/>
                </a:cubicBezTo>
                <a:cubicBezTo>
                  <a:pt x="12" y="1380"/>
                  <a:pt x="8" y="1373"/>
                  <a:pt x="5" y="1366"/>
                </a:cubicBezTo>
                <a:cubicBezTo>
                  <a:pt x="2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2" y="44"/>
                  <a:pt x="5" y="37"/>
                </a:cubicBezTo>
                <a:cubicBezTo>
                  <a:pt x="8" y="29"/>
                  <a:pt x="12" y="23"/>
                  <a:pt x="18" y="17"/>
                </a:cubicBezTo>
                <a:cubicBezTo>
                  <a:pt x="24" y="12"/>
                  <a:pt x="30" y="7"/>
                  <a:pt x="38" y="4"/>
                </a:cubicBezTo>
                <a:cubicBezTo>
                  <a:pt x="45" y="1"/>
                  <a:pt x="53" y="0"/>
                  <a:pt x="6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3269160" y="4515840"/>
            <a:ext cx="1169640" cy="505080"/>
          </a:xfrm>
          <a:custGeom>
            <a:avLst/>
            <a:gdLst/>
            <a:ahLst/>
            <a:rect l="0" t="0" r="r" b="b"/>
            <a:pathLst>
              <a:path w="3249" h="1403">
                <a:moveTo>
                  <a:pt x="61" y="0"/>
                </a:moveTo>
                <a:lnTo>
                  <a:pt x="3189" y="0"/>
                </a:lnTo>
                <a:cubicBezTo>
                  <a:pt x="3197" y="0"/>
                  <a:pt x="3205" y="1"/>
                  <a:pt x="3212" y="4"/>
                </a:cubicBezTo>
                <a:cubicBezTo>
                  <a:pt x="3219" y="7"/>
                  <a:pt x="3226" y="12"/>
                  <a:pt x="3232" y="17"/>
                </a:cubicBezTo>
                <a:cubicBezTo>
                  <a:pt x="3237" y="23"/>
                  <a:pt x="3242" y="29"/>
                  <a:pt x="3245" y="37"/>
                </a:cubicBezTo>
                <a:cubicBezTo>
                  <a:pt x="3248" y="44"/>
                  <a:pt x="3249" y="52"/>
                  <a:pt x="3249" y="60"/>
                </a:cubicBezTo>
                <a:lnTo>
                  <a:pt x="3249" y="1343"/>
                </a:lnTo>
                <a:cubicBezTo>
                  <a:pt x="3249" y="1351"/>
                  <a:pt x="3248" y="1358"/>
                  <a:pt x="3245" y="1366"/>
                </a:cubicBezTo>
                <a:cubicBezTo>
                  <a:pt x="3242" y="1373"/>
                  <a:pt x="3237" y="1380"/>
                  <a:pt x="3232" y="1385"/>
                </a:cubicBezTo>
                <a:cubicBezTo>
                  <a:pt x="3226" y="1391"/>
                  <a:pt x="3219" y="1395"/>
                  <a:pt x="3212" y="1398"/>
                </a:cubicBezTo>
                <a:cubicBezTo>
                  <a:pt x="3205" y="1401"/>
                  <a:pt x="3197" y="1403"/>
                  <a:pt x="3189" y="1403"/>
                </a:cubicBezTo>
                <a:lnTo>
                  <a:pt x="61" y="1403"/>
                </a:lnTo>
                <a:cubicBezTo>
                  <a:pt x="53" y="1403"/>
                  <a:pt x="45" y="1401"/>
                  <a:pt x="38" y="1398"/>
                </a:cubicBezTo>
                <a:cubicBezTo>
                  <a:pt x="30" y="1395"/>
                  <a:pt x="24" y="1391"/>
                  <a:pt x="18" y="1385"/>
                </a:cubicBezTo>
                <a:cubicBezTo>
                  <a:pt x="12" y="1380"/>
                  <a:pt x="8" y="1373"/>
                  <a:pt x="5" y="1366"/>
                </a:cubicBezTo>
                <a:cubicBezTo>
                  <a:pt x="2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2" y="44"/>
                  <a:pt x="5" y="37"/>
                </a:cubicBezTo>
                <a:cubicBezTo>
                  <a:pt x="8" y="29"/>
                  <a:pt x="12" y="23"/>
                  <a:pt x="18" y="17"/>
                </a:cubicBezTo>
                <a:cubicBezTo>
                  <a:pt x="24" y="12"/>
                  <a:pt x="30" y="7"/>
                  <a:pt x="38" y="4"/>
                </a:cubicBezTo>
                <a:cubicBezTo>
                  <a:pt x="45" y="1"/>
                  <a:pt x="53" y="0"/>
                  <a:pt x="61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4316400" y="3436560"/>
            <a:ext cx="723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(HAPI + QH IG)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3356280" y="4617000"/>
            <a:ext cx="840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6716160" y="1480680"/>
            <a:ext cx="139680" cy="139320"/>
          </a:xfrm>
          <a:custGeom>
            <a:avLst/>
            <a:gdLst/>
            <a:ahLst/>
            <a:rect l="0" t="0" r="r" b="b"/>
            <a:pathLst>
              <a:path w="388" h="387">
                <a:moveTo>
                  <a:pt x="388" y="193"/>
                </a:moveTo>
                <a:cubicBezTo>
                  <a:pt x="388" y="206"/>
                  <a:pt x="386" y="218"/>
                  <a:pt x="384" y="231"/>
                </a:cubicBezTo>
                <a:cubicBezTo>
                  <a:pt x="382" y="243"/>
                  <a:pt x="378" y="255"/>
                  <a:pt x="373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2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7" y="377"/>
                  <a:pt x="245" y="381"/>
                  <a:pt x="232" y="383"/>
                </a:cubicBezTo>
                <a:cubicBezTo>
                  <a:pt x="220" y="386"/>
                  <a:pt x="207" y="387"/>
                  <a:pt x="195" y="387"/>
                </a:cubicBezTo>
                <a:cubicBezTo>
                  <a:pt x="182" y="387"/>
                  <a:pt x="169" y="386"/>
                  <a:pt x="157" y="383"/>
                </a:cubicBezTo>
                <a:cubicBezTo>
                  <a:pt x="144" y="381"/>
                  <a:pt x="132" y="377"/>
                  <a:pt x="121" y="372"/>
                </a:cubicBezTo>
                <a:cubicBezTo>
                  <a:pt x="109" y="367"/>
                  <a:pt x="98" y="361"/>
                  <a:pt x="87" y="354"/>
                </a:cubicBezTo>
                <a:cubicBezTo>
                  <a:pt x="77" y="347"/>
                  <a:pt x="67" y="339"/>
                  <a:pt x="57" y="330"/>
                </a:cubicBezTo>
                <a:cubicBezTo>
                  <a:pt x="48" y="321"/>
                  <a:pt x="40" y="311"/>
                  <a:pt x="33" y="300"/>
                </a:cubicBezTo>
                <a:cubicBezTo>
                  <a:pt x="26" y="290"/>
                  <a:pt x="20" y="279"/>
                  <a:pt x="15" y="267"/>
                </a:cubicBezTo>
                <a:cubicBezTo>
                  <a:pt x="10" y="255"/>
                  <a:pt x="7" y="243"/>
                  <a:pt x="4" y="231"/>
                </a:cubicBezTo>
                <a:cubicBezTo>
                  <a:pt x="2" y="218"/>
                  <a:pt x="0" y="206"/>
                  <a:pt x="0" y="193"/>
                </a:cubicBezTo>
                <a:cubicBezTo>
                  <a:pt x="0" y="180"/>
                  <a:pt x="2" y="168"/>
                  <a:pt x="4" y="155"/>
                </a:cubicBezTo>
                <a:cubicBezTo>
                  <a:pt x="7" y="143"/>
                  <a:pt x="10" y="131"/>
                  <a:pt x="15" y="119"/>
                </a:cubicBezTo>
                <a:cubicBezTo>
                  <a:pt x="20" y="107"/>
                  <a:pt x="26" y="96"/>
                  <a:pt x="33" y="86"/>
                </a:cubicBezTo>
                <a:cubicBezTo>
                  <a:pt x="40" y="75"/>
                  <a:pt x="48" y="65"/>
                  <a:pt x="57" y="57"/>
                </a:cubicBezTo>
                <a:cubicBezTo>
                  <a:pt x="67" y="48"/>
                  <a:pt x="77" y="40"/>
                  <a:pt x="87" y="33"/>
                </a:cubicBezTo>
                <a:cubicBezTo>
                  <a:pt x="98" y="25"/>
                  <a:pt x="109" y="20"/>
                  <a:pt x="121" y="15"/>
                </a:cubicBezTo>
                <a:cubicBezTo>
                  <a:pt x="132" y="10"/>
                  <a:pt x="144" y="6"/>
                  <a:pt x="157" y="4"/>
                </a:cubicBezTo>
                <a:cubicBezTo>
                  <a:pt x="169" y="1"/>
                  <a:pt x="182" y="0"/>
                  <a:pt x="195" y="0"/>
                </a:cubicBezTo>
                <a:cubicBezTo>
                  <a:pt x="207" y="0"/>
                  <a:pt x="220" y="1"/>
                  <a:pt x="232" y="4"/>
                </a:cubicBezTo>
                <a:cubicBezTo>
                  <a:pt x="245" y="6"/>
                  <a:pt x="257" y="10"/>
                  <a:pt x="268" y="15"/>
                </a:cubicBezTo>
                <a:cubicBezTo>
                  <a:pt x="280" y="20"/>
                  <a:pt x="291" y="25"/>
                  <a:pt x="302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3" y="119"/>
                </a:cubicBezTo>
                <a:cubicBezTo>
                  <a:pt x="378" y="131"/>
                  <a:pt x="382" y="143"/>
                  <a:pt x="384" y="155"/>
                </a:cubicBezTo>
                <a:cubicBezTo>
                  <a:pt x="386" y="168"/>
                  <a:pt x="388" y="180"/>
                  <a:pt x="388" y="19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6716160" y="1480680"/>
            <a:ext cx="139680" cy="139320"/>
          </a:xfrm>
          <a:custGeom>
            <a:avLst/>
            <a:gdLst/>
            <a:ahLst/>
            <a:rect l="0" t="0" r="r" b="b"/>
            <a:pathLst>
              <a:path w="388" h="387">
                <a:moveTo>
                  <a:pt x="388" y="193"/>
                </a:moveTo>
                <a:cubicBezTo>
                  <a:pt x="388" y="206"/>
                  <a:pt x="386" y="218"/>
                  <a:pt x="384" y="231"/>
                </a:cubicBezTo>
                <a:cubicBezTo>
                  <a:pt x="382" y="243"/>
                  <a:pt x="378" y="255"/>
                  <a:pt x="373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2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7" y="377"/>
                  <a:pt x="245" y="381"/>
                  <a:pt x="232" y="383"/>
                </a:cubicBezTo>
                <a:cubicBezTo>
                  <a:pt x="220" y="386"/>
                  <a:pt x="207" y="387"/>
                  <a:pt x="195" y="387"/>
                </a:cubicBezTo>
                <a:cubicBezTo>
                  <a:pt x="182" y="387"/>
                  <a:pt x="169" y="386"/>
                  <a:pt x="157" y="383"/>
                </a:cubicBezTo>
                <a:cubicBezTo>
                  <a:pt x="144" y="381"/>
                  <a:pt x="132" y="377"/>
                  <a:pt x="121" y="372"/>
                </a:cubicBezTo>
                <a:cubicBezTo>
                  <a:pt x="109" y="367"/>
                  <a:pt x="98" y="361"/>
                  <a:pt x="87" y="354"/>
                </a:cubicBezTo>
                <a:cubicBezTo>
                  <a:pt x="77" y="347"/>
                  <a:pt x="67" y="339"/>
                  <a:pt x="57" y="330"/>
                </a:cubicBezTo>
                <a:cubicBezTo>
                  <a:pt x="48" y="321"/>
                  <a:pt x="40" y="311"/>
                  <a:pt x="33" y="300"/>
                </a:cubicBezTo>
                <a:cubicBezTo>
                  <a:pt x="26" y="290"/>
                  <a:pt x="20" y="279"/>
                  <a:pt x="15" y="267"/>
                </a:cubicBezTo>
                <a:cubicBezTo>
                  <a:pt x="10" y="255"/>
                  <a:pt x="7" y="243"/>
                  <a:pt x="4" y="231"/>
                </a:cubicBezTo>
                <a:cubicBezTo>
                  <a:pt x="2" y="218"/>
                  <a:pt x="0" y="206"/>
                  <a:pt x="0" y="193"/>
                </a:cubicBezTo>
                <a:cubicBezTo>
                  <a:pt x="0" y="180"/>
                  <a:pt x="2" y="168"/>
                  <a:pt x="4" y="155"/>
                </a:cubicBezTo>
                <a:cubicBezTo>
                  <a:pt x="7" y="143"/>
                  <a:pt x="10" y="131"/>
                  <a:pt x="15" y="119"/>
                </a:cubicBezTo>
                <a:cubicBezTo>
                  <a:pt x="20" y="107"/>
                  <a:pt x="26" y="96"/>
                  <a:pt x="33" y="86"/>
                </a:cubicBezTo>
                <a:cubicBezTo>
                  <a:pt x="40" y="75"/>
                  <a:pt x="48" y="65"/>
                  <a:pt x="57" y="57"/>
                </a:cubicBezTo>
                <a:cubicBezTo>
                  <a:pt x="67" y="48"/>
                  <a:pt x="77" y="40"/>
                  <a:pt x="87" y="33"/>
                </a:cubicBezTo>
                <a:cubicBezTo>
                  <a:pt x="98" y="25"/>
                  <a:pt x="109" y="20"/>
                  <a:pt x="121" y="15"/>
                </a:cubicBezTo>
                <a:cubicBezTo>
                  <a:pt x="132" y="10"/>
                  <a:pt x="144" y="6"/>
                  <a:pt x="157" y="4"/>
                </a:cubicBezTo>
                <a:cubicBezTo>
                  <a:pt x="169" y="1"/>
                  <a:pt x="182" y="0"/>
                  <a:pt x="195" y="0"/>
                </a:cubicBezTo>
                <a:cubicBezTo>
                  <a:pt x="207" y="0"/>
                  <a:pt x="220" y="1"/>
                  <a:pt x="232" y="4"/>
                </a:cubicBezTo>
                <a:cubicBezTo>
                  <a:pt x="245" y="6"/>
                  <a:pt x="257" y="10"/>
                  <a:pt x="268" y="15"/>
                </a:cubicBezTo>
                <a:cubicBezTo>
                  <a:pt x="280" y="20"/>
                  <a:pt x="291" y="25"/>
                  <a:pt x="302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3" y="119"/>
                </a:cubicBezTo>
                <a:cubicBezTo>
                  <a:pt x="378" y="131"/>
                  <a:pt x="382" y="143"/>
                  <a:pt x="384" y="155"/>
                </a:cubicBezTo>
                <a:cubicBezTo>
                  <a:pt x="386" y="168"/>
                  <a:pt x="388" y="180"/>
                  <a:pt x="388" y="19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6672960" y="1619640"/>
            <a:ext cx="226080" cy="365040"/>
          </a:xfrm>
          <a:custGeom>
            <a:avLst/>
            <a:gdLst/>
            <a:ahLst/>
            <a:rect l="0" t="0" r="r" b="b"/>
            <a:pathLst>
              <a:path fill="none" w="628" h="1014">
                <a:moveTo>
                  <a:pt x="314" y="0"/>
                </a:moveTo>
                <a:lnTo>
                  <a:pt x="314" y="652"/>
                </a:lnTo>
                <a:moveTo>
                  <a:pt x="0" y="194"/>
                </a:moveTo>
                <a:lnTo>
                  <a:pt x="628" y="194"/>
                </a:lnTo>
                <a:moveTo>
                  <a:pt x="314" y="652"/>
                </a:moveTo>
                <a:lnTo>
                  <a:pt x="0" y="1014"/>
                </a:lnTo>
                <a:moveTo>
                  <a:pt x="314" y="652"/>
                </a:moveTo>
                <a:lnTo>
                  <a:pt x="628" y="101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356280" y="4782240"/>
            <a:ext cx="572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(Filler / RIS)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6458760" y="2011680"/>
            <a:ext cx="569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Patient app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5155200" y="4572000"/>
            <a:ext cx="1765800" cy="394920"/>
          </a:xfrm>
          <a:custGeom>
            <a:avLst/>
            <a:gdLst/>
            <a:ahLst/>
            <a:rect l="0" t="0" r="r" b="b"/>
            <a:pathLst>
              <a:path w="4905" h="1097">
                <a:moveTo>
                  <a:pt x="0" y="0"/>
                </a:moveTo>
                <a:lnTo>
                  <a:pt x="0" y="1097"/>
                </a:lnTo>
                <a:lnTo>
                  <a:pt x="4905" y="1097"/>
                </a:lnTo>
                <a:lnTo>
                  <a:pt x="4905" y="242"/>
                </a:lnTo>
                <a:lnTo>
                  <a:pt x="4663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5155200" y="4572000"/>
            <a:ext cx="1765800" cy="394920"/>
          </a:xfrm>
          <a:custGeom>
            <a:avLst/>
            <a:gdLst/>
            <a:ahLst/>
            <a:rect l="0" t="0" r="r" b="b"/>
            <a:pathLst>
              <a:path fill="none" w="4905" h="1097">
                <a:moveTo>
                  <a:pt x="0" y="0"/>
                </a:moveTo>
                <a:lnTo>
                  <a:pt x="0" y="1097"/>
                </a:lnTo>
                <a:lnTo>
                  <a:pt x="4905" y="1097"/>
                </a:lnTo>
                <a:lnTo>
                  <a:pt x="4905" y="242"/>
                </a:lnTo>
                <a:lnTo>
                  <a:pt x="4663" y="0"/>
                </a:lnTo>
                <a:lnTo>
                  <a:pt x="0" y="0"/>
                </a:lnTo>
              </a:path>
            </a:pathLst>
          </a:custGeom>
          <a:ln w="4320">
            <a:solidFill>
              <a:srgbClr val="181818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6833520" y="4572000"/>
            <a:ext cx="87480" cy="87480"/>
          </a:xfrm>
          <a:custGeom>
            <a:avLst/>
            <a:gdLst/>
            <a:ahLst/>
            <a:rect l="0" t="0" r="r" b="b"/>
            <a:pathLst>
              <a:path w="243" h="243">
                <a:moveTo>
                  <a:pt x="0" y="0"/>
                </a:moveTo>
                <a:lnTo>
                  <a:pt x="0" y="243"/>
                </a:lnTo>
                <a:lnTo>
                  <a:pt x="243" y="243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6833520" y="4572000"/>
            <a:ext cx="87480" cy="87480"/>
          </a:xfrm>
          <a:custGeom>
            <a:avLst/>
            <a:gdLst/>
            <a:ahLst/>
            <a:rect l="0" t="0" r="r" b="b"/>
            <a:pathLst>
              <a:path fill="none" w="243" h="243">
                <a:moveTo>
                  <a:pt x="0" y="0"/>
                </a:moveTo>
                <a:lnTo>
                  <a:pt x="0" y="243"/>
                </a:lnTo>
                <a:lnTo>
                  <a:pt x="243" y="243"/>
                </a:lnTo>
                <a:lnTo>
                  <a:pt x="0" y="0"/>
                </a:lnTo>
              </a:path>
            </a:pathLst>
          </a:custGeom>
          <a:ln w="8640">
            <a:solidFill>
              <a:srgbClr val="181818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6458760" y="2177280"/>
            <a:ext cx="421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(stretch)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5207400" y="462888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000000"/>
                </a:solidFill>
                <a:latin typeface="Calibri"/>
                <a:ea typeface="Calibri"/>
              </a:rPr>
              <a:t>Holds ServiceRequest, Task,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320480" y="1936440"/>
            <a:ext cx="1582560" cy="1179000"/>
          </a:xfrm>
          <a:custGeom>
            <a:avLst/>
            <a:gdLst/>
            <a:ahLst/>
            <a:rect l="0" t="0" r="r" b="b"/>
            <a:pathLst>
              <a:path fill="none" w="4396" h="3275">
                <a:moveTo>
                  <a:pt x="4396" y="0"/>
                </a:moveTo>
                <a:cubicBezTo>
                  <a:pt x="3377" y="147"/>
                  <a:pt x="1448" y="580"/>
                  <a:pt x="453" y="1810"/>
                </a:cubicBezTo>
                <a:cubicBezTo>
                  <a:pt x="89" y="2259"/>
                  <a:pt x="5" y="2777"/>
                  <a:pt x="0" y="3275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1285920" y="3088800"/>
            <a:ext cx="70200" cy="78480"/>
          </a:xfrm>
          <a:custGeom>
            <a:avLst/>
            <a:gdLst/>
            <a:ahLst/>
            <a:rect l="0" t="0" r="r" b="b"/>
            <a:pathLst>
              <a:path w="195" h="218">
                <a:moveTo>
                  <a:pt x="95" y="218"/>
                </a:moveTo>
                <a:lnTo>
                  <a:pt x="195" y="1"/>
                </a:lnTo>
                <a:lnTo>
                  <a:pt x="96" y="97"/>
                </a:lnTo>
                <a:lnTo>
                  <a:pt x="0" y="0"/>
                </a:lnTo>
                <a:lnTo>
                  <a:pt x="95" y="218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5207400" y="4782600"/>
            <a:ext cx="138924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000000"/>
                </a:solidFill>
                <a:latin typeface="Calibri"/>
                <a:ea typeface="Calibri"/>
              </a:rPr>
              <a:t>Schedule / Slot / Appointment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3007080" y="2329560"/>
            <a:ext cx="1167840" cy="1070280"/>
          </a:xfrm>
          <a:custGeom>
            <a:avLst/>
            <a:gdLst/>
            <a:ahLst/>
            <a:rect l="0" t="0" r="r" b="b"/>
            <a:pathLst>
              <a:path fill="none" w="3244" h="2973">
                <a:moveTo>
                  <a:pt x="43" y="0"/>
                </a:moveTo>
                <a:cubicBezTo>
                  <a:pt x="-41" y="538"/>
                  <a:pt x="-28" y="1157"/>
                  <a:pt x="307" y="1611"/>
                </a:cubicBezTo>
                <a:cubicBezTo>
                  <a:pt x="1008" y="2562"/>
                  <a:pt x="2204" y="2871"/>
                  <a:pt x="3244" y="2973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4145040" y="3362400"/>
            <a:ext cx="81360" cy="69480"/>
          </a:xfrm>
          <a:custGeom>
            <a:avLst/>
            <a:gdLst/>
            <a:ahLst/>
            <a:rect l="0" t="0" r="r" b="b"/>
            <a:pathLst>
              <a:path w="226" h="193">
                <a:moveTo>
                  <a:pt x="226" y="117"/>
                </a:moveTo>
                <a:lnTo>
                  <a:pt x="19" y="0"/>
                </a:lnTo>
                <a:lnTo>
                  <a:pt x="106" y="105"/>
                </a:lnTo>
                <a:lnTo>
                  <a:pt x="0" y="193"/>
                </a:lnTo>
                <a:lnTo>
                  <a:pt x="226" y="117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492200" y="2688120"/>
            <a:ext cx="12502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discover service + Endpoint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366000" y="2609640"/>
            <a:ext cx="6606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create referral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3383640" y="1983960"/>
            <a:ext cx="1292040" cy="1134720"/>
          </a:xfrm>
          <a:custGeom>
            <a:avLst/>
            <a:gdLst/>
            <a:ahLst/>
            <a:rect l="0" t="0" r="r" b="b"/>
            <a:pathLst>
              <a:path fill="none" w="3589" h="3152">
                <a:moveTo>
                  <a:pt x="0" y="0"/>
                </a:moveTo>
                <a:cubicBezTo>
                  <a:pt x="777" y="269"/>
                  <a:pt x="2052" y="812"/>
                  <a:pt x="2833" y="1678"/>
                </a:cubicBezTo>
                <a:cubicBezTo>
                  <a:pt x="3246" y="2134"/>
                  <a:pt x="3453" y="2657"/>
                  <a:pt x="3589" y="3152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4635000" y="3084120"/>
            <a:ext cx="67320" cy="84960"/>
          </a:xfrm>
          <a:custGeom>
            <a:avLst/>
            <a:gdLst/>
            <a:ahLst/>
            <a:rect l="0" t="0" r="r" b="b"/>
            <a:pathLst>
              <a:path w="187" h="236">
                <a:moveTo>
                  <a:pt x="152" y="236"/>
                </a:moveTo>
                <a:lnTo>
                  <a:pt x="187" y="0"/>
                </a:lnTo>
                <a:lnTo>
                  <a:pt x="120" y="119"/>
                </a:lnTo>
                <a:lnTo>
                  <a:pt x="0" y="51"/>
                </a:lnTo>
                <a:lnTo>
                  <a:pt x="152" y="236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125880" y="2763720"/>
            <a:ext cx="10810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(ServiceRequest + Task)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4169880" y="3724920"/>
            <a:ext cx="487440" cy="788760"/>
          </a:xfrm>
          <a:custGeom>
            <a:avLst/>
            <a:gdLst/>
            <a:ahLst/>
            <a:rect l="0" t="0" r="r" b="b"/>
            <a:pathLst>
              <a:path fill="none" w="1354" h="2191">
                <a:moveTo>
                  <a:pt x="0" y="2191"/>
                </a:moveTo>
                <a:cubicBezTo>
                  <a:pt x="232" y="1979"/>
                  <a:pt x="468" y="1733"/>
                  <a:pt x="649" y="1473"/>
                </a:cubicBezTo>
                <a:cubicBezTo>
                  <a:pt x="993" y="979"/>
                  <a:pt x="1197" y="477"/>
                  <a:pt x="1354" y="0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4615920" y="3675240"/>
            <a:ext cx="66240" cy="85320"/>
          </a:xfrm>
          <a:custGeom>
            <a:avLst/>
            <a:gdLst/>
            <a:ahLst/>
            <a:rect l="0" t="0" r="r" b="b"/>
            <a:pathLst>
              <a:path w="184" h="237">
                <a:moveTo>
                  <a:pt x="159" y="0"/>
                </a:moveTo>
                <a:lnTo>
                  <a:pt x="0" y="178"/>
                </a:lnTo>
                <a:lnTo>
                  <a:pt x="122" y="116"/>
                </a:lnTo>
                <a:lnTo>
                  <a:pt x="184" y="237"/>
                </a:lnTo>
                <a:lnTo>
                  <a:pt x="159" y="0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4603320" y="2688120"/>
            <a:ext cx="14590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search Slot / book Appointment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577400" y="3956040"/>
            <a:ext cx="9259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triage, publish Slots,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3329640" y="3478680"/>
            <a:ext cx="900000" cy="997920"/>
          </a:xfrm>
          <a:custGeom>
            <a:avLst/>
            <a:gdLst/>
            <a:ahLst/>
            <a:rect l="0" t="0" r="r" b="b"/>
            <a:pathLst>
              <a:path fill="none" w="2500" h="2772">
                <a:moveTo>
                  <a:pt x="2500" y="0"/>
                </a:moveTo>
                <a:cubicBezTo>
                  <a:pt x="1668" y="162"/>
                  <a:pt x="684" y="510"/>
                  <a:pt x="158" y="1265"/>
                </a:cubicBezTo>
                <a:cubicBezTo>
                  <a:pt x="-202" y="1784"/>
                  <a:pt x="104" y="2305"/>
                  <a:pt x="556" y="2772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3486600" y="4433400"/>
            <a:ext cx="79560" cy="80640"/>
          </a:xfrm>
          <a:custGeom>
            <a:avLst/>
            <a:gdLst/>
            <a:ahLst/>
            <a:rect l="0" t="0" r="r" b="b"/>
            <a:pathLst>
              <a:path w="221" h="224">
                <a:moveTo>
                  <a:pt x="221" y="224"/>
                </a:moveTo>
                <a:lnTo>
                  <a:pt x="140" y="0"/>
                </a:lnTo>
                <a:lnTo>
                  <a:pt x="137" y="137"/>
                </a:lnTo>
                <a:lnTo>
                  <a:pt x="0" y="135"/>
                </a:lnTo>
                <a:lnTo>
                  <a:pt x="221" y="224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4677840" y="4109760"/>
            <a:ext cx="7491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conﬁrm booking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5307480" y="2327040"/>
            <a:ext cx="1390680" cy="1034280"/>
          </a:xfrm>
          <a:custGeom>
            <a:avLst/>
            <a:gdLst/>
            <a:ahLst/>
            <a:rect l="0" t="0" r="r" b="b"/>
            <a:pathLst>
              <a:path w="3863" h="2873">
                <a:moveTo>
                  <a:pt x="3863" y="7"/>
                </a:moveTo>
                <a:cubicBezTo>
                  <a:pt x="3847" y="60"/>
                  <a:pt x="3829" y="113"/>
                  <a:pt x="3811" y="164"/>
                </a:cubicBezTo>
                <a:lnTo>
                  <a:pt x="3789" y="156"/>
                </a:lnTo>
                <a:cubicBezTo>
                  <a:pt x="3806" y="105"/>
                  <a:pt x="3824" y="53"/>
                  <a:pt x="3840" y="0"/>
                </a:cubicBezTo>
                <a:lnTo>
                  <a:pt x="3863" y="7"/>
                </a:lnTo>
                <a:moveTo>
                  <a:pt x="3753" y="324"/>
                </a:moveTo>
                <a:cubicBezTo>
                  <a:pt x="3733" y="378"/>
                  <a:pt x="3711" y="431"/>
                  <a:pt x="3689" y="483"/>
                </a:cubicBezTo>
                <a:lnTo>
                  <a:pt x="3667" y="474"/>
                </a:lnTo>
                <a:cubicBezTo>
                  <a:pt x="3689" y="422"/>
                  <a:pt x="3710" y="369"/>
                  <a:pt x="3731" y="315"/>
                </a:cubicBezTo>
                <a:lnTo>
                  <a:pt x="3753" y="324"/>
                </a:lnTo>
                <a:moveTo>
                  <a:pt x="3621" y="637"/>
                </a:moveTo>
                <a:cubicBezTo>
                  <a:pt x="3597" y="690"/>
                  <a:pt x="3572" y="742"/>
                  <a:pt x="3546" y="791"/>
                </a:cubicBezTo>
                <a:lnTo>
                  <a:pt x="3525" y="780"/>
                </a:lnTo>
                <a:cubicBezTo>
                  <a:pt x="3550" y="731"/>
                  <a:pt x="3575" y="679"/>
                  <a:pt x="3599" y="627"/>
                </a:cubicBezTo>
                <a:lnTo>
                  <a:pt x="3621" y="637"/>
                </a:lnTo>
                <a:moveTo>
                  <a:pt x="3465" y="941"/>
                </a:moveTo>
                <a:cubicBezTo>
                  <a:pt x="3437" y="991"/>
                  <a:pt x="3407" y="1039"/>
                  <a:pt x="3378" y="1086"/>
                </a:cubicBezTo>
                <a:lnTo>
                  <a:pt x="3357" y="1073"/>
                </a:lnTo>
                <a:cubicBezTo>
                  <a:pt x="3387" y="1027"/>
                  <a:pt x="3416" y="979"/>
                  <a:pt x="3444" y="929"/>
                </a:cubicBezTo>
                <a:lnTo>
                  <a:pt x="3465" y="941"/>
                </a:lnTo>
                <a:moveTo>
                  <a:pt x="3283" y="1227"/>
                </a:moveTo>
                <a:cubicBezTo>
                  <a:pt x="3249" y="1274"/>
                  <a:pt x="3214" y="1319"/>
                  <a:pt x="3179" y="1362"/>
                </a:cubicBezTo>
                <a:lnTo>
                  <a:pt x="3160" y="1347"/>
                </a:lnTo>
                <a:cubicBezTo>
                  <a:pt x="3195" y="1304"/>
                  <a:pt x="3229" y="1259"/>
                  <a:pt x="3263" y="1213"/>
                </a:cubicBezTo>
                <a:lnTo>
                  <a:pt x="3283" y="1227"/>
                </a:lnTo>
                <a:moveTo>
                  <a:pt x="3068" y="1490"/>
                </a:moveTo>
                <a:cubicBezTo>
                  <a:pt x="3028" y="1533"/>
                  <a:pt x="2988" y="1572"/>
                  <a:pt x="2948" y="1610"/>
                </a:cubicBezTo>
                <a:lnTo>
                  <a:pt x="2931" y="1592"/>
                </a:lnTo>
                <a:cubicBezTo>
                  <a:pt x="2972" y="1555"/>
                  <a:pt x="3011" y="1516"/>
                  <a:pt x="3050" y="1474"/>
                </a:cubicBezTo>
                <a:lnTo>
                  <a:pt x="3068" y="1490"/>
                </a:lnTo>
                <a:moveTo>
                  <a:pt x="2820" y="1722"/>
                </a:moveTo>
                <a:cubicBezTo>
                  <a:pt x="2776" y="1758"/>
                  <a:pt x="2732" y="1794"/>
                  <a:pt x="2687" y="1828"/>
                </a:cubicBezTo>
                <a:lnTo>
                  <a:pt x="2673" y="1809"/>
                </a:lnTo>
                <a:cubicBezTo>
                  <a:pt x="2717" y="1775"/>
                  <a:pt x="2761" y="1740"/>
                  <a:pt x="2804" y="1704"/>
                </a:cubicBezTo>
                <a:lnTo>
                  <a:pt x="2820" y="1722"/>
                </a:lnTo>
                <a:moveTo>
                  <a:pt x="2550" y="1929"/>
                </a:moveTo>
                <a:cubicBezTo>
                  <a:pt x="2504" y="1961"/>
                  <a:pt x="2457" y="1993"/>
                  <a:pt x="2410" y="2024"/>
                </a:cubicBezTo>
                <a:lnTo>
                  <a:pt x="2396" y="2003"/>
                </a:lnTo>
                <a:cubicBezTo>
                  <a:pt x="2444" y="1973"/>
                  <a:pt x="2491" y="1941"/>
                  <a:pt x="2536" y="1909"/>
                </a:cubicBezTo>
                <a:lnTo>
                  <a:pt x="2550" y="1929"/>
                </a:lnTo>
                <a:moveTo>
                  <a:pt x="2266" y="2113"/>
                </a:moveTo>
                <a:cubicBezTo>
                  <a:pt x="2218" y="2141"/>
                  <a:pt x="2168" y="2169"/>
                  <a:pt x="2118" y="2196"/>
                </a:cubicBezTo>
                <a:lnTo>
                  <a:pt x="2107" y="2175"/>
                </a:lnTo>
                <a:cubicBezTo>
                  <a:pt x="2157" y="2148"/>
                  <a:pt x="2206" y="2120"/>
                  <a:pt x="2254" y="2092"/>
                </a:cubicBezTo>
                <a:lnTo>
                  <a:pt x="2266" y="2113"/>
                </a:lnTo>
                <a:moveTo>
                  <a:pt x="1968" y="2275"/>
                </a:moveTo>
                <a:cubicBezTo>
                  <a:pt x="1918" y="2300"/>
                  <a:pt x="1867" y="2324"/>
                  <a:pt x="1816" y="2348"/>
                </a:cubicBezTo>
                <a:lnTo>
                  <a:pt x="1805" y="2326"/>
                </a:lnTo>
                <a:cubicBezTo>
                  <a:pt x="1857" y="2303"/>
                  <a:pt x="1908" y="2278"/>
                  <a:pt x="1957" y="2253"/>
                </a:cubicBezTo>
                <a:lnTo>
                  <a:pt x="1968" y="2275"/>
                </a:lnTo>
                <a:moveTo>
                  <a:pt x="1660" y="2417"/>
                </a:moveTo>
                <a:cubicBezTo>
                  <a:pt x="1609" y="2438"/>
                  <a:pt x="1557" y="2459"/>
                  <a:pt x="1504" y="2480"/>
                </a:cubicBezTo>
                <a:lnTo>
                  <a:pt x="1495" y="2457"/>
                </a:lnTo>
                <a:cubicBezTo>
                  <a:pt x="1548" y="2437"/>
                  <a:pt x="1600" y="2416"/>
                  <a:pt x="1651" y="2394"/>
                </a:cubicBezTo>
                <a:lnTo>
                  <a:pt x="1660" y="2417"/>
                </a:lnTo>
                <a:moveTo>
                  <a:pt x="1344" y="2539"/>
                </a:moveTo>
                <a:cubicBezTo>
                  <a:pt x="1292" y="2558"/>
                  <a:pt x="1239" y="2576"/>
                  <a:pt x="1184" y="2593"/>
                </a:cubicBezTo>
                <a:lnTo>
                  <a:pt x="1177" y="2570"/>
                </a:lnTo>
                <a:cubicBezTo>
                  <a:pt x="1231" y="2553"/>
                  <a:pt x="1284" y="2535"/>
                  <a:pt x="1336" y="2516"/>
                </a:cubicBezTo>
                <a:lnTo>
                  <a:pt x="1344" y="2539"/>
                </a:lnTo>
                <a:moveTo>
                  <a:pt x="1022" y="2644"/>
                </a:moveTo>
                <a:cubicBezTo>
                  <a:pt x="969" y="2660"/>
                  <a:pt x="915" y="2675"/>
                  <a:pt x="860" y="2690"/>
                </a:cubicBezTo>
                <a:lnTo>
                  <a:pt x="853" y="2667"/>
                </a:lnTo>
                <a:cubicBezTo>
                  <a:pt x="908" y="2652"/>
                  <a:pt x="962" y="2636"/>
                  <a:pt x="1016" y="2620"/>
                </a:cubicBezTo>
                <a:lnTo>
                  <a:pt x="1022" y="2644"/>
                </a:lnTo>
                <a:moveTo>
                  <a:pt x="696" y="2732"/>
                </a:moveTo>
                <a:cubicBezTo>
                  <a:pt x="641" y="2746"/>
                  <a:pt x="586" y="2759"/>
                  <a:pt x="530" y="2771"/>
                </a:cubicBezTo>
                <a:lnTo>
                  <a:pt x="525" y="2748"/>
                </a:lnTo>
                <a:cubicBezTo>
                  <a:pt x="581" y="2735"/>
                  <a:pt x="636" y="2722"/>
                  <a:pt x="690" y="2709"/>
                </a:cubicBezTo>
                <a:lnTo>
                  <a:pt x="696" y="2732"/>
                </a:lnTo>
                <a:moveTo>
                  <a:pt x="366" y="2806"/>
                </a:moveTo>
                <a:cubicBezTo>
                  <a:pt x="311" y="2818"/>
                  <a:pt x="255" y="2828"/>
                  <a:pt x="198" y="2839"/>
                </a:cubicBezTo>
                <a:lnTo>
                  <a:pt x="194" y="2815"/>
                </a:lnTo>
                <a:cubicBezTo>
                  <a:pt x="251" y="2805"/>
                  <a:pt x="306" y="2794"/>
                  <a:pt x="361" y="2783"/>
                </a:cubicBezTo>
                <a:lnTo>
                  <a:pt x="366" y="2806"/>
                </a:lnTo>
                <a:moveTo>
                  <a:pt x="33" y="2868"/>
                </a:moveTo>
                <a:lnTo>
                  <a:pt x="4" y="2873"/>
                </a:lnTo>
                <a:lnTo>
                  <a:pt x="0" y="2849"/>
                </a:lnTo>
                <a:lnTo>
                  <a:pt x="29" y="2844"/>
                </a:lnTo>
                <a:lnTo>
                  <a:pt x="33" y="2868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5256720" y="3318120"/>
            <a:ext cx="83160" cy="68760"/>
          </a:xfrm>
          <a:custGeom>
            <a:avLst/>
            <a:gdLst/>
            <a:ahLst/>
            <a:rect l="0" t="0" r="r" b="b"/>
            <a:pathLst>
              <a:path w="231" h="191">
                <a:moveTo>
                  <a:pt x="0" y="130"/>
                </a:moveTo>
                <a:lnTo>
                  <a:pt x="231" y="191"/>
                </a:lnTo>
                <a:lnTo>
                  <a:pt x="120" y="111"/>
                </a:lnTo>
                <a:lnTo>
                  <a:pt x="200" y="0"/>
                </a:lnTo>
                <a:lnTo>
                  <a:pt x="0" y="130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3395520" y="4033800"/>
            <a:ext cx="8085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deliver new Tasks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5255640" y="3600000"/>
            <a:ext cx="756360" cy="965520"/>
          </a:xfrm>
          <a:custGeom>
            <a:avLst/>
            <a:gdLst/>
            <a:ahLst/>
            <a:rect l="0" t="0" r="r" b="b"/>
            <a:pathLst>
              <a:path w="2101" h="2682">
                <a:moveTo>
                  <a:pt x="10" y="0"/>
                </a:moveTo>
                <a:cubicBezTo>
                  <a:pt x="61" y="24"/>
                  <a:pt x="112" y="48"/>
                  <a:pt x="161" y="72"/>
                </a:cubicBezTo>
                <a:lnTo>
                  <a:pt x="150" y="94"/>
                </a:lnTo>
                <a:cubicBezTo>
                  <a:pt x="101" y="70"/>
                  <a:pt x="51" y="46"/>
                  <a:pt x="0" y="22"/>
                </a:cubicBezTo>
                <a:lnTo>
                  <a:pt x="10" y="0"/>
                </a:lnTo>
                <a:moveTo>
                  <a:pt x="312" y="150"/>
                </a:moveTo>
                <a:cubicBezTo>
                  <a:pt x="363" y="177"/>
                  <a:pt x="412" y="205"/>
                  <a:pt x="461" y="233"/>
                </a:cubicBezTo>
                <a:lnTo>
                  <a:pt x="449" y="254"/>
                </a:lnTo>
                <a:cubicBezTo>
                  <a:pt x="401" y="226"/>
                  <a:pt x="351" y="199"/>
                  <a:pt x="301" y="172"/>
                </a:cubicBezTo>
                <a:lnTo>
                  <a:pt x="312" y="150"/>
                </a:lnTo>
                <a:moveTo>
                  <a:pt x="606" y="320"/>
                </a:moveTo>
                <a:cubicBezTo>
                  <a:pt x="655" y="351"/>
                  <a:pt x="702" y="382"/>
                  <a:pt x="748" y="413"/>
                </a:cubicBezTo>
                <a:lnTo>
                  <a:pt x="735" y="433"/>
                </a:lnTo>
                <a:cubicBezTo>
                  <a:pt x="689" y="402"/>
                  <a:pt x="642" y="371"/>
                  <a:pt x="593" y="341"/>
                </a:cubicBezTo>
                <a:lnTo>
                  <a:pt x="606" y="320"/>
                </a:lnTo>
                <a:moveTo>
                  <a:pt x="886" y="512"/>
                </a:moveTo>
                <a:cubicBezTo>
                  <a:pt x="932" y="547"/>
                  <a:pt x="977" y="581"/>
                  <a:pt x="1019" y="617"/>
                </a:cubicBezTo>
                <a:lnTo>
                  <a:pt x="1004" y="635"/>
                </a:lnTo>
                <a:cubicBezTo>
                  <a:pt x="962" y="600"/>
                  <a:pt x="918" y="566"/>
                  <a:pt x="872" y="531"/>
                </a:cubicBezTo>
                <a:lnTo>
                  <a:pt x="886" y="512"/>
                </a:lnTo>
                <a:moveTo>
                  <a:pt x="1148" y="729"/>
                </a:moveTo>
                <a:cubicBezTo>
                  <a:pt x="1191" y="768"/>
                  <a:pt x="1231" y="808"/>
                  <a:pt x="1270" y="848"/>
                </a:cubicBezTo>
                <a:lnTo>
                  <a:pt x="1252" y="864"/>
                </a:lnTo>
                <a:cubicBezTo>
                  <a:pt x="1214" y="825"/>
                  <a:pt x="1174" y="785"/>
                  <a:pt x="1131" y="747"/>
                </a:cubicBezTo>
                <a:lnTo>
                  <a:pt x="1148" y="729"/>
                </a:lnTo>
                <a:moveTo>
                  <a:pt x="1382" y="973"/>
                </a:moveTo>
                <a:cubicBezTo>
                  <a:pt x="1418" y="1016"/>
                  <a:pt x="1452" y="1061"/>
                  <a:pt x="1486" y="1109"/>
                </a:cubicBezTo>
                <a:lnTo>
                  <a:pt x="1466" y="1122"/>
                </a:lnTo>
                <a:cubicBezTo>
                  <a:pt x="1433" y="1076"/>
                  <a:pt x="1399" y="1031"/>
                  <a:pt x="1364" y="989"/>
                </a:cubicBezTo>
                <a:lnTo>
                  <a:pt x="1382" y="973"/>
                </a:lnTo>
                <a:moveTo>
                  <a:pt x="1579" y="1250"/>
                </a:moveTo>
                <a:cubicBezTo>
                  <a:pt x="1608" y="1297"/>
                  <a:pt x="1637" y="1347"/>
                  <a:pt x="1664" y="1398"/>
                </a:cubicBezTo>
                <a:lnTo>
                  <a:pt x="1643" y="1409"/>
                </a:lnTo>
                <a:cubicBezTo>
                  <a:pt x="1616" y="1358"/>
                  <a:pt x="1588" y="1310"/>
                  <a:pt x="1559" y="1263"/>
                </a:cubicBezTo>
                <a:lnTo>
                  <a:pt x="1579" y="1250"/>
                </a:lnTo>
                <a:moveTo>
                  <a:pt x="1741" y="1550"/>
                </a:moveTo>
                <a:cubicBezTo>
                  <a:pt x="1765" y="1600"/>
                  <a:pt x="1788" y="1651"/>
                  <a:pt x="1810" y="1704"/>
                </a:cubicBezTo>
                <a:lnTo>
                  <a:pt x="1788" y="1714"/>
                </a:lnTo>
                <a:cubicBezTo>
                  <a:pt x="1765" y="1661"/>
                  <a:pt x="1743" y="1610"/>
                  <a:pt x="1719" y="1560"/>
                </a:cubicBezTo>
                <a:lnTo>
                  <a:pt x="1741" y="1550"/>
                </a:lnTo>
                <a:moveTo>
                  <a:pt x="1873" y="1863"/>
                </a:moveTo>
                <a:cubicBezTo>
                  <a:pt x="1892" y="1916"/>
                  <a:pt x="1911" y="1970"/>
                  <a:pt x="1930" y="2026"/>
                </a:cubicBezTo>
                <a:lnTo>
                  <a:pt x="1907" y="2033"/>
                </a:lnTo>
                <a:cubicBezTo>
                  <a:pt x="1889" y="1978"/>
                  <a:pt x="1870" y="1924"/>
                  <a:pt x="1850" y="1871"/>
                </a:cubicBezTo>
                <a:lnTo>
                  <a:pt x="1873" y="1863"/>
                </a:lnTo>
                <a:moveTo>
                  <a:pt x="1980" y="2187"/>
                </a:moveTo>
                <a:cubicBezTo>
                  <a:pt x="1995" y="2240"/>
                  <a:pt x="2010" y="2294"/>
                  <a:pt x="2025" y="2348"/>
                </a:cubicBezTo>
                <a:lnTo>
                  <a:pt x="2001" y="2355"/>
                </a:lnTo>
                <a:cubicBezTo>
                  <a:pt x="1987" y="2300"/>
                  <a:pt x="1972" y="2247"/>
                  <a:pt x="1957" y="2194"/>
                </a:cubicBezTo>
                <a:lnTo>
                  <a:pt x="1980" y="2187"/>
                </a:lnTo>
                <a:moveTo>
                  <a:pt x="2065" y="2512"/>
                </a:moveTo>
                <a:cubicBezTo>
                  <a:pt x="2078" y="2566"/>
                  <a:pt x="2090" y="2622"/>
                  <a:pt x="2101" y="2677"/>
                </a:cubicBezTo>
                <a:lnTo>
                  <a:pt x="2077" y="2682"/>
                </a:lnTo>
                <a:cubicBezTo>
                  <a:pt x="2066" y="2627"/>
                  <a:pt x="2054" y="2572"/>
                  <a:pt x="2041" y="2517"/>
                </a:cubicBezTo>
                <a:lnTo>
                  <a:pt x="2065" y="2512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584760" y="2688120"/>
            <a:ext cx="11026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view referral / self-book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66720" y="5355360"/>
            <a:ext cx="8332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raises &amp; books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directory of record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Referral Server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(HAPI + QH IG)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666720" y="5726880"/>
            <a:ext cx="92134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holds the resources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Imaging Provider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triages &amp; conﬁrms ·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Patient app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(stretch) self-books.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4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666720" y="141912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862560" y="2246040"/>
            <a:ext cx="50400" cy="2906640"/>
          </a:xfrm>
          <a:custGeom>
            <a:avLst/>
            <a:gdLst/>
            <a:ahLst/>
            <a:rect l="0" t="0" r="r" b="b"/>
            <a:pathLst>
              <a:path w="140" h="8074">
                <a:moveTo>
                  <a:pt x="0" y="0"/>
                </a:moveTo>
                <a:lnTo>
                  <a:pt x="140" y="0"/>
                </a:lnTo>
                <a:lnTo>
                  <a:pt x="140" y="8074"/>
                </a:lnTo>
                <a:lnTo>
                  <a:pt x="0" y="80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884160" y="2246040"/>
            <a:ext cx="3600" cy="2906640"/>
          </a:xfrm>
          <a:custGeom>
            <a:avLst/>
            <a:gdLst/>
            <a:ahLst/>
            <a:rect l="0" t="0" r="r" b="b"/>
            <a:pathLst>
              <a:path w="10" h="8074">
                <a:moveTo>
                  <a:pt x="10" y="0"/>
                </a:moveTo>
                <a:lnTo>
                  <a:pt x="10" y="87"/>
                </a:lnTo>
                <a:lnTo>
                  <a:pt x="0" y="87"/>
                </a:lnTo>
                <a:lnTo>
                  <a:pt x="0" y="0"/>
                </a:lnTo>
                <a:lnTo>
                  <a:pt x="10" y="0"/>
                </a:lnTo>
                <a:moveTo>
                  <a:pt x="10" y="174"/>
                </a:moveTo>
                <a:lnTo>
                  <a:pt x="10" y="261"/>
                </a:lnTo>
                <a:lnTo>
                  <a:pt x="0" y="261"/>
                </a:lnTo>
                <a:lnTo>
                  <a:pt x="0" y="174"/>
                </a:lnTo>
                <a:lnTo>
                  <a:pt x="10" y="174"/>
                </a:lnTo>
                <a:moveTo>
                  <a:pt x="10" y="348"/>
                </a:moveTo>
                <a:lnTo>
                  <a:pt x="10" y="435"/>
                </a:lnTo>
                <a:lnTo>
                  <a:pt x="0" y="435"/>
                </a:lnTo>
                <a:lnTo>
                  <a:pt x="0" y="348"/>
                </a:lnTo>
                <a:lnTo>
                  <a:pt x="10" y="348"/>
                </a:lnTo>
                <a:moveTo>
                  <a:pt x="10" y="522"/>
                </a:moveTo>
                <a:lnTo>
                  <a:pt x="10" y="609"/>
                </a:lnTo>
                <a:lnTo>
                  <a:pt x="0" y="609"/>
                </a:lnTo>
                <a:lnTo>
                  <a:pt x="0" y="522"/>
                </a:lnTo>
                <a:lnTo>
                  <a:pt x="10" y="522"/>
                </a:lnTo>
                <a:moveTo>
                  <a:pt x="10" y="696"/>
                </a:moveTo>
                <a:lnTo>
                  <a:pt x="10" y="783"/>
                </a:lnTo>
                <a:lnTo>
                  <a:pt x="0" y="783"/>
                </a:lnTo>
                <a:lnTo>
                  <a:pt x="0" y="696"/>
                </a:lnTo>
                <a:lnTo>
                  <a:pt x="10" y="696"/>
                </a:lnTo>
                <a:moveTo>
                  <a:pt x="10" y="870"/>
                </a:moveTo>
                <a:lnTo>
                  <a:pt x="10" y="957"/>
                </a:lnTo>
                <a:lnTo>
                  <a:pt x="0" y="957"/>
                </a:lnTo>
                <a:lnTo>
                  <a:pt x="0" y="870"/>
                </a:lnTo>
                <a:lnTo>
                  <a:pt x="10" y="870"/>
                </a:lnTo>
                <a:moveTo>
                  <a:pt x="10" y="1044"/>
                </a:moveTo>
                <a:lnTo>
                  <a:pt x="10" y="1131"/>
                </a:lnTo>
                <a:lnTo>
                  <a:pt x="0" y="1131"/>
                </a:lnTo>
                <a:lnTo>
                  <a:pt x="0" y="1044"/>
                </a:lnTo>
                <a:lnTo>
                  <a:pt x="10" y="1044"/>
                </a:lnTo>
                <a:moveTo>
                  <a:pt x="10" y="1218"/>
                </a:moveTo>
                <a:lnTo>
                  <a:pt x="10" y="1305"/>
                </a:lnTo>
                <a:lnTo>
                  <a:pt x="0" y="1305"/>
                </a:lnTo>
                <a:lnTo>
                  <a:pt x="0" y="1218"/>
                </a:lnTo>
                <a:lnTo>
                  <a:pt x="10" y="1218"/>
                </a:lnTo>
                <a:moveTo>
                  <a:pt x="10" y="1392"/>
                </a:moveTo>
                <a:lnTo>
                  <a:pt x="10" y="1479"/>
                </a:lnTo>
                <a:lnTo>
                  <a:pt x="0" y="1479"/>
                </a:lnTo>
                <a:lnTo>
                  <a:pt x="0" y="1392"/>
                </a:lnTo>
                <a:lnTo>
                  <a:pt x="10" y="1392"/>
                </a:lnTo>
                <a:moveTo>
                  <a:pt x="10" y="1566"/>
                </a:moveTo>
                <a:lnTo>
                  <a:pt x="10" y="1653"/>
                </a:lnTo>
                <a:lnTo>
                  <a:pt x="0" y="1653"/>
                </a:lnTo>
                <a:lnTo>
                  <a:pt x="0" y="1566"/>
                </a:lnTo>
                <a:lnTo>
                  <a:pt x="10" y="1566"/>
                </a:lnTo>
                <a:moveTo>
                  <a:pt x="10" y="1740"/>
                </a:moveTo>
                <a:lnTo>
                  <a:pt x="10" y="1827"/>
                </a:lnTo>
                <a:lnTo>
                  <a:pt x="0" y="1827"/>
                </a:lnTo>
                <a:lnTo>
                  <a:pt x="0" y="1740"/>
                </a:lnTo>
                <a:lnTo>
                  <a:pt x="10" y="1740"/>
                </a:lnTo>
                <a:moveTo>
                  <a:pt x="10" y="1914"/>
                </a:moveTo>
                <a:lnTo>
                  <a:pt x="10" y="2001"/>
                </a:lnTo>
                <a:lnTo>
                  <a:pt x="0" y="2001"/>
                </a:lnTo>
                <a:lnTo>
                  <a:pt x="0" y="1914"/>
                </a:lnTo>
                <a:lnTo>
                  <a:pt x="10" y="1914"/>
                </a:lnTo>
                <a:moveTo>
                  <a:pt x="10" y="2088"/>
                </a:moveTo>
                <a:lnTo>
                  <a:pt x="10" y="2175"/>
                </a:lnTo>
                <a:lnTo>
                  <a:pt x="0" y="2175"/>
                </a:lnTo>
                <a:lnTo>
                  <a:pt x="0" y="2088"/>
                </a:lnTo>
                <a:lnTo>
                  <a:pt x="10" y="2088"/>
                </a:lnTo>
                <a:moveTo>
                  <a:pt x="10" y="2262"/>
                </a:moveTo>
                <a:lnTo>
                  <a:pt x="10" y="2349"/>
                </a:lnTo>
                <a:lnTo>
                  <a:pt x="0" y="2349"/>
                </a:lnTo>
                <a:lnTo>
                  <a:pt x="0" y="2262"/>
                </a:lnTo>
                <a:lnTo>
                  <a:pt x="10" y="2262"/>
                </a:lnTo>
                <a:moveTo>
                  <a:pt x="10" y="2436"/>
                </a:moveTo>
                <a:lnTo>
                  <a:pt x="10" y="2523"/>
                </a:lnTo>
                <a:lnTo>
                  <a:pt x="0" y="2523"/>
                </a:lnTo>
                <a:lnTo>
                  <a:pt x="0" y="2436"/>
                </a:lnTo>
                <a:lnTo>
                  <a:pt x="10" y="2436"/>
                </a:lnTo>
                <a:moveTo>
                  <a:pt x="10" y="2610"/>
                </a:moveTo>
                <a:lnTo>
                  <a:pt x="10" y="2697"/>
                </a:lnTo>
                <a:lnTo>
                  <a:pt x="0" y="2697"/>
                </a:lnTo>
                <a:lnTo>
                  <a:pt x="0" y="2610"/>
                </a:lnTo>
                <a:lnTo>
                  <a:pt x="10" y="2610"/>
                </a:lnTo>
                <a:moveTo>
                  <a:pt x="10" y="2784"/>
                </a:moveTo>
                <a:lnTo>
                  <a:pt x="10" y="2871"/>
                </a:lnTo>
                <a:lnTo>
                  <a:pt x="0" y="2871"/>
                </a:lnTo>
                <a:lnTo>
                  <a:pt x="0" y="2784"/>
                </a:lnTo>
                <a:lnTo>
                  <a:pt x="10" y="2784"/>
                </a:lnTo>
                <a:moveTo>
                  <a:pt x="10" y="2958"/>
                </a:moveTo>
                <a:lnTo>
                  <a:pt x="10" y="3046"/>
                </a:lnTo>
                <a:lnTo>
                  <a:pt x="0" y="3046"/>
                </a:lnTo>
                <a:lnTo>
                  <a:pt x="0" y="2958"/>
                </a:lnTo>
                <a:lnTo>
                  <a:pt x="10" y="2958"/>
                </a:lnTo>
                <a:moveTo>
                  <a:pt x="10" y="3133"/>
                </a:moveTo>
                <a:lnTo>
                  <a:pt x="10" y="3220"/>
                </a:lnTo>
                <a:lnTo>
                  <a:pt x="0" y="3220"/>
                </a:lnTo>
                <a:lnTo>
                  <a:pt x="0" y="3133"/>
                </a:lnTo>
                <a:lnTo>
                  <a:pt x="10" y="3133"/>
                </a:lnTo>
                <a:moveTo>
                  <a:pt x="10" y="3307"/>
                </a:moveTo>
                <a:lnTo>
                  <a:pt x="10" y="3394"/>
                </a:lnTo>
                <a:lnTo>
                  <a:pt x="0" y="3394"/>
                </a:lnTo>
                <a:lnTo>
                  <a:pt x="0" y="3307"/>
                </a:lnTo>
                <a:lnTo>
                  <a:pt x="10" y="3307"/>
                </a:lnTo>
                <a:moveTo>
                  <a:pt x="10" y="3481"/>
                </a:moveTo>
                <a:lnTo>
                  <a:pt x="10" y="3568"/>
                </a:lnTo>
                <a:lnTo>
                  <a:pt x="0" y="3568"/>
                </a:lnTo>
                <a:lnTo>
                  <a:pt x="0" y="3481"/>
                </a:lnTo>
                <a:lnTo>
                  <a:pt x="10" y="3481"/>
                </a:lnTo>
                <a:moveTo>
                  <a:pt x="10" y="3655"/>
                </a:moveTo>
                <a:lnTo>
                  <a:pt x="10" y="3742"/>
                </a:lnTo>
                <a:lnTo>
                  <a:pt x="0" y="3742"/>
                </a:lnTo>
                <a:lnTo>
                  <a:pt x="0" y="3655"/>
                </a:lnTo>
                <a:lnTo>
                  <a:pt x="10" y="3655"/>
                </a:lnTo>
                <a:moveTo>
                  <a:pt x="10" y="3829"/>
                </a:moveTo>
                <a:lnTo>
                  <a:pt x="10" y="3916"/>
                </a:lnTo>
                <a:lnTo>
                  <a:pt x="0" y="3916"/>
                </a:lnTo>
                <a:lnTo>
                  <a:pt x="0" y="3829"/>
                </a:lnTo>
                <a:lnTo>
                  <a:pt x="10" y="3829"/>
                </a:lnTo>
                <a:moveTo>
                  <a:pt x="10" y="4003"/>
                </a:moveTo>
                <a:lnTo>
                  <a:pt x="10" y="4090"/>
                </a:lnTo>
                <a:lnTo>
                  <a:pt x="0" y="4090"/>
                </a:lnTo>
                <a:lnTo>
                  <a:pt x="0" y="4003"/>
                </a:lnTo>
                <a:lnTo>
                  <a:pt x="10" y="4003"/>
                </a:lnTo>
                <a:moveTo>
                  <a:pt x="10" y="4177"/>
                </a:moveTo>
                <a:lnTo>
                  <a:pt x="10" y="4264"/>
                </a:lnTo>
                <a:lnTo>
                  <a:pt x="0" y="4264"/>
                </a:lnTo>
                <a:lnTo>
                  <a:pt x="0" y="4177"/>
                </a:lnTo>
                <a:lnTo>
                  <a:pt x="10" y="4177"/>
                </a:lnTo>
                <a:moveTo>
                  <a:pt x="10" y="4351"/>
                </a:moveTo>
                <a:lnTo>
                  <a:pt x="10" y="4438"/>
                </a:lnTo>
                <a:lnTo>
                  <a:pt x="0" y="4438"/>
                </a:lnTo>
                <a:lnTo>
                  <a:pt x="0" y="4351"/>
                </a:lnTo>
                <a:lnTo>
                  <a:pt x="10" y="4351"/>
                </a:lnTo>
                <a:moveTo>
                  <a:pt x="10" y="4525"/>
                </a:moveTo>
                <a:lnTo>
                  <a:pt x="10" y="4612"/>
                </a:lnTo>
                <a:lnTo>
                  <a:pt x="0" y="4612"/>
                </a:lnTo>
                <a:lnTo>
                  <a:pt x="0" y="4525"/>
                </a:lnTo>
                <a:lnTo>
                  <a:pt x="10" y="4525"/>
                </a:lnTo>
                <a:moveTo>
                  <a:pt x="10" y="4699"/>
                </a:moveTo>
                <a:lnTo>
                  <a:pt x="10" y="4786"/>
                </a:lnTo>
                <a:lnTo>
                  <a:pt x="0" y="4786"/>
                </a:lnTo>
                <a:lnTo>
                  <a:pt x="0" y="4699"/>
                </a:lnTo>
                <a:lnTo>
                  <a:pt x="10" y="4699"/>
                </a:lnTo>
                <a:moveTo>
                  <a:pt x="10" y="4873"/>
                </a:moveTo>
                <a:lnTo>
                  <a:pt x="10" y="4960"/>
                </a:lnTo>
                <a:lnTo>
                  <a:pt x="0" y="4960"/>
                </a:lnTo>
                <a:lnTo>
                  <a:pt x="0" y="4873"/>
                </a:lnTo>
                <a:lnTo>
                  <a:pt x="10" y="4873"/>
                </a:lnTo>
                <a:moveTo>
                  <a:pt x="10" y="5047"/>
                </a:moveTo>
                <a:lnTo>
                  <a:pt x="10" y="5134"/>
                </a:lnTo>
                <a:lnTo>
                  <a:pt x="0" y="5134"/>
                </a:lnTo>
                <a:lnTo>
                  <a:pt x="0" y="5047"/>
                </a:lnTo>
                <a:lnTo>
                  <a:pt x="10" y="5047"/>
                </a:lnTo>
                <a:moveTo>
                  <a:pt x="10" y="5221"/>
                </a:moveTo>
                <a:lnTo>
                  <a:pt x="10" y="5308"/>
                </a:lnTo>
                <a:lnTo>
                  <a:pt x="0" y="5308"/>
                </a:lnTo>
                <a:lnTo>
                  <a:pt x="0" y="5221"/>
                </a:lnTo>
                <a:lnTo>
                  <a:pt x="10" y="5221"/>
                </a:lnTo>
                <a:moveTo>
                  <a:pt x="10" y="5395"/>
                </a:moveTo>
                <a:lnTo>
                  <a:pt x="10" y="5482"/>
                </a:lnTo>
                <a:lnTo>
                  <a:pt x="0" y="5482"/>
                </a:lnTo>
                <a:lnTo>
                  <a:pt x="0" y="5395"/>
                </a:lnTo>
                <a:lnTo>
                  <a:pt x="10" y="5395"/>
                </a:lnTo>
                <a:moveTo>
                  <a:pt x="10" y="5569"/>
                </a:moveTo>
                <a:lnTo>
                  <a:pt x="10" y="5656"/>
                </a:lnTo>
                <a:lnTo>
                  <a:pt x="0" y="5656"/>
                </a:lnTo>
                <a:lnTo>
                  <a:pt x="0" y="5569"/>
                </a:lnTo>
                <a:lnTo>
                  <a:pt x="10" y="5569"/>
                </a:lnTo>
                <a:moveTo>
                  <a:pt x="10" y="5743"/>
                </a:moveTo>
                <a:lnTo>
                  <a:pt x="10" y="5830"/>
                </a:lnTo>
                <a:lnTo>
                  <a:pt x="0" y="5830"/>
                </a:lnTo>
                <a:lnTo>
                  <a:pt x="0" y="5743"/>
                </a:lnTo>
                <a:lnTo>
                  <a:pt x="10" y="5743"/>
                </a:lnTo>
                <a:moveTo>
                  <a:pt x="10" y="5918"/>
                </a:moveTo>
                <a:lnTo>
                  <a:pt x="10" y="6005"/>
                </a:lnTo>
                <a:lnTo>
                  <a:pt x="0" y="6005"/>
                </a:lnTo>
                <a:lnTo>
                  <a:pt x="0" y="5918"/>
                </a:lnTo>
                <a:lnTo>
                  <a:pt x="10" y="5918"/>
                </a:lnTo>
                <a:moveTo>
                  <a:pt x="10" y="6092"/>
                </a:moveTo>
                <a:lnTo>
                  <a:pt x="10" y="6179"/>
                </a:lnTo>
                <a:lnTo>
                  <a:pt x="0" y="6179"/>
                </a:lnTo>
                <a:lnTo>
                  <a:pt x="0" y="6092"/>
                </a:lnTo>
                <a:lnTo>
                  <a:pt x="10" y="6092"/>
                </a:lnTo>
                <a:moveTo>
                  <a:pt x="10" y="6266"/>
                </a:moveTo>
                <a:lnTo>
                  <a:pt x="10" y="6353"/>
                </a:lnTo>
                <a:lnTo>
                  <a:pt x="0" y="6353"/>
                </a:lnTo>
                <a:lnTo>
                  <a:pt x="0" y="6266"/>
                </a:lnTo>
                <a:lnTo>
                  <a:pt x="10" y="6266"/>
                </a:lnTo>
                <a:moveTo>
                  <a:pt x="10" y="6440"/>
                </a:moveTo>
                <a:lnTo>
                  <a:pt x="10" y="6527"/>
                </a:lnTo>
                <a:lnTo>
                  <a:pt x="0" y="6527"/>
                </a:lnTo>
                <a:lnTo>
                  <a:pt x="0" y="6440"/>
                </a:lnTo>
                <a:lnTo>
                  <a:pt x="10" y="6440"/>
                </a:lnTo>
                <a:moveTo>
                  <a:pt x="10" y="6614"/>
                </a:moveTo>
                <a:lnTo>
                  <a:pt x="10" y="6701"/>
                </a:lnTo>
                <a:lnTo>
                  <a:pt x="0" y="6701"/>
                </a:lnTo>
                <a:lnTo>
                  <a:pt x="0" y="6614"/>
                </a:lnTo>
                <a:lnTo>
                  <a:pt x="10" y="6614"/>
                </a:lnTo>
                <a:moveTo>
                  <a:pt x="10" y="6788"/>
                </a:moveTo>
                <a:lnTo>
                  <a:pt x="10" y="6875"/>
                </a:lnTo>
                <a:lnTo>
                  <a:pt x="0" y="6875"/>
                </a:lnTo>
                <a:lnTo>
                  <a:pt x="0" y="6788"/>
                </a:lnTo>
                <a:lnTo>
                  <a:pt x="10" y="6788"/>
                </a:lnTo>
                <a:moveTo>
                  <a:pt x="10" y="6962"/>
                </a:moveTo>
                <a:lnTo>
                  <a:pt x="10" y="7049"/>
                </a:lnTo>
                <a:lnTo>
                  <a:pt x="0" y="7049"/>
                </a:lnTo>
                <a:lnTo>
                  <a:pt x="0" y="6962"/>
                </a:lnTo>
                <a:lnTo>
                  <a:pt x="10" y="6962"/>
                </a:lnTo>
                <a:moveTo>
                  <a:pt x="10" y="7136"/>
                </a:moveTo>
                <a:lnTo>
                  <a:pt x="10" y="7223"/>
                </a:lnTo>
                <a:lnTo>
                  <a:pt x="0" y="7223"/>
                </a:lnTo>
                <a:lnTo>
                  <a:pt x="0" y="7136"/>
                </a:lnTo>
                <a:lnTo>
                  <a:pt x="10" y="7136"/>
                </a:lnTo>
                <a:moveTo>
                  <a:pt x="10" y="7310"/>
                </a:moveTo>
                <a:lnTo>
                  <a:pt x="10" y="7397"/>
                </a:lnTo>
                <a:lnTo>
                  <a:pt x="0" y="7397"/>
                </a:lnTo>
                <a:lnTo>
                  <a:pt x="0" y="7310"/>
                </a:lnTo>
                <a:lnTo>
                  <a:pt x="10" y="7310"/>
                </a:lnTo>
                <a:moveTo>
                  <a:pt x="10" y="7484"/>
                </a:moveTo>
                <a:lnTo>
                  <a:pt x="10" y="7571"/>
                </a:lnTo>
                <a:lnTo>
                  <a:pt x="0" y="7571"/>
                </a:lnTo>
                <a:lnTo>
                  <a:pt x="0" y="7484"/>
                </a:lnTo>
                <a:lnTo>
                  <a:pt x="10" y="7484"/>
                </a:lnTo>
                <a:moveTo>
                  <a:pt x="10" y="7658"/>
                </a:moveTo>
                <a:lnTo>
                  <a:pt x="10" y="7745"/>
                </a:lnTo>
                <a:lnTo>
                  <a:pt x="0" y="7745"/>
                </a:lnTo>
                <a:lnTo>
                  <a:pt x="0" y="7658"/>
                </a:lnTo>
                <a:lnTo>
                  <a:pt x="10" y="7658"/>
                </a:lnTo>
                <a:moveTo>
                  <a:pt x="10" y="7832"/>
                </a:moveTo>
                <a:lnTo>
                  <a:pt x="10" y="7919"/>
                </a:lnTo>
                <a:lnTo>
                  <a:pt x="0" y="7919"/>
                </a:lnTo>
                <a:lnTo>
                  <a:pt x="0" y="7832"/>
                </a:lnTo>
                <a:lnTo>
                  <a:pt x="10" y="7832"/>
                </a:lnTo>
                <a:moveTo>
                  <a:pt x="10" y="8006"/>
                </a:moveTo>
                <a:lnTo>
                  <a:pt x="10" y="8074"/>
                </a:lnTo>
                <a:lnTo>
                  <a:pt x="0" y="8074"/>
                </a:lnTo>
                <a:lnTo>
                  <a:pt x="0" y="8006"/>
                </a:lnTo>
                <a:lnTo>
                  <a:pt x="10" y="8006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2883240" y="2246040"/>
            <a:ext cx="50400" cy="2906640"/>
          </a:xfrm>
          <a:custGeom>
            <a:avLst/>
            <a:gdLst/>
            <a:ahLst/>
            <a:rect l="0" t="0" r="r" b="b"/>
            <a:pathLst>
              <a:path w="140" h="8074">
                <a:moveTo>
                  <a:pt x="0" y="0"/>
                </a:moveTo>
                <a:lnTo>
                  <a:pt x="140" y="0"/>
                </a:lnTo>
                <a:lnTo>
                  <a:pt x="140" y="8074"/>
                </a:lnTo>
                <a:lnTo>
                  <a:pt x="0" y="80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2904840" y="2246040"/>
            <a:ext cx="3600" cy="2906640"/>
          </a:xfrm>
          <a:custGeom>
            <a:avLst/>
            <a:gdLst/>
            <a:ahLst/>
            <a:rect l="0" t="0" r="r" b="b"/>
            <a:pathLst>
              <a:path w="10" h="8074">
                <a:moveTo>
                  <a:pt x="10" y="0"/>
                </a:moveTo>
                <a:lnTo>
                  <a:pt x="10" y="87"/>
                </a:lnTo>
                <a:lnTo>
                  <a:pt x="0" y="87"/>
                </a:lnTo>
                <a:lnTo>
                  <a:pt x="0" y="0"/>
                </a:lnTo>
                <a:lnTo>
                  <a:pt x="10" y="0"/>
                </a:lnTo>
                <a:moveTo>
                  <a:pt x="10" y="174"/>
                </a:moveTo>
                <a:lnTo>
                  <a:pt x="10" y="261"/>
                </a:lnTo>
                <a:lnTo>
                  <a:pt x="0" y="261"/>
                </a:lnTo>
                <a:lnTo>
                  <a:pt x="0" y="174"/>
                </a:lnTo>
                <a:lnTo>
                  <a:pt x="10" y="174"/>
                </a:lnTo>
                <a:moveTo>
                  <a:pt x="10" y="348"/>
                </a:moveTo>
                <a:lnTo>
                  <a:pt x="10" y="435"/>
                </a:lnTo>
                <a:lnTo>
                  <a:pt x="0" y="435"/>
                </a:lnTo>
                <a:lnTo>
                  <a:pt x="0" y="348"/>
                </a:lnTo>
                <a:lnTo>
                  <a:pt x="10" y="348"/>
                </a:lnTo>
                <a:moveTo>
                  <a:pt x="10" y="522"/>
                </a:moveTo>
                <a:lnTo>
                  <a:pt x="10" y="609"/>
                </a:lnTo>
                <a:lnTo>
                  <a:pt x="0" y="609"/>
                </a:lnTo>
                <a:lnTo>
                  <a:pt x="0" y="522"/>
                </a:lnTo>
                <a:lnTo>
                  <a:pt x="10" y="522"/>
                </a:lnTo>
                <a:moveTo>
                  <a:pt x="10" y="696"/>
                </a:moveTo>
                <a:lnTo>
                  <a:pt x="10" y="783"/>
                </a:lnTo>
                <a:lnTo>
                  <a:pt x="0" y="783"/>
                </a:lnTo>
                <a:lnTo>
                  <a:pt x="0" y="696"/>
                </a:lnTo>
                <a:lnTo>
                  <a:pt x="10" y="696"/>
                </a:lnTo>
                <a:moveTo>
                  <a:pt x="10" y="870"/>
                </a:moveTo>
                <a:lnTo>
                  <a:pt x="10" y="957"/>
                </a:lnTo>
                <a:lnTo>
                  <a:pt x="0" y="957"/>
                </a:lnTo>
                <a:lnTo>
                  <a:pt x="0" y="870"/>
                </a:lnTo>
                <a:lnTo>
                  <a:pt x="10" y="870"/>
                </a:lnTo>
                <a:moveTo>
                  <a:pt x="10" y="1044"/>
                </a:moveTo>
                <a:lnTo>
                  <a:pt x="10" y="1131"/>
                </a:lnTo>
                <a:lnTo>
                  <a:pt x="0" y="1131"/>
                </a:lnTo>
                <a:lnTo>
                  <a:pt x="0" y="1044"/>
                </a:lnTo>
                <a:lnTo>
                  <a:pt x="10" y="1044"/>
                </a:lnTo>
                <a:moveTo>
                  <a:pt x="10" y="1218"/>
                </a:moveTo>
                <a:lnTo>
                  <a:pt x="10" y="1305"/>
                </a:lnTo>
                <a:lnTo>
                  <a:pt x="0" y="1305"/>
                </a:lnTo>
                <a:lnTo>
                  <a:pt x="0" y="1218"/>
                </a:lnTo>
                <a:lnTo>
                  <a:pt x="10" y="1218"/>
                </a:lnTo>
                <a:moveTo>
                  <a:pt x="10" y="1392"/>
                </a:moveTo>
                <a:lnTo>
                  <a:pt x="10" y="1479"/>
                </a:lnTo>
                <a:lnTo>
                  <a:pt x="0" y="1479"/>
                </a:lnTo>
                <a:lnTo>
                  <a:pt x="0" y="1392"/>
                </a:lnTo>
                <a:lnTo>
                  <a:pt x="10" y="1392"/>
                </a:lnTo>
                <a:moveTo>
                  <a:pt x="10" y="1566"/>
                </a:moveTo>
                <a:lnTo>
                  <a:pt x="10" y="1653"/>
                </a:lnTo>
                <a:lnTo>
                  <a:pt x="0" y="1653"/>
                </a:lnTo>
                <a:lnTo>
                  <a:pt x="0" y="1566"/>
                </a:lnTo>
                <a:lnTo>
                  <a:pt x="10" y="1566"/>
                </a:lnTo>
                <a:moveTo>
                  <a:pt x="10" y="1740"/>
                </a:moveTo>
                <a:lnTo>
                  <a:pt x="10" y="1827"/>
                </a:lnTo>
                <a:lnTo>
                  <a:pt x="0" y="1827"/>
                </a:lnTo>
                <a:lnTo>
                  <a:pt x="0" y="1740"/>
                </a:lnTo>
                <a:lnTo>
                  <a:pt x="10" y="1740"/>
                </a:lnTo>
                <a:moveTo>
                  <a:pt x="10" y="1914"/>
                </a:moveTo>
                <a:lnTo>
                  <a:pt x="10" y="2001"/>
                </a:lnTo>
                <a:lnTo>
                  <a:pt x="0" y="2001"/>
                </a:lnTo>
                <a:lnTo>
                  <a:pt x="0" y="1914"/>
                </a:lnTo>
                <a:lnTo>
                  <a:pt x="10" y="1914"/>
                </a:lnTo>
                <a:moveTo>
                  <a:pt x="10" y="2088"/>
                </a:moveTo>
                <a:lnTo>
                  <a:pt x="10" y="2175"/>
                </a:lnTo>
                <a:lnTo>
                  <a:pt x="0" y="2175"/>
                </a:lnTo>
                <a:lnTo>
                  <a:pt x="0" y="2088"/>
                </a:lnTo>
                <a:lnTo>
                  <a:pt x="10" y="2088"/>
                </a:lnTo>
                <a:moveTo>
                  <a:pt x="10" y="2262"/>
                </a:moveTo>
                <a:lnTo>
                  <a:pt x="10" y="2349"/>
                </a:lnTo>
                <a:lnTo>
                  <a:pt x="0" y="2349"/>
                </a:lnTo>
                <a:lnTo>
                  <a:pt x="0" y="2262"/>
                </a:lnTo>
                <a:lnTo>
                  <a:pt x="10" y="2262"/>
                </a:lnTo>
                <a:moveTo>
                  <a:pt x="10" y="2436"/>
                </a:moveTo>
                <a:lnTo>
                  <a:pt x="10" y="2523"/>
                </a:lnTo>
                <a:lnTo>
                  <a:pt x="0" y="2523"/>
                </a:lnTo>
                <a:lnTo>
                  <a:pt x="0" y="2436"/>
                </a:lnTo>
                <a:lnTo>
                  <a:pt x="10" y="2436"/>
                </a:lnTo>
                <a:moveTo>
                  <a:pt x="10" y="2610"/>
                </a:moveTo>
                <a:lnTo>
                  <a:pt x="10" y="2697"/>
                </a:lnTo>
                <a:lnTo>
                  <a:pt x="0" y="2697"/>
                </a:lnTo>
                <a:lnTo>
                  <a:pt x="0" y="2610"/>
                </a:lnTo>
                <a:lnTo>
                  <a:pt x="10" y="2610"/>
                </a:lnTo>
                <a:moveTo>
                  <a:pt x="10" y="2784"/>
                </a:moveTo>
                <a:lnTo>
                  <a:pt x="10" y="2871"/>
                </a:lnTo>
                <a:lnTo>
                  <a:pt x="0" y="2871"/>
                </a:lnTo>
                <a:lnTo>
                  <a:pt x="0" y="2784"/>
                </a:lnTo>
                <a:lnTo>
                  <a:pt x="10" y="2784"/>
                </a:lnTo>
                <a:moveTo>
                  <a:pt x="10" y="2958"/>
                </a:moveTo>
                <a:lnTo>
                  <a:pt x="10" y="3046"/>
                </a:lnTo>
                <a:lnTo>
                  <a:pt x="0" y="3046"/>
                </a:lnTo>
                <a:lnTo>
                  <a:pt x="0" y="2958"/>
                </a:lnTo>
                <a:lnTo>
                  <a:pt x="10" y="2958"/>
                </a:lnTo>
                <a:moveTo>
                  <a:pt x="10" y="3133"/>
                </a:moveTo>
                <a:lnTo>
                  <a:pt x="10" y="3220"/>
                </a:lnTo>
                <a:lnTo>
                  <a:pt x="0" y="3220"/>
                </a:lnTo>
                <a:lnTo>
                  <a:pt x="0" y="3133"/>
                </a:lnTo>
                <a:lnTo>
                  <a:pt x="10" y="3133"/>
                </a:lnTo>
                <a:moveTo>
                  <a:pt x="10" y="3307"/>
                </a:moveTo>
                <a:lnTo>
                  <a:pt x="10" y="3394"/>
                </a:lnTo>
                <a:lnTo>
                  <a:pt x="0" y="3394"/>
                </a:lnTo>
                <a:lnTo>
                  <a:pt x="0" y="3307"/>
                </a:lnTo>
                <a:lnTo>
                  <a:pt x="10" y="3307"/>
                </a:lnTo>
                <a:moveTo>
                  <a:pt x="10" y="3481"/>
                </a:moveTo>
                <a:lnTo>
                  <a:pt x="10" y="3568"/>
                </a:lnTo>
                <a:lnTo>
                  <a:pt x="0" y="3568"/>
                </a:lnTo>
                <a:lnTo>
                  <a:pt x="0" y="3481"/>
                </a:lnTo>
                <a:lnTo>
                  <a:pt x="10" y="3481"/>
                </a:lnTo>
                <a:moveTo>
                  <a:pt x="10" y="3655"/>
                </a:moveTo>
                <a:lnTo>
                  <a:pt x="10" y="3742"/>
                </a:lnTo>
                <a:lnTo>
                  <a:pt x="0" y="3742"/>
                </a:lnTo>
                <a:lnTo>
                  <a:pt x="0" y="3655"/>
                </a:lnTo>
                <a:lnTo>
                  <a:pt x="10" y="3655"/>
                </a:lnTo>
                <a:moveTo>
                  <a:pt x="10" y="3829"/>
                </a:moveTo>
                <a:lnTo>
                  <a:pt x="10" y="3916"/>
                </a:lnTo>
                <a:lnTo>
                  <a:pt x="0" y="3916"/>
                </a:lnTo>
                <a:lnTo>
                  <a:pt x="0" y="3829"/>
                </a:lnTo>
                <a:lnTo>
                  <a:pt x="10" y="3829"/>
                </a:lnTo>
                <a:moveTo>
                  <a:pt x="10" y="4003"/>
                </a:moveTo>
                <a:lnTo>
                  <a:pt x="10" y="4090"/>
                </a:lnTo>
                <a:lnTo>
                  <a:pt x="0" y="4090"/>
                </a:lnTo>
                <a:lnTo>
                  <a:pt x="0" y="4003"/>
                </a:lnTo>
                <a:lnTo>
                  <a:pt x="10" y="4003"/>
                </a:lnTo>
                <a:moveTo>
                  <a:pt x="10" y="4177"/>
                </a:moveTo>
                <a:lnTo>
                  <a:pt x="10" y="4264"/>
                </a:lnTo>
                <a:lnTo>
                  <a:pt x="0" y="4264"/>
                </a:lnTo>
                <a:lnTo>
                  <a:pt x="0" y="4177"/>
                </a:lnTo>
                <a:lnTo>
                  <a:pt x="10" y="4177"/>
                </a:lnTo>
                <a:moveTo>
                  <a:pt x="10" y="4351"/>
                </a:moveTo>
                <a:lnTo>
                  <a:pt x="10" y="4438"/>
                </a:lnTo>
                <a:lnTo>
                  <a:pt x="0" y="4438"/>
                </a:lnTo>
                <a:lnTo>
                  <a:pt x="0" y="4351"/>
                </a:lnTo>
                <a:lnTo>
                  <a:pt x="10" y="4351"/>
                </a:lnTo>
                <a:moveTo>
                  <a:pt x="10" y="4525"/>
                </a:moveTo>
                <a:lnTo>
                  <a:pt x="10" y="4612"/>
                </a:lnTo>
                <a:lnTo>
                  <a:pt x="0" y="4612"/>
                </a:lnTo>
                <a:lnTo>
                  <a:pt x="0" y="4525"/>
                </a:lnTo>
                <a:lnTo>
                  <a:pt x="10" y="4525"/>
                </a:lnTo>
                <a:moveTo>
                  <a:pt x="10" y="4699"/>
                </a:moveTo>
                <a:lnTo>
                  <a:pt x="10" y="4786"/>
                </a:lnTo>
                <a:lnTo>
                  <a:pt x="0" y="4786"/>
                </a:lnTo>
                <a:lnTo>
                  <a:pt x="0" y="4699"/>
                </a:lnTo>
                <a:lnTo>
                  <a:pt x="10" y="4699"/>
                </a:lnTo>
                <a:moveTo>
                  <a:pt x="10" y="4873"/>
                </a:moveTo>
                <a:lnTo>
                  <a:pt x="10" y="4960"/>
                </a:lnTo>
                <a:lnTo>
                  <a:pt x="0" y="4960"/>
                </a:lnTo>
                <a:lnTo>
                  <a:pt x="0" y="4873"/>
                </a:lnTo>
                <a:lnTo>
                  <a:pt x="10" y="4873"/>
                </a:lnTo>
                <a:moveTo>
                  <a:pt x="10" y="5047"/>
                </a:moveTo>
                <a:lnTo>
                  <a:pt x="10" y="5134"/>
                </a:lnTo>
                <a:lnTo>
                  <a:pt x="0" y="5134"/>
                </a:lnTo>
                <a:lnTo>
                  <a:pt x="0" y="5047"/>
                </a:lnTo>
                <a:lnTo>
                  <a:pt x="10" y="5047"/>
                </a:lnTo>
                <a:moveTo>
                  <a:pt x="10" y="5221"/>
                </a:moveTo>
                <a:lnTo>
                  <a:pt x="10" y="5308"/>
                </a:lnTo>
                <a:lnTo>
                  <a:pt x="0" y="5308"/>
                </a:lnTo>
                <a:lnTo>
                  <a:pt x="0" y="5221"/>
                </a:lnTo>
                <a:lnTo>
                  <a:pt x="10" y="5221"/>
                </a:lnTo>
                <a:moveTo>
                  <a:pt x="10" y="5395"/>
                </a:moveTo>
                <a:lnTo>
                  <a:pt x="10" y="5482"/>
                </a:lnTo>
                <a:lnTo>
                  <a:pt x="0" y="5482"/>
                </a:lnTo>
                <a:lnTo>
                  <a:pt x="0" y="5395"/>
                </a:lnTo>
                <a:lnTo>
                  <a:pt x="10" y="5395"/>
                </a:lnTo>
                <a:moveTo>
                  <a:pt x="10" y="5569"/>
                </a:moveTo>
                <a:lnTo>
                  <a:pt x="10" y="5656"/>
                </a:lnTo>
                <a:lnTo>
                  <a:pt x="0" y="5656"/>
                </a:lnTo>
                <a:lnTo>
                  <a:pt x="0" y="5569"/>
                </a:lnTo>
                <a:lnTo>
                  <a:pt x="10" y="5569"/>
                </a:lnTo>
                <a:moveTo>
                  <a:pt x="10" y="5743"/>
                </a:moveTo>
                <a:lnTo>
                  <a:pt x="10" y="5830"/>
                </a:lnTo>
                <a:lnTo>
                  <a:pt x="0" y="5830"/>
                </a:lnTo>
                <a:lnTo>
                  <a:pt x="0" y="5743"/>
                </a:lnTo>
                <a:lnTo>
                  <a:pt x="10" y="5743"/>
                </a:lnTo>
                <a:moveTo>
                  <a:pt x="10" y="5918"/>
                </a:moveTo>
                <a:lnTo>
                  <a:pt x="10" y="6005"/>
                </a:lnTo>
                <a:lnTo>
                  <a:pt x="0" y="6005"/>
                </a:lnTo>
                <a:lnTo>
                  <a:pt x="0" y="5918"/>
                </a:lnTo>
                <a:lnTo>
                  <a:pt x="10" y="5918"/>
                </a:lnTo>
                <a:moveTo>
                  <a:pt x="10" y="6092"/>
                </a:moveTo>
                <a:lnTo>
                  <a:pt x="10" y="6179"/>
                </a:lnTo>
                <a:lnTo>
                  <a:pt x="0" y="6179"/>
                </a:lnTo>
                <a:lnTo>
                  <a:pt x="0" y="6092"/>
                </a:lnTo>
                <a:lnTo>
                  <a:pt x="10" y="6092"/>
                </a:lnTo>
                <a:moveTo>
                  <a:pt x="10" y="6266"/>
                </a:moveTo>
                <a:lnTo>
                  <a:pt x="10" y="6353"/>
                </a:lnTo>
                <a:lnTo>
                  <a:pt x="0" y="6353"/>
                </a:lnTo>
                <a:lnTo>
                  <a:pt x="0" y="6266"/>
                </a:lnTo>
                <a:lnTo>
                  <a:pt x="10" y="6266"/>
                </a:lnTo>
                <a:moveTo>
                  <a:pt x="10" y="6440"/>
                </a:moveTo>
                <a:lnTo>
                  <a:pt x="10" y="6527"/>
                </a:lnTo>
                <a:lnTo>
                  <a:pt x="0" y="6527"/>
                </a:lnTo>
                <a:lnTo>
                  <a:pt x="0" y="6440"/>
                </a:lnTo>
                <a:lnTo>
                  <a:pt x="10" y="6440"/>
                </a:lnTo>
                <a:moveTo>
                  <a:pt x="10" y="6614"/>
                </a:moveTo>
                <a:lnTo>
                  <a:pt x="10" y="6701"/>
                </a:lnTo>
                <a:lnTo>
                  <a:pt x="0" y="6701"/>
                </a:lnTo>
                <a:lnTo>
                  <a:pt x="0" y="6614"/>
                </a:lnTo>
                <a:lnTo>
                  <a:pt x="10" y="6614"/>
                </a:lnTo>
                <a:moveTo>
                  <a:pt x="10" y="6788"/>
                </a:moveTo>
                <a:lnTo>
                  <a:pt x="10" y="6875"/>
                </a:lnTo>
                <a:lnTo>
                  <a:pt x="0" y="6875"/>
                </a:lnTo>
                <a:lnTo>
                  <a:pt x="0" y="6788"/>
                </a:lnTo>
                <a:lnTo>
                  <a:pt x="10" y="6788"/>
                </a:lnTo>
                <a:moveTo>
                  <a:pt x="10" y="6962"/>
                </a:moveTo>
                <a:lnTo>
                  <a:pt x="10" y="7049"/>
                </a:lnTo>
                <a:lnTo>
                  <a:pt x="0" y="7049"/>
                </a:lnTo>
                <a:lnTo>
                  <a:pt x="0" y="6962"/>
                </a:lnTo>
                <a:lnTo>
                  <a:pt x="10" y="6962"/>
                </a:lnTo>
                <a:moveTo>
                  <a:pt x="10" y="7136"/>
                </a:moveTo>
                <a:lnTo>
                  <a:pt x="10" y="7223"/>
                </a:lnTo>
                <a:lnTo>
                  <a:pt x="0" y="7223"/>
                </a:lnTo>
                <a:lnTo>
                  <a:pt x="0" y="7136"/>
                </a:lnTo>
                <a:lnTo>
                  <a:pt x="10" y="7136"/>
                </a:lnTo>
                <a:moveTo>
                  <a:pt x="10" y="7310"/>
                </a:moveTo>
                <a:lnTo>
                  <a:pt x="10" y="7397"/>
                </a:lnTo>
                <a:lnTo>
                  <a:pt x="0" y="7397"/>
                </a:lnTo>
                <a:lnTo>
                  <a:pt x="0" y="7310"/>
                </a:lnTo>
                <a:lnTo>
                  <a:pt x="10" y="7310"/>
                </a:lnTo>
                <a:moveTo>
                  <a:pt x="10" y="7484"/>
                </a:moveTo>
                <a:lnTo>
                  <a:pt x="10" y="7571"/>
                </a:lnTo>
                <a:lnTo>
                  <a:pt x="0" y="7571"/>
                </a:lnTo>
                <a:lnTo>
                  <a:pt x="0" y="7484"/>
                </a:lnTo>
                <a:lnTo>
                  <a:pt x="10" y="7484"/>
                </a:lnTo>
                <a:moveTo>
                  <a:pt x="10" y="7658"/>
                </a:moveTo>
                <a:lnTo>
                  <a:pt x="10" y="7745"/>
                </a:lnTo>
                <a:lnTo>
                  <a:pt x="0" y="7745"/>
                </a:lnTo>
                <a:lnTo>
                  <a:pt x="0" y="7658"/>
                </a:lnTo>
                <a:lnTo>
                  <a:pt x="10" y="7658"/>
                </a:lnTo>
                <a:moveTo>
                  <a:pt x="10" y="7832"/>
                </a:moveTo>
                <a:lnTo>
                  <a:pt x="10" y="7919"/>
                </a:lnTo>
                <a:lnTo>
                  <a:pt x="0" y="7919"/>
                </a:lnTo>
                <a:lnTo>
                  <a:pt x="0" y="7832"/>
                </a:lnTo>
                <a:lnTo>
                  <a:pt x="10" y="7832"/>
                </a:lnTo>
                <a:moveTo>
                  <a:pt x="10" y="8006"/>
                </a:moveTo>
                <a:lnTo>
                  <a:pt x="10" y="8074"/>
                </a:lnTo>
                <a:lnTo>
                  <a:pt x="0" y="8074"/>
                </a:lnTo>
                <a:lnTo>
                  <a:pt x="0" y="8006"/>
                </a:lnTo>
                <a:lnTo>
                  <a:pt x="10" y="8006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3543840" y="2246040"/>
            <a:ext cx="50400" cy="2906640"/>
          </a:xfrm>
          <a:custGeom>
            <a:avLst/>
            <a:gdLst/>
            <a:ahLst/>
            <a:rect l="0" t="0" r="r" b="b"/>
            <a:pathLst>
              <a:path w="140" h="8074">
                <a:moveTo>
                  <a:pt x="0" y="0"/>
                </a:moveTo>
                <a:lnTo>
                  <a:pt x="140" y="0"/>
                </a:lnTo>
                <a:lnTo>
                  <a:pt x="140" y="8074"/>
                </a:lnTo>
                <a:lnTo>
                  <a:pt x="0" y="80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3566160" y="2246040"/>
            <a:ext cx="3600" cy="2906640"/>
          </a:xfrm>
          <a:custGeom>
            <a:avLst/>
            <a:gdLst/>
            <a:ahLst/>
            <a:rect l="0" t="0" r="r" b="b"/>
            <a:pathLst>
              <a:path w="10" h="8074">
                <a:moveTo>
                  <a:pt x="10" y="0"/>
                </a:moveTo>
                <a:lnTo>
                  <a:pt x="10" y="87"/>
                </a:lnTo>
                <a:lnTo>
                  <a:pt x="0" y="87"/>
                </a:lnTo>
                <a:lnTo>
                  <a:pt x="0" y="0"/>
                </a:lnTo>
                <a:lnTo>
                  <a:pt x="10" y="0"/>
                </a:lnTo>
                <a:moveTo>
                  <a:pt x="10" y="174"/>
                </a:moveTo>
                <a:lnTo>
                  <a:pt x="10" y="261"/>
                </a:lnTo>
                <a:lnTo>
                  <a:pt x="0" y="261"/>
                </a:lnTo>
                <a:lnTo>
                  <a:pt x="0" y="174"/>
                </a:lnTo>
                <a:lnTo>
                  <a:pt x="10" y="174"/>
                </a:lnTo>
                <a:moveTo>
                  <a:pt x="10" y="348"/>
                </a:moveTo>
                <a:lnTo>
                  <a:pt x="10" y="435"/>
                </a:lnTo>
                <a:lnTo>
                  <a:pt x="0" y="435"/>
                </a:lnTo>
                <a:lnTo>
                  <a:pt x="0" y="348"/>
                </a:lnTo>
                <a:lnTo>
                  <a:pt x="10" y="348"/>
                </a:lnTo>
                <a:moveTo>
                  <a:pt x="10" y="522"/>
                </a:moveTo>
                <a:lnTo>
                  <a:pt x="10" y="609"/>
                </a:lnTo>
                <a:lnTo>
                  <a:pt x="0" y="609"/>
                </a:lnTo>
                <a:lnTo>
                  <a:pt x="0" y="522"/>
                </a:lnTo>
                <a:lnTo>
                  <a:pt x="10" y="522"/>
                </a:lnTo>
                <a:moveTo>
                  <a:pt x="10" y="696"/>
                </a:moveTo>
                <a:lnTo>
                  <a:pt x="10" y="783"/>
                </a:lnTo>
                <a:lnTo>
                  <a:pt x="0" y="783"/>
                </a:lnTo>
                <a:lnTo>
                  <a:pt x="0" y="696"/>
                </a:lnTo>
                <a:lnTo>
                  <a:pt x="10" y="696"/>
                </a:lnTo>
                <a:moveTo>
                  <a:pt x="10" y="870"/>
                </a:moveTo>
                <a:lnTo>
                  <a:pt x="10" y="957"/>
                </a:lnTo>
                <a:lnTo>
                  <a:pt x="0" y="957"/>
                </a:lnTo>
                <a:lnTo>
                  <a:pt x="0" y="870"/>
                </a:lnTo>
                <a:lnTo>
                  <a:pt x="10" y="870"/>
                </a:lnTo>
                <a:moveTo>
                  <a:pt x="10" y="1044"/>
                </a:moveTo>
                <a:lnTo>
                  <a:pt x="10" y="1131"/>
                </a:lnTo>
                <a:lnTo>
                  <a:pt x="0" y="1131"/>
                </a:lnTo>
                <a:lnTo>
                  <a:pt x="0" y="1044"/>
                </a:lnTo>
                <a:lnTo>
                  <a:pt x="10" y="1044"/>
                </a:lnTo>
                <a:moveTo>
                  <a:pt x="10" y="1218"/>
                </a:moveTo>
                <a:lnTo>
                  <a:pt x="10" y="1305"/>
                </a:lnTo>
                <a:lnTo>
                  <a:pt x="0" y="1305"/>
                </a:lnTo>
                <a:lnTo>
                  <a:pt x="0" y="1218"/>
                </a:lnTo>
                <a:lnTo>
                  <a:pt x="10" y="1218"/>
                </a:lnTo>
                <a:moveTo>
                  <a:pt x="10" y="1392"/>
                </a:moveTo>
                <a:lnTo>
                  <a:pt x="10" y="1479"/>
                </a:lnTo>
                <a:lnTo>
                  <a:pt x="0" y="1479"/>
                </a:lnTo>
                <a:lnTo>
                  <a:pt x="0" y="1392"/>
                </a:lnTo>
                <a:lnTo>
                  <a:pt x="10" y="1392"/>
                </a:lnTo>
                <a:moveTo>
                  <a:pt x="10" y="1566"/>
                </a:moveTo>
                <a:lnTo>
                  <a:pt x="10" y="1653"/>
                </a:lnTo>
                <a:lnTo>
                  <a:pt x="0" y="1653"/>
                </a:lnTo>
                <a:lnTo>
                  <a:pt x="0" y="1566"/>
                </a:lnTo>
                <a:lnTo>
                  <a:pt x="10" y="1566"/>
                </a:lnTo>
                <a:moveTo>
                  <a:pt x="10" y="1740"/>
                </a:moveTo>
                <a:lnTo>
                  <a:pt x="10" y="1827"/>
                </a:lnTo>
                <a:lnTo>
                  <a:pt x="0" y="1827"/>
                </a:lnTo>
                <a:lnTo>
                  <a:pt x="0" y="1740"/>
                </a:lnTo>
                <a:lnTo>
                  <a:pt x="10" y="1740"/>
                </a:lnTo>
                <a:moveTo>
                  <a:pt x="10" y="1914"/>
                </a:moveTo>
                <a:lnTo>
                  <a:pt x="10" y="2001"/>
                </a:lnTo>
                <a:lnTo>
                  <a:pt x="0" y="2001"/>
                </a:lnTo>
                <a:lnTo>
                  <a:pt x="0" y="1914"/>
                </a:lnTo>
                <a:lnTo>
                  <a:pt x="10" y="1914"/>
                </a:lnTo>
                <a:moveTo>
                  <a:pt x="10" y="2088"/>
                </a:moveTo>
                <a:lnTo>
                  <a:pt x="10" y="2175"/>
                </a:lnTo>
                <a:lnTo>
                  <a:pt x="0" y="2175"/>
                </a:lnTo>
                <a:lnTo>
                  <a:pt x="0" y="2088"/>
                </a:lnTo>
                <a:lnTo>
                  <a:pt x="10" y="2088"/>
                </a:lnTo>
                <a:moveTo>
                  <a:pt x="10" y="2262"/>
                </a:moveTo>
                <a:lnTo>
                  <a:pt x="10" y="2349"/>
                </a:lnTo>
                <a:lnTo>
                  <a:pt x="0" y="2349"/>
                </a:lnTo>
                <a:lnTo>
                  <a:pt x="0" y="2262"/>
                </a:lnTo>
                <a:lnTo>
                  <a:pt x="10" y="2262"/>
                </a:lnTo>
                <a:moveTo>
                  <a:pt x="10" y="2436"/>
                </a:moveTo>
                <a:lnTo>
                  <a:pt x="10" y="2523"/>
                </a:lnTo>
                <a:lnTo>
                  <a:pt x="0" y="2523"/>
                </a:lnTo>
                <a:lnTo>
                  <a:pt x="0" y="2436"/>
                </a:lnTo>
                <a:lnTo>
                  <a:pt x="10" y="2436"/>
                </a:lnTo>
                <a:moveTo>
                  <a:pt x="10" y="2610"/>
                </a:moveTo>
                <a:lnTo>
                  <a:pt x="10" y="2697"/>
                </a:lnTo>
                <a:lnTo>
                  <a:pt x="0" y="2697"/>
                </a:lnTo>
                <a:lnTo>
                  <a:pt x="0" y="2610"/>
                </a:lnTo>
                <a:lnTo>
                  <a:pt x="10" y="2610"/>
                </a:lnTo>
                <a:moveTo>
                  <a:pt x="10" y="2784"/>
                </a:moveTo>
                <a:lnTo>
                  <a:pt x="10" y="2871"/>
                </a:lnTo>
                <a:lnTo>
                  <a:pt x="0" y="2871"/>
                </a:lnTo>
                <a:lnTo>
                  <a:pt x="0" y="2784"/>
                </a:lnTo>
                <a:lnTo>
                  <a:pt x="10" y="2784"/>
                </a:lnTo>
                <a:moveTo>
                  <a:pt x="10" y="2958"/>
                </a:moveTo>
                <a:lnTo>
                  <a:pt x="10" y="3046"/>
                </a:lnTo>
                <a:lnTo>
                  <a:pt x="0" y="3046"/>
                </a:lnTo>
                <a:lnTo>
                  <a:pt x="0" y="2958"/>
                </a:lnTo>
                <a:lnTo>
                  <a:pt x="10" y="2958"/>
                </a:lnTo>
                <a:moveTo>
                  <a:pt x="10" y="3133"/>
                </a:moveTo>
                <a:lnTo>
                  <a:pt x="10" y="3220"/>
                </a:lnTo>
                <a:lnTo>
                  <a:pt x="0" y="3220"/>
                </a:lnTo>
                <a:lnTo>
                  <a:pt x="0" y="3133"/>
                </a:lnTo>
                <a:lnTo>
                  <a:pt x="10" y="3133"/>
                </a:lnTo>
                <a:moveTo>
                  <a:pt x="10" y="3307"/>
                </a:moveTo>
                <a:lnTo>
                  <a:pt x="10" y="3394"/>
                </a:lnTo>
                <a:lnTo>
                  <a:pt x="0" y="3394"/>
                </a:lnTo>
                <a:lnTo>
                  <a:pt x="0" y="3307"/>
                </a:lnTo>
                <a:lnTo>
                  <a:pt x="10" y="3307"/>
                </a:lnTo>
                <a:moveTo>
                  <a:pt x="10" y="3481"/>
                </a:moveTo>
                <a:lnTo>
                  <a:pt x="10" y="3568"/>
                </a:lnTo>
                <a:lnTo>
                  <a:pt x="0" y="3568"/>
                </a:lnTo>
                <a:lnTo>
                  <a:pt x="0" y="3481"/>
                </a:lnTo>
                <a:lnTo>
                  <a:pt x="10" y="3481"/>
                </a:lnTo>
                <a:moveTo>
                  <a:pt x="10" y="3655"/>
                </a:moveTo>
                <a:lnTo>
                  <a:pt x="10" y="3742"/>
                </a:lnTo>
                <a:lnTo>
                  <a:pt x="0" y="3742"/>
                </a:lnTo>
                <a:lnTo>
                  <a:pt x="0" y="3655"/>
                </a:lnTo>
                <a:lnTo>
                  <a:pt x="10" y="3655"/>
                </a:lnTo>
                <a:moveTo>
                  <a:pt x="10" y="3829"/>
                </a:moveTo>
                <a:lnTo>
                  <a:pt x="10" y="3916"/>
                </a:lnTo>
                <a:lnTo>
                  <a:pt x="0" y="3916"/>
                </a:lnTo>
                <a:lnTo>
                  <a:pt x="0" y="3829"/>
                </a:lnTo>
                <a:lnTo>
                  <a:pt x="10" y="3829"/>
                </a:lnTo>
                <a:moveTo>
                  <a:pt x="10" y="4003"/>
                </a:moveTo>
                <a:lnTo>
                  <a:pt x="10" y="4090"/>
                </a:lnTo>
                <a:lnTo>
                  <a:pt x="0" y="4090"/>
                </a:lnTo>
                <a:lnTo>
                  <a:pt x="0" y="4003"/>
                </a:lnTo>
                <a:lnTo>
                  <a:pt x="10" y="4003"/>
                </a:lnTo>
                <a:moveTo>
                  <a:pt x="10" y="4177"/>
                </a:moveTo>
                <a:lnTo>
                  <a:pt x="10" y="4264"/>
                </a:lnTo>
                <a:lnTo>
                  <a:pt x="0" y="4264"/>
                </a:lnTo>
                <a:lnTo>
                  <a:pt x="0" y="4177"/>
                </a:lnTo>
                <a:lnTo>
                  <a:pt x="10" y="4177"/>
                </a:lnTo>
                <a:moveTo>
                  <a:pt x="10" y="4351"/>
                </a:moveTo>
                <a:lnTo>
                  <a:pt x="10" y="4438"/>
                </a:lnTo>
                <a:lnTo>
                  <a:pt x="0" y="4438"/>
                </a:lnTo>
                <a:lnTo>
                  <a:pt x="0" y="4351"/>
                </a:lnTo>
                <a:lnTo>
                  <a:pt x="10" y="4351"/>
                </a:lnTo>
                <a:moveTo>
                  <a:pt x="10" y="4525"/>
                </a:moveTo>
                <a:lnTo>
                  <a:pt x="10" y="4612"/>
                </a:lnTo>
                <a:lnTo>
                  <a:pt x="0" y="4612"/>
                </a:lnTo>
                <a:lnTo>
                  <a:pt x="0" y="4525"/>
                </a:lnTo>
                <a:lnTo>
                  <a:pt x="10" y="4525"/>
                </a:lnTo>
                <a:moveTo>
                  <a:pt x="10" y="4699"/>
                </a:moveTo>
                <a:lnTo>
                  <a:pt x="10" y="4786"/>
                </a:lnTo>
                <a:lnTo>
                  <a:pt x="0" y="4786"/>
                </a:lnTo>
                <a:lnTo>
                  <a:pt x="0" y="4699"/>
                </a:lnTo>
                <a:lnTo>
                  <a:pt x="10" y="4699"/>
                </a:lnTo>
                <a:moveTo>
                  <a:pt x="10" y="4873"/>
                </a:moveTo>
                <a:lnTo>
                  <a:pt x="10" y="4960"/>
                </a:lnTo>
                <a:lnTo>
                  <a:pt x="0" y="4960"/>
                </a:lnTo>
                <a:lnTo>
                  <a:pt x="0" y="4873"/>
                </a:lnTo>
                <a:lnTo>
                  <a:pt x="10" y="4873"/>
                </a:lnTo>
                <a:moveTo>
                  <a:pt x="10" y="5047"/>
                </a:moveTo>
                <a:lnTo>
                  <a:pt x="10" y="5134"/>
                </a:lnTo>
                <a:lnTo>
                  <a:pt x="0" y="5134"/>
                </a:lnTo>
                <a:lnTo>
                  <a:pt x="0" y="5047"/>
                </a:lnTo>
                <a:lnTo>
                  <a:pt x="10" y="5047"/>
                </a:lnTo>
                <a:moveTo>
                  <a:pt x="10" y="5221"/>
                </a:moveTo>
                <a:lnTo>
                  <a:pt x="10" y="5308"/>
                </a:lnTo>
                <a:lnTo>
                  <a:pt x="0" y="5308"/>
                </a:lnTo>
                <a:lnTo>
                  <a:pt x="0" y="5221"/>
                </a:lnTo>
                <a:lnTo>
                  <a:pt x="10" y="5221"/>
                </a:lnTo>
                <a:moveTo>
                  <a:pt x="10" y="5395"/>
                </a:moveTo>
                <a:lnTo>
                  <a:pt x="10" y="5482"/>
                </a:lnTo>
                <a:lnTo>
                  <a:pt x="0" y="5482"/>
                </a:lnTo>
                <a:lnTo>
                  <a:pt x="0" y="5395"/>
                </a:lnTo>
                <a:lnTo>
                  <a:pt x="10" y="5395"/>
                </a:lnTo>
                <a:moveTo>
                  <a:pt x="10" y="5569"/>
                </a:moveTo>
                <a:lnTo>
                  <a:pt x="10" y="5656"/>
                </a:lnTo>
                <a:lnTo>
                  <a:pt x="0" y="5656"/>
                </a:lnTo>
                <a:lnTo>
                  <a:pt x="0" y="5569"/>
                </a:lnTo>
                <a:lnTo>
                  <a:pt x="10" y="5569"/>
                </a:lnTo>
                <a:moveTo>
                  <a:pt x="10" y="5743"/>
                </a:moveTo>
                <a:lnTo>
                  <a:pt x="10" y="5830"/>
                </a:lnTo>
                <a:lnTo>
                  <a:pt x="0" y="5830"/>
                </a:lnTo>
                <a:lnTo>
                  <a:pt x="0" y="5743"/>
                </a:lnTo>
                <a:lnTo>
                  <a:pt x="10" y="5743"/>
                </a:lnTo>
                <a:moveTo>
                  <a:pt x="10" y="5918"/>
                </a:moveTo>
                <a:lnTo>
                  <a:pt x="10" y="6005"/>
                </a:lnTo>
                <a:lnTo>
                  <a:pt x="0" y="6005"/>
                </a:lnTo>
                <a:lnTo>
                  <a:pt x="0" y="5918"/>
                </a:lnTo>
                <a:lnTo>
                  <a:pt x="10" y="5918"/>
                </a:lnTo>
                <a:moveTo>
                  <a:pt x="10" y="6092"/>
                </a:moveTo>
                <a:lnTo>
                  <a:pt x="10" y="6179"/>
                </a:lnTo>
                <a:lnTo>
                  <a:pt x="0" y="6179"/>
                </a:lnTo>
                <a:lnTo>
                  <a:pt x="0" y="6092"/>
                </a:lnTo>
                <a:lnTo>
                  <a:pt x="10" y="6092"/>
                </a:lnTo>
                <a:moveTo>
                  <a:pt x="10" y="6266"/>
                </a:moveTo>
                <a:lnTo>
                  <a:pt x="10" y="6353"/>
                </a:lnTo>
                <a:lnTo>
                  <a:pt x="0" y="6353"/>
                </a:lnTo>
                <a:lnTo>
                  <a:pt x="0" y="6266"/>
                </a:lnTo>
                <a:lnTo>
                  <a:pt x="10" y="6266"/>
                </a:lnTo>
                <a:moveTo>
                  <a:pt x="10" y="6440"/>
                </a:moveTo>
                <a:lnTo>
                  <a:pt x="10" y="6527"/>
                </a:lnTo>
                <a:lnTo>
                  <a:pt x="0" y="6527"/>
                </a:lnTo>
                <a:lnTo>
                  <a:pt x="0" y="6440"/>
                </a:lnTo>
                <a:lnTo>
                  <a:pt x="10" y="6440"/>
                </a:lnTo>
                <a:moveTo>
                  <a:pt x="10" y="6614"/>
                </a:moveTo>
                <a:lnTo>
                  <a:pt x="10" y="6701"/>
                </a:lnTo>
                <a:lnTo>
                  <a:pt x="0" y="6701"/>
                </a:lnTo>
                <a:lnTo>
                  <a:pt x="0" y="6614"/>
                </a:lnTo>
                <a:lnTo>
                  <a:pt x="10" y="6614"/>
                </a:lnTo>
                <a:moveTo>
                  <a:pt x="10" y="6788"/>
                </a:moveTo>
                <a:lnTo>
                  <a:pt x="10" y="6875"/>
                </a:lnTo>
                <a:lnTo>
                  <a:pt x="0" y="6875"/>
                </a:lnTo>
                <a:lnTo>
                  <a:pt x="0" y="6788"/>
                </a:lnTo>
                <a:lnTo>
                  <a:pt x="10" y="6788"/>
                </a:lnTo>
                <a:moveTo>
                  <a:pt x="10" y="6962"/>
                </a:moveTo>
                <a:lnTo>
                  <a:pt x="10" y="7049"/>
                </a:lnTo>
                <a:lnTo>
                  <a:pt x="0" y="7049"/>
                </a:lnTo>
                <a:lnTo>
                  <a:pt x="0" y="6962"/>
                </a:lnTo>
                <a:lnTo>
                  <a:pt x="10" y="6962"/>
                </a:lnTo>
                <a:moveTo>
                  <a:pt x="10" y="7136"/>
                </a:moveTo>
                <a:lnTo>
                  <a:pt x="10" y="7223"/>
                </a:lnTo>
                <a:lnTo>
                  <a:pt x="0" y="7223"/>
                </a:lnTo>
                <a:lnTo>
                  <a:pt x="0" y="7136"/>
                </a:lnTo>
                <a:lnTo>
                  <a:pt x="10" y="7136"/>
                </a:lnTo>
                <a:moveTo>
                  <a:pt x="10" y="7310"/>
                </a:moveTo>
                <a:lnTo>
                  <a:pt x="10" y="7397"/>
                </a:lnTo>
                <a:lnTo>
                  <a:pt x="0" y="7397"/>
                </a:lnTo>
                <a:lnTo>
                  <a:pt x="0" y="7310"/>
                </a:lnTo>
                <a:lnTo>
                  <a:pt x="10" y="7310"/>
                </a:lnTo>
                <a:moveTo>
                  <a:pt x="10" y="7484"/>
                </a:moveTo>
                <a:lnTo>
                  <a:pt x="10" y="7571"/>
                </a:lnTo>
                <a:lnTo>
                  <a:pt x="0" y="7571"/>
                </a:lnTo>
                <a:lnTo>
                  <a:pt x="0" y="7484"/>
                </a:lnTo>
                <a:lnTo>
                  <a:pt x="10" y="7484"/>
                </a:lnTo>
                <a:moveTo>
                  <a:pt x="10" y="7658"/>
                </a:moveTo>
                <a:lnTo>
                  <a:pt x="10" y="7745"/>
                </a:lnTo>
                <a:lnTo>
                  <a:pt x="0" y="7745"/>
                </a:lnTo>
                <a:lnTo>
                  <a:pt x="0" y="7658"/>
                </a:lnTo>
                <a:lnTo>
                  <a:pt x="10" y="7658"/>
                </a:lnTo>
                <a:moveTo>
                  <a:pt x="10" y="7832"/>
                </a:moveTo>
                <a:lnTo>
                  <a:pt x="10" y="7919"/>
                </a:lnTo>
                <a:lnTo>
                  <a:pt x="0" y="7919"/>
                </a:lnTo>
                <a:lnTo>
                  <a:pt x="0" y="7832"/>
                </a:lnTo>
                <a:lnTo>
                  <a:pt x="10" y="7832"/>
                </a:lnTo>
                <a:moveTo>
                  <a:pt x="10" y="8006"/>
                </a:moveTo>
                <a:lnTo>
                  <a:pt x="10" y="8074"/>
                </a:lnTo>
                <a:lnTo>
                  <a:pt x="0" y="8074"/>
                </a:lnTo>
                <a:lnTo>
                  <a:pt x="0" y="8006"/>
                </a:lnTo>
                <a:lnTo>
                  <a:pt x="10" y="8006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5913000" y="2246040"/>
            <a:ext cx="50400" cy="2906640"/>
          </a:xfrm>
          <a:custGeom>
            <a:avLst/>
            <a:gdLst/>
            <a:ahLst/>
            <a:rect l="0" t="0" r="r" b="b"/>
            <a:pathLst>
              <a:path w="140" h="8074">
                <a:moveTo>
                  <a:pt x="0" y="0"/>
                </a:moveTo>
                <a:lnTo>
                  <a:pt x="140" y="0"/>
                </a:lnTo>
                <a:lnTo>
                  <a:pt x="140" y="8074"/>
                </a:lnTo>
                <a:lnTo>
                  <a:pt x="0" y="80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5934600" y="2246040"/>
            <a:ext cx="3600" cy="2906640"/>
          </a:xfrm>
          <a:custGeom>
            <a:avLst/>
            <a:gdLst/>
            <a:ahLst/>
            <a:rect l="0" t="0" r="r" b="b"/>
            <a:pathLst>
              <a:path w="10" h="8074">
                <a:moveTo>
                  <a:pt x="10" y="0"/>
                </a:moveTo>
                <a:lnTo>
                  <a:pt x="10" y="87"/>
                </a:lnTo>
                <a:lnTo>
                  <a:pt x="0" y="87"/>
                </a:lnTo>
                <a:lnTo>
                  <a:pt x="0" y="0"/>
                </a:lnTo>
                <a:lnTo>
                  <a:pt x="10" y="0"/>
                </a:lnTo>
                <a:moveTo>
                  <a:pt x="10" y="174"/>
                </a:moveTo>
                <a:lnTo>
                  <a:pt x="10" y="261"/>
                </a:lnTo>
                <a:lnTo>
                  <a:pt x="0" y="261"/>
                </a:lnTo>
                <a:lnTo>
                  <a:pt x="0" y="174"/>
                </a:lnTo>
                <a:lnTo>
                  <a:pt x="10" y="174"/>
                </a:lnTo>
                <a:moveTo>
                  <a:pt x="10" y="348"/>
                </a:moveTo>
                <a:lnTo>
                  <a:pt x="10" y="435"/>
                </a:lnTo>
                <a:lnTo>
                  <a:pt x="0" y="435"/>
                </a:lnTo>
                <a:lnTo>
                  <a:pt x="0" y="348"/>
                </a:lnTo>
                <a:lnTo>
                  <a:pt x="10" y="348"/>
                </a:lnTo>
                <a:moveTo>
                  <a:pt x="10" y="522"/>
                </a:moveTo>
                <a:lnTo>
                  <a:pt x="10" y="609"/>
                </a:lnTo>
                <a:lnTo>
                  <a:pt x="0" y="609"/>
                </a:lnTo>
                <a:lnTo>
                  <a:pt x="0" y="522"/>
                </a:lnTo>
                <a:lnTo>
                  <a:pt x="10" y="522"/>
                </a:lnTo>
                <a:moveTo>
                  <a:pt x="10" y="696"/>
                </a:moveTo>
                <a:lnTo>
                  <a:pt x="10" y="783"/>
                </a:lnTo>
                <a:lnTo>
                  <a:pt x="0" y="783"/>
                </a:lnTo>
                <a:lnTo>
                  <a:pt x="0" y="696"/>
                </a:lnTo>
                <a:lnTo>
                  <a:pt x="10" y="696"/>
                </a:lnTo>
                <a:moveTo>
                  <a:pt x="10" y="870"/>
                </a:moveTo>
                <a:lnTo>
                  <a:pt x="10" y="957"/>
                </a:lnTo>
                <a:lnTo>
                  <a:pt x="0" y="957"/>
                </a:lnTo>
                <a:lnTo>
                  <a:pt x="0" y="870"/>
                </a:lnTo>
                <a:lnTo>
                  <a:pt x="10" y="870"/>
                </a:lnTo>
                <a:moveTo>
                  <a:pt x="10" y="1044"/>
                </a:moveTo>
                <a:lnTo>
                  <a:pt x="10" y="1131"/>
                </a:lnTo>
                <a:lnTo>
                  <a:pt x="0" y="1131"/>
                </a:lnTo>
                <a:lnTo>
                  <a:pt x="0" y="1044"/>
                </a:lnTo>
                <a:lnTo>
                  <a:pt x="10" y="1044"/>
                </a:lnTo>
                <a:moveTo>
                  <a:pt x="10" y="1218"/>
                </a:moveTo>
                <a:lnTo>
                  <a:pt x="10" y="1305"/>
                </a:lnTo>
                <a:lnTo>
                  <a:pt x="0" y="1305"/>
                </a:lnTo>
                <a:lnTo>
                  <a:pt x="0" y="1218"/>
                </a:lnTo>
                <a:lnTo>
                  <a:pt x="10" y="1218"/>
                </a:lnTo>
                <a:moveTo>
                  <a:pt x="10" y="1392"/>
                </a:moveTo>
                <a:lnTo>
                  <a:pt x="10" y="1479"/>
                </a:lnTo>
                <a:lnTo>
                  <a:pt x="0" y="1479"/>
                </a:lnTo>
                <a:lnTo>
                  <a:pt x="0" y="1392"/>
                </a:lnTo>
                <a:lnTo>
                  <a:pt x="10" y="1392"/>
                </a:lnTo>
                <a:moveTo>
                  <a:pt x="10" y="1566"/>
                </a:moveTo>
                <a:lnTo>
                  <a:pt x="10" y="1653"/>
                </a:lnTo>
                <a:lnTo>
                  <a:pt x="0" y="1653"/>
                </a:lnTo>
                <a:lnTo>
                  <a:pt x="0" y="1566"/>
                </a:lnTo>
                <a:lnTo>
                  <a:pt x="10" y="1566"/>
                </a:lnTo>
                <a:moveTo>
                  <a:pt x="10" y="1740"/>
                </a:moveTo>
                <a:lnTo>
                  <a:pt x="10" y="1827"/>
                </a:lnTo>
                <a:lnTo>
                  <a:pt x="0" y="1827"/>
                </a:lnTo>
                <a:lnTo>
                  <a:pt x="0" y="1740"/>
                </a:lnTo>
                <a:lnTo>
                  <a:pt x="10" y="1740"/>
                </a:lnTo>
                <a:moveTo>
                  <a:pt x="10" y="1914"/>
                </a:moveTo>
                <a:lnTo>
                  <a:pt x="10" y="2001"/>
                </a:lnTo>
                <a:lnTo>
                  <a:pt x="0" y="2001"/>
                </a:lnTo>
                <a:lnTo>
                  <a:pt x="0" y="1914"/>
                </a:lnTo>
                <a:lnTo>
                  <a:pt x="10" y="1914"/>
                </a:lnTo>
                <a:moveTo>
                  <a:pt x="10" y="2088"/>
                </a:moveTo>
                <a:lnTo>
                  <a:pt x="10" y="2175"/>
                </a:lnTo>
                <a:lnTo>
                  <a:pt x="0" y="2175"/>
                </a:lnTo>
                <a:lnTo>
                  <a:pt x="0" y="2088"/>
                </a:lnTo>
                <a:lnTo>
                  <a:pt x="10" y="2088"/>
                </a:lnTo>
                <a:moveTo>
                  <a:pt x="10" y="2262"/>
                </a:moveTo>
                <a:lnTo>
                  <a:pt x="10" y="2349"/>
                </a:lnTo>
                <a:lnTo>
                  <a:pt x="0" y="2349"/>
                </a:lnTo>
                <a:lnTo>
                  <a:pt x="0" y="2262"/>
                </a:lnTo>
                <a:lnTo>
                  <a:pt x="10" y="2262"/>
                </a:lnTo>
                <a:moveTo>
                  <a:pt x="10" y="2436"/>
                </a:moveTo>
                <a:lnTo>
                  <a:pt x="10" y="2523"/>
                </a:lnTo>
                <a:lnTo>
                  <a:pt x="0" y="2523"/>
                </a:lnTo>
                <a:lnTo>
                  <a:pt x="0" y="2436"/>
                </a:lnTo>
                <a:lnTo>
                  <a:pt x="10" y="2436"/>
                </a:lnTo>
                <a:moveTo>
                  <a:pt x="10" y="2610"/>
                </a:moveTo>
                <a:lnTo>
                  <a:pt x="10" y="2697"/>
                </a:lnTo>
                <a:lnTo>
                  <a:pt x="0" y="2697"/>
                </a:lnTo>
                <a:lnTo>
                  <a:pt x="0" y="2610"/>
                </a:lnTo>
                <a:lnTo>
                  <a:pt x="10" y="2610"/>
                </a:lnTo>
                <a:moveTo>
                  <a:pt x="10" y="2784"/>
                </a:moveTo>
                <a:lnTo>
                  <a:pt x="10" y="2871"/>
                </a:lnTo>
                <a:lnTo>
                  <a:pt x="0" y="2871"/>
                </a:lnTo>
                <a:lnTo>
                  <a:pt x="0" y="2784"/>
                </a:lnTo>
                <a:lnTo>
                  <a:pt x="10" y="2784"/>
                </a:lnTo>
                <a:moveTo>
                  <a:pt x="10" y="2958"/>
                </a:moveTo>
                <a:lnTo>
                  <a:pt x="10" y="3046"/>
                </a:lnTo>
                <a:lnTo>
                  <a:pt x="0" y="3046"/>
                </a:lnTo>
                <a:lnTo>
                  <a:pt x="0" y="2958"/>
                </a:lnTo>
                <a:lnTo>
                  <a:pt x="10" y="2958"/>
                </a:lnTo>
                <a:moveTo>
                  <a:pt x="10" y="3133"/>
                </a:moveTo>
                <a:lnTo>
                  <a:pt x="10" y="3220"/>
                </a:lnTo>
                <a:lnTo>
                  <a:pt x="0" y="3220"/>
                </a:lnTo>
                <a:lnTo>
                  <a:pt x="0" y="3133"/>
                </a:lnTo>
                <a:lnTo>
                  <a:pt x="10" y="3133"/>
                </a:lnTo>
                <a:moveTo>
                  <a:pt x="10" y="3307"/>
                </a:moveTo>
                <a:lnTo>
                  <a:pt x="10" y="3394"/>
                </a:lnTo>
                <a:lnTo>
                  <a:pt x="0" y="3394"/>
                </a:lnTo>
                <a:lnTo>
                  <a:pt x="0" y="3307"/>
                </a:lnTo>
                <a:lnTo>
                  <a:pt x="10" y="3307"/>
                </a:lnTo>
                <a:moveTo>
                  <a:pt x="10" y="3481"/>
                </a:moveTo>
                <a:lnTo>
                  <a:pt x="10" y="3568"/>
                </a:lnTo>
                <a:lnTo>
                  <a:pt x="0" y="3568"/>
                </a:lnTo>
                <a:lnTo>
                  <a:pt x="0" y="3481"/>
                </a:lnTo>
                <a:lnTo>
                  <a:pt x="10" y="3481"/>
                </a:lnTo>
                <a:moveTo>
                  <a:pt x="10" y="3655"/>
                </a:moveTo>
                <a:lnTo>
                  <a:pt x="10" y="3742"/>
                </a:lnTo>
                <a:lnTo>
                  <a:pt x="0" y="3742"/>
                </a:lnTo>
                <a:lnTo>
                  <a:pt x="0" y="3655"/>
                </a:lnTo>
                <a:lnTo>
                  <a:pt x="10" y="3655"/>
                </a:lnTo>
                <a:moveTo>
                  <a:pt x="10" y="3829"/>
                </a:moveTo>
                <a:lnTo>
                  <a:pt x="10" y="3916"/>
                </a:lnTo>
                <a:lnTo>
                  <a:pt x="0" y="3916"/>
                </a:lnTo>
                <a:lnTo>
                  <a:pt x="0" y="3829"/>
                </a:lnTo>
                <a:lnTo>
                  <a:pt x="10" y="3829"/>
                </a:lnTo>
                <a:moveTo>
                  <a:pt x="10" y="4003"/>
                </a:moveTo>
                <a:lnTo>
                  <a:pt x="10" y="4090"/>
                </a:lnTo>
                <a:lnTo>
                  <a:pt x="0" y="4090"/>
                </a:lnTo>
                <a:lnTo>
                  <a:pt x="0" y="4003"/>
                </a:lnTo>
                <a:lnTo>
                  <a:pt x="10" y="4003"/>
                </a:lnTo>
                <a:moveTo>
                  <a:pt x="10" y="4177"/>
                </a:moveTo>
                <a:lnTo>
                  <a:pt x="10" y="4264"/>
                </a:lnTo>
                <a:lnTo>
                  <a:pt x="0" y="4264"/>
                </a:lnTo>
                <a:lnTo>
                  <a:pt x="0" y="4177"/>
                </a:lnTo>
                <a:lnTo>
                  <a:pt x="10" y="4177"/>
                </a:lnTo>
                <a:moveTo>
                  <a:pt x="10" y="4351"/>
                </a:moveTo>
                <a:lnTo>
                  <a:pt x="10" y="4438"/>
                </a:lnTo>
                <a:lnTo>
                  <a:pt x="0" y="4438"/>
                </a:lnTo>
                <a:lnTo>
                  <a:pt x="0" y="4351"/>
                </a:lnTo>
                <a:lnTo>
                  <a:pt x="10" y="4351"/>
                </a:lnTo>
                <a:moveTo>
                  <a:pt x="10" y="4525"/>
                </a:moveTo>
                <a:lnTo>
                  <a:pt x="10" y="4612"/>
                </a:lnTo>
                <a:lnTo>
                  <a:pt x="0" y="4612"/>
                </a:lnTo>
                <a:lnTo>
                  <a:pt x="0" y="4525"/>
                </a:lnTo>
                <a:lnTo>
                  <a:pt x="10" y="4525"/>
                </a:lnTo>
                <a:moveTo>
                  <a:pt x="10" y="4699"/>
                </a:moveTo>
                <a:lnTo>
                  <a:pt x="10" y="4786"/>
                </a:lnTo>
                <a:lnTo>
                  <a:pt x="0" y="4786"/>
                </a:lnTo>
                <a:lnTo>
                  <a:pt x="0" y="4699"/>
                </a:lnTo>
                <a:lnTo>
                  <a:pt x="10" y="4699"/>
                </a:lnTo>
                <a:moveTo>
                  <a:pt x="10" y="4873"/>
                </a:moveTo>
                <a:lnTo>
                  <a:pt x="10" y="4960"/>
                </a:lnTo>
                <a:lnTo>
                  <a:pt x="0" y="4960"/>
                </a:lnTo>
                <a:lnTo>
                  <a:pt x="0" y="4873"/>
                </a:lnTo>
                <a:lnTo>
                  <a:pt x="10" y="4873"/>
                </a:lnTo>
                <a:moveTo>
                  <a:pt x="10" y="5047"/>
                </a:moveTo>
                <a:lnTo>
                  <a:pt x="10" y="5134"/>
                </a:lnTo>
                <a:lnTo>
                  <a:pt x="0" y="5134"/>
                </a:lnTo>
                <a:lnTo>
                  <a:pt x="0" y="5047"/>
                </a:lnTo>
                <a:lnTo>
                  <a:pt x="10" y="5047"/>
                </a:lnTo>
                <a:moveTo>
                  <a:pt x="10" y="5221"/>
                </a:moveTo>
                <a:lnTo>
                  <a:pt x="10" y="5308"/>
                </a:lnTo>
                <a:lnTo>
                  <a:pt x="0" y="5308"/>
                </a:lnTo>
                <a:lnTo>
                  <a:pt x="0" y="5221"/>
                </a:lnTo>
                <a:lnTo>
                  <a:pt x="10" y="5221"/>
                </a:lnTo>
                <a:moveTo>
                  <a:pt x="10" y="5395"/>
                </a:moveTo>
                <a:lnTo>
                  <a:pt x="10" y="5482"/>
                </a:lnTo>
                <a:lnTo>
                  <a:pt x="0" y="5482"/>
                </a:lnTo>
                <a:lnTo>
                  <a:pt x="0" y="5395"/>
                </a:lnTo>
                <a:lnTo>
                  <a:pt x="10" y="5395"/>
                </a:lnTo>
                <a:moveTo>
                  <a:pt x="10" y="5569"/>
                </a:moveTo>
                <a:lnTo>
                  <a:pt x="10" y="5656"/>
                </a:lnTo>
                <a:lnTo>
                  <a:pt x="0" y="5656"/>
                </a:lnTo>
                <a:lnTo>
                  <a:pt x="0" y="5569"/>
                </a:lnTo>
                <a:lnTo>
                  <a:pt x="10" y="5569"/>
                </a:lnTo>
                <a:moveTo>
                  <a:pt x="10" y="5743"/>
                </a:moveTo>
                <a:lnTo>
                  <a:pt x="10" y="5830"/>
                </a:lnTo>
                <a:lnTo>
                  <a:pt x="0" y="5830"/>
                </a:lnTo>
                <a:lnTo>
                  <a:pt x="0" y="5743"/>
                </a:lnTo>
                <a:lnTo>
                  <a:pt x="10" y="5743"/>
                </a:lnTo>
                <a:moveTo>
                  <a:pt x="10" y="5918"/>
                </a:moveTo>
                <a:lnTo>
                  <a:pt x="10" y="6005"/>
                </a:lnTo>
                <a:lnTo>
                  <a:pt x="0" y="6005"/>
                </a:lnTo>
                <a:lnTo>
                  <a:pt x="0" y="5918"/>
                </a:lnTo>
                <a:lnTo>
                  <a:pt x="10" y="5918"/>
                </a:lnTo>
                <a:moveTo>
                  <a:pt x="10" y="6092"/>
                </a:moveTo>
                <a:lnTo>
                  <a:pt x="10" y="6179"/>
                </a:lnTo>
                <a:lnTo>
                  <a:pt x="0" y="6179"/>
                </a:lnTo>
                <a:lnTo>
                  <a:pt x="0" y="6092"/>
                </a:lnTo>
                <a:lnTo>
                  <a:pt x="10" y="6092"/>
                </a:lnTo>
                <a:moveTo>
                  <a:pt x="10" y="6266"/>
                </a:moveTo>
                <a:lnTo>
                  <a:pt x="10" y="6353"/>
                </a:lnTo>
                <a:lnTo>
                  <a:pt x="0" y="6353"/>
                </a:lnTo>
                <a:lnTo>
                  <a:pt x="0" y="6266"/>
                </a:lnTo>
                <a:lnTo>
                  <a:pt x="10" y="6266"/>
                </a:lnTo>
                <a:moveTo>
                  <a:pt x="10" y="6440"/>
                </a:moveTo>
                <a:lnTo>
                  <a:pt x="10" y="6527"/>
                </a:lnTo>
                <a:lnTo>
                  <a:pt x="0" y="6527"/>
                </a:lnTo>
                <a:lnTo>
                  <a:pt x="0" y="6440"/>
                </a:lnTo>
                <a:lnTo>
                  <a:pt x="10" y="6440"/>
                </a:lnTo>
                <a:moveTo>
                  <a:pt x="10" y="6614"/>
                </a:moveTo>
                <a:lnTo>
                  <a:pt x="10" y="6701"/>
                </a:lnTo>
                <a:lnTo>
                  <a:pt x="0" y="6701"/>
                </a:lnTo>
                <a:lnTo>
                  <a:pt x="0" y="6614"/>
                </a:lnTo>
                <a:lnTo>
                  <a:pt x="10" y="6614"/>
                </a:lnTo>
                <a:moveTo>
                  <a:pt x="10" y="6788"/>
                </a:moveTo>
                <a:lnTo>
                  <a:pt x="10" y="6875"/>
                </a:lnTo>
                <a:lnTo>
                  <a:pt x="0" y="6875"/>
                </a:lnTo>
                <a:lnTo>
                  <a:pt x="0" y="6788"/>
                </a:lnTo>
                <a:lnTo>
                  <a:pt x="10" y="6788"/>
                </a:lnTo>
                <a:moveTo>
                  <a:pt x="10" y="6962"/>
                </a:moveTo>
                <a:lnTo>
                  <a:pt x="10" y="7049"/>
                </a:lnTo>
                <a:lnTo>
                  <a:pt x="0" y="7049"/>
                </a:lnTo>
                <a:lnTo>
                  <a:pt x="0" y="6962"/>
                </a:lnTo>
                <a:lnTo>
                  <a:pt x="10" y="6962"/>
                </a:lnTo>
                <a:moveTo>
                  <a:pt x="10" y="7136"/>
                </a:moveTo>
                <a:lnTo>
                  <a:pt x="10" y="7223"/>
                </a:lnTo>
                <a:lnTo>
                  <a:pt x="0" y="7223"/>
                </a:lnTo>
                <a:lnTo>
                  <a:pt x="0" y="7136"/>
                </a:lnTo>
                <a:lnTo>
                  <a:pt x="10" y="7136"/>
                </a:lnTo>
                <a:moveTo>
                  <a:pt x="10" y="7310"/>
                </a:moveTo>
                <a:lnTo>
                  <a:pt x="10" y="7397"/>
                </a:lnTo>
                <a:lnTo>
                  <a:pt x="0" y="7397"/>
                </a:lnTo>
                <a:lnTo>
                  <a:pt x="0" y="7310"/>
                </a:lnTo>
                <a:lnTo>
                  <a:pt x="10" y="7310"/>
                </a:lnTo>
                <a:moveTo>
                  <a:pt x="10" y="7484"/>
                </a:moveTo>
                <a:lnTo>
                  <a:pt x="10" y="7571"/>
                </a:lnTo>
                <a:lnTo>
                  <a:pt x="0" y="7571"/>
                </a:lnTo>
                <a:lnTo>
                  <a:pt x="0" y="7484"/>
                </a:lnTo>
                <a:lnTo>
                  <a:pt x="10" y="7484"/>
                </a:lnTo>
                <a:moveTo>
                  <a:pt x="10" y="7658"/>
                </a:moveTo>
                <a:lnTo>
                  <a:pt x="10" y="7745"/>
                </a:lnTo>
                <a:lnTo>
                  <a:pt x="0" y="7745"/>
                </a:lnTo>
                <a:lnTo>
                  <a:pt x="0" y="7658"/>
                </a:lnTo>
                <a:lnTo>
                  <a:pt x="10" y="7658"/>
                </a:lnTo>
                <a:moveTo>
                  <a:pt x="10" y="7832"/>
                </a:moveTo>
                <a:lnTo>
                  <a:pt x="10" y="7919"/>
                </a:lnTo>
                <a:lnTo>
                  <a:pt x="0" y="7919"/>
                </a:lnTo>
                <a:lnTo>
                  <a:pt x="0" y="7832"/>
                </a:lnTo>
                <a:lnTo>
                  <a:pt x="10" y="7832"/>
                </a:lnTo>
                <a:moveTo>
                  <a:pt x="10" y="8006"/>
                </a:moveTo>
                <a:lnTo>
                  <a:pt x="10" y="8074"/>
                </a:lnTo>
                <a:lnTo>
                  <a:pt x="0" y="8074"/>
                </a:lnTo>
                <a:lnTo>
                  <a:pt x="0" y="8006"/>
                </a:lnTo>
                <a:lnTo>
                  <a:pt x="10" y="8006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666720" y="958680"/>
            <a:ext cx="11682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98040" y="2017440"/>
            <a:ext cx="29484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837360" y="1634400"/>
            <a:ext cx="100800" cy="100800"/>
          </a:xfrm>
          <a:custGeom>
            <a:avLst/>
            <a:gdLst/>
            <a:ahLst/>
            <a:rect l="0" t="0" r="r" b="b"/>
            <a:pathLst>
              <a:path w="280" h="280">
                <a:moveTo>
                  <a:pt x="280" y="140"/>
                </a:moveTo>
                <a:cubicBezTo>
                  <a:pt x="280" y="159"/>
                  <a:pt x="276" y="177"/>
                  <a:pt x="269" y="194"/>
                </a:cubicBezTo>
                <a:cubicBezTo>
                  <a:pt x="262" y="211"/>
                  <a:pt x="252" y="226"/>
                  <a:pt x="239" y="239"/>
                </a:cubicBezTo>
                <a:cubicBezTo>
                  <a:pt x="226" y="252"/>
                  <a:pt x="211" y="262"/>
                  <a:pt x="194" y="269"/>
                </a:cubicBezTo>
                <a:cubicBezTo>
                  <a:pt x="177" y="276"/>
                  <a:pt x="159" y="280"/>
                  <a:pt x="140" y="280"/>
                </a:cubicBezTo>
                <a:cubicBezTo>
                  <a:pt x="122" y="280"/>
                  <a:pt x="104" y="276"/>
                  <a:pt x="87" y="269"/>
                </a:cubicBezTo>
                <a:cubicBezTo>
                  <a:pt x="70" y="262"/>
                  <a:pt x="55" y="252"/>
                  <a:pt x="42" y="239"/>
                </a:cubicBezTo>
                <a:cubicBezTo>
                  <a:pt x="28" y="226"/>
                  <a:pt x="18" y="211"/>
                  <a:pt x="11" y="194"/>
                </a:cubicBezTo>
                <a:cubicBezTo>
                  <a:pt x="4" y="177"/>
                  <a:pt x="0" y="159"/>
                  <a:pt x="0" y="140"/>
                </a:cubicBezTo>
                <a:cubicBezTo>
                  <a:pt x="0" y="122"/>
                  <a:pt x="4" y="104"/>
                  <a:pt x="11" y="87"/>
                </a:cubicBezTo>
                <a:cubicBezTo>
                  <a:pt x="18" y="70"/>
                  <a:pt x="28" y="55"/>
                  <a:pt x="42" y="41"/>
                </a:cubicBezTo>
                <a:cubicBezTo>
                  <a:pt x="55" y="28"/>
                  <a:pt x="70" y="18"/>
                  <a:pt x="87" y="11"/>
                </a:cubicBezTo>
                <a:cubicBezTo>
                  <a:pt x="104" y="4"/>
                  <a:pt x="122" y="0"/>
                  <a:pt x="140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8"/>
                  <a:pt x="239" y="41"/>
                </a:cubicBezTo>
                <a:cubicBezTo>
                  <a:pt x="252" y="55"/>
                  <a:pt x="262" y="70"/>
                  <a:pt x="269" y="87"/>
                </a:cubicBezTo>
                <a:cubicBezTo>
                  <a:pt x="276" y="104"/>
                  <a:pt x="280" y="122"/>
                  <a:pt x="280" y="14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837360" y="1634400"/>
            <a:ext cx="100800" cy="100800"/>
          </a:xfrm>
          <a:custGeom>
            <a:avLst/>
            <a:gdLst/>
            <a:ahLst/>
            <a:rect l="0" t="0" r="r" b="b"/>
            <a:pathLst>
              <a:path w="280" h="280">
                <a:moveTo>
                  <a:pt x="280" y="140"/>
                </a:moveTo>
                <a:cubicBezTo>
                  <a:pt x="280" y="159"/>
                  <a:pt x="276" y="177"/>
                  <a:pt x="269" y="194"/>
                </a:cubicBezTo>
                <a:cubicBezTo>
                  <a:pt x="262" y="211"/>
                  <a:pt x="252" y="226"/>
                  <a:pt x="239" y="239"/>
                </a:cubicBezTo>
                <a:cubicBezTo>
                  <a:pt x="226" y="252"/>
                  <a:pt x="211" y="262"/>
                  <a:pt x="194" y="269"/>
                </a:cubicBezTo>
                <a:cubicBezTo>
                  <a:pt x="177" y="276"/>
                  <a:pt x="159" y="280"/>
                  <a:pt x="140" y="280"/>
                </a:cubicBezTo>
                <a:cubicBezTo>
                  <a:pt x="122" y="280"/>
                  <a:pt x="104" y="276"/>
                  <a:pt x="87" y="269"/>
                </a:cubicBezTo>
                <a:cubicBezTo>
                  <a:pt x="70" y="262"/>
                  <a:pt x="55" y="252"/>
                  <a:pt x="42" y="239"/>
                </a:cubicBezTo>
                <a:cubicBezTo>
                  <a:pt x="28" y="226"/>
                  <a:pt x="18" y="211"/>
                  <a:pt x="11" y="194"/>
                </a:cubicBezTo>
                <a:cubicBezTo>
                  <a:pt x="4" y="177"/>
                  <a:pt x="0" y="159"/>
                  <a:pt x="0" y="140"/>
                </a:cubicBezTo>
                <a:cubicBezTo>
                  <a:pt x="0" y="122"/>
                  <a:pt x="4" y="104"/>
                  <a:pt x="11" y="87"/>
                </a:cubicBezTo>
                <a:cubicBezTo>
                  <a:pt x="18" y="70"/>
                  <a:pt x="28" y="55"/>
                  <a:pt x="42" y="41"/>
                </a:cubicBezTo>
                <a:cubicBezTo>
                  <a:pt x="55" y="28"/>
                  <a:pt x="70" y="18"/>
                  <a:pt x="87" y="11"/>
                </a:cubicBezTo>
                <a:cubicBezTo>
                  <a:pt x="104" y="4"/>
                  <a:pt x="122" y="0"/>
                  <a:pt x="140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8"/>
                  <a:pt x="239" y="41"/>
                </a:cubicBezTo>
                <a:cubicBezTo>
                  <a:pt x="252" y="55"/>
                  <a:pt x="262" y="70"/>
                  <a:pt x="269" y="87"/>
                </a:cubicBezTo>
                <a:cubicBezTo>
                  <a:pt x="276" y="104"/>
                  <a:pt x="280" y="122"/>
                  <a:pt x="280" y="140"/>
                </a:cubicBezTo>
                <a:close/>
              </a:path>
            </a:pathLst>
          </a:custGeom>
          <a:noFill/>
          <a:ln w="288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806040" y="1734840"/>
            <a:ext cx="163080" cy="263520"/>
          </a:xfrm>
          <a:custGeom>
            <a:avLst/>
            <a:gdLst/>
            <a:ahLst/>
            <a:rect l="0" t="0" r="r" b="b"/>
            <a:pathLst>
              <a:path fill="none" w="453" h="732">
                <a:moveTo>
                  <a:pt x="226" y="0"/>
                </a:moveTo>
                <a:lnTo>
                  <a:pt x="226" y="469"/>
                </a:lnTo>
                <a:moveTo>
                  <a:pt x="0" y="139"/>
                </a:moveTo>
                <a:lnTo>
                  <a:pt x="453" y="139"/>
                </a:lnTo>
                <a:moveTo>
                  <a:pt x="226" y="469"/>
                </a:moveTo>
                <a:lnTo>
                  <a:pt x="0" y="732"/>
                </a:lnTo>
                <a:moveTo>
                  <a:pt x="226" y="469"/>
                </a:moveTo>
                <a:lnTo>
                  <a:pt x="453" y="732"/>
                </a:lnTo>
              </a:path>
            </a:pathLst>
          </a:custGeom>
          <a:ln w="288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716400" y="2136960"/>
            <a:ext cx="26892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98040" y="5156280"/>
            <a:ext cx="29484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837360" y="5387760"/>
            <a:ext cx="100800" cy="100800"/>
          </a:xfrm>
          <a:custGeom>
            <a:avLst/>
            <a:gdLst/>
            <a:ahLst/>
            <a:rect l="0" t="0" r="r" b="b"/>
            <a:pathLst>
              <a:path w="280" h="280">
                <a:moveTo>
                  <a:pt x="280" y="140"/>
                </a:moveTo>
                <a:cubicBezTo>
                  <a:pt x="280" y="158"/>
                  <a:pt x="276" y="176"/>
                  <a:pt x="269" y="194"/>
                </a:cubicBezTo>
                <a:cubicBezTo>
                  <a:pt x="262" y="211"/>
                  <a:pt x="252" y="226"/>
                  <a:pt x="239" y="239"/>
                </a:cubicBezTo>
                <a:cubicBezTo>
                  <a:pt x="226" y="252"/>
                  <a:pt x="211" y="262"/>
                  <a:pt x="194" y="269"/>
                </a:cubicBezTo>
                <a:cubicBezTo>
                  <a:pt x="177" y="276"/>
                  <a:pt x="159" y="280"/>
                  <a:pt x="140" y="280"/>
                </a:cubicBezTo>
                <a:cubicBezTo>
                  <a:pt x="122" y="280"/>
                  <a:pt x="104" y="276"/>
                  <a:pt x="87" y="269"/>
                </a:cubicBezTo>
                <a:cubicBezTo>
                  <a:pt x="70" y="262"/>
                  <a:pt x="55" y="252"/>
                  <a:pt x="42" y="239"/>
                </a:cubicBezTo>
                <a:cubicBezTo>
                  <a:pt x="28" y="226"/>
                  <a:pt x="18" y="211"/>
                  <a:pt x="11" y="194"/>
                </a:cubicBezTo>
                <a:cubicBezTo>
                  <a:pt x="4" y="176"/>
                  <a:pt x="0" y="158"/>
                  <a:pt x="0" y="140"/>
                </a:cubicBezTo>
                <a:cubicBezTo>
                  <a:pt x="0" y="121"/>
                  <a:pt x="4" y="103"/>
                  <a:pt x="11" y="86"/>
                </a:cubicBezTo>
                <a:cubicBezTo>
                  <a:pt x="18" y="69"/>
                  <a:pt x="28" y="54"/>
                  <a:pt x="42" y="41"/>
                </a:cubicBezTo>
                <a:cubicBezTo>
                  <a:pt x="55" y="28"/>
                  <a:pt x="70" y="18"/>
                  <a:pt x="87" y="11"/>
                </a:cubicBezTo>
                <a:cubicBezTo>
                  <a:pt x="104" y="4"/>
                  <a:pt x="122" y="0"/>
                  <a:pt x="140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8"/>
                  <a:pt x="239" y="41"/>
                </a:cubicBezTo>
                <a:cubicBezTo>
                  <a:pt x="252" y="54"/>
                  <a:pt x="262" y="69"/>
                  <a:pt x="269" y="86"/>
                </a:cubicBezTo>
                <a:cubicBezTo>
                  <a:pt x="276" y="103"/>
                  <a:pt x="280" y="121"/>
                  <a:pt x="280" y="14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837360" y="5387760"/>
            <a:ext cx="100800" cy="100800"/>
          </a:xfrm>
          <a:custGeom>
            <a:avLst/>
            <a:gdLst/>
            <a:ahLst/>
            <a:rect l="0" t="0" r="r" b="b"/>
            <a:pathLst>
              <a:path w="280" h="280">
                <a:moveTo>
                  <a:pt x="280" y="140"/>
                </a:moveTo>
                <a:cubicBezTo>
                  <a:pt x="280" y="158"/>
                  <a:pt x="276" y="176"/>
                  <a:pt x="269" y="194"/>
                </a:cubicBezTo>
                <a:cubicBezTo>
                  <a:pt x="262" y="211"/>
                  <a:pt x="252" y="226"/>
                  <a:pt x="239" y="239"/>
                </a:cubicBezTo>
                <a:cubicBezTo>
                  <a:pt x="226" y="252"/>
                  <a:pt x="211" y="262"/>
                  <a:pt x="194" y="269"/>
                </a:cubicBezTo>
                <a:cubicBezTo>
                  <a:pt x="177" y="276"/>
                  <a:pt x="159" y="280"/>
                  <a:pt x="140" y="280"/>
                </a:cubicBezTo>
                <a:cubicBezTo>
                  <a:pt x="122" y="280"/>
                  <a:pt x="104" y="276"/>
                  <a:pt x="87" y="269"/>
                </a:cubicBezTo>
                <a:cubicBezTo>
                  <a:pt x="70" y="262"/>
                  <a:pt x="55" y="252"/>
                  <a:pt x="42" y="239"/>
                </a:cubicBezTo>
                <a:cubicBezTo>
                  <a:pt x="28" y="226"/>
                  <a:pt x="18" y="211"/>
                  <a:pt x="11" y="194"/>
                </a:cubicBezTo>
                <a:cubicBezTo>
                  <a:pt x="4" y="176"/>
                  <a:pt x="0" y="158"/>
                  <a:pt x="0" y="140"/>
                </a:cubicBezTo>
                <a:cubicBezTo>
                  <a:pt x="0" y="121"/>
                  <a:pt x="4" y="103"/>
                  <a:pt x="11" y="86"/>
                </a:cubicBezTo>
                <a:cubicBezTo>
                  <a:pt x="18" y="69"/>
                  <a:pt x="28" y="54"/>
                  <a:pt x="42" y="41"/>
                </a:cubicBezTo>
                <a:cubicBezTo>
                  <a:pt x="55" y="28"/>
                  <a:pt x="70" y="18"/>
                  <a:pt x="87" y="11"/>
                </a:cubicBezTo>
                <a:cubicBezTo>
                  <a:pt x="104" y="4"/>
                  <a:pt x="122" y="0"/>
                  <a:pt x="140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8"/>
                  <a:pt x="239" y="41"/>
                </a:cubicBezTo>
                <a:cubicBezTo>
                  <a:pt x="252" y="54"/>
                  <a:pt x="262" y="69"/>
                  <a:pt x="269" y="86"/>
                </a:cubicBezTo>
                <a:cubicBezTo>
                  <a:pt x="276" y="103"/>
                  <a:pt x="280" y="121"/>
                  <a:pt x="280" y="140"/>
                </a:cubicBezTo>
                <a:close/>
              </a:path>
            </a:pathLst>
          </a:custGeom>
          <a:noFill/>
          <a:ln w="288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806040" y="5488200"/>
            <a:ext cx="163080" cy="263520"/>
          </a:xfrm>
          <a:custGeom>
            <a:avLst/>
            <a:gdLst/>
            <a:ahLst/>
            <a:rect l="0" t="0" r="r" b="b"/>
            <a:pathLst>
              <a:path fill="none" w="453" h="732">
                <a:moveTo>
                  <a:pt x="226" y="0"/>
                </a:moveTo>
                <a:lnTo>
                  <a:pt x="226" y="471"/>
                </a:lnTo>
                <a:moveTo>
                  <a:pt x="0" y="139"/>
                </a:moveTo>
                <a:lnTo>
                  <a:pt x="453" y="139"/>
                </a:lnTo>
                <a:moveTo>
                  <a:pt x="226" y="471"/>
                </a:moveTo>
                <a:lnTo>
                  <a:pt x="0" y="732"/>
                </a:lnTo>
                <a:moveTo>
                  <a:pt x="226" y="471"/>
                </a:moveTo>
                <a:lnTo>
                  <a:pt x="453" y="732"/>
                </a:lnTo>
              </a:path>
            </a:pathLst>
          </a:custGeom>
          <a:ln w="288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2518200" y="1913400"/>
            <a:ext cx="780840" cy="326880"/>
          </a:xfrm>
          <a:custGeom>
            <a:avLst/>
            <a:gdLst/>
            <a:ahLst/>
            <a:rect l="0" t="0" r="r" b="b"/>
            <a:pathLst>
              <a:path w="2169" h="908">
                <a:moveTo>
                  <a:pt x="43" y="0"/>
                </a:moveTo>
                <a:lnTo>
                  <a:pt x="2125" y="0"/>
                </a:lnTo>
                <a:cubicBezTo>
                  <a:pt x="2131" y="0"/>
                  <a:pt x="2137" y="1"/>
                  <a:pt x="2142" y="3"/>
                </a:cubicBezTo>
                <a:cubicBezTo>
                  <a:pt x="2147" y="5"/>
                  <a:pt x="2152" y="8"/>
                  <a:pt x="2156" y="12"/>
                </a:cubicBezTo>
                <a:cubicBezTo>
                  <a:pt x="2160" y="16"/>
                  <a:pt x="2163" y="21"/>
                  <a:pt x="2165" y="26"/>
                </a:cubicBezTo>
                <a:cubicBezTo>
                  <a:pt x="2168" y="32"/>
                  <a:pt x="2169" y="37"/>
                  <a:pt x="2169" y="43"/>
                </a:cubicBezTo>
                <a:lnTo>
                  <a:pt x="2169" y="864"/>
                </a:lnTo>
                <a:cubicBezTo>
                  <a:pt x="2169" y="870"/>
                  <a:pt x="2168" y="876"/>
                  <a:pt x="2165" y="881"/>
                </a:cubicBezTo>
                <a:cubicBezTo>
                  <a:pt x="2163" y="886"/>
                  <a:pt x="2160" y="891"/>
                  <a:pt x="2156" y="895"/>
                </a:cubicBezTo>
                <a:cubicBezTo>
                  <a:pt x="2152" y="899"/>
                  <a:pt x="2147" y="902"/>
                  <a:pt x="2142" y="905"/>
                </a:cubicBezTo>
                <a:cubicBezTo>
                  <a:pt x="2137" y="907"/>
                  <a:pt x="2131" y="908"/>
                  <a:pt x="2125" y="908"/>
                </a:cubicBezTo>
                <a:lnTo>
                  <a:pt x="43" y="908"/>
                </a:lnTo>
                <a:cubicBezTo>
                  <a:pt x="37" y="908"/>
                  <a:pt x="32" y="907"/>
                  <a:pt x="26" y="905"/>
                </a:cubicBezTo>
                <a:cubicBezTo>
                  <a:pt x="21" y="902"/>
                  <a:pt x="16" y="899"/>
                  <a:pt x="12" y="895"/>
                </a:cubicBezTo>
                <a:cubicBezTo>
                  <a:pt x="8" y="891"/>
                  <a:pt x="5" y="886"/>
                  <a:pt x="3" y="881"/>
                </a:cubicBezTo>
                <a:cubicBezTo>
                  <a:pt x="1" y="876"/>
                  <a:pt x="0" y="870"/>
                  <a:pt x="0" y="864"/>
                </a:cubicBezTo>
                <a:lnTo>
                  <a:pt x="0" y="43"/>
                </a:lnTo>
                <a:cubicBezTo>
                  <a:pt x="0" y="37"/>
                  <a:pt x="1" y="32"/>
                  <a:pt x="3" y="26"/>
                </a:cubicBezTo>
                <a:cubicBezTo>
                  <a:pt x="5" y="21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2" y="1"/>
                  <a:pt x="37" y="0"/>
                  <a:pt x="4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2518200" y="1913400"/>
            <a:ext cx="780840" cy="326880"/>
          </a:xfrm>
          <a:custGeom>
            <a:avLst/>
            <a:gdLst/>
            <a:ahLst/>
            <a:rect l="0" t="0" r="r" b="b"/>
            <a:pathLst>
              <a:path w="2169" h="908">
                <a:moveTo>
                  <a:pt x="43" y="0"/>
                </a:moveTo>
                <a:lnTo>
                  <a:pt x="2125" y="0"/>
                </a:lnTo>
                <a:cubicBezTo>
                  <a:pt x="2131" y="0"/>
                  <a:pt x="2137" y="1"/>
                  <a:pt x="2142" y="3"/>
                </a:cubicBezTo>
                <a:cubicBezTo>
                  <a:pt x="2147" y="5"/>
                  <a:pt x="2152" y="8"/>
                  <a:pt x="2156" y="12"/>
                </a:cubicBezTo>
                <a:cubicBezTo>
                  <a:pt x="2160" y="16"/>
                  <a:pt x="2163" y="21"/>
                  <a:pt x="2165" y="26"/>
                </a:cubicBezTo>
                <a:cubicBezTo>
                  <a:pt x="2168" y="32"/>
                  <a:pt x="2169" y="37"/>
                  <a:pt x="2169" y="43"/>
                </a:cubicBezTo>
                <a:lnTo>
                  <a:pt x="2169" y="864"/>
                </a:lnTo>
                <a:cubicBezTo>
                  <a:pt x="2169" y="870"/>
                  <a:pt x="2168" y="876"/>
                  <a:pt x="2165" y="881"/>
                </a:cubicBezTo>
                <a:cubicBezTo>
                  <a:pt x="2163" y="886"/>
                  <a:pt x="2160" y="891"/>
                  <a:pt x="2156" y="895"/>
                </a:cubicBezTo>
                <a:cubicBezTo>
                  <a:pt x="2152" y="899"/>
                  <a:pt x="2147" y="902"/>
                  <a:pt x="2142" y="905"/>
                </a:cubicBezTo>
                <a:cubicBezTo>
                  <a:pt x="2137" y="907"/>
                  <a:pt x="2131" y="908"/>
                  <a:pt x="2125" y="908"/>
                </a:cubicBezTo>
                <a:lnTo>
                  <a:pt x="43" y="908"/>
                </a:lnTo>
                <a:cubicBezTo>
                  <a:pt x="37" y="908"/>
                  <a:pt x="32" y="907"/>
                  <a:pt x="26" y="905"/>
                </a:cubicBezTo>
                <a:cubicBezTo>
                  <a:pt x="21" y="902"/>
                  <a:pt x="16" y="899"/>
                  <a:pt x="12" y="895"/>
                </a:cubicBezTo>
                <a:cubicBezTo>
                  <a:pt x="8" y="891"/>
                  <a:pt x="5" y="886"/>
                  <a:pt x="3" y="881"/>
                </a:cubicBezTo>
                <a:cubicBezTo>
                  <a:pt x="1" y="876"/>
                  <a:pt x="0" y="870"/>
                  <a:pt x="0" y="864"/>
                </a:cubicBezTo>
                <a:lnTo>
                  <a:pt x="0" y="43"/>
                </a:lnTo>
                <a:cubicBezTo>
                  <a:pt x="0" y="37"/>
                  <a:pt x="1" y="32"/>
                  <a:pt x="3" y="26"/>
                </a:cubicBezTo>
                <a:cubicBezTo>
                  <a:pt x="5" y="21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2" y="1"/>
                  <a:pt x="37" y="0"/>
                  <a:pt x="43" y="0"/>
                </a:cubicBezTo>
                <a:close/>
              </a:path>
            </a:pathLst>
          </a:custGeom>
          <a:noFill/>
          <a:ln w="288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16400" y="5275800"/>
            <a:ext cx="26892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2733840" y="1967400"/>
            <a:ext cx="29952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1d34"/>
                </a:solidFill>
                <a:latin typeface="Calibri"/>
                <a:ea typeface="Calibri"/>
              </a:rPr>
              <a:t>Provider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2518200" y="5145840"/>
            <a:ext cx="780840" cy="326880"/>
          </a:xfrm>
          <a:custGeom>
            <a:avLst/>
            <a:gdLst/>
            <a:ahLst/>
            <a:rect l="0" t="0" r="r" b="b"/>
            <a:pathLst>
              <a:path w="2169" h="908">
                <a:moveTo>
                  <a:pt x="43" y="0"/>
                </a:moveTo>
                <a:lnTo>
                  <a:pt x="2125" y="0"/>
                </a:lnTo>
                <a:cubicBezTo>
                  <a:pt x="2131" y="0"/>
                  <a:pt x="2137" y="1"/>
                  <a:pt x="2142" y="3"/>
                </a:cubicBezTo>
                <a:cubicBezTo>
                  <a:pt x="2147" y="6"/>
                  <a:pt x="2152" y="9"/>
                  <a:pt x="2156" y="13"/>
                </a:cubicBezTo>
                <a:cubicBezTo>
                  <a:pt x="2160" y="17"/>
                  <a:pt x="2163" y="22"/>
                  <a:pt x="2165" y="27"/>
                </a:cubicBezTo>
                <a:cubicBezTo>
                  <a:pt x="2168" y="32"/>
                  <a:pt x="2169" y="38"/>
                  <a:pt x="2169" y="44"/>
                </a:cubicBezTo>
                <a:lnTo>
                  <a:pt x="2169" y="865"/>
                </a:lnTo>
                <a:cubicBezTo>
                  <a:pt x="2169" y="871"/>
                  <a:pt x="2168" y="876"/>
                  <a:pt x="2165" y="882"/>
                </a:cubicBezTo>
                <a:cubicBezTo>
                  <a:pt x="2163" y="887"/>
                  <a:pt x="2160" y="892"/>
                  <a:pt x="2156" y="896"/>
                </a:cubicBezTo>
                <a:cubicBezTo>
                  <a:pt x="2152" y="900"/>
                  <a:pt x="2147" y="903"/>
                  <a:pt x="2142" y="905"/>
                </a:cubicBezTo>
                <a:cubicBezTo>
                  <a:pt x="2137" y="907"/>
                  <a:pt x="2131" y="908"/>
                  <a:pt x="2125" y="908"/>
                </a:cubicBezTo>
                <a:lnTo>
                  <a:pt x="43" y="908"/>
                </a:lnTo>
                <a:cubicBezTo>
                  <a:pt x="37" y="908"/>
                  <a:pt x="32" y="907"/>
                  <a:pt x="26" y="905"/>
                </a:cubicBezTo>
                <a:cubicBezTo>
                  <a:pt x="21" y="903"/>
                  <a:pt x="16" y="900"/>
                  <a:pt x="12" y="896"/>
                </a:cubicBezTo>
                <a:cubicBezTo>
                  <a:pt x="8" y="892"/>
                  <a:pt x="5" y="887"/>
                  <a:pt x="3" y="882"/>
                </a:cubicBezTo>
                <a:cubicBezTo>
                  <a:pt x="1" y="876"/>
                  <a:pt x="0" y="871"/>
                  <a:pt x="0" y="865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2518200" y="5145840"/>
            <a:ext cx="780840" cy="326880"/>
          </a:xfrm>
          <a:custGeom>
            <a:avLst/>
            <a:gdLst/>
            <a:ahLst/>
            <a:rect l="0" t="0" r="r" b="b"/>
            <a:pathLst>
              <a:path w="2169" h="908">
                <a:moveTo>
                  <a:pt x="43" y="0"/>
                </a:moveTo>
                <a:lnTo>
                  <a:pt x="2125" y="0"/>
                </a:lnTo>
                <a:cubicBezTo>
                  <a:pt x="2131" y="0"/>
                  <a:pt x="2137" y="1"/>
                  <a:pt x="2142" y="3"/>
                </a:cubicBezTo>
                <a:cubicBezTo>
                  <a:pt x="2147" y="6"/>
                  <a:pt x="2152" y="9"/>
                  <a:pt x="2156" y="13"/>
                </a:cubicBezTo>
                <a:cubicBezTo>
                  <a:pt x="2160" y="17"/>
                  <a:pt x="2163" y="22"/>
                  <a:pt x="2165" y="27"/>
                </a:cubicBezTo>
                <a:cubicBezTo>
                  <a:pt x="2168" y="32"/>
                  <a:pt x="2169" y="38"/>
                  <a:pt x="2169" y="44"/>
                </a:cubicBezTo>
                <a:lnTo>
                  <a:pt x="2169" y="865"/>
                </a:lnTo>
                <a:cubicBezTo>
                  <a:pt x="2169" y="871"/>
                  <a:pt x="2168" y="876"/>
                  <a:pt x="2165" y="882"/>
                </a:cubicBezTo>
                <a:cubicBezTo>
                  <a:pt x="2163" y="887"/>
                  <a:pt x="2160" y="892"/>
                  <a:pt x="2156" y="896"/>
                </a:cubicBezTo>
                <a:cubicBezTo>
                  <a:pt x="2152" y="900"/>
                  <a:pt x="2147" y="903"/>
                  <a:pt x="2142" y="905"/>
                </a:cubicBezTo>
                <a:cubicBezTo>
                  <a:pt x="2137" y="907"/>
                  <a:pt x="2131" y="908"/>
                  <a:pt x="2125" y="908"/>
                </a:cubicBezTo>
                <a:lnTo>
                  <a:pt x="43" y="908"/>
                </a:lnTo>
                <a:cubicBezTo>
                  <a:pt x="37" y="908"/>
                  <a:pt x="32" y="907"/>
                  <a:pt x="26" y="905"/>
                </a:cubicBezTo>
                <a:cubicBezTo>
                  <a:pt x="21" y="903"/>
                  <a:pt x="16" y="900"/>
                  <a:pt x="12" y="896"/>
                </a:cubicBezTo>
                <a:cubicBezTo>
                  <a:pt x="8" y="892"/>
                  <a:pt x="5" y="887"/>
                  <a:pt x="3" y="882"/>
                </a:cubicBezTo>
                <a:cubicBezTo>
                  <a:pt x="1" y="876"/>
                  <a:pt x="0" y="871"/>
                  <a:pt x="0" y="865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lose/>
              </a:path>
            </a:pathLst>
          </a:custGeom>
          <a:noFill/>
          <a:ln w="288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2562120" y="2086920"/>
            <a:ext cx="59976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1d34"/>
                </a:solidFill>
                <a:latin typeface="Calibri"/>
                <a:ea typeface="Calibri"/>
              </a:rPr>
              <a:t>Directory (HCPD)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2733840" y="5200200"/>
            <a:ext cx="29952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1d34"/>
                </a:solidFill>
                <a:latin typeface="Calibri"/>
                <a:ea typeface="Calibri"/>
              </a:rPr>
              <a:t>Provider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3361320" y="1913400"/>
            <a:ext cx="415800" cy="326880"/>
          </a:xfrm>
          <a:custGeom>
            <a:avLst/>
            <a:gdLst/>
            <a:ahLst/>
            <a:rect l="0" t="0" r="r" b="b"/>
            <a:pathLst>
              <a:path w="1155" h="908">
                <a:moveTo>
                  <a:pt x="43" y="0"/>
                </a:moveTo>
                <a:lnTo>
                  <a:pt x="1111" y="0"/>
                </a:lnTo>
                <a:cubicBezTo>
                  <a:pt x="1117" y="0"/>
                  <a:pt x="1123" y="1"/>
                  <a:pt x="1128" y="3"/>
                </a:cubicBezTo>
                <a:cubicBezTo>
                  <a:pt x="1133" y="5"/>
                  <a:pt x="1138" y="8"/>
                  <a:pt x="1142" y="12"/>
                </a:cubicBezTo>
                <a:cubicBezTo>
                  <a:pt x="1146" y="16"/>
                  <a:pt x="1149" y="21"/>
                  <a:pt x="1152" y="26"/>
                </a:cubicBezTo>
                <a:cubicBezTo>
                  <a:pt x="1154" y="32"/>
                  <a:pt x="1155" y="37"/>
                  <a:pt x="1155" y="43"/>
                </a:cubicBezTo>
                <a:lnTo>
                  <a:pt x="1155" y="864"/>
                </a:lnTo>
                <a:cubicBezTo>
                  <a:pt x="1155" y="870"/>
                  <a:pt x="1154" y="876"/>
                  <a:pt x="1152" y="881"/>
                </a:cubicBezTo>
                <a:cubicBezTo>
                  <a:pt x="1149" y="886"/>
                  <a:pt x="1146" y="891"/>
                  <a:pt x="1142" y="895"/>
                </a:cubicBezTo>
                <a:cubicBezTo>
                  <a:pt x="1138" y="899"/>
                  <a:pt x="1133" y="902"/>
                  <a:pt x="1128" y="905"/>
                </a:cubicBezTo>
                <a:cubicBezTo>
                  <a:pt x="1123" y="907"/>
                  <a:pt x="1117" y="908"/>
                  <a:pt x="1111" y="908"/>
                </a:cubicBezTo>
                <a:lnTo>
                  <a:pt x="43" y="908"/>
                </a:lnTo>
                <a:cubicBezTo>
                  <a:pt x="37" y="908"/>
                  <a:pt x="32" y="907"/>
                  <a:pt x="27" y="905"/>
                </a:cubicBezTo>
                <a:cubicBezTo>
                  <a:pt x="21" y="902"/>
                  <a:pt x="16" y="899"/>
                  <a:pt x="12" y="895"/>
                </a:cubicBezTo>
                <a:cubicBezTo>
                  <a:pt x="8" y="891"/>
                  <a:pt x="5" y="886"/>
                  <a:pt x="3" y="881"/>
                </a:cubicBezTo>
                <a:cubicBezTo>
                  <a:pt x="1" y="876"/>
                  <a:pt x="0" y="870"/>
                  <a:pt x="0" y="864"/>
                </a:cubicBezTo>
                <a:lnTo>
                  <a:pt x="0" y="43"/>
                </a:lnTo>
                <a:cubicBezTo>
                  <a:pt x="0" y="37"/>
                  <a:pt x="1" y="32"/>
                  <a:pt x="3" y="26"/>
                </a:cubicBezTo>
                <a:cubicBezTo>
                  <a:pt x="5" y="21"/>
                  <a:pt x="8" y="16"/>
                  <a:pt x="12" y="12"/>
                </a:cubicBezTo>
                <a:cubicBezTo>
                  <a:pt x="16" y="8"/>
                  <a:pt x="21" y="5"/>
                  <a:pt x="27" y="3"/>
                </a:cubicBezTo>
                <a:cubicBezTo>
                  <a:pt x="32" y="1"/>
                  <a:pt x="37" y="0"/>
                  <a:pt x="4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3361320" y="1913400"/>
            <a:ext cx="415800" cy="326880"/>
          </a:xfrm>
          <a:custGeom>
            <a:avLst/>
            <a:gdLst/>
            <a:ahLst/>
            <a:rect l="0" t="0" r="r" b="b"/>
            <a:pathLst>
              <a:path w="1155" h="908">
                <a:moveTo>
                  <a:pt x="43" y="0"/>
                </a:moveTo>
                <a:lnTo>
                  <a:pt x="1111" y="0"/>
                </a:lnTo>
                <a:cubicBezTo>
                  <a:pt x="1117" y="0"/>
                  <a:pt x="1123" y="1"/>
                  <a:pt x="1128" y="3"/>
                </a:cubicBezTo>
                <a:cubicBezTo>
                  <a:pt x="1133" y="5"/>
                  <a:pt x="1138" y="8"/>
                  <a:pt x="1142" y="12"/>
                </a:cubicBezTo>
                <a:cubicBezTo>
                  <a:pt x="1146" y="16"/>
                  <a:pt x="1149" y="21"/>
                  <a:pt x="1152" y="26"/>
                </a:cubicBezTo>
                <a:cubicBezTo>
                  <a:pt x="1154" y="32"/>
                  <a:pt x="1155" y="37"/>
                  <a:pt x="1155" y="43"/>
                </a:cubicBezTo>
                <a:lnTo>
                  <a:pt x="1155" y="864"/>
                </a:lnTo>
                <a:cubicBezTo>
                  <a:pt x="1155" y="870"/>
                  <a:pt x="1154" y="876"/>
                  <a:pt x="1152" y="881"/>
                </a:cubicBezTo>
                <a:cubicBezTo>
                  <a:pt x="1149" y="886"/>
                  <a:pt x="1146" y="891"/>
                  <a:pt x="1142" y="895"/>
                </a:cubicBezTo>
                <a:cubicBezTo>
                  <a:pt x="1138" y="899"/>
                  <a:pt x="1133" y="902"/>
                  <a:pt x="1128" y="905"/>
                </a:cubicBezTo>
                <a:cubicBezTo>
                  <a:pt x="1123" y="907"/>
                  <a:pt x="1117" y="908"/>
                  <a:pt x="1111" y="908"/>
                </a:cubicBezTo>
                <a:lnTo>
                  <a:pt x="43" y="908"/>
                </a:lnTo>
                <a:cubicBezTo>
                  <a:pt x="37" y="908"/>
                  <a:pt x="32" y="907"/>
                  <a:pt x="27" y="905"/>
                </a:cubicBezTo>
                <a:cubicBezTo>
                  <a:pt x="21" y="902"/>
                  <a:pt x="16" y="899"/>
                  <a:pt x="12" y="895"/>
                </a:cubicBezTo>
                <a:cubicBezTo>
                  <a:pt x="8" y="891"/>
                  <a:pt x="5" y="886"/>
                  <a:pt x="3" y="881"/>
                </a:cubicBezTo>
                <a:cubicBezTo>
                  <a:pt x="1" y="876"/>
                  <a:pt x="0" y="870"/>
                  <a:pt x="0" y="864"/>
                </a:cubicBezTo>
                <a:lnTo>
                  <a:pt x="0" y="43"/>
                </a:lnTo>
                <a:cubicBezTo>
                  <a:pt x="0" y="37"/>
                  <a:pt x="1" y="32"/>
                  <a:pt x="3" y="26"/>
                </a:cubicBezTo>
                <a:cubicBezTo>
                  <a:pt x="5" y="21"/>
                  <a:pt x="8" y="16"/>
                  <a:pt x="12" y="12"/>
                </a:cubicBezTo>
                <a:cubicBezTo>
                  <a:pt x="16" y="8"/>
                  <a:pt x="21" y="5"/>
                  <a:pt x="27" y="3"/>
                </a:cubicBezTo>
                <a:cubicBezTo>
                  <a:pt x="32" y="1"/>
                  <a:pt x="37" y="0"/>
                  <a:pt x="43" y="0"/>
                </a:cubicBezTo>
                <a:close/>
              </a:path>
            </a:pathLst>
          </a:custGeom>
          <a:noFill/>
          <a:ln w="288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562120" y="5319720"/>
            <a:ext cx="59976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1d34"/>
                </a:solidFill>
                <a:latin typeface="Calibri"/>
                <a:ea typeface="Calibri"/>
              </a:rPr>
              <a:t>Directory (HCPD)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3405240" y="1967400"/>
            <a:ext cx="32076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1d34"/>
                </a:solidFill>
                <a:latin typeface="Calibri"/>
                <a:ea typeface="Calibri"/>
              </a:rPr>
              <a:t>Refe rra l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3361320" y="5145840"/>
            <a:ext cx="415800" cy="326880"/>
          </a:xfrm>
          <a:custGeom>
            <a:avLst/>
            <a:gdLst/>
            <a:ahLst/>
            <a:rect l="0" t="0" r="r" b="b"/>
            <a:pathLst>
              <a:path w="1155" h="908">
                <a:moveTo>
                  <a:pt x="43" y="0"/>
                </a:moveTo>
                <a:lnTo>
                  <a:pt x="1111" y="0"/>
                </a:lnTo>
                <a:cubicBezTo>
                  <a:pt x="1117" y="0"/>
                  <a:pt x="1123" y="1"/>
                  <a:pt x="1128" y="3"/>
                </a:cubicBezTo>
                <a:cubicBezTo>
                  <a:pt x="1133" y="6"/>
                  <a:pt x="1138" y="9"/>
                  <a:pt x="1142" y="13"/>
                </a:cubicBezTo>
                <a:cubicBezTo>
                  <a:pt x="1146" y="17"/>
                  <a:pt x="1149" y="22"/>
                  <a:pt x="1152" y="27"/>
                </a:cubicBezTo>
                <a:cubicBezTo>
                  <a:pt x="1154" y="32"/>
                  <a:pt x="1155" y="38"/>
                  <a:pt x="1155" y="44"/>
                </a:cubicBezTo>
                <a:lnTo>
                  <a:pt x="1155" y="865"/>
                </a:lnTo>
                <a:cubicBezTo>
                  <a:pt x="1155" y="871"/>
                  <a:pt x="1154" y="876"/>
                  <a:pt x="1152" y="882"/>
                </a:cubicBezTo>
                <a:cubicBezTo>
                  <a:pt x="1149" y="887"/>
                  <a:pt x="1146" y="892"/>
                  <a:pt x="1142" y="896"/>
                </a:cubicBezTo>
                <a:cubicBezTo>
                  <a:pt x="1138" y="900"/>
                  <a:pt x="1133" y="903"/>
                  <a:pt x="1128" y="905"/>
                </a:cubicBezTo>
                <a:cubicBezTo>
                  <a:pt x="1123" y="907"/>
                  <a:pt x="1117" y="908"/>
                  <a:pt x="1111" y="908"/>
                </a:cubicBezTo>
                <a:lnTo>
                  <a:pt x="43" y="908"/>
                </a:lnTo>
                <a:cubicBezTo>
                  <a:pt x="37" y="908"/>
                  <a:pt x="32" y="907"/>
                  <a:pt x="27" y="905"/>
                </a:cubicBezTo>
                <a:cubicBezTo>
                  <a:pt x="21" y="903"/>
                  <a:pt x="16" y="900"/>
                  <a:pt x="12" y="896"/>
                </a:cubicBezTo>
                <a:cubicBezTo>
                  <a:pt x="8" y="892"/>
                  <a:pt x="5" y="887"/>
                  <a:pt x="3" y="882"/>
                </a:cubicBezTo>
                <a:cubicBezTo>
                  <a:pt x="1" y="876"/>
                  <a:pt x="0" y="871"/>
                  <a:pt x="0" y="865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7" y="3"/>
                </a:cubicBezTo>
                <a:cubicBezTo>
                  <a:pt x="32" y="1"/>
                  <a:pt x="37" y="0"/>
                  <a:pt x="4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3361320" y="5145840"/>
            <a:ext cx="415800" cy="326880"/>
          </a:xfrm>
          <a:custGeom>
            <a:avLst/>
            <a:gdLst/>
            <a:ahLst/>
            <a:rect l="0" t="0" r="r" b="b"/>
            <a:pathLst>
              <a:path w="1155" h="908">
                <a:moveTo>
                  <a:pt x="43" y="0"/>
                </a:moveTo>
                <a:lnTo>
                  <a:pt x="1111" y="0"/>
                </a:lnTo>
                <a:cubicBezTo>
                  <a:pt x="1117" y="0"/>
                  <a:pt x="1123" y="1"/>
                  <a:pt x="1128" y="3"/>
                </a:cubicBezTo>
                <a:cubicBezTo>
                  <a:pt x="1133" y="6"/>
                  <a:pt x="1138" y="9"/>
                  <a:pt x="1142" y="13"/>
                </a:cubicBezTo>
                <a:cubicBezTo>
                  <a:pt x="1146" y="17"/>
                  <a:pt x="1149" y="22"/>
                  <a:pt x="1152" y="27"/>
                </a:cubicBezTo>
                <a:cubicBezTo>
                  <a:pt x="1154" y="32"/>
                  <a:pt x="1155" y="38"/>
                  <a:pt x="1155" y="44"/>
                </a:cubicBezTo>
                <a:lnTo>
                  <a:pt x="1155" y="865"/>
                </a:lnTo>
                <a:cubicBezTo>
                  <a:pt x="1155" y="871"/>
                  <a:pt x="1154" y="876"/>
                  <a:pt x="1152" y="882"/>
                </a:cubicBezTo>
                <a:cubicBezTo>
                  <a:pt x="1149" y="887"/>
                  <a:pt x="1146" y="892"/>
                  <a:pt x="1142" y="896"/>
                </a:cubicBezTo>
                <a:cubicBezTo>
                  <a:pt x="1138" y="900"/>
                  <a:pt x="1133" y="903"/>
                  <a:pt x="1128" y="905"/>
                </a:cubicBezTo>
                <a:cubicBezTo>
                  <a:pt x="1123" y="907"/>
                  <a:pt x="1117" y="908"/>
                  <a:pt x="1111" y="908"/>
                </a:cubicBezTo>
                <a:lnTo>
                  <a:pt x="43" y="908"/>
                </a:lnTo>
                <a:cubicBezTo>
                  <a:pt x="37" y="908"/>
                  <a:pt x="32" y="907"/>
                  <a:pt x="27" y="905"/>
                </a:cubicBezTo>
                <a:cubicBezTo>
                  <a:pt x="21" y="903"/>
                  <a:pt x="16" y="900"/>
                  <a:pt x="12" y="896"/>
                </a:cubicBezTo>
                <a:cubicBezTo>
                  <a:pt x="8" y="892"/>
                  <a:pt x="5" y="887"/>
                  <a:pt x="3" y="882"/>
                </a:cubicBezTo>
                <a:cubicBezTo>
                  <a:pt x="1" y="876"/>
                  <a:pt x="0" y="871"/>
                  <a:pt x="0" y="865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7" y="3"/>
                </a:cubicBezTo>
                <a:cubicBezTo>
                  <a:pt x="32" y="1"/>
                  <a:pt x="37" y="0"/>
                  <a:pt x="43" y="0"/>
                </a:cubicBezTo>
                <a:close/>
              </a:path>
            </a:pathLst>
          </a:custGeom>
          <a:noFill/>
          <a:ln w="288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3436920" y="2086920"/>
            <a:ext cx="24624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3405240" y="5200200"/>
            <a:ext cx="32076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1d34"/>
                </a:solidFill>
                <a:latin typeface="Calibri"/>
                <a:ea typeface="Calibri"/>
              </a:rPr>
              <a:t>Refe rra l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5535360" y="1913400"/>
            <a:ext cx="805320" cy="326880"/>
          </a:xfrm>
          <a:custGeom>
            <a:avLst/>
            <a:gdLst/>
            <a:ahLst/>
            <a:rect l="0" t="0" r="r" b="b"/>
            <a:pathLst>
              <a:path w="2237" h="908">
                <a:moveTo>
                  <a:pt x="43" y="0"/>
                </a:moveTo>
                <a:lnTo>
                  <a:pt x="2194" y="0"/>
                </a:lnTo>
                <a:cubicBezTo>
                  <a:pt x="2200" y="0"/>
                  <a:pt x="2205" y="1"/>
                  <a:pt x="2210" y="3"/>
                </a:cubicBezTo>
                <a:cubicBezTo>
                  <a:pt x="2216" y="5"/>
                  <a:pt x="2220" y="8"/>
                  <a:pt x="2225" y="12"/>
                </a:cubicBezTo>
                <a:cubicBezTo>
                  <a:pt x="2229" y="16"/>
                  <a:pt x="2232" y="21"/>
                  <a:pt x="2234" y="26"/>
                </a:cubicBezTo>
                <a:cubicBezTo>
                  <a:pt x="2236" y="32"/>
                  <a:pt x="2237" y="37"/>
                  <a:pt x="2237" y="43"/>
                </a:cubicBezTo>
                <a:lnTo>
                  <a:pt x="2237" y="864"/>
                </a:lnTo>
                <a:cubicBezTo>
                  <a:pt x="2237" y="870"/>
                  <a:pt x="2236" y="876"/>
                  <a:pt x="2234" y="881"/>
                </a:cubicBezTo>
                <a:cubicBezTo>
                  <a:pt x="2232" y="886"/>
                  <a:pt x="2229" y="891"/>
                  <a:pt x="2225" y="895"/>
                </a:cubicBezTo>
                <a:cubicBezTo>
                  <a:pt x="2220" y="899"/>
                  <a:pt x="2216" y="902"/>
                  <a:pt x="2210" y="905"/>
                </a:cubicBezTo>
                <a:cubicBezTo>
                  <a:pt x="2205" y="907"/>
                  <a:pt x="2200" y="908"/>
                  <a:pt x="2194" y="908"/>
                </a:cubicBezTo>
                <a:lnTo>
                  <a:pt x="43" y="908"/>
                </a:lnTo>
                <a:cubicBezTo>
                  <a:pt x="38" y="908"/>
                  <a:pt x="32" y="907"/>
                  <a:pt x="27" y="905"/>
                </a:cubicBezTo>
                <a:cubicBezTo>
                  <a:pt x="21" y="902"/>
                  <a:pt x="17" y="899"/>
                  <a:pt x="13" y="895"/>
                </a:cubicBezTo>
                <a:cubicBezTo>
                  <a:pt x="9" y="891"/>
                  <a:pt x="5" y="886"/>
                  <a:pt x="3" y="881"/>
                </a:cubicBezTo>
                <a:cubicBezTo>
                  <a:pt x="1" y="876"/>
                  <a:pt x="0" y="870"/>
                  <a:pt x="0" y="864"/>
                </a:cubicBezTo>
                <a:lnTo>
                  <a:pt x="0" y="43"/>
                </a:lnTo>
                <a:cubicBezTo>
                  <a:pt x="0" y="37"/>
                  <a:pt x="1" y="32"/>
                  <a:pt x="3" y="26"/>
                </a:cubicBezTo>
                <a:cubicBezTo>
                  <a:pt x="5" y="21"/>
                  <a:pt x="9" y="16"/>
                  <a:pt x="13" y="12"/>
                </a:cubicBezTo>
                <a:cubicBezTo>
                  <a:pt x="17" y="8"/>
                  <a:pt x="21" y="5"/>
                  <a:pt x="27" y="3"/>
                </a:cubicBezTo>
                <a:cubicBezTo>
                  <a:pt x="32" y="1"/>
                  <a:pt x="38" y="0"/>
                  <a:pt x="4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5535360" y="1913400"/>
            <a:ext cx="805320" cy="326880"/>
          </a:xfrm>
          <a:custGeom>
            <a:avLst/>
            <a:gdLst/>
            <a:ahLst/>
            <a:rect l="0" t="0" r="r" b="b"/>
            <a:pathLst>
              <a:path w="2237" h="908">
                <a:moveTo>
                  <a:pt x="43" y="0"/>
                </a:moveTo>
                <a:lnTo>
                  <a:pt x="2194" y="0"/>
                </a:lnTo>
                <a:cubicBezTo>
                  <a:pt x="2200" y="0"/>
                  <a:pt x="2205" y="1"/>
                  <a:pt x="2210" y="3"/>
                </a:cubicBezTo>
                <a:cubicBezTo>
                  <a:pt x="2216" y="5"/>
                  <a:pt x="2220" y="8"/>
                  <a:pt x="2225" y="12"/>
                </a:cubicBezTo>
                <a:cubicBezTo>
                  <a:pt x="2229" y="16"/>
                  <a:pt x="2232" y="21"/>
                  <a:pt x="2234" y="26"/>
                </a:cubicBezTo>
                <a:cubicBezTo>
                  <a:pt x="2236" y="32"/>
                  <a:pt x="2237" y="37"/>
                  <a:pt x="2237" y="43"/>
                </a:cubicBezTo>
                <a:lnTo>
                  <a:pt x="2237" y="864"/>
                </a:lnTo>
                <a:cubicBezTo>
                  <a:pt x="2237" y="870"/>
                  <a:pt x="2236" y="876"/>
                  <a:pt x="2234" y="881"/>
                </a:cubicBezTo>
                <a:cubicBezTo>
                  <a:pt x="2232" y="886"/>
                  <a:pt x="2229" y="891"/>
                  <a:pt x="2225" y="895"/>
                </a:cubicBezTo>
                <a:cubicBezTo>
                  <a:pt x="2220" y="899"/>
                  <a:pt x="2216" y="902"/>
                  <a:pt x="2210" y="905"/>
                </a:cubicBezTo>
                <a:cubicBezTo>
                  <a:pt x="2205" y="907"/>
                  <a:pt x="2200" y="908"/>
                  <a:pt x="2194" y="908"/>
                </a:cubicBezTo>
                <a:lnTo>
                  <a:pt x="43" y="908"/>
                </a:lnTo>
                <a:cubicBezTo>
                  <a:pt x="38" y="908"/>
                  <a:pt x="32" y="907"/>
                  <a:pt x="27" y="905"/>
                </a:cubicBezTo>
                <a:cubicBezTo>
                  <a:pt x="21" y="902"/>
                  <a:pt x="17" y="899"/>
                  <a:pt x="13" y="895"/>
                </a:cubicBezTo>
                <a:cubicBezTo>
                  <a:pt x="9" y="891"/>
                  <a:pt x="5" y="886"/>
                  <a:pt x="3" y="881"/>
                </a:cubicBezTo>
                <a:cubicBezTo>
                  <a:pt x="1" y="876"/>
                  <a:pt x="0" y="870"/>
                  <a:pt x="0" y="864"/>
                </a:cubicBezTo>
                <a:lnTo>
                  <a:pt x="0" y="43"/>
                </a:lnTo>
                <a:cubicBezTo>
                  <a:pt x="0" y="37"/>
                  <a:pt x="1" y="32"/>
                  <a:pt x="3" y="26"/>
                </a:cubicBezTo>
                <a:cubicBezTo>
                  <a:pt x="5" y="21"/>
                  <a:pt x="9" y="16"/>
                  <a:pt x="13" y="12"/>
                </a:cubicBezTo>
                <a:cubicBezTo>
                  <a:pt x="17" y="8"/>
                  <a:pt x="21" y="5"/>
                  <a:pt x="27" y="3"/>
                </a:cubicBezTo>
                <a:cubicBezTo>
                  <a:pt x="32" y="1"/>
                  <a:pt x="38" y="0"/>
                  <a:pt x="43" y="0"/>
                </a:cubicBezTo>
                <a:close/>
              </a:path>
            </a:pathLst>
          </a:custGeom>
          <a:noFill/>
          <a:ln w="288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3436920" y="5319720"/>
            <a:ext cx="24624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5579280" y="1967400"/>
            <a:ext cx="59976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5535360" y="5145840"/>
            <a:ext cx="805320" cy="326880"/>
          </a:xfrm>
          <a:custGeom>
            <a:avLst/>
            <a:gdLst/>
            <a:ahLst/>
            <a:rect l="0" t="0" r="r" b="b"/>
            <a:pathLst>
              <a:path w="2237" h="908">
                <a:moveTo>
                  <a:pt x="43" y="0"/>
                </a:moveTo>
                <a:lnTo>
                  <a:pt x="2194" y="0"/>
                </a:lnTo>
                <a:cubicBezTo>
                  <a:pt x="2200" y="0"/>
                  <a:pt x="2205" y="1"/>
                  <a:pt x="2210" y="3"/>
                </a:cubicBezTo>
                <a:cubicBezTo>
                  <a:pt x="2216" y="6"/>
                  <a:pt x="2220" y="9"/>
                  <a:pt x="2225" y="13"/>
                </a:cubicBezTo>
                <a:cubicBezTo>
                  <a:pt x="2229" y="17"/>
                  <a:pt x="2232" y="22"/>
                  <a:pt x="2234" y="27"/>
                </a:cubicBezTo>
                <a:cubicBezTo>
                  <a:pt x="2236" y="32"/>
                  <a:pt x="2237" y="38"/>
                  <a:pt x="2237" y="44"/>
                </a:cubicBezTo>
                <a:lnTo>
                  <a:pt x="2237" y="865"/>
                </a:lnTo>
                <a:cubicBezTo>
                  <a:pt x="2237" y="871"/>
                  <a:pt x="2236" y="876"/>
                  <a:pt x="2234" y="882"/>
                </a:cubicBezTo>
                <a:cubicBezTo>
                  <a:pt x="2232" y="887"/>
                  <a:pt x="2229" y="892"/>
                  <a:pt x="2225" y="896"/>
                </a:cubicBezTo>
                <a:cubicBezTo>
                  <a:pt x="2220" y="900"/>
                  <a:pt x="2216" y="903"/>
                  <a:pt x="2210" y="905"/>
                </a:cubicBezTo>
                <a:cubicBezTo>
                  <a:pt x="2205" y="907"/>
                  <a:pt x="2200" y="908"/>
                  <a:pt x="2194" y="908"/>
                </a:cubicBezTo>
                <a:lnTo>
                  <a:pt x="43" y="908"/>
                </a:lnTo>
                <a:cubicBezTo>
                  <a:pt x="38" y="908"/>
                  <a:pt x="32" y="907"/>
                  <a:pt x="27" y="905"/>
                </a:cubicBezTo>
                <a:cubicBezTo>
                  <a:pt x="21" y="903"/>
                  <a:pt x="17" y="900"/>
                  <a:pt x="13" y="896"/>
                </a:cubicBezTo>
                <a:cubicBezTo>
                  <a:pt x="9" y="892"/>
                  <a:pt x="5" y="887"/>
                  <a:pt x="3" y="882"/>
                </a:cubicBezTo>
                <a:cubicBezTo>
                  <a:pt x="1" y="876"/>
                  <a:pt x="0" y="871"/>
                  <a:pt x="0" y="865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9" y="17"/>
                  <a:pt x="13" y="13"/>
                </a:cubicBezTo>
                <a:cubicBezTo>
                  <a:pt x="17" y="9"/>
                  <a:pt x="21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5535360" y="5145840"/>
            <a:ext cx="805320" cy="326880"/>
          </a:xfrm>
          <a:custGeom>
            <a:avLst/>
            <a:gdLst/>
            <a:ahLst/>
            <a:rect l="0" t="0" r="r" b="b"/>
            <a:pathLst>
              <a:path w="2237" h="908">
                <a:moveTo>
                  <a:pt x="43" y="0"/>
                </a:moveTo>
                <a:lnTo>
                  <a:pt x="2194" y="0"/>
                </a:lnTo>
                <a:cubicBezTo>
                  <a:pt x="2200" y="0"/>
                  <a:pt x="2205" y="1"/>
                  <a:pt x="2210" y="3"/>
                </a:cubicBezTo>
                <a:cubicBezTo>
                  <a:pt x="2216" y="6"/>
                  <a:pt x="2220" y="9"/>
                  <a:pt x="2225" y="13"/>
                </a:cubicBezTo>
                <a:cubicBezTo>
                  <a:pt x="2229" y="17"/>
                  <a:pt x="2232" y="22"/>
                  <a:pt x="2234" y="27"/>
                </a:cubicBezTo>
                <a:cubicBezTo>
                  <a:pt x="2236" y="32"/>
                  <a:pt x="2237" y="38"/>
                  <a:pt x="2237" y="44"/>
                </a:cubicBezTo>
                <a:lnTo>
                  <a:pt x="2237" y="865"/>
                </a:lnTo>
                <a:cubicBezTo>
                  <a:pt x="2237" y="871"/>
                  <a:pt x="2236" y="876"/>
                  <a:pt x="2234" y="882"/>
                </a:cubicBezTo>
                <a:cubicBezTo>
                  <a:pt x="2232" y="887"/>
                  <a:pt x="2229" y="892"/>
                  <a:pt x="2225" y="896"/>
                </a:cubicBezTo>
                <a:cubicBezTo>
                  <a:pt x="2220" y="900"/>
                  <a:pt x="2216" y="903"/>
                  <a:pt x="2210" y="905"/>
                </a:cubicBezTo>
                <a:cubicBezTo>
                  <a:pt x="2205" y="907"/>
                  <a:pt x="2200" y="908"/>
                  <a:pt x="2194" y="908"/>
                </a:cubicBezTo>
                <a:lnTo>
                  <a:pt x="43" y="908"/>
                </a:lnTo>
                <a:cubicBezTo>
                  <a:pt x="38" y="908"/>
                  <a:pt x="32" y="907"/>
                  <a:pt x="27" y="905"/>
                </a:cubicBezTo>
                <a:cubicBezTo>
                  <a:pt x="21" y="903"/>
                  <a:pt x="17" y="900"/>
                  <a:pt x="13" y="896"/>
                </a:cubicBezTo>
                <a:cubicBezTo>
                  <a:pt x="9" y="892"/>
                  <a:pt x="5" y="887"/>
                  <a:pt x="3" y="882"/>
                </a:cubicBezTo>
                <a:cubicBezTo>
                  <a:pt x="1" y="876"/>
                  <a:pt x="0" y="871"/>
                  <a:pt x="0" y="865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9" y="17"/>
                  <a:pt x="13" y="13"/>
                </a:cubicBezTo>
                <a:cubicBezTo>
                  <a:pt x="17" y="9"/>
                  <a:pt x="21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lose/>
              </a:path>
            </a:pathLst>
          </a:custGeom>
          <a:noFill/>
          <a:ln w="2880">
            <a:solidFill>
              <a:srgbClr val="00a9c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5812200" y="2086920"/>
            <a:ext cx="22644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579280" y="5200200"/>
            <a:ext cx="59976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2833200" y="2432160"/>
            <a:ext cx="63000" cy="50400"/>
          </a:xfrm>
          <a:custGeom>
            <a:avLst/>
            <a:gdLst/>
            <a:ahLst/>
            <a:rect l="0" t="0" r="r" b="b"/>
            <a:pathLst>
              <a:path w="175" h="140">
                <a:moveTo>
                  <a:pt x="0" y="0"/>
                </a:moveTo>
                <a:lnTo>
                  <a:pt x="175" y="70"/>
                </a:lnTo>
                <a:lnTo>
                  <a:pt x="0" y="140"/>
                </a:lnTo>
                <a:lnTo>
                  <a:pt x="70" y="7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887400" y="2457360"/>
            <a:ext cx="1983240" cy="0"/>
          </a:xfrm>
          <a:prstGeom prst="line">
            <a:avLst/>
          </a:prstGeom>
          <a:ln w="61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5812200" y="5319720"/>
            <a:ext cx="226440" cy="105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9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6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893880" y="2630880"/>
            <a:ext cx="63000" cy="50400"/>
          </a:xfrm>
          <a:custGeom>
            <a:avLst/>
            <a:gdLst/>
            <a:ahLst/>
            <a:rect l="0" t="0" r="r" b="b"/>
            <a:pathLst>
              <a:path w="175" h="140">
                <a:moveTo>
                  <a:pt x="175" y="0"/>
                </a:moveTo>
                <a:lnTo>
                  <a:pt x="0" y="70"/>
                </a:lnTo>
                <a:lnTo>
                  <a:pt x="175" y="140"/>
                </a:lnTo>
                <a:lnTo>
                  <a:pt x="105" y="70"/>
                </a:lnTo>
                <a:lnTo>
                  <a:pt x="175" y="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918720" y="2652840"/>
            <a:ext cx="1983600" cy="6480"/>
          </a:xfrm>
          <a:custGeom>
            <a:avLst/>
            <a:gdLst/>
            <a:ahLst/>
            <a:rect l="0" t="0" r="r" b="b"/>
            <a:pathLst>
              <a:path w="5510" h="18">
                <a:moveTo>
                  <a:pt x="0" y="0"/>
                </a:moveTo>
                <a:lnTo>
                  <a:pt x="35" y="0"/>
                </a:lnTo>
                <a:lnTo>
                  <a:pt x="35" y="18"/>
                </a:lnTo>
                <a:lnTo>
                  <a:pt x="0" y="18"/>
                </a:lnTo>
                <a:lnTo>
                  <a:pt x="0" y="0"/>
                </a:lnTo>
                <a:moveTo>
                  <a:pt x="70" y="0"/>
                </a:moveTo>
                <a:lnTo>
                  <a:pt x="105" y="0"/>
                </a:lnTo>
                <a:lnTo>
                  <a:pt x="105" y="18"/>
                </a:lnTo>
                <a:lnTo>
                  <a:pt x="70" y="18"/>
                </a:lnTo>
                <a:lnTo>
                  <a:pt x="70" y="0"/>
                </a:lnTo>
                <a:moveTo>
                  <a:pt x="139" y="0"/>
                </a:moveTo>
                <a:lnTo>
                  <a:pt x="174" y="0"/>
                </a:lnTo>
                <a:lnTo>
                  <a:pt x="174" y="18"/>
                </a:lnTo>
                <a:lnTo>
                  <a:pt x="139" y="18"/>
                </a:lnTo>
                <a:lnTo>
                  <a:pt x="139" y="0"/>
                </a:lnTo>
                <a:moveTo>
                  <a:pt x="210" y="0"/>
                </a:moveTo>
                <a:lnTo>
                  <a:pt x="245" y="0"/>
                </a:lnTo>
                <a:lnTo>
                  <a:pt x="245" y="18"/>
                </a:lnTo>
                <a:lnTo>
                  <a:pt x="210" y="18"/>
                </a:lnTo>
                <a:lnTo>
                  <a:pt x="210" y="0"/>
                </a:lnTo>
                <a:moveTo>
                  <a:pt x="280" y="0"/>
                </a:moveTo>
                <a:lnTo>
                  <a:pt x="314" y="0"/>
                </a:lnTo>
                <a:lnTo>
                  <a:pt x="314" y="18"/>
                </a:lnTo>
                <a:lnTo>
                  <a:pt x="280" y="18"/>
                </a:lnTo>
                <a:lnTo>
                  <a:pt x="280" y="0"/>
                </a:lnTo>
                <a:moveTo>
                  <a:pt x="349" y="0"/>
                </a:moveTo>
                <a:lnTo>
                  <a:pt x="384" y="0"/>
                </a:lnTo>
                <a:lnTo>
                  <a:pt x="384" y="18"/>
                </a:lnTo>
                <a:lnTo>
                  <a:pt x="349" y="18"/>
                </a:lnTo>
                <a:lnTo>
                  <a:pt x="349" y="0"/>
                </a:lnTo>
                <a:moveTo>
                  <a:pt x="419" y="0"/>
                </a:moveTo>
                <a:lnTo>
                  <a:pt x="454" y="0"/>
                </a:lnTo>
                <a:lnTo>
                  <a:pt x="454" y="18"/>
                </a:lnTo>
                <a:lnTo>
                  <a:pt x="419" y="18"/>
                </a:lnTo>
                <a:lnTo>
                  <a:pt x="419" y="0"/>
                </a:lnTo>
                <a:moveTo>
                  <a:pt x="488" y="0"/>
                </a:moveTo>
                <a:lnTo>
                  <a:pt x="523" y="0"/>
                </a:lnTo>
                <a:lnTo>
                  <a:pt x="523" y="18"/>
                </a:lnTo>
                <a:lnTo>
                  <a:pt x="488" y="18"/>
                </a:lnTo>
                <a:lnTo>
                  <a:pt x="488" y="0"/>
                </a:lnTo>
                <a:moveTo>
                  <a:pt x="558" y="0"/>
                </a:moveTo>
                <a:lnTo>
                  <a:pt x="593" y="0"/>
                </a:lnTo>
                <a:lnTo>
                  <a:pt x="593" y="18"/>
                </a:lnTo>
                <a:lnTo>
                  <a:pt x="558" y="18"/>
                </a:lnTo>
                <a:lnTo>
                  <a:pt x="558" y="0"/>
                </a:lnTo>
                <a:moveTo>
                  <a:pt x="628" y="0"/>
                </a:moveTo>
                <a:lnTo>
                  <a:pt x="662" y="0"/>
                </a:lnTo>
                <a:lnTo>
                  <a:pt x="662" y="18"/>
                </a:lnTo>
                <a:lnTo>
                  <a:pt x="628" y="18"/>
                </a:lnTo>
                <a:lnTo>
                  <a:pt x="628" y="0"/>
                </a:lnTo>
                <a:moveTo>
                  <a:pt x="697" y="0"/>
                </a:moveTo>
                <a:lnTo>
                  <a:pt x="732" y="0"/>
                </a:lnTo>
                <a:lnTo>
                  <a:pt x="732" y="18"/>
                </a:lnTo>
                <a:lnTo>
                  <a:pt x="697" y="18"/>
                </a:lnTo>
                <a:lnTo>
                  <a:pt x="697" y="0"/>
                </a:lnTo>
                <a:moveTo>
                  <a:pt x="767" y="0"/>
                </a:moveTo>
                <a:lnTo>
                  <a:pt x="802" y="0"/>
                </a:lnTo>
                <a:lnTo>
                  <a:pt x="802" y="18"/>
                </a:lnTo>
                <a:lnTo>
                  <a:pt x="767" y="18"/>
                </a:lnTo>
                <a:lnTo>
                  <a:pt x="767" y="0"/>
                </a:lnTo>
                <a:moveTo>
                  <a:pt x="836" y="0"/>
                </a:moveTo>
                <a:lnTo>
                  <a:pt x="871" y="0"/>
                </a:lnTo>
                <a:lnTo>
                  <a:pt x="871" y="18"/>
                </a:lnTo>
                <a:lnTo>
                  <a:pt x="836" y="18"/>
                </a:lnTo>
                <a:lnTo>
                  <a:pt x="836" y="0"/>
                </a:lnTo>
                <a:moveTo>
                  <a:pt x="906" y="0"/>
                </a:moveTo>
                <a:lnTo>
                  <a:pt x="941" y="0"/>
                </a:lnTo>
                <a:lnTo>
                  <a:pt x="941" y="18"/>
                </a:lnTo>
                <a:lnTo>
                  <a:pt x="906" y="18"/>
                </a:lnTo>
                <a:lnTo>
                  <a:pt x="906" y="0"/>
                </a:lnTo>
                <a:moveTo>
                  <a:pt x="976" y="0"/>
                </a:moveTo>
                <a:lnTo>
                  <a:pt x="1010" y="0"/>
                </a:lnTo>
                <a:lnTo>
                  <a:pt x="1010" y="18"/>
                </a:lnTo>
                <a:lnTo>
                  <a:pt x="976" y="18"/>
                </a:lnTo>
                <a:lnTo>
                  <a:pt x="976" y="0"/>
                </a:lnTo>
                <a:moveTo>
                  <a:pt x="1045" y="0"/>
                </a:moveTo>
                <a:lnTo>
                  <a:pt x="1080" y="0"/>
                </a:lnTo>
                <a:lnTo>
                  <a:pt x="1080" y="18"/>
                </a:lnTo>
                <a:lnTo>
                  <a:pt x="1045" y="18"/>
                </a:lnTo>
                <a:lnTo>
                  <a:pt x="1045" y="0"/>
                </a:lnTo>
                <a:moveTo>
                  <a:pt x="1115" y="0"/>
                </a:moveTo>
                <a:lnTo>
                  <a:pt x="1150" y="0"/>
                </a:lnTo>
                <a:lnTo>
                  <a:pt x="1150" y="18"/>
                </a:lnTo>
                <a:lnTo>
                  <a:pt x="1115" y="18"/>
                </a:lnTo>
                <a:lnTo>
                  <a:pt x="1115" y="0"/>
                </a:lnTo>
                <a:moveTo>
                  <a:pt x="1184" y="0"/>
                </a:moveTo>
                <a:lnTo>
                  <a:pt x="1219" y="0"/>
                </a:lnTo>
                <a:lnTo>
                  <a:pt x="1219" y="18"/>
                </a:lnTo>
                <a:lnTo>
                  <a:pt x="1184" y="18"/>
                </a:lnTo>
                <a:lnTo>
                  <a:pt x="1184" y="0"/>
                </a:lnTo>
                <a:moveTo>
                  <a:pt x="1254" y="0"/>
                </a:moveTo>
                <a:lnTo>
                  <a:pt x="1289" y="0"/>
                </a:lnTo>
                <a:lnTo>
                  <a:pt x="1289" y="18"/>
                </a:lnTo>
                <a:lnTo>
                  <a:pt x="1254" y="18"/>
                </a:lnTo>
                <a:lnTo>
                  <a:pt x="1254" y="0"/>
                </a:lnTo>
                <a:moveTo>
                  <a:pt x="1323" y="0"/>
                </a:moveTo>
                <a:lnTo>
                  <a:pt x="1358" y="0"/>
                </a:lnTo>
                <a:lnTo>
                  <a:pt x="1358" y="18"/>
                </a:lnTo>
                <a:lnTo>
                  <a:pt x="1323" y="18"/>
                </a:lnTo>
                <a:lnTo>
                  <a:pt x="1323" y="0"/>
                </a:lnTo>
                <a:moveTo>
                  <a:pt x="1393" y="0"/>
                </a:moveTo>
                <a:lnTo>
                  <a:pt x="1428" y="0"/>
                </a:lnTo>
                <a:lnTo>
                  <a:pt x="1428" y="18"/>
                </a:lnTo>
                <a:lnTo>
                  <a:pt x="1393" y="18"/>
                </a:lnTo>
                <a:lnTo>
                  <a:pt x="1393" y="0"/>
                </a:lnTo>
                <a:moveTo>
                  <a:pt x="1463" y="0"/>
                </a:moveTo>
                <a:lnTo>
                  <a:pt x="1497" y="0"/>
                </a:lnTo>
                <a:lnTo>
                  <a:pt x="1497" y="18"/>
                </a:lnTo>
                <a:lnTo>
                  <a:pt x="1463" y="18"/>
                </a:lnTo>
                <a:lnTo>
                  <a:pt x="1463" y="0"/>
                </a:lnTo>
                <a:moveTo>
                  <a:pt x="1532" y="0"/>
                </a:moveTo>
                <a:lnTo>
                  <a:pt x="1567" y="0"/>
                </a:lnTo>
                <a:lnTo>
                  <a:pt x="1567" y="18"/>
                </a:lnTo>
                <a:lnTo>
                  <a:pt x="1532" y="18"/>
                </a:lnTo>
                <a:lnTo>
                  <a:pt x="1532" y="0"/>
                </a:lnTo>
                <a:moveTo>
                  <a:pt x="1602" y="0"/>
                </a:moveTo>
                <a:lnTo>
                  <a:pt x="1637" y="0"/>
                </a:lnTo>
                <a:lnTo>
                  <a:pt x="1637" y="18"/>
                </a:lnTo>
                <a:lnTo>
                  <a:pt x="1602" y="18"/>
                </a:lnTo>
                <a:lnTo>
                  <a:pt x="1602" y="0"/>
                </a:lnTo>
                <a:moveTo>
                  <a:pt x="1671" y="0"/>
                </a:moveTo>
                <a:lnTo>
                  <a:pt x="1706" y="0"/>
                </a:lnTo>
                <a:lnTo>
                  <a:pt x="1706" y="18"/>
                </a:lnTo>
                <a:lnTo>
                  <a:pt x="1671" y="18"/>
                </a:lnTo>
                <a:lnTo>
                  <a:pt x="1671" y="0"/>
                </a:lnTo>
                <a:moveTo>
                  <a:pt x="1741" y="0"/>
                </a:moveTo>
                <a:lnTo>
                  <a:pt x="1776" y="0"/>
                </a:lnTo>
                <a:lnTo>
                  <a:pt x="1776" y="18"/>
                </a:lnTo>
                <a:lnTo>
                  <a:pt x="1741" y="18"/>
                </a:lnTo>
                <a:lnTo>
                  <a:pt x="1741" y="0"/>
                </a:lnTo>
                <a:moveTo>
                  <a:pt x="1811" y="0"/>
                </a:moveTo>
                <a:lnTo>
                  <a:pt x="1845" y="0"/>
                </a:lnTo>
                <a:lnTo>
                  <a:pt x="1845" y="18"/>
                </a:lnTo>
                <a:lnTo>
                  <a:pt x="1811" y="18"/>
                </a:lnTo>
                <a:lnTo>
                  <a:pt x="1811" y="0"/>
                </a:lnTo>
                <a:moveTo>
                  <a:pt x="1880" y="0"/>
                </a:moveTo>
                <a:lnTo>
                  <a:pt x="1915" y="0"/>
                </a:lnTo>
                <a:lnTo>
                  <a:pt x="1915" y="18"/>
                </a:lnTo>
                <a:lnTo>
                  <a:pt x="1880" y="18"/>
                </a:lnTo>
                <a:lnTo>
                  <a:pt x="1880" y="0"/>
                </a:lnTo>
                <a:moveTo>
                  <a:pt x="1950" y="0"/>
                </a:moveTo>
                <a:lnTo>
                  <a:pt x="1985" y="0"/>
                </a:lnTo>
                <a:lnTo>
                  <a:pt x="1985" y="18"/>
                </a:lnTo>
                <a:lnTo>
                  <a:pt x="1950" y="18"/>
                </a:lnTo>
                <a:lnTo>
                  <a:pt x="1950" y="0"/>
                </a:lnTo>
                <a:moveTo>
                  <a:pt x="2019" y="0"/>
                </a:moveTo>
                <a:lnTo>
                  <a:pt x="2054" y="0"/>
                </a:lnTo>
                <a:lnTo>
                  <a:pt x="2054" y="18"/>
                </a:lnTo>
                <a:lnTo>
                  <a:pt x="2019" y="18"/>
                </a:lnTo>
                <a:lnTo>
                  <a:pt x="2019" y="0"/>
                </a:lnTo>
                <a:moveTo>
                  <a:pt x="2089" y="0"/>
                </a:moveTo>
                <a:lnTo>
                  <a:pt x="2124" y="0"/>
                </a:lnTo>
                <a:lnTo>
                  <a:pt x="2124" y="18"/>
                </a:lnTo>
                <a:lnTo>
                  <a:pt x="2089" y="18"/>
                </a:lnTo>
                <a:lnTo>
                  <a:pt x="2089" y="0"/>
                </a:lnTo>
                <a:moveTo>
                  <a:pt x="2159" y="0"/>
                </a:moveTo>
                <a:lnTo>
                  <a:pt x="2193" y="0"/>
                </a:lnTo>
                <a:lnTo>
                  <a:pt x="2193" y="18"/>
                </a:lnTo>
                <a:lnTo>
                  <a:pt x="2159" y="18"/>
                </a:lnTo>
                <a:lnTo>
                  <a:pt x="2159" y="0"/>
                </a:lnTo>
                <a:moveTo>
                  <a:pt x="2228" y="0"/>
                </a:moveTo>
                <a:lnTo>
                  <a:pt x="2263" y="0"/>
                </a:lnTo>
                <a:lnTo>
                  <a:pt x="2263" y="18"/>
                </a:lnTo>
                <a:lnTo>
                  <a:pt x="2228" y="18"/>
                </a:lnTo>
                <a:lnTo>
                  <a:pt x="2228" y="0"/>
                </a:lnTo>
                <a:moveTo>
                  <a:pt x="2298" y="0"/>
                </a:moveTo>
                <a:lnTo>
                  <a:pt x="2332" y="0"/>
                </a:lnTo>
                <a:lnTo>
                  <a:pt x="2332" y="18"/>
                </a:lnTo>
                <a:lnTo>
                  <a:pt x="2298" y="18"/>
                </a:lnTo>
                <a:lnTo>
                  <a:pt x="2298" y="0"/>
                </a:lnTo>
                <a:moveTo>
                  <a:pt x="2367" y="0"/>
                </a:moveTo>
                <a:lnTo>
                  <a:pt x="2402" y="0"/>
                </a:lnTo>
                <a:lnTo>
                  <a:pt x="2402" y="18"/>
                </a:lnTo>
                <a:lnTo>
                  <a:pt x="2367" y="18"/>
                </a:lnTo>
                <a:lnTo>
                  <a:pt x="2367" y="0"/>
                </a:lnTo>
                <a:moveTo>
                  <a:pt x="2437" y="0"/>
                </a:moveTo>
                <a:lnTo>
                  <a:pt x="2472" y="0"/>
                </a:lnTo>
                <a:lnTo>
                  <a:pt x="2472" y="18"/>
                </a:lnTo>
                <a:lnTo>
                  <a:pt x="2437" y="18"/>
                </a:lnTo>
                <a:lnTo>
                  <a:pt x="2437" y="0"/>
                </a:lnTo>
                <a:moveTo>
                  <a:pt x="2506" y="0"/>
                </a:moveTo>
                <a:lnTo>
                  <a:pt x="2541" y="0"/>
                </a:lnTo>
                <a:lnTo>
                  <a:pt x="2541" y="18"/>
                </a:lnTo>
                <a:lnTo>
                  <a:pt x="2506" y="18"/>
                </a:lnTo>
                <a:lnTo>
                  <a:pt x="2506" y="0"/>
                </a:lnTo>
                <a:moveTo>
                  <a:pt x="2576" y="0"/>
                </a:moveTo>
                <a:lnTo>
                  <a:pt x="2611" y="0"/>
                </a:lnTo>
                <a:lnTo>
                  <a:pt x="2611" y="18"/>
                </a:lnTo>
                <a:lnTo>
                  <a:pt x="2576" y="18"/>
                </a:lnTo>
                <a:lnTo>
                  <a:pt x="2576" y="0"/>
                </a:lnTo>
                <a:moveTo>
                  <a:pt x="2646" y="0"/>
                </a:moveTo>
                <a:lnTo>
                  <a:pt x="2680" y="0"/>
                </a:lnTo>
                <a:lnTo>
                  <a:pt x="2680" y="18"/>
                </a:lnTo>
                <a:lnTo>
                  <a:pt x="2646" y="18"/>
                </a:lnTo>
                <a:lnTo>
                  <a:pt x="2646" y="0"/>
                </a:lnTo>
                <a:moveTo>
                  <a:pt x="2715" y="0"/>
                </a:moveTo>
                <a:lnTo>
                  <a:pt x="2750" y="0"/>
                </a:lnTo>
                <a:lnTo>
                  <a:pt x="2750" y="18"/>
                </a:lnTo>
                <a:lnTo>
                  <a:pt x="2715" y="18"/>
                </a:lnTo>
                <a:lnTo>
                  <a:pt x="2715" y="0"/>
                </a:lnTo>
                <a:moveTo>
                  <a:pt x="2785" y="0"/>
                </a:moveTo>
                <a:lnTo>
                  <a:pt x="2820" y="0"/>
                </a:lnTo>
                <a:lnTo>
                  <a:pt x="2820" y="18"/>
                </a:lnTo>
                <a:lnTo>
                  <a:pt x="2785" y="18"/>
                </a:lnTo>
                <a:lnTo>
                  <a:pt x="2785" y="0"/>
                </a:lnTo>
                <a:moveTo>
                  <a:pt x="2854" y="0"/>
                </a:moveTo>
                <a:lnTo>
                  <a:pt x="2889" y="0"/>
                </a:lnTo>
                <a:lnTo>
                  <a:pt x="2889" y="18"/>
                </a:lnTo>
                <a:lnTo>
                  <a:pt x="2854" y="18"/>
                </a:lnTo>
                <a:lnTo>
                  <a:pt x="2854" y="0"/>
                </a:lnTo>
                <a:moveTo>
                  <a:pt x="2924" y="0"/>
                </a:moveTo>
                <a:lnTo>
                  <a:pt x="2959" y="0"/>
                </a:lnTo>
                <a:lnTo>
                  <a:pt x="2959" y="18"/>
                </a:lnTo>
                <a:lnTo>
                  <a:pt x="2924" y="18"/>
                </a:lnTo>
                <a:lnTo>
                  <a:pt x="2924" y="0"/>
                </a:lnTo>
                <a:moveTo>
                  <a:pt x="2994" y="0"/>
                </a:moveTo>
                <a:lnTo>
                  <a:pt x="3028" y="0"/>
                </a:lnTo>
                <a:lnTo>
                  <a:pt x="3028" y="18"/>
                </a:lnTo>
                <a:lnTo>
                  <a:pt x="2994" y="18"/>
                </a:lnTo>
                <a:lnTo>
                  <a:pt x="2994" y="0"/>
                </a:lnTo>
                <a:moveTo>
                  <a:pt x="3063" y="0"/>
                </a:moveTo>
                <a:lnTo>
                  <a:pt x="3098" y="0"/>
                </a:lnTo>
                <a:lnTo>
                  <a:pt x="3098" y="18"/>
                </a:lnTo>
                <a:lnTo>
                  <a:pt x="3063" y="18"/>
                </a:lnTo>
                <a:lnTo>
                  <a:pt x="3063" y="0"/>
                </a:lnTo>
                <a:moveTo>
                  <a:pt x="3133" y="0"/>
                </a:moveTo>
                <a:lnTo>
                  <a:pt x="3168" y="0"/>
                </a:lnTo>
                <a:lnTo>
                  <a:pt x="3168" y="18"/>
                </a:lnTo>
                <a:lnTo>
                  <a:pt x="3133" y="18"/>
                </a:lnTo>
                <a:lnTo>
                  <a:pt x="3133" y="0"/>
                </a:lnTo>
                <a:moveTo>
                  <a:pt x="3202" y="0"/>
                </a:moveTo>
                <a:lnTo>
                  <a:pt x="3237" y="0"/>
                </a:lnTo>
                <a:lnTo>
                  <a:pt x="3237" y="18"/>
                </a:lnTo>
                <a:lnTo>
                  <a:pt x="3202" y="18"/>
                </a:lnTo>
                <a:lnTo>
                  <a:pt x="3202" y="0"/>
                </a:lnTo>
                <a:moveTo>
                  <a:pt x="3272" y="0"/>
                </a:moveTo>
                <a:lnTo>
                  <a:pt x="3307" y="0"/>
                </a:lnTo>
                <a:lnTo>
                  <a:pt x="3307" y="18"/>
                </a:lnTo>
                <a:lnTo>
                  <a:pt x="3272" y="18"/>
                </a:lnTo>
                <a:lnTo>
                  <a:pt x="3272" y="0"/>
                </a:lnTo>
                <a:moveTo>
                  <a:pt x="3342" y="0"/>
                </a:moveTo>
                <a:lnTo>
                  <a:pt x="3376" y="0"/>
                </a:lnTo>
                <a:lnTo>
                  <a:pt x="3376" y="18"/>
                </a:lnTo>
                <a:lnTo>
                  <a:pt x="3342" y="18"/>
                </a:lnTo>
                <a:lnTo>
                  <a:pt x="3342" y="0"/>
                </a:lnTo>
                <a:moveTo>
                  <a:pt x="3411" y="0"/>
                </a:moveTo>
                <a:lnTo>
                  <a:pt x="3446" y="0"/>
                </a:lnTo>
                <a:lnTo>
                  <a:pt x="3446" y="18"/>
                </a:lnTo>
                <a:lnTo>
                  <a:pt x="3411" y="18"/>
                </a:lnTo>
                <a:lnTo>
                  <a:pt x="3411" y="0"/>
                </a:lnTo>
                <a:moveTo>
                  <a:pt x="3481" y="0"/>
                </a:moveTo>
                <a:lnTo>
                  <a:pt x="3515" y="0"/>
                </a:lnTo>
                <a:lnTo>
                  <a:pt x="3515" y="18"/>
                </a:lnTo>
                <a:lnTo>
                  <a:pt x="3481" y="18"/>
                </a:lnTo>
                <a:lnTo>
                  <a:pt x="3481" y="0"/>
                </a:lnTo>
                <a:moveTo>
                  <a:pt x="3550" y="0"/>
                </a:moveTo>
                <a:lnTo>
                  <a:pt x="3585" y="0"/>
                </a:lnTo>
                <a:lnTo>
                  <a:pt x="3585" y="18"/>
                </a:lnTo>
                <a:lnTo>
                  <a:pt x="3550" y="18"/>
                </a:lnTo>
                <a:lnTo>
                  <a:pt x="3550" y="0"/>
                </a:lnTo>
                <a:moveTo>
                  <a:pt x="3620" y="0"/>
                </a:moveTo>
                <a:lnTo>
                  <a:pt x="3655" y="0"/>
                </a:lnTo>
                <a:lnTo>
                  <a:pt x="3655" y="18"/>
                </a:lnTo>
                <a:lnTo>
                  <a:pt x="3620" y="18"/>
                </a:lnTo>
                <a:lnTo>
                  <a:pt x="3620" y="0"/>
                </a:lnTo>
                <a:moveTo>
                  <a:pt x="3689" y="0"/>
                </a:moveTo>
                <a:lnTo>
                  <a:pt x="3724" y="0"/>
                </a:lnTo>
                <a:lnTo>
                  <a:pt x="3724" y="18"/>
                </a:lnTo>
                <a:lnTo>
                  <a:pt x="3689" y="18"/>
                </a:lnTo>
                <a:lnTo>
                  <a:pt x="3689" y="0"/>
                </a:lnTo>
                <a:moveTo>
                  <a:pt x="3759" y="0"/>
                </a:moveTo>
                <a:lnTo>
                  <a:pt x="3794" y="0"/>
                </a:lnTo>
                <a:lnTo>
                  <a:pt x="3794" y="18"/>
                </a:lnTo>
                <a:lnTo>
                  <a:pt x="3759" y="18"/>
                </a:lnTo>
                <a:lnTo>
                  <a:pt x="3759" y="0"/>
                </a:lnTo>
                <a:moveTo>
                  <a:pt x="3829" y="0"/>
                </a:moveTo>
                <a:lnTo>
                  <a:pt x="3863" y="0"/>
                </a:lnTo>
                <a:lnTo>
                  <a:pt x="3863" y="18"/>
                </a:lnTo>
                <a:lnTo>
                  <a:pt x="3829" y="18"/>
                </a:lnTo>
                <a:lnTo>
                  <a:pt x="3829" y="0"/>
                </a:lnTo>
                <a:moveTo>
                  <a:pt x="3898" y="0"/>
                </a:moveTo>
                <a:lnTo>
                  <a:pt x="3933" y="0"/>
                </a:lnTo>
                <a:lnTo>
                  <a:pt x="3933" y="18"/>
                </a:lnTo>
                <a:lnTo>
                  <a:pt x="3898" y="18"/>
                </a:lnTo>
                <a:lnTo>
                  <a:pt x="3898" y="0"/>
                </a:lnTo>
                <a:moveTo>
                  <a:pt x="3968" y="0"/>
                </a:moveTo>
                <a:lnTo>
                  <a:pt x="4003" y="0"/>
                </a:lnTo>
                <a:lnTo>
                  <a:pt x="4003" y="18"/>
                </a:lnTo>
                <a:lnTo>
                  <a:pt x="3968" y="18"/>
                </a:lnTo>
                <a:lnTo>
                  <a:pt x="3968" y="0"/>
                </a:lnTo>
                <a:moveTo>
                  <a:pt x="4037" y="0"/>
                </a:moveTo>
                <a:lnTo>
                  <a:pt x="4072" y="0"/>
                </a:lnTo>
                <a:lnTo>
                  <a:pt x="4072" y="18"/>
                </a:lnTo>
                <a:lnTo>
                  <a:pt x="4037" y="18"/>
                </a:lnTo>
                <a:lnTo>
                  <a:pt x="4037" y="0"/>
                </a:lnTo>
                <a:moveTo>
                  <a:pt x="4107" y="0"/>
                </a:moveTo>
                <a:lnTo>
                  <a:pt x="4142" y="0"/>
                </a:lnTo>
                <a:lnTo>
                  <a:pt x="4142" y="18"/>
                </a:lnTo>
                <a:lnTo>
                  <a:pt x="4107" y="18"/>
                </a:lnTo>
                <a:lnTo>
                  <a:pt x="4107" y="0"/>
                </a:lnTo>
                <a:moveTo>
                  <a:pt x="4177" y="0"/>
                </a:moveTo>
                <a:lnTo>
                  <a:pt x="4211" y="0"/>
                </a:lnTo>
                <a:lnTo>
                  <a:pt x="4211" y="18"/>
                </a:lnTo>
                <a:lnTo>
                  <a:pt x="4177" y="18"/>
                </a:lnTo>
                <a:lnTo>
                  <a:pt x="4177" y="0"/>
                </a:lnTo>
                <a:moveTo>
                  <a:pt x="4246" y="0"/>
                </a:moveTo>
                <a:lnTo>
                  <a:pt x="4281" y="0"/>
                </a:lnTo>
                <a:lnTo>
                  <a:pt x="4281" y="18"/>
                </a:lnTo>
                <a:lnTo>
                  <a:pt x="4246" y="18"/>
                </a:lnTo>
                <a:lnTo>
                  <a:pt x="4246" y="0"/>
                </a:lnTo>
                <a:moveTo>
                  <a:pt x="4316" y="0"/>
                </a:moveTo>
                <a:lnTo>
                  <a:pt x="4351" y="0"/>
                </a:lnTo>
                <a:lnTo>
                  <a:pt x="4351" y="18"/>
                </a:lnTo>
                <a:lnTo>
                  <a:pt x="4316" y="18"/>
                </a:lnTo>
                <a:lnTo>
                  <a:pt x="4316" y="0"/>
                </a:lnTo>
                <a:moveTo>
                  <a:pt x="4385" y="0"/>
                </a:moveTo>
                <a:lnTo>
                  <a:pt x="4420" y="0"/>
                </a:lnTo>
                <a:lnTo>
                  <a:pt x="4420" y="18"/>
                </a:lnTo>
                <a:lnTo>
                  <a:pt x="4385" y="18"/>
                </a:lnTo>
                <a:lnTo>
                  <a:pt x="4385" y="0"/>
                </a:lnTo>
                <a:moveTo>
                  <a:pt x="4455" y="0"/>
                </a:moveTo>
                <a:lnTo>
                  <a:pt x="4490" y="0"/>
                </a:lnTo>
                <a:lnTo>
                  <a:pt x="4490" y="18"/>
                </a:lnTo>
                <a:lnTo>
                  <a:pt x="4455" y="18"/>
                </a:lnTo>
                <a:lnTo>
                  <a:pt x="4455" y="0"/>
                </a:lnTo>
                <a:moveTo>
                  <a:pt x="4524" y="0"/>
                </a:moveTo>
                <a:lnTo>
                  <a:pt x="4559" y="0"/>
                </a:lnTo>
                <a:lnTo>
                  <a:pt x="4559" y="18"/>
                </a:lnTo>
                <a:lnTo>
                  <a:pt x="4524" y="18"/>
                </a:lnTo>
                <a:lnTo>
                  <a:pt x="4524" y="0"/>
                </a:lnTo>
                <a:moveTo>
                  <a:pt x="4594" y="0"/>
                </a:moveTo>
                <a:lnTo>
                  <a:pt x="4629" y="0"/>
                </a:lnTo>
                <a:lnTo>
                  <a:pt x="4629" y="18"/>
                </a:lnTo>
                <a:lnTo>
                  <a:pt x="4594" y="18"/>
                </a:lnTo>
                <a:lnTo>
                  <a:pt x="4594" y="0"/>
                </a:lnTo>
                <a:moveTo>
                  <a:pt x="4664" y="0"/>
                </a:moveTo>
                <a:lnTo>
                  <a:pt x="4698" y="0"/>
                </a:lnTo>
                <a:lnTo>
                  <a:pt x="4698" y="18"/>
                </a:lnTo>
                <a:lnTo>
                  <a:pt x="4664" y="18"/>
                </a:lnTo>
                <a:lnTo>
                  <a:pt x="4664" y="0"/>
                </a:lnTo>
                <a:moveTo>
                  <a:pt x="4733" y="0"/>
                </a:moveTo>
                <a:lnTo>
                  <a:pt x="4768" y="0"/>
                </a:lnTo>
                <a:lnTo>
                  <a:pt x="4768" y="18"/>
                </a:lnTo>
                <a:lnTo>
                  <a:pt x="4733" y="18"/>
                </a:lnTo>
                <a:lnTo>
                  <a:pt x="4733" y="0"/>
                </a:lnTo>
                <a:moveTo>
                  <a:pt x="4803" y="0"/>
                </a:moveTo>
                <a:lnTo>
                  <a:pt x="4838" y="0"/>
                </a:lnTo>
                <a:lnTo>
                  <a:pt x="4838" y="18"/>
                </a:lnTo>
                <a:lnTo>
                  <a:pt x="4803" y="18"/>
                </a:lnTo>
                <a:lnTo>
                  <a:pt x="4803" y="0"/>
                </a:lnTo>
                <a:moveTo>
                  <a:pt x="4872" y="0"/>
                </a:moveTo>
                <a:lnTo>
                  <a:pt x="4907" y="0"/>
                </a:lnTo>
                <a:lnTo>
                  <a:pt x="4907" y="18"/>
                </a:lnTo>
                <a:lnTo>
                  <a:pt x="4872" y="18"/>
                </a:lnTo>
                <a:lnTo>
                  <a:pt x="4872" y="0"/>
                </a:lnTo>
                <a:moveTo>
                  <a:pt x="4942" y="0"/>
                </a:moveTo>
                <a:lnTo>
                  <a:pt x="4977" y="0"/>
                </a:lnTo>
                <a:lnTo>
                  <a:pt x="4977" y="18"/>
                </a:lnTo>
                <a:lnTo>
                  <a:pt x="4942" y="18"/>
                </a:lnTo>
                <a:lnTo>
                  <a:pt x="4942" y="0"/>
                </a:lnTo>
                <a:moveTo>
                  <a:pt x="5012" y="0"/>
                </a:moveTo>
                <a:lnTo>
                  <a:pt x="5046" y="0"/>
                </a:lnTo>
                <a:lnTo>
                  <a:pt x="5046" y="18"/>
                </a:lnTo>
                <a:lnTo>
                  <a:pt x="5012" y="18"/>
                </a:lnTo>
                <a:lnTo>
                  <a:pt x="5012" y="0"/>
                </a:lnTo>
                <a:moveTo>
                  <a:pt x="5081" y="0"/>
                </a:moveTo>
                <a:lnTo>
                  <a:pt x="5116" y="0"/>
                </a:lnTo>
                <a:lnTo>
                  <a:pt x="5116" y="18"/>
                </a:lnTo>
                <a:lnTo>
                  <a:pt x="5081" y="18"/>
                </a:lnTo>
                <a:lnTo>
                  <a:pt x="5081" y="0"/>
                </a:lnTo>
                <a:moveTo>
                  <a:pt x="5151" y="0"/>
                </a:moveTo>
                <a:lnTo>
                  <a:pt x="5186" y="0"/>
                </a:lnTo>
                <a:lnTo>
                  <a:pt x="5186" y="18"/>
                </a:lnTo>
                <a:lnTo>
                  <a:pt x="5151" y="18"/>
                </a:lnTo>
                <a:lnTo>
                  <a:pt x="5151" y="0"/>
                </a:lnTo>
                <a:moveTo>
                  <a:pt x="5220" y="0"/>
                </a:moveTo>
                <a:lnTo>
                  <a:pt x="5255" y="0"/>
                </a:lnTo>
                <a:lnTo>
                  <a:pt x="5255" y="18"/>
                </a:lnTo>
                <a:lnTo>
                  <a:pt x="5220" y="18"/>
                </a:lnTo>
                <a:lnTo>
                  <a:pt x="5220" y="0"/>
                </a:lnTo>
                <a:moveTo>
                  <a:pt x="5290" y="0"/>
                </a:moveTo>
                <a:lnTo>
                  <a:pt x="5325" y="0"/>
                </a:lnTo>
                <a:lnTo>
                  <a:pt x="5325" y="18"/>
                </a:lnTo>
                <a:lnTo>
                  <a:pt x="5290" y="18"/>
                </a:lnTo>
                <a:lnTo>
                  <a:pt x="5290" y="0"/>
                </a:lnTo>
                <a:moveTo>
                  <a:pt x="5360" y="0"/>
                </a:moveTo>
                <a:lnTo>
                  <a:pt x="5394" y="0"/>
                </a:lnTo>
                <a:lnTo>
                  <a:pt x="5394" y="18"/>
                </a:lnTo>
                <a:lnTo>
                  <a:pt x="5360" y="18"/>
                </a:lnTo>
                <a:lnTo>
                  <a:pt x="5360" y="0"/>
                </a:lnTo>
                <a:moveTo>
                  <a:pt x="5429" y="0"/>
                </a:moveTo>
                <a:lnTo>
                  <a:pt x="5464" y="0"/>
                </a:lnTo>
                <a:lnTo>
                  <a:pt x="5464" y="18"/>
                </a:lnTo>
                <a:lnTo>
                  <a:pt x="5429" y="18"/>
                </a:lnTo>
                <a:lnTo>
                  <a:pt x="5429" y="0"/>
                </a:lnTo>
                <a:moveTo>
                  <a:pt x="5499" y="0"/>
                </a:moveTo>
                <a:lnTo>
                  <a:pt x="5510" y="0"/>
                </a:lnTo>
                <a:lnTo>
                  <a:pt x="5510" y="18"/>
                </a:lnTo>
                <a:lnTo>
                  <a:pt x="5499" y="18"/>
                </a:lnTo>
                <a:lnTo>
                  <a:pt x="5499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931320" y="2343600"/>
            <a:ext cx="161928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40" spc="-1" strike="noStrike">
                <a:solidFill>
                  <a:srgbClr val="000000"/>
                </a:solidFill>
                <a:latin typeface="Calibri"/>
                <a:ea typeface="Calibri"/>
              </a:rPr>
              <a:t>1. search HealthcareService / Location / Endpoint</a:t>
            </a:r>
            <a:endParaRPr b="0" lang="en-AU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3493800" y="2829600"/>
            <a:ext cx="63000" cy="50400"/>
          </a:xfrm>
          <a:custGeom>
            <a:avLst/>
            <a:gdLst/>
            <a:ahLst/>
            <a:rect l="0" t="0" r="r" b="b"/>
            <a:pathLst>
              <a:path w="175" h="140">
                <a:moveTo>
                  <a:pt x="0" y="0"/>
                </a:moveTo>
                <a:lnTo>
                  <a:pt x="175" y="69"/>
                </a:lnTo>
                <a:lnTo>
                  <a:pt x="0" y="140"/>
                </a:lnTo>
                <a:lnTo>
                  <a:pt x="71" y="69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887400" y="2854440"/>
            <a:ext cx="2643840" cy="0"/>
          </a:xfrm>
          <a:prstGeom prst="line">
            <a:avLst/>
          </a:prstGeom>
          <a:ln w="61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993960" y="2542320"/>
            <a:ext cx="127476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40" spc="-1" strike="noStrike">
                <a:solidFill>
                  <a:srgbClr val="000000"/>
                </a:solidFill>
                <a:latin typeface="Calibri"/>
                <a:ea typeface="Calibri"/>
              </a:rPr>
              <a:t>matching services + receiving Endpoint</a:t>
            </a:r>
            <a:endParaRPr b="0" lang="en-AU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893880" y="3027960"/>
            <a:ext cx="63000" cy="50760"/>
          </a:xfrm>
          <a:custGeom>
            <a:avLst/>
            <a:gdLst/>
            <a:ahLst/>
            <a:rect l="0" t="0" r="r" b="b"/>
            <a:pathLst>
              <a:path w="175" h="141">
                <a:moveTo>
                  <a:pt x="175" y="0"/>
                </a:moveTo>
                <a:lnTo>
                  <a:pt x="0" y="70"/>
                </a:lnTo>
                <a:lnTo>
                  <a:pt x="175" y="141"/>
                </a:lnTo>
                <a:lnTo>
                  <a:pt x="105" y="70"/>
                </a:lnTo>
                <a:lnTo>
                  <a:pt x="175" y="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918720" y="3049920"/>
            <a:ext cx="2643480" cy="6840"/>
          </a:xfrm>
          <a:custGeom>
            <a:avLst/>
            <a:gdLst/>
            <a:ahLst/>
            <a:rect l="0" t="0" r="r" b="b"/>
            <a:pathLst>
              <a:path w="7343" h="19">
                <a:moveTo>
                  <a:pt x="0" y="0"/>
                </a:moveTo>
                <a:lnTo>
                  <a:pt x="35" y="0"/>
                </a:lnTo>
                <a:lnTo>
                  <a:pt x="35" y="19"/>
                </a:lnTo>
                <a:lnTo>
                  <a:pt x="0" y="19"/>
                </a:lnTo>
                <a:lnTo>
                  <a:pt x="0" y="0"/>
                </a:lnTo>
                <a:moveTo>
                  <a:pt x="70" y="0"/>
                </a:moveTo>
                <a:lnTo>
                  <a:pt x="105" y="0"/>
                </a:lnTo>
                <a:lnTo>
                  <a:pt x="105" y="19"/>
                </a:lnTo>
                <a:lnTo>
                  <a:pt x="70" y="19"/>
                </a:lnTo>
                <a:lnTo>
                  <a:pt x="70" y="0"/>
                </a:lnTo>
                <a:moveTo>
                  <a:pt x="139" y="0"/>
                </a:moveTo>
                <a:lnTo>
                  <a:pt x="174" y="0"/>
                </a:lnTo>
                <a:lnTo>
                  <a:pt x="174" y="19"/>
                </a:lnTo>
                <a:lnTo>
                  <a:pt x="139" y="19"/>
                </a:lnTo>
                <a:lnTo>
                  <a:pt x="139" y="0"/>
                </a:lnTo>
                <a:moveTo>
                  <a:pt x="209" y="0"/>
                </a:moveTo>
                <a:lnTo>
                  <a:pt x="244" y="0"/>
                </a:lnTo>
                <a:lnTo>
                  <a:pt x="244" y="19"/>
                </a:lnTo>
                <a:lnTo>
                  <a:pt x="209" y="19"/>
                </a:lnTo>
                <a:lnTo>
                  <a:pt x="209" y="0"/>
                </a:lnTo>
                <a:moveTo>
                  <a:pt x="279" y="0"/>
                </a:moveTo>
                <a:lnTo>
                  <a:pt x="313" y="0"/>
                </a:lnTo>
                <a:lnTo>
                  <a:pt x="313" y="19"/>
                </a:lnTo>
                <a:lnTo>
                  <a:pt x="279" y="19"/>
                </a:lnTo>
                <a:lnTo>
                  <a:pt x="279" y="0"/>
                </a:lnTo>
                <a:moveTo>
                  <a:pt x="348" y="0"/>
                </a:moveTo>
                <a:lnTo>
                  <a:pt x="383" y="0"/>
                </a:lnTo>
                <a:lnTo>
                  <a:pt x="383" y="19"/>
                </a:lnTo>
                <a:lnTo>
                  <a:pt x="348" y="19"/>
                </a:lnTo>
                <a:lnTo>
                  <a:pt x="348" y="0"/>
                </a:lnTo>
                <a:moveTo>
                  <a:pt x="418" y="0"/>
                </a:moveTo>
                <a:lnTo>
                  <a:pt x="453" y="0"/>
                </a:lnTo>
                <a:lnTo>
                  <a:pt x="453" y="19"/>
                </a:lnTo>
                <a:lnTo>
                  <a:pt x="418" y="19"/>
                </a:lnTo>
                <a:lnTo>
                  <a:pt x="418" y="0"/>
                </a:lnTo>
                <a:moveTo>
                  <a:pt x="487" y="0"/>
                </a:moveTo>
                <a:lnTo>
                  <a:pt x="522" y="0"/>
                </a:lnTo>
                <a:lnTo>
                  <a:pt x="522" y="19"/>
                </a:lnTo>
                <a:lnTo>
                  <a:pt x="487" y="19"/>
                </a:lnTo>
                <a:lnTo>
                  <a:pt x="487" y="0"/>
                </a:lnTo>
                <a:moveTo>
                  <a:pt x="557" y="0"/>
                </a:moveTo>
                <a:lnTo>
                  <a:pt x="592" y="0"/>
                </a:lnTo>
                <a:lnTo>
                  <a:pt x="592" y="19"/>
                </a:lnTo>
                <a:lnTo>
                  <a:pt x="557" y="19"/>
                </a:lnTo>
                <a:lnTo>
                  <a:pt x="557" y="0"/>
                </a:lnTo>
                <a:moveTo>
                  <a:pt x="627" y="0"/>
                </a:moveTo>
                <a:lnTo>
                  <a:pt x="661" y="0"/>
                </a:lnTo>
                <a:lnTo>
                  <a:pt x="661" y="19"/>
                </a:lnTo>
                <a:lnTo>
                  <a:pt x="627" y="19"/>
                </a:lnTo>
                <a:lnTo>
                  <a:pt x="627" y="0"/>
                </a:lnTo>
                <a:moveTo>
                  <a:pt x="696" y="0"/>
                </a:moveTo>
                <a:lnTo>
                  <a:pt x="731" y="0"/>
                </a:lnTo>
                <a:lnTo>
                  <a:pt x="731" y="19"/>
                </a:lnTo>
                <a:lnTo>
                  <a:pt x="696" y="19"/>
                </a:lnTo>
                <a:lnTo>
                  <a:pt x="696" y="0"/>
                </a:lnTo>
                <a:moveTo>
                  <a:pt x="766" y="0"/>
                </a:moveTo>
                <a:lnTo>
                  <a:pt x="801" y="0"/>
                </a:lnTo>
                <a:lnTo>
                  <a:pt x="801" y="19"/>
                </a:lnTo>
                <a:lnTo>
                  <a:pt x="766" y="19"/>
                </a:lnTo>
                <a:lnTo>
                  <a:pt x="766" y="0"/>
                </a:lnTo>
                <a:moveTo>
                  <a:pt x="835" y="0"/>
                </a:moveTo>
                <a:lnTo>
                  <a:pt x="870" y="0"/>
                </a:lnTo>
                <a:lnTo>
                  <a:pt x="870" y="19"/>
                </a:lnTo>
                <a:lnTo>
                  <a:pt x="835" y="19"/>
                </a:lnTo>
                <a:lnTo>
                  <a:pt x="835" y="0"/>
                </a:lnTo>
                <a:moveTo>
                  <a:pt x="905" y="0"/>
                </a:moveTo>
                <a:lnTo>
                  <a:pt x="940" y="0"/>
                </a:lnTo>
                <a:lnTo>
                  <a:pt x="940" y="19"/>
                </a:lnTo>
                <a:lnTo>
                  <a:pt x="905" y="19"/>
                </a:lnTo>
                <a:lnTo>
                  <a:pt x="905" y="0"/>
                </a:lnTo>
                <a:moveTo>
                  <a:pt x="975" y="0"/>
                </a:moveTo>
                <a:lnTo>
                  <a:pt x="1009" y="0"/>
                </a:lnTo>
                <a:lnTo>
                  <a:pt x="1009" y="19"/>
                </a:lnTo>
                <a:lnTo>
                  <a:pt x="975" y="19"/>
                </a:lnTo>
                <a:lnTo>
                  <a:pt x="975" y="0"/>
                </a:lnTo>
                <a:moveTo>
                  <a:pt x="1044" y="0"/>
                </a:moveTo>
                <a:lnTo>
                  <a:pt x="1079" y="0"/>
                </a:lnTo>
                <a:lnTo>
                  <a:pt x="1079" y="19"/>
                </a:lnTo>
                <a:lnTo>
                  <a:pt x="1044" y="19"/>
                </a:lnTo>
                <a:lnTo>
                  <a:pt x="1044" y="0"/>
                </a:lnTo>
                <a:moveTo>
                  <a:pt x="1114" y="0"/>
                </a:moveTo>
                <a:lnTo>
                  <a:pt x="1150" y="0"/>
                </a:lnTo>
                <a:lnTo>
                  <a:pt x="1150" y="19"/>
                </a:lnTo>
                <a:lnTo>
                  <a:pt x="1114" y="19"/>
                </a:lnTo>
                <a:lnTo>
                  <a:pt x="1114" y="0"/>
                </a:lnTo>
                <a:moveTo>
                  <a:pt x="1184" y="0"/>
                </a:moveTo>
                <a:lnTo>
                  <a:pt x="1219" y="0"/>
                </a:lnTo>
                <a:lnTo>
                  <a:pt x="1219" y="19"/>
                </a:lnTo>
                <a:lnTo>
                  <a:pt x="1184" y="19"/>
                </a:lnTo>
                <a:lnTo>
                  <a:pt x="1184" y="0"/>
                </a:lnTo>
                <a:moveTo>
                  <a:pt x="1254" y="0"/>
                </a:moveTo>
                <a:lnTo>
                  <a:pt x="1289" y="0"/>
                </a:lnTo>
                <a:lnTo>
                  <a:pt x="1289" y="19"/>
                </a:lnTo>
                <a:lnTo>
                  <a:pt x="1254" y="19"/>
                </a:lnTo>
                <a:lnTo>
                  <a:pt x="1254" y="0"/>
                </a:lnTo>
                <a:moveTo>
                  <a:pt x="1323" y="0"/>
                </a:moveTo>
                <a:lnTo>
                  <a:pt x="1358" y="0"/>
                </a:lnTo>
                <a:lnTo>
                  <a:pt x="1358" y="19"/>
                </a:lnTo>
                <a:lnTo>
                  <a:pt x="1323" y="19"/>
                </a:lnTo>
                <a:lnTo>
                  <a:pt x="1323" y="0"/>
                </a:lnTo>
                <a:moveTo>
                  <a:pt x="1393" y="0"/>
                </a:moveTo>
                <a:lnTo>
                  <a:pt x="1428" y="0"/>
                </a:lnTo>
                <a:lnTo>
                  <a:pt x="1428" y="19"/>
                </a:lnTo>
                <a:lnTo>
                  <a:pt x="1393" y="19"/>
                </a:lnTo>
                <a:lnTo>
                  <a:pt x="1393" y="0"/>
                </a:lnTo>
                <a:moveTo>
                  <a:pt x="1463" y="0"/>
                </a:moveTo>
                <a:lnTo>
                  <a:pt x="1497" y="0"/>
                </a:lnTo>
                <a:lnTo>
                  <a:pt x="1497" y="19"/>
                </a:lnTo>
                <a:lnTo>
                  <a:pt x="1463" y="19"/>
                </a:lnTo>
                <a:lnTo>
                  <a:pt x="1463" y="0"/>
                </a:lnTo>
                <a:moveTo>
                  <a:pt x="1532" y="0"/>
                </a:moveTo>
                <a:lnTo>
                  <a:pt x="1567" y="0"/>
                </a:lnTo>
                <a:lnTo>
                  <a:pt x="1567" y="19"/>
                </a:lnTo>
                <a:lnTo>
                  <a:pt x="1532" y="19"/>
                </a:lnTo>
                <a:lnTo>
                  <a:pt x="1532" y="0"/>
                </a:lnTo>
                <a:moveTo>
                  <a:pt x="1602" y="0"/>
                </a:moveTo>
                <a:lnTo>
                  <a:pt x="1637" y="0"/>
                </a:lnTo>
                <a:lnTo>
                  <a:pt x="1637" y="19"/>
                </a:lnTo>
                <a:lnTo>
                  <a:pt x="1602" y="19"/>
                </a:lnTo>
                <a:lnTo>
                  <a:pt x="1602" y="0"/>
                </a:lnTo>
                <a:moveTo>
                  <a:pt x="1671" y="0"/>
                </a:moveTo>
                <a:lnTo>
                  <a:pt x="1706" y="0"/>
                </a:lnTo>
                <a:lnTo>
                  <a:pt x="1706" y="19"/>
                </a:lnTo>
                <a:lnTo>
                  <a:pt x="1671" y="19"/>
                </a:lnTo>
                <a:lnTo>
                  <a:pt x="1671" y="0"/>
                </a:lnTo>
                <a:moveTo>
                  <a:pt x="1741" y="0"/>
                </a:moveTo>
                <a:lnTo>
                  <a:pt x="1776" y="0"/>
                </a:lnTo>
                <a:lnTo>
                  <a:pt x="1776" y="19"/>
                </a:lnTo>
                <a:lnTo>
                  <a:pt x="1741" y="19"/>
                </a:lnTo>
                <a:lnTo>
                  <a:pt x="1741" y="0"/>
                </a:lnTo>
                <a:moveTo>
                  <a:pt x="1811" y="0"/>
                </a:moveTo>
                <a:lnTo>
                  <a:pt x="1845" y="0"/>
                </a:lnTo>
                <a:lnTo>
                  <a:pt x="1845" y="19"/>
                </a:lnTo>
                <a:lnTo>
                  <a:pt x="1811" y="19"/>
                </a:lnTo>
                <a:lnTo>
                  <a:pt x="1811" y="0"/>
                </a:lnTo>
                <a:moveTo>
                  <a:pt x="1880" y="0"/>
                </a:moveTo>
                <a:lnTo>
                  <a:pt x="1915" y="0"/>
                </a:lnTo>
                <a:lnTo>
                  <a:pt x="1915" y="19"/>
                </a:lnTo>
                <a:lnTo>
                  <a:pt x="1880" y="19"/>
                </a:lnTo>
                <a:lnTo>
                  <a:pt x="1880" y="0"/>
                </a:lnTo>
                <a:moveTo>
                  <a:pt x="1950" y="0"/>
                </a:moveTo>
                <a:lnTo>
                  <a:pt x="1985" y="0"/>
                </a:lnTo>
                <a:lnTo>
                  <a:pt x="1985" y="19"/>
                </a:lnTo>
                <a:lnTo>
                  <a:pt x="1950" y="19"/>
                </a:lnTo>
                <a:lnTo>
                  <a:pt x="1950" y="0"/>
                </a:lnTo>
                <a:moveTo>
                  <a:pt x="2019" y="0"/>
                </a:moveTo>
                <a:lnTo>
                  <a:pt x="2054" y="0"/>
                </a:lnTo>
                <a:lnTo>
                  <a:pt x="2054" y="19"/>
                </a:lnTo>
                <a:lnTo>
                  <a:pt x="2019" y="19"/>
                </a:lnTo>
                <a:lnTo>
                  <a:pt x="2019" y="0"/>
                </a:lnTo>
                <a:moveTo>
                  <a:pt x="2089" y="0"/>
                </a:moveTo>
                <a:lnTo>
                  <a:pt x="2124" y="0"/>
                </a:lnTo>
                <a:lnTo>
                  <a:pt x="2124" y="19"/>
                </a:lnTo>
                <a:lnTo>
                  <a:pt x="2089" y="19"/>
                </a:lnTo>
                <a:lnTo>
                  <a:pt x="2089" y="0"/>
                </a:lnTo>
                <a:moveTo>
                  <a:pt x="2159" y="0"/>
                </a:moveTo>
                <a:lnTo>
                  <a:pt x="2193" y="0"/>
                </a:lnTo>
                <a:lnTo>
                  <a:pt x="2193" y="19"/>
                </a:lnTo>
                <a:lnTo>
                  <a:pt x="2159" y="19"/>
                </a:lnTo>
                <a:lnTo>
                  <a:pt x="2159" y="0"/>
                </a:lnTo>
                <a:moveTo>
                  <a:pt x="2228" y="0"/>
                </a:moveTo>
                <a:lnTo>
                  <a:pt x="2263" y="0"/>
                </a:lnTo>
                <a:lnTo>
                  <a:pt x="2263" y="19"/>
                </a:lnTo>
                <a:lnTo>
                  <a:pt x="2228" y="19"/>
                </a:lnTo>
                <a:lnTo>
                  <a:pt x="2228" y="0"/>
                </a:lnTo>
                <a:moveTo>
                  <a:pt x="2298" y="0"/>
                </a:moveTo>
                <a:lnTo>
                  <a:pt x="2332" y="0"/>
                </a:lnTo>
                <a:lnTo>
                  <a:pt x="2332" y="19"/>
                </a:lnTo>
                <a:lnTo>
                  <a:pt x="2298" y="19"/>
                </a:lnTo>
                <a:lnTo>
                  <a:pt x="2298" y="0"/>
                </a:lnTo>
                <a:moveTo>
                  <a:pt x="2367" y="0"/>
                </a:moveTo>
                <a:lnTo>
                  <a:pt x="2402" y="0"/>
                </a:lnTo>
                <a:lnTo>
                  <a:pt x="2402" y="19"/>
                </a:lnTo>
                <a:lnTo>
                  <a:pt x="2367" y="19"/>
                </a:lnTo>
                <a:lnTo>
                  <a:pt x="2367" y="0"/>
                </a:lnTo>
                <a:moveTo>
                  <a:pt x="2437" y="0"/>
                </a:moveTo>
                <a:lnTo>
                  <a:pt x="2472" y="0"/>
                </a:lnTo>
                <a:lnTo>
                  <a:pt x="2472" y="19"/>
                </a:lnTo>
                <a:lnTo>
                  <a:pt x="2437" y="19"/>
                </a:lnTo>
                <a:lnTo>
                  <a:pt x="2437" y="0"/>
                </a:lnTo>
                <a:moveTo>
                  <a:pt x="2506" y="0"/>
                </a:moveTo>
                <a:lnTo>
                  <a:pt x="2541" y="0"/>
                </a:lnTo>
                <a:lnTo>
                  <a:pt x="2541" y="19"/>
                </a:lnTo>
                <a:lnTo>
                  <a:pt x="2506" y="19"/>
                </a:lnTo>
                <a:lnTo>
                  <a:pt x="2506" y="0"/>
                </a:lnTo>
                <a:moveTo>
                  <a:pt x="2576" y="0"/>
                </a:moveTo>
                <a:lnTo>
                  <a:pt x="2611" y="0"/>
                </a:lnTo>
                <a:lnTo>
                  <a:pt x="2611" y="19"/>
                </a:lnTo>
                <a:lnTo>
                  <a:pt x="2576" y="19"/>
                </a:lnTo>
                <a:lnTo>
                  <a:pt x="2576" y="0"/>
                </a:lnTo>
                <a:moveTo>
                  <a:pt x="2646" y="0"/>
                </a:moveTo>
                <a:lnTo>
                  <a:pt x="2680" y="0"/>
                </a:lnTo>
                <a:lnTo>
                  <a:pt x="2680" y="19"/>
                </a:lnTo>
                <a:lnTo>
                  <a:pt x="2646" y="19"/>
                </a:lnTo>
                <a:lnTo>
                  <a:pt x="2646" y="0"/>
                </a:lnTo>
                <a:moveTo>
                  <a:pt x="2715" y="0"/>
                </a:moveTo>
                <a:lnTo>
                  <a:pt x="2750" y="0"/>
                </a:lnTo>
                <a:lnTo>
                  <a:pt x="2750" y="19"/>
                </a:lnTo>
                <a:lnTo>
                  <a:pt x="2715" y="19"/>
                </a:lnTo>
                <a:lnTo>
                  <a:pt x="2715" y="0"/>
                </a:lnTo>
                <a:moveTo>
                  <a:pt x="2785" y="0"/>
                </a:moveTo>
                <a:lnTo>
                  <a:pt x="2820" y="0"/>
                </a:lnTo>
                <a:lnTo>
                  <a:pt x="2820" y="19"/>
                </a:lnTo>
                <a:lnTo>
                  <a:pt x="2785" y="19"/>
                </a:lnTo>
                <a:lnTo>
                  <a:pt x="2785" y="0"/>
                </a:lnTo>
                <a:moveTo>
                  <a:pt x="2854" y="0"/>
                </a:moveTo>
                <a:lnTo>
                  <a:pt x="2889" y="0"/>
                </a:lnTo>
                <a:lnTo>
                  <a:pt x="2889" y="19"/>
                </a:lnTo>
                <a:lnTo>
                  <a:pt x="2854" y="19"/>
                </a:lnTo>
                <a:lnTo>
                  <a:pt x="2854" y="0"/>
                </a:lnTo>
                <a:moveTo>
                  <a:pt x="2924" y="0"/>
                </a:moveTo>
                <a:lnTo>
                  <a:pt x="2959" y="0"/>
                </a:lnTo>
                <a:lnTo>
                  <a:pt x="2959" y="19"/>
                </a:lnTo>
                <a:lnTo>
                  <a:pt x="2924" y="19"/>
                </a:lnTo>
                <a:lnTo>
                  <a:pt x="2924" y="0"/>
                </a:lnTo>
                <a:moveTo>
                  <a:pt x="2994" y="0"/>
                </a:moveTo>
                <a:lnTo>
                  <a:pt x="3028" y="0"/>
                </a:lnTo>
                <a:lnTo>
                  <a:pt x="3028" y="19"/>
                </a:lnTo>
                <a:lnTo>
                  <a:pt x="2994" y="19"/>
                </a:lnTo>
                <a:lnTo>
                  <a:pt x="2994" y="0"/>
                </a:lnTo>
                <a:moveTo>
                  <a:pt x="3063" y="0"/>
                </a:moveTo>
                <a:lnTo>
                  <a:pt x="3098" y="0"/>
                </a:lnTo>
                <a:lnTo>
                  <a:pt x="3098" y="19"/>
                </a:lnTo>
                <a:lnTo>
                  <a:pt x="3063" y="19"/>
                </a:lnTo>
                <a:lnTo>
                  <a:pt x="3063" y="0"/>
                </a:lnTo>
                <a:moveTo>
                  <a:pt x="3133" y="0"/>
                </a:moveTo>
                <a:lnTo>
                  <a:pt x="3168" y="0"/>
                </a:lnTo>
                <a:lnTo>
                  <a:pt x="3168" y="19"/>
                </a:lnTo>
                <a:lnTo>
                  <a:pt x="3133" y="19"/>
                </a:lnTo>
                <a:lnTo>
                  <a:pt x="3133" y="0"/>
                </a:lnTo>
                <a:moveTo>
                  <a:pt x="3202" y="0"/>
                </a:moveTo>
                <a:lnTo>
                  <a:pt x="3237" y="0"/>
                </a:lnTo>
                <a:lnTo>
                  <a:pt x="3237" y="19"/>
                </a:lnTo>
                <a:lnTo>
                  <a:pt x="3202" y="19"/>
                </a:lnTo>
                <a:lnTo>
                  <a:pt x="3202" y="0"/>
                </a:lnTo>
                <a:moveTo>
                  <a:pt x="3272" y="0"/>
                </a:moveTo>
                <a:lnTo>
                  <a:pt x="3307" y="0"/>
                </a:lnTo>
                <a:lnTo>
                  <a:pt x="3307" y="19"/>
                </a:lnTo>
                <a:lnTo>
                  <a:pt x="3272" y="19"/>
                </a:lnTo>
                <a:lnTo>
                  <a:pt x="3272" y="0"/>
                </a:lnTo>
                <a:moveTo>
                  <a:pt x="3342" y="0"/>
                </a:moveTo>
                <a:lnTo>
                  <a:pt x="3376" y="0"/>
                </a:lnTo>
                <a:lnTo>
                  <a:pt x="3376" y="19"/>
                </a:lnTo>
                <a:lnTo>
                  <a:pt x="3342" y="19"/>
                </a:lnTo>
                <a:lnTo>
                  <a:pt x="3342" y="0"/>
                </a:lnTo>
                <a:moveTo>
                  <a:pt x="3411" y="0"/>
                </a:moveTo>
                <a:lnTo>
                  <a:pt x="3446" y="0"/>
                </a:lnTo>
                <a:lnTo>
                  <a:pt x="3446" y="19"/>
                </a:lnTo>
                <a:lnTo>
                  <a:pt x="3411" y="19"/>
                </a:lnTo>
                <a:lnTo>
                  <a:pt x="3411" y="0"/>
                </a:lnTo>
                <a:moveTo>
                  <a:pt x="3481" y="0"/>
                </a:moveTo>
                <a:lnTo>
                  <a:pt x="3515" y="0"/>
                </a:lnTo>
                <a:lnTo>
                  <a:pt x="3515" y="19"/>
                </a:lnTo>
                <a:lnTo>
                  <a:pt x="3481" y="19"/>
                </a:lnTo>
                <a:lnTo>
                  <a:pt x="3481" y="0"/>
                </a:lnTo>
                <a:moveTo>
                  <a:pt x="3550" y="0"/>
                </a:moveTo>
                <a:lnTo>
                  <a:pt x="3585" y="0"/>
                </a:lnTo>
                <a:lnTo>
                  <a:pt x="3585" y="19"/>
                </a:lnTo>
                <a:lnTo>
                  <a:pt x="3550" y="19"/>
                </a:lnTo>
                <a:lnTo>
                  <a:pt x="3550" y="0"/>
                </a:lnTo>
                <a:moveTo>
                  <a:pt x="3620" y="0"/>
                </a:moveTo>
                <a:lnTo>
                  <a:pt x="3655" y="0"/>
                </a:lnTo>
                <a:lnTo>
                  <a:pt x="3655" y="19"/>
                </a:lnTo>
                <a:lnTo>
                  <a:pt x="3620" y="19"/>
                </a:lnTo>
                <a:lnTo>
                  <a:pt x="3620" y="0"/>
                </a:lnTo>
                <a:moveTo>
                  <a:pt x="3689" y="0"/>
                </a:moveTo>
                <a:lnTo>
                  <a:pt x="3724" y="0"/>
                </a:lnTo>
                <a:lnTo>
                  <a:pt x="3724" y="19"/>
                </a:lnTo>
                <a:lnTo>
                  <a:pt x="3689" y="19"/>
                </a:lnTo>
                <a:lnTo>
                  <a:pt x="3689" y="0"/>
                </a:lnTo>
                <a:moveTo>
                  <a:pt x="3759" y="0"/>
                </a:moveTo>
                <a:lnTo>
                  <a:pt x="3794" y="0"/>
                </a:lnTo>
                <a:lnTo>
                  <a:pt x="3794" y="19"/>
                </a:lnTo>
                <a:lnTo>
                  <a:pt x="3759" y="19"/>
                </a:lnTo>
                <a:lnTo>
                  <a:pt x="3759" y="0"/>
                </a:lnTo>
                <a:moveTo>
                  <a:pt x="3829" y="0"/>
                </a:moveTo>
                <a:lnTo>
                  <a:pt x="3863" y="0"/>
                </a:lnTo>
                <a:lnTo>
                  <a:pt x="3863" y="19"/>
                </a:lnTo>
                <a:lnTo>
                  <a:pt x="3829" y="19"/>
                </a:lnTo>
                <a:lnTo>
                  <a:pt x="3829" y="0"/>
                </a:lnTo>
                <a:moveTo>
                  <a:pt x="3898" y="0"/>
                </a:moveTo>
                <a:lnTo>
                  <a:pt x="3933" y="0"/>
                </a:lnTo>
                <a:lnTo>
                  <a:pt x="3933" y="19"/>
                </a:lnTo>
                <a:lnTo>
                  <a:pt x="3898" y="19"/>
                </a:lnTo>
                <a:lnTo>
                  <a:pt x="3898" y="0"/>
                </a:lnTo>
                <a:moveTo>
                  <a:pt x="3968" y="0"/>
                </a:moveTo>
                <a:lnTo>
                  <a:pt x="4003" y="0"/>
                </a:lnTo>
                <a:lnTo>
                  <a:pt x="4003" y="19"/>
                </a:lnTo>
                <a:lnTo>
                  <a:pt x="3968" y="19"/>
                </a:lnTo>
                <a:lnTo>
                  <a:pt x="3968" y="0"/>
                </a:lnTo>
                <a:moveTo>
                  <a:pt x="4037" y="0"/>
                </a:moveTo>
                <a:lnTo>
                  <a:pt x="4072" y="0"/>
                </a:lnTo>
                <a:lnTo>
                  <a:pt x="4072" y="19"/>
                </a:lnTo>
                <a:lnTo>
                  <a:pt x="4037" y="19"/>
                </a:lnTo>
                <a:lnTo>
                  <a:pt x="4037" y="0"/>
                </a:lnTo>
                <a:moveTo>
                  <a:pt x="4107" y="0"/>
                </a:moveTo>
                <a:lnTo>
                  <a:pt x="4142" y="0"/>
                </a:lnTo>
                <a:lnTo>
                  <a:pt x="4142" y="19"/>
                </a:lnTo>
                <a:lnTo>
                  <a:pt x="4107" y="19"/>
                </a:lnTo>
                <a:lnTo>
                  <a:pt x="4107" y="0"/>
                </a:lnTo>
                <a:moveTo>
                  <a:pt x="4177" y="0"/>
                </a:moveTo>
                <a:lnTo>
                  <a:pt x="4211" y="0"/>
                </a:lnTo>
                <a:lnTo>
                  <a:pt x="4211" y="19"/>
                </a:lnTo>
                <a:lnTo>
                  <a:pt x="4177" y="19"/>
                </a:lnTo>
                <a:lnTo>
                  <a:pt x="4177" y="0"/>
                </a:lnTo>
                <a:moveTo>
                  <a:pt x="4246" y="0"/>
                </a:moveTo>
                <a:lnTo>
                  <a:pt x="4281" y="0"/>
                </a:lnTo>
                <a:lnTo>
                  <a:pt x="4281" y="19"/>
                </a:lnTo>
                <a:lnTo>
                  <a:pt x="4246" y="19"/>
                </a:lnTo>
                <a:lnTo>
                  <a:pt x="4246" y="0"/>
                </a:lnTo>
                <a:moveTo>
                  <a:pt x="4316" y="0"/>
                </a:moveTo>
                <a:lnTo>
                  <a:pt x="4351" y="0"/>
                </a:lnTo>
                <a:lnTo>
                  <a:pt x="4351" y="19"/>
                </a:lnTo>
                <a:lnTo>
                  <a:pt x="4316" y="19"/>
                </a:lnTo>
                <a:lnTo>
                  <a:pt x="4316" y="0"/>
                </a:lnTo>
                <a:moveTo>
                  <a:pt x="4385" y="0"/>
                </a:moveTo>
                <a:lnTo>
                  <a:pt x="4420" y="0"/>
                </a:lnTo>
                <a:lnTo>
                  <a:pt x="4420" y="19"/>
                </a:lnTo>
                <a:lnTo>
                  <a:pt x="4385" y="19"/>
                </a:lnTo>
                <a:lnTo>
                  <a:pt x="4385" y="0"/>
                </a:lnTo>
                <a:moveTo>
                  <a:pt x="4455" y="0"/>
                </a:moveTo>
                <a:lnTo>
                  <a:pt x="4490" y="0"/>
                </a:lnTo>
                <a:lnTo>
                  <a:pt x="4490" y="19"/>
                </a:lnTo>
                <a:lnTo>
                  <a:pt x="4455" y="19"/>
                </a:lnTo>
                <a:lnTo>
                  <a:pt x="4455" y="0"/>
                </a:lnTo>
                <a:moveTo>
                  <a:pt x="4524" y="0"/>
                </a:moveTo>
                <a:lnTo>
                  <a:pt x="4559" y="0"/>
                </a:lnTo>
                <a:lnTo>
                  <a:pt x="4559" y="19"/>
                </a:lnTo>
                <a:lnTo>
                  <a:pt x="4524" y="19"/>
                </a:lnTo>
                <a:lnTo>
                  <a:pt x="4524" y="0"/>
                </a:lnTo>
                <a:moveTo>
                  <a:pt x="4594" y="0"/>
                </a:moveTo>
                <a:lnTo>
                  <a:pt x="4629" y="0"/>
                </a:lnTo>
                <a:lnTo>
                  <a:pt x="4629" y="19"/>
                </a:lnTo>
                <a:lnTo>
                  <a:pt x="4594" y="19"/>
                </a:lnTo>
                <a:lnTo>
                  <a:pt x="4594" y="0"/>
                </a:lnTo>
                <a:moveTo>
                  <a:pt x="4664" y="0"/>
                </a:moveTo>
                <a:lnTo>
                  <a:pt x="4698" y="0"/>
                </a:lnTo>
                <a:lnTo>
                  <a:pt x="4698" y="19"/>
                </a:lnTo>
                <a:lnTo>
                  <a:pt x="4664" y="19"/>
                </a:lnTo>
                <a:lnTo>
                  <a:pt x="4664" y="0"/>
                </a:lnTo>
                <a:moveTo>
                  <a:pt x="4733" y="0"/>
                </a:moveTo>
                <a:lnTo>
                  <a:pt x="4768" y="0"/>
                </a:lnTo>
                <a:lnTo>
                  <a:pt x="4768" y="19"/>
                </a:lnTo>
                <a:lnTo>
                  <a:pt x="4733" y="19"/>
                </a:lnTo>
                <a:lnTo>
                  <a:pt x="4733" y="0"/>
                </a:lnTo>
                <a:moveTo>
                  <a:pt x="4803" y="0"/>
                </a:moveTo>
                <a:lnTo>
                  <a:pt x="4838" y="0"/>
                </a:lnTo>
                <a:lnTo>
                  <a:pt x="4838" y="19"/>
                </a:lnTo>
                <a:lnTo>
                  <a:pt x="4803" y="19"/>
                </a:lnTo>
                <a:lnTo>
                  <a:pt x="4803" y="0"/>
                </a:lnTo>
                <a:moveTo>
                  <a:pt x="4872" y="0"/>
                </a:moveTo>
                <a:lnTo>
                  <a:pt x="4907" y="0"/>
                </a:lnTo>
                <a:lnTo>
                  <a:pt x="4907" y="19"/>
                </a:lnTo>
                <a:lnTo>
                  <a:pt x="4872" y="19"/>
                </a:lnTo>
                <a:lnTo>
                  <a:pt x="4872" y="0"/>
                </a:lnTo>
                <a:moveTo>
                  <a:pt x="4942" y="0"/>
                </a:moveTo>
                <a:lnTo>
                  <a:pt x="4977" y="0"/>
                </a:lnTo>
                <a:lnTo>
                  <a:pt x="4977" y="19"/>
                </a:lnTo>
                <a:lnTo>
                  <a:pt x="4942" y="19"/>
                </a:lnTo>
                <a:lnTo>
                  <a:pt x="4942" y="0"/>
                </a:lnTo>
                <a:moveTo>
                  <a:pt x="5012" y="0"/>
                </a:moveTo>
                <a:lnTo>
                  <a:pt x="5046" y="0"/>
                </a:lnTo>
                <a:lnTo>
                  <a:pt x="5046" y="19"/>
                </a:lnTo>
                <a:lnTo>
                  <a:pt x="5012" y="19"/>
                </a:lnTo>
                <a:lnTo>
                  <a:pt x="5012" y="0"/>
                </a:lnTo>
                <a:moveTo>
                  <a:pt x="5081" y="0"/>
                </a:moveTo>
                <a:lnTo>
                  <a:pt x="5116" y="0"/>
                </a:lnTo>
                <a:lnTo>
                  <a:pt x="5116" y="19"/>
                </a:lnTo>
                <a:lnTo>
                  <a:pt x="5081" y="19"/>
                </a:lnTo>
                <a:lnTo>
                  <a:pt x="5081" y="0"/>
                </a:lnTo>
                <a:moveTo>
                  <a:pt x="5151" y="0"/>
                </a:moveTo>
                <a:lnTo>
                  <a:pt x="5186" y="0"/>
                </a:lnTo>
                <a:lnTo>
                  <a:pt x="5186" y="19"/>
                </a:lnTo>
                <a:lnTo>
                  <a:pt x="5151" y="19"/>
                </a:lnTo>
                <a:lnTo>
                  <a:pt x="5151" y="0"/>
                </a:lnTo>
                <a:moveTo>
                  <a:pt x="5220" y="0"/>
                </a:moveTo>
                <a:lnTo>
                  <a:pt x="5255" y="0"/>
                </a:lnTo>
                <a:lnTo>
                  <a:pt x="5255" y="19"/>
                </a:lnTo>
                <a:lnTo>
                  <a:pt x="5220" y="19"/>
                </a:lnTo>
                <a:lnTo>
                  <a:pt x="5220" y="0"/>
                </a:lnTo>
                <a:moveTo>
                  <a:pt x="5290" y="0"/>
                </a:moveTo>
                <a:lnTo>
                  <a:pt x="5325" y="0"/>
                </a:lnTo>
                <a:lnTo>
                  <a:pt x="5325" y="19"/>
                </a:lnTo>
                <a:lnTo>
                  <a:pt x="5290" y="19"/>
                </a:lnTo>
                <a:lnTo>
                  <a:pt x="5290" y="0"/>
                </a:lnTo>
                <a:moveTo>
                  <a:pt x="5360" y="0"/>
                </a:moveTo>
                <a:lnTo>
                  <a:pt x="5394" y="0"/>
                </a:lnTo>
                <a:lnTo>
                  <a:pt x="5394" y="19"/>
                </a:lnTo>
                <a:lnTo>
                  <a:pt x="5360" y="19"/>
                </a:lnTo>
                <a:lnTo>
                  <a:pt x="5360" y="0"/>
                </a:lnTo>
                <a:moveTo>
                  <a:pt x="5429" y="0"/>
                </a:moveTo>
                <a:lnTo>
                  <a:pt x="5464" y="0"/>
                </a:lnTo>
                <a:lnTo>
                  <a:pt x="5464" y="19"/>
                </a:lnTo>
                <a:lnTo>
                  <a:pt x="5429" y="19"/>
                </a:lnTo>
                <a:lnTo>
                  <a:pt x="5429" y="0"/>
                </a:lnTo>
                <a:moveTo>
                  <a:pt x="5499" y="0"/>
                </a:moveTo>
                <a:lnTo>
                  <a:pt x="5534" y="0"/>
                </a:lnTo>
                <a:lnTo>
                  <a:pt x="5534" y="19"/>
                </a:lnTo>
                <a:lnTo>
                  <a:pt x="5499" y="19"/>
                </a:lnTo>
                <a:lnTo>
                  <a:pt x="5499" y="0"/>
                </a:lnTo>
                <a:moveTo>
                  <a:pt x="5568" y="0"/>
                </a:moveTo>
                <a:lnTo>
                  <a:pt x="5603" y="0"/>
                </a:lnTo>
                <a:lnTo>
                  <a:pt x="5603" y="19"/>
                </a:lnTo>
                <a:lnTo>
                  <a:pt x="5568" y="19"/>
                </a:lnTo>
                <a:lnTo>
                  <a:pt x="5568" y="0"/>
                </a:lnTo>
                <a:moveTo>
                  <a:pt x="5638" y="0"/>
                </a:moveTo>
                <a:lnTo>
                  <a:pt x="5673" y="0"/>
                </a:lnTo>
                <a:lnTo>
                  <a:pt x="5673" y="19"/>
                </a:lnTo>
                <a:lnTo>
                  <a:pt x="5638" y="19"/>
                </a:lnTo>
                <a:lnTo>
                  <a:pt x="5638" y="0"/>
                </a:lnTo>
                <a:moveTo>
                  <a:pt x="5707" y="0"/>
                </a:moveTo>
                <a:lnTo>
                  <a:pt x="5742" y="0"/>
                </a:lnTo>
                <a:lnTo>
                  <a:pt x="5742" y="19"/>
                </a:lnTo>
                <a:lnTo>
                  <a:pt x="5707" y="19"/>
                </a:lnTo>
                <a:lnTo>
                  <a:pt x="5707" y="0"/>
                </a:lnTo>
                <a:moveTo>
                  <a:pt x="5777" y="0"/>
                </a:moveTo>
                <a:lnTo>
                  <a:pt x="5812" y="0"/>
                </a:lnTo>
                <a:lnTo>
                  <a:pt x="5812" y="19"/>
                </a:lnTo>
                <a:lnTo>
                  <a:pt x="5777" y="19"/>
                </a:lnTo>
                <a:lnTo>
                  <a:pt x="5777" y="0"/>
                </a:lnTo>
                <a:moveTo>
                  <a:pt x="5847" y="0"/>
                </a:moveTo>
                <a:lnTo>
                  <a:pt x="5881" y="0"/>
                </a:lnTo>
                <a:lnTo>
                  <a:pt x="5881" y="19"/>
                </a:lnTo>
                <a:lnTo>
                  <a:pt x="5847" y="19"/>
                </a:lnTo>
                <a:lnTo>
                  <a:pt x="5847" y="0"/>
                </a:lnTo>
                <a:moveTo>
                  <a:pt x="5916" y="0"/>
                </a:moveTo>
                <a:lnTo>
                  <a:pt x="5951" y="0"/>
                </a:lnTo>
                <a:lnTo>
                  <a:pt x="5951" y="19"/>
                </a:lnTo>
                <a:lnTo>
                  <a:pt x="5916" y="19"/>
                </a:lnTo>
                <a:lnTo>
                  <a:pt x="5916" y="0"/>
                </a:lnTo>
                <a:moveTo>
                  <a:pt x="5986" y="0"/>
                </a:moveTo>
                <a:lnTo>
                  <a:pt x="6021" y="0"/>
                </a:lnTo>
                <a:lnTo>
                  <a:pt x="6021" y="19"/>
                </a:lnTo>
                <a:lnTo>
                  <a:pt x="5986" y="19"/>
                </a:lnTo>
                <a:lnTo>
                  <a:pt x="5986" y="0"/>
                </a:lnTo>
                <a:moveTo>
                  <a:pt x="6055" y="0"/>
                </a:moveTo>
                <a:lnTo>
                  <a:pt x="6090" y="0"/>
                </a:lnTo>
                <a:lnTo>
                  <a:pt x="6090" y="19"/>
                </a:lnTo>
                <a:lnTo>
                  <a:pt x="6055" y="19"/>
                </a:lnTo>
                <a:lnTo>
                  <a:pt x="6055" y="0"/>
                </a:lnTo>
                <a:moveTo>
                  <a:pt x="6125" y="0"/>
                </a:moveTo>
                <a:lnTo>
                  <a:pt x="6160" y="0"/>
                </a:lnTo>
                <a:lnTo>
                  <a:pt x="6160" y="19"/>
                </a:lnTo>
                <a:lnTo>
                  <a:pt x="6125" y="19"/>
                </a:lnTo>
                <a:lnTo>
                  <a:pt x="6125" y="0"/>
                </a:lnTo>
                <a:moveTo>
                  <a:pt x="6195" y="0"/>
                </a:moveTo>
                <a:lnTo>
                  <a:pt x="6229" y="0"/>
                </a:lnTo>
                <a:lnTo>
                  <a:pt x="6229" y="19"/>
                </a:lnTo>
                <a:lnTo>
                  <a:pt x="6195" y="19"/>
                </a:lnTo>
                <a:lnTo>
                  <a:pt x="6195" y="0"/>
                </a:lnTo>
                <a:moveTo>
                  <a:pt x="6264" y="0"/>
                </a:moveTo>
                <a:lnTo>
                  <a:pt x="6299" y="0"/>
                </a:lnTo>
                <a:lnTo>
                  <a:pt x="6299" y="19"/>
                </a:lnTo>
                <a:lnTo>
                  <a:pt x="6264" y="19"/>
                </a:lnTo>
                <a:lnTo>
                  <a:pt x="6264" y="0"/>
                </a:lnTo>
                <a:moveTo>
                  <a:pt x="6334" y="0"/>
                </a:moveTo>
                <a:lnTo>
                  <a:pt x="6369" y="0"/>
                </a:lnTo>
                <a:lnTo>
                  <a:pt x="6369" y="19"/>
                </a:lnTo>
                <a:lnTo>
                  <a:pt x="6334" y="19"/>
                </a:lnTo>
                <a:lnTo>
                  <a:pt x="6334" y="0"/>
                </a:lnTo>
                <a:moveTo>
                  <a:pt x="6403" y="0"/>
                </a:moveTo>
                <a:lnTo>
                  <a:pt x="6438" y="0"/>
                </a:lnTo>
                <a:lnTo>
                  <a:pt x="6438" y="19"/>
                </a:lnTo>
                <a:lnTo>
                  <a:pt x="6403" y="19"/>
                </a:lnTo>
                <a:lnTo>
                  <a:pt x="6403" y="0"/>
                </a:lnTo>
                <a:moveTo>
                  <a:pt x="6473" y="0"/>
                </a:moveTo>
                <a:lnTo>
                  <a:pt x="6508" y="0"/>
                </a:lnTo>
                <a:lnTo>
                  <a:pt x="6508" y="19"/>
                </a:lnTo>
                <a:lnTo>
                  <a:pt x="6473" y="19"/>
                </a:lnTo>
                <a:lnTo>
                  <a:pt x="6473" y="0"/>
                </a:lnTo>
                <a:moveTo>
                  <a:pt x="6543" y="0"/>
                </a:moveTo>
                <a:lnTo>
                  <a:pt x="6577" y="0"/>
                </a:lnTo>
                <a:lnTo>
                  <a:pt x="6577" y="19"/>
                </a:lnTo>
                <a:lnTo>
                  <a:pt x="6543" y="19"/>
                </a:lnTo>
                <a:lnTo>
                  <a:pt x="6543" y="0"/>
                </a:lnTo>
                <a:moveTo>
                  <a:pt x="6612" y="0"/>
                </a:moveTo>
                <a:lnTo>
                  <a:pt x="6647" y="0"/>
                </a:lnTo>
                <a:lnTo>
                  <a:pt x="6647" y="19"/>
                </a:lnTo>
                <a:lnTo>
                  <a:pt x="6612" y="19"/>
                </a:lnTo>
                <a:lnTo>
                  <a:pt x="6612" y="0"/>
                </a:lnTo>
                <a:moveTo>
                  <a:pt x="6682" y="0"/>
                </a:moveTo>
                <a:lnTo>
                  <a:pt x="6716" y="0"/>
                </a:lnTo>
                <a:lnTo>
                  <a:pt x="6716" y="19"/>
                </a:lnTo>
                <a:lnTo>
                  <a:pt x="6682" y="19"/>
                </a:lnTo>
                <a:lnTo>
                  <a:pt x="6682" y="0"/>
                </a:lnTo>
                <a:moveTo>
                  <a:pt x="6751" y="0"/>
                </a:moveTo>
                <a:lnTo>
                  <a:pt x="6786" y="0"/>
                </a:lnTo>
                <a:lnTo>
                  <a:pt x="6786" y="19"/>
                </a:lnTo>
                <a:lnTo>
                  <a:pt x="6751" y="19"/>
                </a:lnTo>
                <a:lnTo>
                  <a:pt x="6751" y="0"/>
                </a:lnTo>
                <a:moveTo>
                  <a:pt x="6821" y="0"/>
                </a:moveTo>
                <a:lnTo>
                  <a:pt x="6856" y="0"/>
                </a:lnTo>
                <a:lnTo>
                  <a:pt x="6856" y="19"/>
                </a:lnTo>
                <a:lnTo>
                  <a:pt x="6821" y="19"/>
                </a:lnTo>
                <a:lnTo>
                  <a:pt x="6821" y="0"/>
                </a:lnTo>
                <a:moveTo>
                  <a:pt x="6890" y="0"/>
                </a:moveTo>
                <a:lnTo>
                  <a:pt x="6925" y="0"/>
                </a:lnTo>
                <a:lnTo>
                  <a:pt x="6925" y="19"/>
                </a:lnTo>
                <a:lnTo>
                  <a:pt x="6890" y="19"/>
                </a:lnTo>
                <a:lnTo>
                  <a:pt x="6890" y="0"/>
                </a:lnTo>
                <a:moveTo>
                  <a:pt x="6960" y="0"/>
                </a:moveTo>
                <a:lnTo>
                  <a:pt x="6995" y="0"/>
                </a:lnTo>
                <a:lnTo>
                  <a:pt x="6995" y="19"/>
                </a:lnTo>
                <a:lnTo>
                  <a:pt x="6960" y="19"/>
                </a:lnTo>
                <a:lnTo>
                  <a:pt x="6960" y="0"/>
                </a:lnTo>
                <a:moveTo>
                  <a:pt x="7030" y="0"/>
                </a:moveTo>
                <a:lnTo>
                  <a:pt x="7064" y="0"/>
                </a:lnTo>
                <a:lnTo>
                  <a:pt x="7064" y="19"/>
                </a:lnTo>
                <a:lnTo>
                  <a:pt x="7030" y="19"/>
                </a:lnTo>
                <a:lnTo>
                  <a:pt x="7030" y="0"/>
                </a:lnTo>
                <a:moveTo>
                  <a:pt x="7099" y="0"/>
                </a:moveTo>
                <a:lnTo>
                  <a:pt x="7134" y="0"/>
                </a:lnTo>
                <a:lnTo>
                  <a:pt x="7134" y="19"/>
                </a:lnTo>
                <a:lnTo>
                  <a:pt x="7099" y="19"/>
                </a:lnTo>
                <a:lnTo>
                  <a:pt x="7099" y="0"/>
                </a:lnTo>
                <a:moveTo>
                  <a:pt x="7169" y="0"/>
                </a:moveTo>
                <a:lnTo>
                  <a:pt x="7204" y="0"/>
                </a:lnTo>
                <a:lnTo>
                  <a:pt x="7204" y="19"/>
                </a:lnTo>
                <a:lnTo>
                  <a:pt x="7169" y="19"/>
                </a:lnTo>
                <a:lnTo>
                  <a:pt x="7169" y="0"/>
                </a:lnTo>
                <a:moveTo>
                  <a:pt x="7238" y="0"/>
                </a:moveTo>
                <a:lnTo>
                  <a:pt x="7273" y="0"/>
                </a:lnTo>
                <a:lnTo>
                  <a:pt x="7273" y="19"/>
                </a:lnTo>
                <a:lnTo>
                  <a:pt x="7238" y="19"/>
                </a:lnTo>
                <a:lnTo>
                  <a:pt x="7238" y="0"/>
                </a:lnTo>
                <a:moveTo>
                  <a:pt x="7308" y="0"/>
                </a:moveTo>
                <a:lnTo>
                  <a:pt x="7343" y="0"/>
                </a:lnTo>
                <a:lnTo>
                  <a:pt x="7343" y="19"/>
                </a:lnTo>
                <a:lnTo>
                  <a:pt x="7308" y="19"/>
                </a:lnTo>
                <a:lnTo>
                  <a:pt x="7308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931320" y="2740680"/>
            <a:ext cx="187056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40" spc="-1" strike="noStrike">
                <a:solidFill>
                  <a:srgbClr val="000000"/>
                </a:solidFill>
                <a:latin typeface="Calibri"/>
                <a:ea typeface="Calibri"/>
              </a:rPr>
              <a:t>2. POST Bundle (ServiceRequest + Task + supporting info)</a:t>
            </a:r>
            <a:endParaRPr b="0" lang="en-AU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3575160" y="3226680"/>
            <a:ext cx="63000" cy="50400"/>
          </a:xfrm>
          <a:custGeom>
            <a:avLst/>
            <a:gdLst/>
            <a:ahLst/>
            <a:rect l="0" t="0" r="r" b="b"/>
            <a:pathLst>
              <a:path w="175" h="140">
                <a:moveTo>
                  <a:pt x="175" y="0"/>
                </a:moveTo>
                <a:lnTo>
                  <a:pt x="0" y="71"/>
                </a:lnTo>
                <a:lnTo>
                  <a:pt x="175" y="140"/>
                </a:lnTo>
                <a:lnTo>
                  <a:pt x="106" y="71"/>
                </a:lnTo>
                <a:lnTo>
                  <a:pt x="175" y="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3600360" y="3251880"/>
            <a:ext cx="2331360" cy="0"/>
          </a:xfrm>
          <a:prstGeom prst="line">
            <a:avLst/>
          </a:prstGeom>
          <a:ln w="61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993960" y="2939400"/>
            <a:ext cx="40140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40" spc="-1" strike="noStrike">
                <a:solidFill>
                  <a:srgbClr val="000000"/>
                </a:solidFill>
                <a:latin typeface="Calibri"/>
                <a:ea typeface="Calibri"/>
              </a:rPr>
              <a:t>201 Created</a:t>
            </a:r>
            <a:endParaRPr b="0" lang="en-AU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5862600" y="3425400"/>
            <a:ext cx="63000" cy="50400"/>
          </a:xfrm>
          <a:custGeom>
            <a:avLst/>
            <a:gdLst/>
            <a:ahLst/>
            <a:rect l="0" t="0" r="r" b="b"/>
            <a:pathLst>
              <a:path w="175" h="140">
                <a:moveTo>
                  <a:pt x="0" y="0"/>
                </a:moveTo>
                <a:lnTo>
                  <a:pt x="175" y="70"/>
                </a:lnTo>
                <a:lnTo>
                  <a:pt x="0" y="140"/>
                </a:lnTo>
                <a:lnTo>
                  <a:pt x="71" y="7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3569040" y="3447360"/>
            <a:ext cx="2331720" cy="6480"/>
          </a:xfrm>
          <a:custGeom>
            <a:avLst/>
            <a:gdLst/>
            <a:ahLst/>
            <a:rect l="0" t="0" r="r" b="b"/>
            <a:pathLst>
              <a:path w="6477" h="18">
                <a:moveTo>
                  <a:pt x="0" y="0"/>
                </a:moveTo>
                <a:lnTo>
                  <a:pt x="35" y="0"/>
                </a:lnTo>
                <a:lnTo>
                  <a:pt x="35" y="18"/>
                </a:lnTo>
                <a:lnTo>
                  <a:pt x="0" y="18"/>
                </a:lnTo>
                <a:lnTo>
                  <a:pt x="0" y="0"/>
                </a:lnTo>
                <a:moveTo>
                  <a:pt x="69" y="0"/>
                </a:moveTo>
                <a:lnTo>
                  <a:pt x="104" y="0"/>
                </a:lnTo>
                <a:lnTo>
                  <a:pt x="104" y="18"/>
                </a:lnTo>
                <a:lnTo>
                  <a:pt x="69" y="18"/>
                </a:lnTo>
                <a:lnTo>
                  <a:pt x="69" y="0"/>
                </a:lnTo>
                <a:moveTo>
                  <a:pt x="139" y="0"/>
                </a:moveTo>
                <a:lnTo>
                  <a:pt x="174" y="0"/>
                </a:lnTo>
                <a:lnTo>
                  <a:pt x="174" y="18"/>
                </a:lnTo>
                <a:lnTo>
                  <a:pt x="139" y="18"/>
                </a:lnTo>
                <a:lnTo>
                  <a:pt x="139" y="0"/>
                </a:lnTo>
                <a:moveTo>
                  <a:pt x="209" y="0"/>
                </a:moveTo>
                <a:lnTo>
                  <a:pt x="243" y="0"/>
                </a:lnTo>
                <a:lnTo>
                  <a:pt x="243" y="18"/>
                </a:lnTo>
                <a:lnTo>
                  <a:pt x="209" y="18"/>
                </a:lnTo>
                <a:lnTo>
                  <a:pt x="209" y="0"/>
                </a:lnTo>
                <a:moveTo>
                  <a:pt x="278" y="0"/>
                </a:moveTo>
                <a:lnTo>
                  <a:pt x="313" y="0"/>
                </a:lnTo>
                <a:lnTo>
                  <a:pt x="313" y="18"/>
                </a:lnTo>
                <a:lnTo>
                  <a:pt x="278" y="18"/>
                </a:lnTo>
                <a:lnTo>
                  <a:pt x="278" y="0"/>
                </a:lnTo>
                <a:moveTo>
                  <a:pt x="348" y="0"/>
                </a:moveTo>
                <a:lnTo>
                  <a:pt x="383" y="0"/>
                </a:lnTo>
                <a:lnTo>
                  <a:pt x="383" y="18"/>
                </a:lnTo>
                <a:lnTo>
                  <a:pt x="348" y="18"/>
                </a:lnTo>
                <a:lnTo>
                  <a:pt x="348" y="0"/>
                </a:lnTo>
                <a:moveTo>
                  <a:pt x="417" y="0"/>
                </a:moveTo>
                <a:lnTo>
                  <a:pt x="452" y="0"/>
                </a:lnTo>
                <a:lnTo>
                  <a:pt x="452" y="18"/>
                </a:lnTo>
                <a:lnTo>
                  <a:pt x="417" y="18"/>
                </a:lnTo>
                <a:lnTo>
                  <a:pt x="417" y="0"/>
                </a:lnTo>
                <a:moveTo>
                  <a:pt x="487" y="0"/>
                </a:moveTo>
                <a:lnTo>
                  <a:pt x="522" y="0"/>
                </a:lnTo>
                <a:lnTo>
                  <a:pt x="522" y="18"/>
                </a:lnTo>
                <a:lnTo>
                  <a:pt x="487" y="18"/>
                </a:lnTo>
                <a:lnTo>
                  <a:pt x="487" y="0"/>
                </a:lnTo>
                <a:moveTo>
                  <a:pt x="556" y="0"/>
                </a:moveTo>
                <a:lnTo>
                  <a:pt x="591" y="0"/>
                </a:lnTo>
                <a:lnTo>
                  <a:pt x="591" y="18"/>
                </a:lnTo>
                <a:lnTo>
                  <a:pt x="556" y="18"/>
                </a:lnTo>
                <a:lnTo>
                  <a:pt x="556" y="0"/>
                </a:lnTo>
                <a:moveTo>
                  <a:pt x="626" y="0"/>
                </a:moveTo>
                <a:lnTo>
                  <a:pt x="661" y="0"/>
                </a:lnTo>
                <a:lnTo>
                  <a:pt x="661" y="18"/>
                </a:lnTo>
                <a:lnTo>
                  <a:pt x="626" y="18"/>
                </a:lnTo>
                <a:lnTo>
                  <a:pt x="626" y="0"/>
                </a:lnTo>
                <a:moveTo>
                  <a:pt x="696" y="0"/>
                </a:moveTo>
                <a:lnTo>
                  <a:pt x="730" y="0"/>
                </a:lnTo>
                <a:lnTo>
                  <a:pt x="730" y="18"/>
                </a:lnTo>
                <a:lnTo>
                  <a:pt x="696" y="18"/>
                </a:lnTo>
                <a:lnTo>
                  <a:pt x="696" y="0"/>
                </a:lnTo>
                <a:moveTo>
                  <a:pt x="765" y="0"/>
                </a:moveTo>
                <a:lnTo>
                  <a:pt x="800" y="0"/>
                </a:lnTo>
                <a:lnTo>
                  <a:pt x="800" y="18"/>
                </a:lnTo>
                <a:lnTo>
                  <a:pt x="765" y="18"/>
                </a:lnTo>
                <a:lnTo>
                  <a:pt x="765" y="0"/>
                </a:lnTo>
                <a:moveTo>
                  <a:pt x="835" y="0"/>
                </a:moveTo>
                <a:lnTo>
                  <a:pt x="870" y="0"/>
                </a:lnTo>
                <a:lnTo>
                  <a:pt x="870" y="18"/>
                </a:lnTo>
                <a:lnTo>
                  <a:pt x="835" y="18"/>
                </a:lnTo>
                <a:lnTo>
                  <a:pt x="835" y="0"/>
                </a:lnTo>
                <a:moveTo>
                  <a:pt x="904" y="0"/>
                </a:moveTo>
                <a:lnTo>
                  <a:pt x="939" y="0"/>
                </a:lnTo>
                <a:lnTo>
                  <a:pt x="939" y="18"/>
                </a:lnTo>
                <a:lnTo>
                  <a:pt x="904" y="18"/>
                </a:lnTo>
                <a:lnTo>
                  <a:pt x="904" y="0"/>
                </a:lnTo>
                <a:moveTo>
                  <a:pt x="974" y="0"/>
                </a:moveTo>
                <a:lnTo>
                  <a:pt x="1009" y="0"/>
                </a:lnTo>
                <a:lnTo>
                  <a:pt x="1009" y="18"/>
                </a:lnTo>
                <a:lnTo>
                  <a:pt x="974" y="18"/>
                </a:lnTo>
                <a:lnTo>
                  <a:pt x="974" y="0"/>
                </a:lnTo>
                <a:moveTo>
                  <a:pt x="1044" y="0"/>
                </a:moveTo>
                <a:lnTo>
                  <a:pt x="1078" y="0"/>
                </a:lnTo>
                <a:lnTo>
                  <a:pt x="1078" y="18"/>
                </a:lnTo>
                <a:lnTo>
                  <a:pt x="1044" y="18"/>
                </a:lnTo>
                <a:lnTo>
                  <a:pt x="1044" y="0"/>
                </a:lnTo>
                <a:moveTo>
                  <a:pt x="1113" y="0"/>
                </a:moveTo>
                <a:lnTo>
                  <a:pt x="1148" y="0"/>
                </a:lnTo>
                <a:lnTo>
                  <a:pt x="1148" y="18"/>
                </a:lnTo>
                <a:lnTo>
                  <a:pt x="1113" y="18"/>
                </a:lnTo>
                <a:lnTo>
                  <a:pt x="1113" y="0"/>
                </a:lnTo>
                <a:moveTo>
                  <a:pt x="1183" y="0"/>
                </a:moveTo>
                <a:lnTo>
                  <a:pt x="1218" y="0"/>
                </a:lnTo>
                <a:lnTo>
                  <a:pt x="1218" y="18"/>
                </a:lnTo>
                <a:lnTo>
                  <a:pt x="1183" y="18"/>
                </a:lnTo>
                <a:lnTo>
                  <a:pt x="1183" y="0"/>
                </a:lnTo>
                <a:moveTo>
                  <a:pt x="1252" y="0"/>
                </a:moveTo>
                <a:lnTo>
                  <a:pt x="1287" y="0"/>
                </a:lnTo>
                <a:lnTo>
                  <a:pt x="1287" y="18"/>
                </a:lnTo>
                <a:lnTo>
                  <a:pt x="1252" y="18"/>
                </a:lnTo>
                <a:lnTo>
                  <a:pt x="1252" y="0"/>
                </a:lnTo>
                <a:moveTo>
                  <a:pt x="1322" y="0"/>
                </a:moveTo>
                <a:lnTo>
                  <a:pt x="1357" y="0"/>
                </a:lnTo>
                <a:lnTo>
                  <a:pt x="1357" y="18"/>
                </a:lnTo>
                <a:lnTo>
                  <a:pt x="1322" y="18"/>
                </a:lnTo>
                <a:lnTo>
                  <a:pt x="1322" y="0"/>
                </a:lnTo>
                <a:moveTo>
                  <a:pt x="1392" y="0"/>
                </a:moveTo>
                <a:lnTo>
                  <a:pt x="1426" y="0"/>
                </a:lnTo>
                <a:lnTo>
                  <a:pt x="1426" y="18"/>
                </a:lnTo>
                <a:lnTo>
                  <a:pt x="1392" y="18"/>
                </a:lnTo>
                <a:lnTo>
                  <a:pt x="1392" y="0"/>
                </a:lnTo>
                <a:moveTo>
                  <a:pt x="1461" y="0"/>
                </a:moveTo>
                <a:lnTo>
                  <a:pt x="1496" y="0"/>
                </a:lnTo>
                <a:lnTo>
                  <a:pt x="1496" y="18"/>
                </a:lnTo>
                <a:lnTo>
                  <a:pt x="1461" y="18"/>
                </a:lnTo>
                <a:lnTo>
                  <a:pt x="1461" y="0"/>
                </a:lnTo>
                <a:moveTo>
                  <a:pt x="1531" y="0"/>
                </a:moveTo>
                <a:lnTo>
                  <a:pt x="1565" y="0"/>
                </a:lnTo>
                <a:lnTo>
                  <a:pt x="1565" y="18"/>
                </a:lnTo>
                <a:lnTo>
                  <a:pt x="1531" y="18"/>
                </a:lnTo>
                <a:lnTo>
                  <a:pt x="1531" y="0"/>
                </a:lnTo>
                <a:moveTo>
                  <a:pt x="1600" y="0"/>
                </a:moveTo>
                <a:lnTo>
                  <a:pt x="1635" y="0"/>
                </a:lnTo>
                <a:lnTo>
                  <a:pt x="1635" y="18"/>
                </a:lnTo>
                <a:lnTo>
                  <a:pt x="1600" y="18"/>
                </a:lnTo>
                <a:lnTo>
                  <a:pt x="1600" y="0"/>
                </a:lnTo>
                <a:moveTo>
                  <a:pt x="1670" y="0"/>
                </a:moveTo>
                <a:lnTo>
                  <a:pt x="1705" y="0"/>
                </a:lnTo>
                <a:lnTo>
                  <a:pt x="1705" y="18"/>
                </a:lnTo>
                <a:lnTo>
                  <a:pt x="1670" y="18"/>
                </a:lnTo>
                <a:lnTo>
                  <a:pt x="1670" y="0"/>
                </a:lnTo>
                <a:moveTo>
                  <a:pt x="1739" y="0"/>
                </a:moveTo>
                <a:lnTo>
                  <a:pt x="1774" y="0"/>
                </a:lnTo>
                <a:lnTo>
                  <a:pt x="1774" y="18"/>
                </a:lnTo>
                <a:lnTo>
                  <a:pt x="1739" y="18"/>
                </a:lnTo>
                <a:lnTo>
                  <a:pt x="1739" y="0"/>
                </a:lnTo>
                <a:moveTo>
                  <a:pt x="1809" y="0"/>
                </a:moveTo>
                <a:lnTo>
                  <a:pt x="1844" y="0"/>
                </a:lnTo>
                <a:lnTo>
                  <a:pt x="1844" y="18"/>
                </a:lnTo>
                <a:lnTo>
                  <a:pt x="1809" y="18"/>
                </a:lnTo>
                <a:lnTo>
                  <a:pt x="1809" y="0"/>
                </a:lnTo>
                <a:moveTo>
                  <a:pt x="1879" y="0"/>
                </a:moveTo>
                <a:lnTo>
                  <a:pt x="1913" y="0"/>
                </a:lnTo>
                <a:lnTo>
                  <a:pt x="1913" y="18"/>
                </a:lnTo>
                <a:lnTo>
                  <a:pt x="1879" y="18"/>
                </a:lnTo>
                <a:lnTo>
                  <a:pt x="1879" y="0"/>
                </a:lnTo>
                <a:moveTo>
                  <a:pt x="1948" y="0"/>
                </a:moveTo>
                <a:lnTo>
                  <a:pt x="1983" y="0"/>
                </a:lnTo>
                <a:lnTo>
                  <a:pt x="1983" y="18"/>
                </a:lnTo>
                <a:lnTo>
                  <a:pt x="1948" y="18"/>
                </a:lnTo>
                <a:lnTo>
                  <a:pt x="1948" y="0"/>
                </a:lnTo>
                <a:moveTo>
                  <a:pt x="2018" y="0"/>
                </a:moveTo>
                <a:lnTo>
                  <a:pt x="2053" y="0"/>
                </a:lnTo>
                <a:lnTo>
                  <a:pt x="2053" y="18"/>
                </a:lnTo>
                <a:lnTo>
                  <a:pt x="2018" y="18"/>
                </a:lnTo>
                <a:lnTo>
                  <a:pt x="2018" y="0"/>
                </a:lnTo>
                <a:moveTo>
                  <a:pt x="2087" y="0"/>
                </a:moveTo>
                <a:lnTo>
                  <a:pt x="2122" y="0"/>
                </a:lnTo>
                <a:lnTo>
                  <a:pt x="2122" y="18"/>
                </a:lnTo>
                <a:lnTo>
                  <a:pt x="2087" y="18"/>
                </a:lnTo>
                <a:lnTo>
                  <a:pt x="2087" y="0"/>
                </a:lnTo>
                <a:moveTo>
                  <a:pt x="2157" y="0"/>
                </a:moveTo>
                <a:lnTo>
                  <a:pt x="2192" y="0"/>
                </a:lnTo>
                <a:lnTo>
                  <a:pt x="2192" y="18"/>
                </a:lnTo>
                <a:lnTo>
                  <a:pt x="2157" y="18"/>
                </a:lnTo>
                <a:lnTo>
                  <a:pt x="2157" y="0"/>
                </a:lnTo>
                <a:moveTo>
                  <a:pt x="2227" y="0"/>
                </a:moveTo>
                <a:lnTo>
                  <a:pt x="2261" y="0"/>
                </a:lnTo>
                <a:lnTo>
                  <a:pt x="2261" y="18"/>
                </a:lnTo>
                <a:lnTo>
                  <a:pt x="2227" y="18"/>
                </a:lnTo>
                <a:lnTo>
                  <a:pt x="2227" y="0"/>
                </a:lnTo>
                <a:moveTo>
                  <a:pt x="2296" y="0"/>
                </a:moveTo>
                <a:lnTo>
                  <a:pt x="2331" y="0"/>
                </a:lnTo>
                <a:lnTo>
                  <a:pt x="2331" y="18"/>
                </a:lnTo>
                <a:lnTo>
                  <a:pt x="2296" y="18"/>
                </a:lnTo>
                <a:lnTo>
                  <a:pt x="2296" y="0"/>
                </a:lnTo>
                <a:moveTo>
                  <a:pt x="2366" y="0"/>
                </a:moveTo>
                <a:lnTo>
                  <a:pt x="2401" y="0"/>
                </a:lnTo>
                <a:lnTo>
                  <a:pt x="2401" y="18"/>
                </a:lnTo>
                <a:lnTo>
                  <a:pt x="2366" y="18"/>
                </a:lnTo>
                <a:lnTo>
                  <a:pt x="2366" y="0"/>
                </a:lnTo>
                <a:moveTo>
                  <a:pt x="2435" y="0"/>
                </a:moveTo>
                <a:lnTo>
                  <a:pt x="2470" y="0"/>
                </a:lnTo>
                <a:lnTo>
                  <a:pt x="2470" y="18"/>
                </a:lnTo>
                <a:lnTo>
                  <a:pt x="2435" y="18"/>
                </a:lnTo>
                <a:lnTo>
                  <a:pt x="2435" y="0"/>
                </a:lnTo>
                <a:moveTo>
                  <a:pt x="2505" y="0"/>
                </a:moveTo>
                <a:lnTo>
                  <a:pt x="2540" y="0"/>
                </a:lnTo>
                <a:lnTo>
                  <a:pt x="2540" y="18"/>
                </a:lnTo>
                <a:lnTo>
                  <a:pt x="2505" y="18"/>
                </a:lnTo>
                <a:lnTo>
                  <a:pt x="2505" y="0"/>
                </a:lnTo>
                <a:moveTo>
                  <a:pt x="2575" y="0"/>
                </a:moveTo>
                <a:lnTo>
                  <a:pt x="2609" y="0"/>
                </a:lnTo>
                <a:lnTo>
                  <a:pt x="2609" y="18"/>
                </a:lnTo>
                <a:lnTo>
                  <a:pt x="2575" y="18"/>
                </a:lnTo>
                <a:lnTo>
                  <a:pt x="2575" y="0"/>
                </a:lnTo>
                <a:moveTo>
                  <a:pt x="2644" y="0"/>
                </a:moveTo>
                <a:lnTo>
                  <a:pt x="2679" y="0"/>
                </a:lnTo>
                <a:lnTo>
                  <a:pt x="2679" y="18"/>
                </a:lnTo>
                <a:lnTo>
                  <a:pt x="2644" y="18"/>
                </a:lnTo>
                <a:lnTo>
                  <a:pt x="2644" y="0"/>
                </a:lnTo>
                <a:moveTo>
                  <a:pt x="2714" y="0"/>
                </a:moveTo>
                <a:lnTo>
                  <a:pt x="2748" y="0"/>
                </a:lnTo>
                <a:lnTo>
                  <a:pt x="2748" y="18"/>
                </a:lnTo>
                <a:lnTo>
                  <a:pt x="2714" y="18"/>
                </a:lnTo>
                <a:lnTo>
                  <a:pt x="2714" y="0"/>
                </a:lnTo>
                <a:moveTo>
                  <a:pt x="2783" y="0"/>
                </a:moveTo>
                <a:lnTo>
                  <a:pt x="2818" y="0"/>
                </a:lnTo>
                <a:lnTo>
                  <a:pt x="2818" y="18"/>
                </a:lnTo>
                <a:lnTo>
                  <a:pt x="2783" y="18"/>
                </a:lnTo>
                <a:lnTo>
                  <a:pt x="2783" y="0"/>
                </a:lnTo>
                <a:moveTo>
                  <a:pt x="2853" y="0"/>
                </a:moveTo>
                <a:lnTo>
                  <a:pt x="2888" y="0"/>
                </a:lnTo>
                <a:lnTo>
                  <a:pt x="2888" y="18"/>
                </a:lnTo>
                <a:lnTo>
                  <a:pt x="2853" y="18"/>
                </a:lnTo>
                <a:lnTo>
                  <a:pt x="2853" y="0"/>
                </a:lnTo>
                <a:moveTo>
                  <a:pt x="2922" y="0"/>
                </a:moveTo>
                <a:lnTo>
                  <a:pt x="2957" y="0"/>
                </a:lnTo>
                <a:lnTo>
                  <a:pt x="2957" y="18"/>
                </a:lnTo>
                <a:lnTo>
                  <a:pt x="2922" y="18"/>
                </a:lnTo>
                <a:lnTo>
                  <a:pt x="2922" y="0"/>
                </a:lnTo>
                <a:moveTo>
                  <a:pt x="2992" y="0"/>
                </a:moveTo>
                <a:lnTo>
                  <a:pt x="3027" y="0"/>
                </a:lnTo>
                <a:lnTo>
                  <a:pt x="3027" y="18"/>
                </a:lnTo>
                <a:lnTo>
                  <a:pt x="2992" y="18"/>
                </a:lnTo>
                <a:lnTo>
                  <a:pt x="2992" y="0"/>
                </a:lnTo>
                <a:moveTo>
                  <a:pt x="3062" y="0"/>
                </a:moveTo>
                <a:lnTo>
                  <a:pt x="3096" y="0"/>
                </a:lnTo>
                <a:lnTo>
                  <a:pt x="3096" y="18"/>
                </a:lnTo>
                <a:lnTo>
                  <a:pt x="3062" y="18"/>
                </a:lnTo>
                <a:lnTo>
                  <a:pt x="3062" y="0"/>
                </a:lnTo>
                <a:moveTo>
                  <a:pt x="3131" y="0"/>
                </a:moveTo>
                <a:lnTo>
                  <a:pt x="3166" y="0"/>
                </a:lnTo>
                <a:lnTo>
                  <a:pt x="3166" y="18"/>
                </a:lnTo>
                <a:lnTo>
                  <a:pt x="3131" y="18"/>
                </a:lnTo>
                <a:lnTo>
                  <a:pt x="3131" y="0"/>
                </a:lnTo>
                <a:moveTo>
                  <a:pt x="3201" y="0"/>
                </a:moveTo>
                <a:lnTo>
                  <a:pt x="3236" y="0"/>
                </a:lnTo>
                <a:lnTo>
                  <a:pt x="3236" y="18"/>
                </a:lnTo>
                <a:lnTo>
                  <a:pt x="3201" y="18"/>
                </a:lnTo>
                <a:lnTo>
                  <a:pt x="3201" y="0"/>
                </a:lnTo>
                <a:moveTo>
                  <a:pt x="3270" y="0"/>
                </a:moveTo>
                <a:lnTo>
                  <a:pt x="3305" y="0"/>
                </a:lnTo>
                <a:lnTo>
                  <a:pt x="3305" y="18"/>
                </a:lnTo>
                <a:lnTo>
                  <a:pt x="3270" y="18"/>
                </a:lnTo>
                <a:lnTo>
                  <a:pt x="3270" y="0"/>
                </a:lnTo>
                <a:moveTo>
                  <a:pt x="3340" y="0"/>
                </a:moveTo>
                <a:lnTo>
                  <a:pt x="3375" y="0"/>
                </a:lnTo>
                <a:lnTo>
                  <a:pt x="3375" y="18"/>
                </a:lnTo>
                <a:lnTo>
                  <a:pt x="3340" y="18"/>
                </a:lnTo>
                <a:lnTo>
                  <a:pt x="3340" y="0"/>
                </a:lnTo>
                <a:moveTo>
                  <a:pt x="3410" y="0"/>
                </a:moveTo>
                <a:lnTo>
                  <a:pt x="3444" y="0"/>
                </a:lnTo>
                <a:lnTo>
                  <a:pt x="3444" y="18"/>
                </a:lnTo>
                <a:lnTo>
                  <a:pt x="3410" y="18"/>
                </a:lnTo>
                <a:lnTo>
                  <a:pt x="3410" y="0"/>
                </a:lnTo>
                <a:moveTo>
                  <a:pt x="3479" y="0"/>
                </a:moveTo>
                <a:lnTo>
                  <a:pt x="3514" y="0"/>
                </a:lnTo>
                <a:lnTo>
                  <a:pt x="3514" y="18"/>
                </a:lnTo>
                <a:lnTo>
                  <a:pt x="3479" y="18"/>
                </a:lnTo>
                <a:lnTo>
                  <a:pt x="3479" y="0"/>
                </a:lnTo>
                <a:moveTo>
                  <a:pt x="3549" y="0"/>
                </a:moveTo>
                <a:lnTo>
                  <a:pt x="3584" y="0"/>
                </a:lnTo>
                <a:lnTo>
                  <a:pt x="3584" y="18"/>
                </a:lnTo>
                <a:lnTo>
                  <a:pt x="3549" y="18"/>
                </a:lnTo>
                <a:lnTo>
                  <a:pt x="3549" y="0"/>
                </a:lnTo>
                <a:moveTo>
                  <a:pt x="3618" y="0"/>
                </a:moveTo>
                <a:lnTo>
                  <a:pt x="3653" y="0"/>
                </a:lnTo>
                <a:lnTo>
                  <a:pt x="3653" y="18"/>
                </a:lnTo>
                <a:lnTo>
                  <a:pt x="3618" y="18"/>
                </a:lnTo>
                <a:lnTo>
                  <a:pt x="3618" y="0"/>
                </a:lnTo>
                <a:moveTo>
                  <a:pt x="3688" y="0"/>
                </a:moveTo>
                <a:lnTo>
                  <a:pt x="3723" y="0"/>
                </a:lnTo>
                <a:lnTo>
                  <a:pt x="3723" y="18"/>
                </a:lnTo>
                <a:lnTo>
                  <a:pt x="3688" y="18"/>
                </a:lnTo>
                <a:lnTo>
                  <a:pt x="3688" y="0"/>
                </a:lnTo>
                <a:moveTo>
                  <a:pt x="3757" y="0"/>
                </a:moveTo>
                <a:lnTo>
                  <a:pt x="3792" y="0"/>
                </a:lnTo>
                <a:lnTo>
                  <a:pt x="3792" y="18"/>
                </a:lnTo>
                <a:lnTo>
                  <a:pt x="3757" y="18"/>
                </a:lnTo>
                <a:lnTo>
                  <a:pt x="3757" y="0"/>
                </a:lnTo>
                <a:moveTo>
                  <a:pt x="3827" y="0"/>
                </a:moveTo>
                <a:lnTo>
                  <a:pt x="3862" y="0"/>
                </a:lnTo>
                <a:lnTo>
                  <a:pt x="3862" y="18"/>
                </a:lnTo>
                <a:lnTo>
                  <a:pt x="3827" y="18"/>
                </a:lnTo>
                <a:lnTo>
                  <a:pt x="3827" y="0"/>
                </a:lnTo>
                <a:moveTo>
                  <a:pt x="3897" y="0"/>
                </a:moveTo>
                <a:lnTo>
                  <a:pt x="3931" y="0"/>
                </a:lnTo>
                <a:lnTo>
                  <a:pt x="3931" y="18"/>
                </a:lnTo>
                <a:lnTo>
                  <a:pt x="3897" y="18"/>
                </a:lnTo>
                <a:lnTo>
                  <a:pt x="3897" y="0"/>
                </a:lnTo>
                <a:moveTo>
                  <a:pt x="3966" y="0"/>
                </a:moveTo>
                <a:lnTo>
                  <a:pt x="4001" y="0"/>
                </a:lnTo>
                <a:lnTo>
                  <a:pt x="4001" y="18"/>
                </a:lnTo>
                <a:lnTo>
                  <a:pt x="3966" y="18"/>
                </a:lnTo>
                <a:lnTo>
                  <a:pt x="3966" y="0"/>
                </a:lnTo>
                <a:moveTo>
                  <a:pt x="4036" y="0"/>
                </a:moveTo>
                <a:lnTo>
                  <a:pt x="4071" y="0"/>
                </a:lnTo>
                <a:lnTo>
                  <a:pt x="4071" y="18"/>
                </a:lnTo>
                <a:lnTo>
                  <a:pt x="4036" y="18"/>
                </a:lnTo>
                <a:lnTo>
                  <a:pt x="4036" y="0"/>
                </a:lnTo>
                <a:moveTo>
                  <a:pt x="4105" y="0"/>
                </a:moveTo>
                <a:lnTo>
                  <a:pt x="4140" y="0"/>
                </a:lnTo>
                <a:lnTo>
                  <a:pt x="4140" y="18"/>
                </a:lnTo>
                <a:lnTo>
                  <a:pt x="4105" y="18"/>
                </a:lnTo>
                <a:lnTo>
                  <a:pt x="4105" y="0"/>
                </a:lnTo>
                <a:moveTo>
                  <a:pt x="4175" y="0"/>
                </a:moveTo>
                <a:lnTo>
                  <a:pt x="4210" y="0"/>
                </a:lnTo>
                <a:lnTo>
                  <a:pt x="4210" y="18"/>
                </a:lnTo>
                <a:lnTo>
                  <a:pt x="4175" y="18"/>
                </a:lnTo>
                <a:lnTo>
                  <a:pt x="4175" y="0"/>
                </a:lnTo>
                <a:moveTo>
                  <a:pt x="4245" y="0"/>
                </a:moveTo>
                <a:lnTo>
                  <a:pt x="4279" y="0"/>
                </a:lnTo>
                <a:lnTo>
                  <a:pt x="4279" y="18"/>
                </a:lnTo>
                <a:lnTo>
                  <a:pt x="4245" y="18"/>
                </a:lnTo>
                <a:lnTo>
                  <a:pt x="4245" y="0"/>
                </a:lnTo>
                <a:moveTo>
                  <a:pt x="4314" y="0"/>
                </a:moveTo>
                <a:lnTo>
                  <a:pt x="4349" y="0"/>
                </a:lnTo>
                <a:lnTo>
                  <a:pt x="4349" y="18"/>
                </a:lnTo>
                <a:lnTo>
                  <a:pt x="4314" y="18"/>
                </a:lnTo>
                <a:lnTo>
                  <a:pt x="4314" y="0"/>
                </a:lnTo>
                <a:moveTo>
                  <a:pt x="4384" y="0"/>
                </a:moveTo>
                <a:lnTo>
                  <a:pt x="4419" y="0"/>
                </a:lnTo>
                <a:lnTo>
                  <a:pt x="4419" y="18"/>
                </a:lnTo>
                <a:lnTo>
                  <a:pt x="4384" y="18"/>
                </a:lnTo>
                <a:lnTo>
                  <a:pt x="4384" y="0"/>
                </a:lnTo>
                <a:moveTo>
                  <a:pt x="4453" y="0"/>
                </a:moveTo>
                <a:lnTo>
                  <a:pt x="4488" y="0"/>
                </a:lnTo>
                <a:lnTo>
                  <a:pt x="4488" y="18"/>
                </a:lnTo>
                <a:lnTo>
                  <a:pt x="4453" y="18"/>
                </a:lnTo>
                <a:lnTo>
                  <a:pt x="4453" y="0"/>
                </a:lnTo>
                <a:moveTo>
                  <a:pt x="4523" y="0"/>
                </a:moveTo>
                <a:lnTo>
                  <a:pt x="4558" y="0"/>
                </a:lnTo>
                <a:lnTo>
                  <a:pt x="4558" y="18"/>
                </a:lnTo>
                <a:lnTo>
                  <a:pt x="4523" y="18"/>
                </a:lnTo>
                <a:lnTo>
                  <a:pt x="4523" y="0"/>
                </a:lnTo>
                <a:moveTo>
                  <a:pt x="4593" y="0"/>
                </a:moveTo>
                <a:lnTo>
                  <a:pt x="4627" y="0"/>
                </a:lnTo>
                <a:lnTo>
                  <a:pt x="4627" y="18"/>
                </a:lnTo>
                <a:lnTo>
                  <a:pt x="4593" y="18"/>
                </a:lnTo>
                <a:lnTo>
                  <a:pt x="4593" y="0"/>
                </a:lnTo>
                <a:moveTo>
                  <a:pt x="4662" y="0"/>
                </a:moveTo>
                <a:lnTo>
                  <a:pt x="4697" y="0"/>
                </a:lnTo>
                <a:lnTo>
                  <a:pt x="4697" y="18"/>
                </a:lnTo>
                <a:lnTo>
                  <a:pt x="4662" y="18"/>
                </a:lnTo>
                <a:lnTo>
                  <a:pt x="4662" y="0"/>
                </a:lnTo>
                <a:moveTo>
                  <a:pt x="4732" y="0"/>
                </a:moveTo>
                <a:lnTo>
                  <a:pt x="4767" y="0"/>
                </a:lnTo>
                <a:lnTo>
                  <a:pt x="4767" y="18"/>
                </a:lnTo>
                <a:lnTo>
                  <a:pt x="4732" y="18"/>
                </a:lnTo>
                <a:lnTo>
                  <a:pt x="4732" y="0"/>
                </a:lnTo>
                <a:moveTo>
                  <a:pt x="4801" y="0"/>
                </a:moveTo>
                <a:lnTo>
                  <a:pt x="4836" y="0"/>
                </a:lnTo>
                <a:lnTo>
                  <a:pt x="4836" y="18"/>
                </a:lnTo>
                <a:lnTo>
                  <a:pt x="4801" y="18"/>
                </a:lnTo>
                <a:lnTo>
                  <a:pt x="4801" y="0"/>
                </a:lnTo>
                <a:moveTo>
                  <a:pt x="4871" y="0"/>
                </a:moveTo>
                <a:lnTo>
                  <a:pt x="4906" y="0"/>
                </a:lnTo>
                <a:lnTo>
                  <a:pt x="4906" y="18"/>
                </a:lnTo>
                <a:lnTo>
                  <a:pt x="4871" y="18"/>
                </a:lnTo>
                <a:lnTo>
                  <a:pt x="4871" y="0"/>
                </a:lnTo>
                <a:moveTo>
                  <a:pt x="4940" y="0"/>
                </a:moveTo>
                <a:lnTo>
                  <a:pt x="4975" y="0"/>
                </a:lnTo>
                <a:lnTo>
                  <a:pt x="4975" y="18"/>
                </a:lnTo>
                <a:lnTo>
                  <a:pt x="4940" y="18"/>
                </a:lnTo>
                <a:lnTo>
                  <a:pt x="4940" y="0"/>
                </a:lnTo>
                <a:moveTo>
                  <a:pt x="5010" y="0"/>
                </a:moveTo>
                <a:lnTo>
                  <a:pt x="5045" y="0"/>
                </a:lnTo>
                <a:lnTo>
                  <a:pt x="5045" y="18"/>
                </a:lnTo>
                <a:lnTo>
                  <a:pt x="5010" y="18"/>
                </a:lnTo>
                <a:lnTo>
                  <a:pt x="5010" y="0"/>
                </a:lnTo>
                <a:moveTo>
                  <a:pt x="5080" y="0"/>
                </a:moveTo>
                <a:lnTo>
                  <a:pt x="5114" y="0"/>
                </a:lnTo>
                <a:lnTo>
                  <a:pt x="5114" y="18"/>
                </a:lnTo>
                <a:lnTo>
                  <a:pt x="5080" y="18"/>
                </a:lnTo>
                <a:lnTo>
                  <a:pt x="5080" y="0"/>
                </a:lnTo>
                <a:moveTo>
                  <a:pt x="5149" y="0"/>
                </a:moveTo>
                <a:lnTo>
                  <a:pt x="5184" y="0"/>
                </a:lnTo>
                <a:lnTo>
                  <a:pt x="5184" y="18"/>
                </a:lnTo>
                <a:lnTo>
                  <a:pt x="5149" y="18"/>
                </a:lnTo>
                <a:lnTo>
                  <a:pt x="5149" y="0"/>
                </a:lnTo>
                <a:moveTo>
                  <a:pt x="5219" y="0"/>
                </a:moveTo>
                <a:lnTo>
                  <a:pt x="5254" y="0"/>
                </a:lnTo>
                <a:lnTo>
                  <a:pt x="5254" y="18"/>
                </a:lnTo>
                <a:lnTo>
                  <a:pt x="5219" y="18"/>
                </a:lnTo>
                <a:lnTo>
                  <a:pt x="5219" y="0"/>
                </a:lnTo>
                <a:moveTo>
                  <a:pt x="5288" y="0"/>
                </a:moveTo>
                <a:lnTo>
                  <a:pt x="5323" y="0"/>
                </a:lnTo>
                <a:lnTo>
                  <a:pt x="5323" y="18"/>
                </a:lnTo>
                <a:lnTo>
                  <a:pt x="5288" y="18"/>
                </a:lnTo>
                <a:lnTo>
                  <a:pt x="5288" y="0"/>
                </a:lnTo>
                <a:moveTo>
                  <a:pt x="5358" y="0"/>
                </a:moveTo>
                <a:lnTo>
                  <a:pt x="5393" y="0"/>
                </a:lnTo>
                <a:lnTo>
                  <a:pt x="5393" y="18"/>
                </a:lnTo>
                <a:lnTo>
                  <a:pt x="5358" y="18"/>
                </a:lnTo>
                <a:lnTo>
                  <a:pt x="5358" y="0"/>
                </a:lnTo>
                <a:moveTo>
                  <a:pt x="5428" y="0"/>
                </a:moveTo>
                <a:lnTo>
                  <a:pt x="5462" y="0"/>
                </a:lnTo>
                <a:lnTo>
                  <a:pt x="5462" y="18"/>
                </a:lnTo>
                <a:lnTo>
                  <a:pt x="5428" y="18"/>
                </a:lnTo>
                <a:lnTo>
                  <a:pt x="5428" y="0"/>
                </a:lnTo>
                <a:moveTo>
                  <a:pt x="5497" y="0"/>
                </a:moveTo>
                <a:lnTo>
                  <a:pt x="5532" y="0"/>
                </a:lnTo>
                <a:lnTo>
                  <a:pt x="5532" y="18"/>
                </a:lnTo>
                <a:lnTo>
                  <a:pt x="5497" y="18"/>
                </a:lnTo>
                <a:lnTo>
                  <a:pt x="5497" y="0"/>
                </a:lnTo>
                <a:moveTo>
                  <a:pt x="5567" y="0"/>
                </a:moveTo>
                <a:lnTo>
                  <a:pt x="5602" y="0"/>
                </a:lnTo>
                <a:lnTo>
                  <a:pt x="5602" y="18"/>
                </a:lnTo>
                <a:lnTo>
                  <a:pt x="5567" y="18"/>
                </a:lnTo>
                <a:lnTo>
                  <a:pt x="5567" y="0"/>
                </a:lnTo>
                <a:moveTo>
                  <a:pt x="5636" y="0"/>
                </a:moveTo>
                <a:lnTo>
                  <a:pt x="5671" y="0"/>
                </a:lnTo>
                <a:lnTo>
                  <a:pt x="5671" y="18"/>
                </a:lnTo>
                <a:lnTo>
                  <a:pt x="5636" y="18"/>
                </a:lnTo>
                <a:lnTo>
                  <a:pt x="5636" y="0"/>
                </a:lnTo>
                <a:moveTo>
                  <a:pt x="5706" y="0"/>
                </a:moveTo>
                <a:lnTo>
                  <a:pt x="5741" y="0"/>
                </a:lnTo>
                <a:lnTo>
                  <a:pt x="5741" y="18"/>
                </a:lnTo>
                <a:lnTo>
                  <a:pt x="5706" y="18"/>
                </a:lnTo>
                <a:lnTo>
                  <a:pt x="5706" y="0"/>
                </a:lnTo>
                <a:moveTo>
                  <a:pt x="5776" y="0"/>
                </a:moveTo>
                <a:lnTo>
                  <a:pt x="5810" y="0"/>
                </a:lnTo>
                <a:lnTo>
                  <a:pt x="5810" y="18"/>
                </a:lnTo>
                <a:lnTo>
                  <a:pt x="5776" y="18"/>
                </a:lnTo>
                <a:lnTo>
                  <a:pt x="5776" y="0"/>
                </a:lnTo>
                <a:moveTo>
                  <a:pt x="5845" y="0"/>
                </a:moveTo>
                <a:lnTo>
                  <a:pt x="5880" y="0"/>
                </a:lnTo>
                <a:lnTo>
                  <a:pt x="5880" y="18"/>
                </a:lnTo>
                <a:lnTo>
                  <a:pt x="5845" y="18"/>
                </a:lnTo>
                <a:lnTo>
                  <a:pt x="5845" y="0"/>
                </a:lnTo>
                <a:moveTo>
                  <a:pt x="5915" y="0"/>
                </a:moveTo>
                <a:lnTo>
                  <a:pt x="5949" y="0"/>
                </a:lnTo>
                <a:lnTo>
                  <a:pt x="5949" y="18"/>
                </a:lnTo>
                <a:lnTo>
                  <a:pt x="5915" y="18"/>
                </a:lnTo>
                <a:lnTo>
                  <a:pt x="5915" y="0"/>
                </a:lnTo>
                <a:moveTo>
                  <a:pt x="5984" y="0"/>
                </a:moveTo>
                <a:lnTo>
                  <a:pt x="6019" y="0"/>
                </a:lnTo>
                <a:lnTo>
                  <a:pt x="6019" y="18"/>
                </a:lnTo>
                <a:lnTo>
                  <a:pt x="5984" y="18"/>
                </a:lnTo>
                <a:lnTo>
                  <a:pt x="5984" y="0"/>
                </a:lnTo>
                <a:moveTo>
                  <a:pt x="6054" y="0"/>
                </a:moveTo>
                <a:lnTo>
                  <a:pt x="6089" y="0"/>
                </a:lnTo>
                <a:lnTo>
                  <a:pt x="6089" y="18"/>
                </a:lnTo>
                <a:lnTo>
                  <a:pt x="6054" y="18"/>
                </a:lnTo>
                <a:lnTo>
                  <a:pt x="6054" y="0"/>
                </a:lnTo>
                <a:moveTo>
                  <a:pt x="6123" y="0"/>
                </a:moveTo>
                <a:lnTo>
                  <a:pt x="6158" y="0"/>
                </a:lnTo>
                <a:lnTo>
                  <a:pt x="6158" y="18"/>
                </a:lnTo>
                <a:lnTo>
                  <a:pt x="6123" y="18"/>
                </a:lnTo>
                <a:lnTo>
                  <a:pt x="6123" y="0"/>
                </a:lnTo>
                <a:moveTo>
                  <a:pt x="6193" y="0"/>
                </a:moveTo>
                <a:lnTo>
                  <a:pt x="6228" y="0"/>
                </a:lnTo>
                <a:lnTo>
                  <a:pt x="6228" y="18"/>
                </a:lnTo>
                <a:lnTo>
                  <a:pt x="6193" y="18"/>
                </a:lnTo>
                <a:lnTo>
                  <a:pt x="6193" y="0"/>
                </a:lnTo>
                <a:moveTo>
                  <a:pt x="6263" y="0"/>
                </a:moveTo>
                <a:lnTo>
                  <a:pt x="6298" y="0"/>
                </a:lnTo>
                <a:lnTo>
                  <a:pt x="6298" y="18"/>
                </a:lnTo>
                <a:lnTo>
                  <a:pt x="6263" y="18"/>
                </a:lnTo>
                <a:lnTo>
                  <a:pt x="6263" y="0"/>
                </a:lnTo>
                <a:moveTo>
                  <a:pt x="6333" y="0"/>
                </a:moveTo>
                <a:lnTo>
                  <a:pt x="6368" y="0"/>
                </a:lnTo>
                <a:lnTo>
                  <a:pt x="6368" y="18"/>
                </a:lnTo>
                <a:lnTo>
                  <a:pt x="6333" y="18"/>
                </a:lnTo>
                <a:lnTo>
                  <a:pt x="6333" y="0"/>
                </a:lnTo>
                <a:moveTo>
                  <a:pt x="6403" y="0"/>
                </a:moveTo>
                <a:lnTo>
                  <a:pt x="6438" y="0"/>
                </a:lnTo>
                <a:lnTo>
                  <a:pt x="6438" y="18"/>
                </a:lnTo>
                <a:lnTo>
                  <a:pt x="6403" y="18"/>
                </a:lnTo>
                <a:lnTo>
                  <a:pt x="6403" y="0"/>
                </a:lnTo>
                <a:moveTo>
                  <a:pt x="6472" y="0"/>
                </a:moveTo>
                <a:lnTo>
                  <a:pt x="6477" y="0"/>
                </a:lnTo>
                <a:lnTo>
                  <a:pt x="6477" y="18"/>
                </a:lnTo>
                <a:lnTo>
                  <a:pt x="6472" y="18"/>
                </a:lnTo>
                <a:lnTo>
                  <a:pt x="6472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3675600" y="3137760"/>
            <a:ext cx="104940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40" spc="-1" strike="noStrike">
                <a:solidFill>
                  <a:srgbClr val="000000"/>
                </a:solidFill>
                <a:latin typeface="Calibri"/>
                <a:ea typeface="Calibri"/>
              </a:rPr>
              <a:t>3. poll / subscribe for new Tasks</a:t>
            </a:r>
            <a:endParaRPr b="0" lang="en-AU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3575160" y="3624120"/>
            <a:ext cx="63000" cy="50400"/>
          </a:xfrm>
          <a:custGeom>
            <a:avLst/>
            <a:gdLst/>
            <a:ahLst/>
            <a:rect l="0" t="0" r="r" b="b"/>
            <a:pathLst>
              <a:path w="175" h="140">
                <a:moveTo>
                  <a:pt x="175" y="0"/>
                </a:moveTo>
                <a:lnTo>
                  <a:pt x="0" y="70"/>
                </a:lnTo>
                <a:lnTo>
                  <a:pt x="175" y="140"/>
                </a:lnTo>
                <a:lnTo>
                  <a:pt x="106" y="70"/>
                </a:lnTo>
                <a:lnTo>
                  <a:pt x="175" y="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3600360" y="3648960"/>
            <a:ext cx="2331360" cy="0"/>
          </a:xfrm>
          <a:prstGeom prst="line">
            <a:avLst/>
          </a:prstGeom>
          <a:ln w="61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3612960" y="3336480"/>
            <a:ext cx="112680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40" spc="-1" strike="noStrike">
                <a:solidFill>
                  <a:srgbClr val="000000"/>
                </a:solidFill>
                <a:latin typeface="Calibri"/>
                <a:ea typeface="Calibri"/>
              </a:rPr>
              <a:t>Task (requested) + ServiceRequest</a:t>
            </a:r>
            <a:endParaRPr b="0" lang="en-AU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3575160" y="3822480"/>
            <a:ext cx="63000" cy="50760"/>
          </a:xfrm>
          <a:custGeom>
            <a:avLst/>
            <a:gdLst/>
            <a:ahLst/>
            <a:rect l="0" t="0" r="r" b="b"/>
            <a:pathLst>
              <a:path w="175" h="141">
                <a:moveTo>
                  <a:pt x="175" y="0"/>
                </a:moveTo>
                <a:lnTo>
                  <a:pt x="0" y="71"/>
                </a:lnTo>
                <a:lnTo>
                  <a:pt x="175" y="141"/>
                </a:lnTo>
                <a:lnTo>
                  <a:pt x="106" y="71"/>
                </a:lnTo>
                <a:lnTo>
                  <a:pt x="175" y="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3600360" y="3847680"/>
            <a:ext cx="2331360" cy="0"/>
          </a:xfrm>
          <a:prstGeom prst="line">
            <a:avLst/>
          </a:prstGeom>
          <a:ln w="61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3675600" y="3535200"/>
            <a:ext cx="13082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40" spc="-1" strike="noStrike">
                <a:solidFill>
                  <a:srgbClr val="000000"/>
                </a:solidFill>
                <a:latin typeface="Calibri"/>
                <a:ea typeface="Calibri"/>
              </a:rPr>
              <a:t>accept / reject / on-hold (coded reason)</a:t>
            </a:r>
            <a:endParaRPr b="0" lang="en-AU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3493800" y="4021200"/>
            <a:ext cx="63000" cy="50400"/>
          </a:xfrm>
          <a:custGeom>
            <a:avLst/>
            <a:gdLst/>
            <a:ahLst/>
            <a:rect l="0" t="0" r="r" b="b"/>
            <a:pathLst>
              <a:path w="175" h="140">
                <a:moveTo>
                  <a:pt x="0" y="0"/>
                </a:moveTo>
                <a:lnTo>
                  <a:pt x="175" y="71"/>
                </a:lnTo>
                <a:lnTo>
                  <a:pt x="0" y="140"/>
                </a:lnTo>
                <a:lnTo>
                  <a:pt x="71" y="71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887400" y="4046400"/>
            <a:ext cx="2643840" cy="0"/>
          </a:xfrm>
          <a:prstGeom prst="line">
            <a:avLst/>
          </a:prstGeom>
          <a:ln w="61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3675600" y="3733920"/>
            <a:ext cx="101880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40" spc="-1" strike="noStrike">
                <a:solidFill>
                  <a:srgbClr val="000000"/>
                </a:solidFill>
                <a:latin typeface="Calibri"/>
                <a:ea typeface="Calibri"/>
              </a:rPr>
              <a:t>4. publish Schedule + free Slots</a:t>
            </a:r>
            <a:endParaRPr b="0" lang="en-AU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893880" y="4219920"/>
            <a:ext cx="63000" cy="50400"/>
          </a:xfrm>
          <a:custGeom>
            <a:avLst/>
            <a:gdLst/>
            <a:ahLst/>
            <a:rect l="0" t="0" r="r" b="b"/>
            <a:pathLst>
              <a:path w="175" h="140">
                <a:moveTo>
                  <a:pt x="175" y="0"/>
                </a:moveTo>
                <a:lnTo>
                  <a:pt x="0" y="70"/>
                </a:lnTo>
                <a:lnTo>
                  <a:pt x="175" y="140"/>
                </a:lnTo>
                <a:lnTo>
                  <a:pt x="105" y="70"/>
                </a:lnTo>
                <a:lnTo>
                  <a:pt x="175" y="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918720" y="4241880"/>
            <a:ext cx="2643480" cy="6480"/>
          </a:xfrm>
          <a:custGeom>
            <a:avLst/>
            <a:gdLst/>
            <a:ahLst/>
            <a:rect l="0" t="0" r="r" b="b"/>
            <a:pathLst>
              <a:path w="7343" h="18">
                <a:moveTo>
                  <a:pt x="0" y="0"/>
                </a:moveTo>
                <a:lnTo>
                  <a:pt x="35" y="0"/>
                </a:lnTo>
                <a:lnTo>
                  <a:pt x="35" y="18"/>
                </a:lnTo>
                <a:lnTo>
                  <a:pt x="0" y="18"/>
                </a:lnTo>
                <a:lnTo>
                  <a:pt x="0" y="0"/>
                </a:lnTo>
                <a:moveTo>
                  <a:pt x="70" y="0"/>
                </a:moveTo>
                <a:lnTo>
                  <a:pt x="105" y="0"/>
                </a:lnTo>
                <a:lnTo>
                  <a:pt x="105" y="18"/>
                </a:lnTo>
                <a:lnTo>
                  <a:pt x="70" y="18"/>
                </a:lnTo>
                <a:lnTo>
                  <a:pt x="70" y="0"/>
                </a:lnTo>
                <a:moveTo>
                  <a:pt x="139" y="0"/>
                </a:moveTo>
                <a:lnTo>
                  <a:pt x="174" y="0"/>
                </a:lnTo>
                <a:lnTo>
                  <a:pt x="174" y="18"/>
                </a:lnTo>
                <a:lnTo>
                  <a:pt x="139" y="18"/>
                </a:lnTo>
                <a:lnTo>
                  <a:pt x="139" y="0"/>
                </a:lnTo>
                <a:moveTo>
                  <a:pt x="209" y="0"/>
                </a:moveTo>
                <a:lnTo>
                  <a:pt x="244" y="0"/>
                </a:lnTo>
                <a:lnTo>
                  <a:pt x="244" y="18"/>
                </a:lnTo>
                <a:lnTo>
                  <a:pt x="209" y="18"/>
                </a:lnTo>
                <a:lnTo>
                  <a:pt x="209" y="0"/>
                </a:lnTo>
                <a:moveTo>
                  <a:pt x="279" y="0"/>
                </a:moveTo>
                <a:lnTo>
                  <a:pt x="313" y="0"/>
                </a:lnTo>
                <a:lnTo>
                  <a:pt x="313" y="18"/>
                </a:lnTo>
                <a:lnTo>
                  <a:pt x="279" y="18"/>
                </a:lnTo>
                <a:lnTo>
                  <a:pt x="279" y="0"/>
                </a:lnTo>
                <a:moveTo>
                  <a:pt x="348" y="0"/>
                </a:moveTo>
                <a:lnTo>
                  <a:pt x="383" y="0"/>
                </a:lnTo>
                <a:lnTo>
                  <a:pt x="383" y="18"/>
                </a:lnTo>
                <a:lnTo>
                  <a:pt x="348" y="18"/>
                </a:lnTo>
                <a:lnTo>
                  <a:pt x="348" y="0"/>
                </a:lnTo>
                <a:moveTo>
                  <a:pt x="418" y="0"/>
                </a:moveTo>
                <a:lnTo>
                  <a:pt x="453" y="0"/>
                </a:lnTo>
                <a:lnTo>
                  <a:pt x="453" y="18"/>
                </a:lnTo>
                <a:lnTo>
                  <a:pt x="418" y="18"/>
                </a:lnTo>
                <a:lnTo>
                  <a:pt x="418" y="0"/>
                </a:lnTo>
                <a:moveTo>
                  <a:pt x="487" y="0"/>
                </a:moveTo>
                <a:lnTo>
                  <a:pt x="522" y="0"/>
                </a:lnTo>
                <a:lnTo>
                  <a:pt x="522" y="18"/>
                </a:lnTo>
                <a:lnTo>
                  <a:pt x="487" y="18"/>
                </a:lnTo>
                <a:lnTo>
                  <a:pt x="487" y="0"/>
                </a:lnTo>
                <a:moveTo>
                  <a:pt x="557" y="0"/>
                </a:moveTo>
                <a:lnTo>
                  <a:pt x="592" y="0"/>
                </a:lnTo>
                <a:lnTo>
                  <a:pt x="592" y="18"/>
                </a:lnTo>
                <a:lnTo>
                  <a:pt x="557" y="18"/>
                </a:lnTo>
                <a:lnTo>
                  <a:pt x="557" y="0"/>
                </a:lnTo>
                <a:moveTo>
                  <a:pt x="627" y="0"/>
                </a:moveTo>
                <a:lnTo>
                  <a:pt x="661" y="0"/>
                </a:lnTo>
                <a:lnTo>
                  <a:pt x="661" y="18"/>
                </a:lnTo>
                <a:lnTo>
                  <a:pt x="627" y="18"/>
                </a:lnTo>
                <a:lnTo>
                  <a:pt x="627" y="0"/>
                </a:lnTo>
                <a:moveTo>
                  <a:pt x="696" y="0"/>
                </a:moveTo>
                <a:lnTo>
                  <a:pt x="731" y="0"/>
                </a:lnTo>
                <a:lnTo>
                  <a:pt x="731" y="18"/>
                </a:lnTo>
                <a:lnTo>
                  <a:pt x="696" y="18"/>
                </a:lnTo>
                <a:lnTo>
                  <a:pt x="696" y="0"/>
                </a:lnTo>
                <a:moveTo>
                  <a:pt x="766" y="0"/>
                </a:moveTo>
                <a:lnTo>
                  <a:pt x="801" y="0"/>
                </a:lnTo>
                <a:lnTo>
                  <a:pt x="801" y="18"/>
                </a:lnTo>
                <a:lnTo>
                  <a:pt x="766" y="18"/>
                </a:lnTo>
                <a:lnTo>
                  <a:pt x="766" y="0"/>
                </a:lnTo>
                <a:moveTo>
                  <a:pt x="835" y="0"/>
                </a:moveTo>
                <a:lnTo>
                  <a:pt x="870" y="0"/>
                </a:lnTo>
                <a:lnTo>
                  <a:pt x="870" y="18"/>
                </a:lnTo>
                <a:lnTo>
                  <a:pt x="835" y="18"/>
                </a:lnTo>
                <a:lnTo>
                  <a:pt x="835" y="0"/>
                </a:lnTo>
                <a:moveTo>
                  <a:pt x="905" y="0"/>
                </a:moveTo>
                <a:lnTo>
                  <a:pt x="940" y="0"/>
                </a:lnTo>
                <a:lnTo>
                  <a:pt x="940" y="18"/>
                </a:lnTo>
                <a:lnTo>
                  <a:pt x="905" y="18"/>
                </a:lnTo>
                <a:lnTo>
                  <a:pt x="905" y="0"/>
                </a:lnTo>
                <a:moveTo>
                  <a:pt x="975" y="0"/>
                </a:moveTo>
                <a:lnTo>
                  <a:pt x="1009" y="0"/>
                </a:lnTo>
                <a:lnTo>
                  <a:pt x="1009" y="18"/>
                </a:lnTo>
                <a:lnTo>
                  <a:pt x="975" y="18"/>
                </a:lnTo>
                <a:lnTo>
                  <a:pt x="975" y="0"/>
                </a:lnTo>
                <a:moveTo>
                  <a:pt x="1044" y="0"/>
                </a:moveTo>
                <a:lnTo>
                  <a:pt x="1079" y="0"/>
                </a:lnTo>
                <a:lnTo>
                  <a:pt x="1079" y="18"/>
                </a:lnTo>
                <a:lnTo>
                  <a:pt x="1044" y="18"/>
                </a:lnTo>
                <a:lnTo>
                  <a:pt x="1044" y="0"/>
                </a:lnTo>
                <a:moveTo>
                  <a:pt x="1114" y="0"/>
                </a:moveTo>
                <a:lnTo>
                  <a:pt x="1150" y="0"/>
                </a:lnTo>
                <a:lnTo>
                  <a:pt x="1150" y="18"/>
                </a:lnTo>
                <a:lnTo>
                  <a:pt x="1114" y="18"/>
                </a:lnTo>
                <a:lnTo>
                  <a:pt x="1114" y="0"/>
                </a:lnTo>
                <a:moveTo>
                  <a:pt x="1184" y="0"/>
                </a:moveTo>
                <a:lnTo>
                  <a:pt x="1219" y="0"/>
                </a:lnTo>
                <a:lnTo>
                  <a:pt x="1219" y="18"/>
                </a:lnTo>
                <a:lnTo>
                  <a:pt x="1184" y="18"/>
                </a:lnTo>
                <a:lnTo>
                  <a:pt x="1184" y="0"/>
                </a:lnTo>
                <a:moveTo>
                  <a:pt x="1254" y="0"/>
                </a:moveTo>
                <a:lnTo>
                  <a:pt x="1289" y="0"/>
                </a:lnTo>
                <a:lnTo>
                  <a:pt x="1289" y="18"/>
                </a:lnTo>
                <a:lnTo>
                  <a:pt x="1254" y="18"/>
                </a:lnTo>
                <a:lnTo>
                  <a:pt x="1254" y="0"/>
                </a:lnTo>
                <a:moveTo>
                  <a:pt x="1323" y="0"/>
                </a:moveTo>
                <a:lnTo>
                  <a:pt x="1358" y="0"/>
                </a:lnTo>
                <a:lnTo>
                  <a:pt x="1358" y="18"/>
                </a:lnTo>
                <a:lnTo>
                  <a:pt x="1323" y="18"/>
                </a:lnTo>
                <a:lnTo>
                  <a:pt x="1323" y="0"/>
                </a:lnTo>
                <a:moveTo>
                  <a:pt x="1393" y="0"/>
                </a:moveTo>
                <a:lnTo>
                  <a:pt x="1428" y="0"/>
                </a:lnTo>
                <a:lnTo>
                  <a:pt x="1428" y="18"/>
                </a:lnTo>
                <a:lnTo>
                  <a:pt x="1393" y="18"/>
                </a:lnTo>
                <a:lnTo>
                  <a:pt x="1393" y="0"/>
                </a:lnTo>
                <a:moveTo>
                  <a:pt x="1463" y="0"/>
                </a:moveTo>
                <a:lnTo>
                  <a:pt x="1497" y="0"/>
                </a:lnTo>
                <a:lnTo>
                  <a:pt x="1497" y="18"/>
                </a:lnTo>
                <a:lnTo>
                  <a:pt x="1463" y="18"/>
                </a:lnTo>
                <a:lnTo>
                  <a:pt x="1463" y="0"/>
                </a:lnTo>
                <a:moveTo>
                  <a:pt x="1532" y="0"/>
                </a:moveTo>
                <a:lnTo>
                  <a:pt x="1567" y="0"/>
                </a:lnTo>
                <a:lnTo>
                  <a:pt x="1567" y="18"/>
                </a:lnTo>
                <a:lnTo>
                  <a:pt x="1532" y="18"/>
                </a:lnTo>
                <a:lnTo>
                  <a:pt x="1532" y="0"/>
                </a:lnTo>
                <a:moveTo>
                  <a:pt x="1602" y="0"/>
                </a:moveTo>
                <a:lnTo>
                  <a:pt x="1637" y="0"/>
                </a:lnTo>
                <a:lnTo>
                  <a:pt x="1637" y="18"/>
                </a:lnTo>
                <a:lnTo>
                  <a:pt x="1602" y="18"/>
                </a:lnTo>
                <a:lnTo>
                  <a:pt x="1602" y="0"/>
                </a:lnTo>
                <a:moveTo>
                  <a:pt x="1671" y="0"/>
                </a:moveTo>
                <a:lnTo>
                  <a:pt x="1706" y="0"/>
                </a:lnTo>
                <a:lnTo>
                  <a:pt x="1706" y="18"/>
                </a:lnTo>
                <a:lnTo>
                  <a:pt x="1671" y="18"/>
                </a:lnTo>
                <a:lnTo>
                  <a:pt x="1671" y="0"/>
                </a:lnTo>
                <a:moveTo>
                  <a:pt x="1741" y="0"/>
                </a:moveTo>
                <a:lnTo>
                  <a:pt x="1776" y="0"/>
                </a:lnTo>
                <a:lnTo>
                  <a:pt x="1776" y="18"/>
                </a:lnTo>
                <a:lnTo>
                  <a:pt x="1741" y="18"/>
                </a:lnTo>
                <a:lnTo>
                  <a:pt x="1741" y="0"/>
                </a:lnTo>
                <a:moveTo>
                  <a:pt x="1811" y="0"/>
                </a:moveTo>
                <a:lnTo>
                  <a:pt x="1845" y="0"/>
                </a:lnTo>
                <a:lnTo>
                  <a:pt x="1845" y="18"/>
                </a:lnTo>
                <a:lnTo>
                  <a:pt x="1811" y="18"/>
                </a:lnTo>
                <a:lnTo>
                  <a:pt x="1811" y="0"/>
                </a:lnTo>
                <a:moveTo>
                  <a:pt x="1880" y="0"/>
                </a:moveTo>
                <a:lnTo>
                  <a:pt x="1915" y="0"/>
                </a:lnTo>
                <a:lnTo>
                  <a:pt x="1915" y="18"/>
                </a:lnTo>
                <a:lnTo>
                  <a:pt x="1880" y="18"/>
                </a:lnTo>
                <a:lnTo>
                  <a:pt x="1880" y="0"/>
                </a:lnTo>
                <a:moveTo>
                  <a:pt x="1950" y="0"/>
                </a:moveTo>
                <a:lnTo>
                  <a:pt x="1985" y="0"/>
                </a:lnTo>
                <a:lnTo>
                  <a:pt x="1985" y="18"/>
                </a:lnTo>
                <a:lnTo>
                  <a:pt x="1950" y="18"/>
                </a:lnTo>
                <a:lnTo>
                  <a:pt x="1950" y="0"/>
                </a:lnTo>
                <a:moveTo>
                  <a:pt x="2019" y="0"/>
                </a:moveTo>
                <a:lnTo>
                  <a:pt x="2054" y="0"/>
                </a:lnTo>
                <a:lnTo>
                  <a:pt x="2054" y="18"/>
                </a:lnTo>
                <a:lnTo>
                  <a:pt x="2019" y="18"/>
                </a:lnTo>
                <a:lnTo>
                  <a:pt x="2019" y="0"/>
                </a:lnTo>
                <a:moveTo>
                  <a:pt x="2089" y="0"/>
                </a:moveTo>
                <a:lnTo>
                  <a:pt x="2124" y="0"/>
                </a:lnTo>
                <a:lnTo>
                  <a:pt x="2124" y="18"/>
                </a:lnTo>
                <a:lnTo>
                  <a:pt x="2089" y="18"/>
                </a:lnTo>
                <a:lnTo>
                  <a:pt x="2089" y="0"/>
                </a:lnTo>
                <a:moveTo>
                  <a:pt x="2159" y="0"/>
                </a:moveTo>
                <a:lnTo>
                  <a:pt x="2193" y="0"/>
                </a:lnTo>
                <a:lnTo>
                  <a:pt x="2193" y="18"/>
                </a:lnTo>
                <a:lnTo>
                  <a:pt x="2159" y="18"/>
                </a:lnTo>
                <a:lnTo>
                  <a:pt x="2159" y="0"/>
                </a:lnTo>
                <a:moveTo>
                  <a:pt x="2228" y="0"/>
                </a:moveTo>
                <a:lnTo>
                  <a:pt x="2263" y="0"/>
                </a:lnTo>
                <a:lnTo>
                  <a:pt x="2263" y="18"/>
                </a:lnTo>
                <a:lnTo>
                  <a:pt x="2228" y="18"/>
                </a:lnTo>
                <a:lnTo>
                  <a:pt x="2228" y="0"/>
                </a:lnTo>
                <a:moveTo>
                  <a:pt x="2298" y="0"/>
                </a:moveTo>
                <a:lnTo>
                  <a:pt x="2332" y="0"/>
                </a:lnTo>
                <a:lnTo>
                  <a:pt x="2332" y="18"/>
                </a:lnTo>
                <a:lnTo>
                  <a:pt x="2298" y="18"/>
                </a:lnTo>
                <a:lnTo>
                  <a:pt x="2298" y="0"/>
                </a:lnTo>
                <a:moveTo>
                  <a:pt x="2367" y="0"/>
                </a:moveTo>
                <a:lnTo>
                  <a:pt x="2402" y="0"/>
                </a:lnTo>
                <a:lnTo>
                  <a:pt x="2402" y="18"/>
                </a:lnTo>
                <a:lnTo>
                  <a:pt x="2367" y="18"/>
                </a:lnTo>
                <a:lnTo>
                  <a:pt x="2367" y="0"/>
                </a:lnTo>
                <a:moveTo>
                  <a:pt x="2437" y="0"/>
                </a:moveTo>
                <a:lnTo>
                  <a:pt x="2472" y="0"/>
                </a:lnTo>
                <a:lnTo>
                  <a:pt x="2472" y="18"/>
                </a:lnTo>
                <a:lnTo>
                  <a:pt x="2437" y="18"/>
                </a:lnTo>
                <a:lnTo>
                  <a:pt x="2437" y="0"/>
                </a:lnTo>
                <a:moveTo>
                  <a:pt x="2506" y="0"/>
                </a:moveTo>
                <a:lnTo>
                  <a:pt x="2541" y="0"/>
                </a:lnTo>
                <a:lnTo>
                  <a:pt x="2541" y="18"/>
                </a:lnTo>
                <a:lnTo>
                  <a:pt x="2506" y="18"/>
                </a:lnTo>
                <a:lnTo>
                  <a:pt x="2506" y="0"/>
                </a:lnTo>
                <a:moveTo>
                  <a:pt x="2576" y="0"/>
                </a:moveTo>
                <a:lnTo>
                  <a:pt x="2611" y="0"/>
                </a:lnTo>
                <a:lnTo>
                  <a:pt x="2611" y="18"/>
                </a:lnTo>
                <a:lnTo>
                  <a:pt x="2576" y="18"/>
                </a:lnTo>
                <a:lnTo>
                  <a:pt x="2576" y="0"/>
                </a:lnTo>
                <a:moveTo>
                  <a:pt x="2646" y="0"/>
                </a:moveTo>
                <a:lnTo>
                  <a:pt x="2680" y="0"/>
                </a:lnTo>
                <a:lnTo>
                  <a:pt x="2680" y="18"/>
                </a:lnTo>
                <a:lnTo>
                  <a:pt x="2646" y="18"/>
                </a:lnTo>
                <a:lnTo>
                  <a:pt x="2646" y="0"/>
                </a:lnTo>
                <a:moveTo>
                  <a:pt x="2715" y="0"/>
                </a:moveTo>
                <a:lnTo>
                  <a:pt x="2750" y="0"/>
                </a:lnTo>
                <a:lnTo>
                  <a:pt x="2750" y="18"/>
                </a:lnTo>
                <a:lnTo>
                  <a:pt x="2715" y="18"/>
                </a:lnTo>
                <a:lnTo>
                  <a:pt x="2715" y="0"/>
                </a:lnTo>
                <a:moveTo>
                  <a:pt x="2785" y="0"/>
                </a:moveTo>
                <a:lnTo>
                  <a:pt x="2820" y="0"/>
                </a:lnTo>
                <a:lnTo>
                  <a:pt x="2820" y="18"/>
                </a:lnTo>
                <a:lnTo>
                  <a:pt x="2785" y="18"/>
                </a:lnTo>
                <a:lnTo>
                  <a:pt x="2785" y="0"/>
                </a:lnTo>
                <a:moveTo>
                  <a:pt x="2854" y="0"/>
                </a:moveTo>
                <a:lnTo>
                  <a:pt x="2889" y="0"/>
                </a:lnTo>
                <a:lnTo>
                  <a:pt x="2889" y="18"/>
                </a:lnTo>
                <a:lnTo>
                  <a:pt x="2854" y="18"/>
                </a:lnTo>
                <a:lnTo>
                  <a:pt x="2854" y="0"/>
                </a:lnTo>
                <a:moveTo>
                  <a:pt x="2924" y="0"/>
                </a:moveTo>
                <a:lnTo>
                  <a:pt x="2959" y="0"/>
                </a:lnTo>
                <a:lnTo>
                  <a:pt x="2959" y="18"/>
                </a:lnTo>
                <a:lnTo>
                  <a:pt x="2924" y="18"/>
                </a:lnTo>
                <a:lnTo>
                  <a:pt x="2924" y="0"/>
                </a:lnTo>
                <a:moveTo>
                  <a:pt x="2994" y="0"/>
                </a:moveTo>
                <a:lnTo>
                  <a:pt x="3028" y="0"/>
                </a:lnTo>
                <a:lnTo>
                  <a:pt x="3028" y="18"/>
                </a:lnTo>
                <a:lnTo>
                  <a:pt x="2994" y="18"/>
                </a:lnTo>
                <a:lnTo>
                  <a:pt x="2994" y="0"/>
                </a:lnTo>
                <a:moveTo>
                  <a:pt x="3063" y="0"/>
                </a:moveTo>
                <a:lnTo>
                  <a:pt x="3098" y="0"/>
                </a:lnTo>
                <a:lnTo>
                  <a:pt x="3098" y="18"/>
                </a:lnTo>
                <a:lnTo>
                  <a:pt x="3063" y="18"/>
                </a:lnTo>
                <a:lnTo>
                  <a:pt x="3063" y="0"/>
                </a:lnTo>
                <a:moveTo>
                  <a:pt x="3133" y="0"/>
                </a:moveTo>
                <a:lnTo>
                  <a:pt x="3168" y="0"/>
                </a:lnTo>
                <a:lnTo>
                  <a:pt x="3168" y="18"/>
                </a:lnTo>
                <a:lnTo>
                  <a:pt x="3133" y="18"/>
                </a:lnTo>
                <a:lnTo>
                  <a:pt x="3133" y="0"/>
                </a:lnTo>
                <a:moveTo>
                  <a:pt x="3202" y="0"/>
                </a:moveTo>
                <a:lnTo>
                  <a:pt x="3237" y="0"/>
                </a:lnTo>
                <a:lnTo>
                  <a:pt x="3237" y="18"/>
                </a:lnTo>
                <a:lnTo>
                  <a:pt x="3202" y="18"/>
                </a:lnTo>
                <a:lnTo>
                  <a:pt x="3202" y="0"/>
                </a:lnTo>
                <a:moveTo>
                  <a:pt x="3272" y="0"/>
                </a:moveTo>
                <a:lnTo>
                  <a:pt x="3307" y="0"/>
                </a:lnTo>
                <a:lnTo>
                  <a:pt x="3307" y="18"/>
                </a:lnTo>
                <a:lnTo>
                  <a:pt x="3272" y="18"/>
                </a:lnTo>
                <a:lnTo>
                  <a:pt x="3272" y="0"/>
                </a:lnTo>
                <a:moveTo>
                  <a:pt x="3342" y="0"/>
                </a:moveTo>
                <a:lnTo>
                  <a:pt x="3376" y="0"/>
                </a:lnTo>
                <a:lnTo>
                  <a:pt x="3376" y="18"/>
                </a:lnTo>
                <a:lnTo>
                  <a:pt x="3342" y="18"/>
                </a:lnTo>
                <a:lnTo>
                  <a:pt x="3342" y="0"/>
                </a:lnTo>
                <a:moveTo>
                  <a:pt x="3411" y="0"/>
                </a:moveTo>
                <a:lnTo>
                  <a:pt x="3446" y="0"/>
                </a:lnTo>
                <a:lnTo>
                  <a:pt x="3446" y="18"/>
                </a:lnTo>
                <a:lnTo>
                  <a:pt x="3411" y="18"/>
                </a:lnTo>
                <a:lnTo>
                  <a:pt x="3411" y="0"/>
                </a:lnTo>
                <a:moveTo>
                  <a:pt x="3481" y="0"/>
                </a:moveTo>
                <a:lnTo>
                  <a:pt x="3515" y="0"/>
                </a:lnTo>
                <a:lnTo>
                  <a:pt x="3515" y="18"/>
                </a:lnTo>
                <a:lnTo>
                  <a:pt x="3481" y="18"/>
                </a:lnTo>
                <a:lnTo>
                  <a:pt x="3481" y="0"/>
                </a:lnTo>
                <a:moveTo>
                  <a:pt x="3550" y="0"/>
                </a:moveTo>
                <a:lnTo>
                  <a:pt x="3585" y="0"/>
                </a:lnTo>
                <a:lnTo>
                  <a:pt x="3585" y="18"/>
                </a:lnTo>
                <a:lnTo>
                  <a:pt x="3550" y="18"/>
                </a:lnTo>
                <a:lnTo>
                  <a:pt x="3550" y="0"/>
                </a:lnTo>
                <a:moveTo>
                  <a:pt x="3620" y="0"/>
                </a:moveTo>
                <a:lnTo>
                  <a:pt x="3655" y="0"/>
                </a:lnTo>
                <a:lnTo>
                  <a:pt x="3655" y="18"/>
                </a:lnTo>
                <a:lnTo>
                  <a:pt x="3620" y="18"/>
                </a:lnTo>
                <a:lnTo>
                  <a:pt x="3620" y="0"/>
                </a:lnTo>
                <a:moveTo>
                  <a:pt x="3689" y="0"/>
                </a:moveTo>
                <a:lnTo>
                  <a:pt x="3724" y="0"/>
                </a:lnTo>
                <a:lnTo>
                  <a:pt x="3724" y="18"/>
                </a:lnTo>
                <a:lnTo>
                  <a:pt x="3689" y="18"/>
                </a:lnTo>
                <a:lnTo>
                  <a:pt x="3689" y="0"/>
                </a:lnTo>
                <a:moveTo>
                  <a:pt x="3759" y="0"/>
                </a:moveTo>
                <a:lnTo>
                  <a:pt x="3794" y="0"/>
                </a:lnTo>
                <a:lnTo>
                  <a:pt x="3794" y="18"/>
                </a:lnTo>
                <a:lnTo>
                  <a:pt x="3759" y="18"/>
                </a:lnTo>
                <a:lnTo>
                  <a:pt x="3759" y="0"/>
                </a:lnTo>
                <a:moveTo>
                  <a:pt x="3829" y="0"/>
                </a:moveTo>
                <a:lnTo>
                  <a:pt x="3863" y="0"/>
                </a:lnTo>
                <a:lnTo>
                  <a:pt x="3863" y="18"/>
                </a:lnTo>
                <a:lnTo>
                  <a:pt x="3829" y="18"/>
                </a:lnTo>
                <a:lnTo>
                  <a:pt x="3829" y="0"/>
                </a:lnTo>
                <a:moveTo>
                  <a:pt x="3898" y="0"/>
                </a:moveTo>
                <a:lnTo>
                  <a:pt x="3933" y="0"/>
                </a:lnTo>
                <a:lnTo>
                  <a:pt x="3933" y="18"/>
                </a:lnTo>
                <a:lnTo>
                  <a:pt x="3898" y="18"/>
                </a:lnTo>
                <a:lnTo>
                  <a:pt x="3898" y="0"/>
                </a:lnTo>
                <a:moveTo>
                  <a:pt x="3968" y="0"/>
                </a:moveTo>
                <a:lnTo>
                  <a:pt x="4003" y="0"/>
                </a:lnTo>
                <a:lnTo>
                  <a:pt x="4003" y="18"/>
                </a:lnTo>
                <a:lnTo>
                  <a:pt x="3968" y="18"/>
                </a:lnTo>
                <a:lnTo>
                  <a:pt x="3968" y="0"/>
                </a:lnTo>
                <a:moveTo>
                  <a:pt x="4037" y="0"/>
                </a:moveTo>
                <a:lnTo>
                  <a:pt x="4072" y="0"/>
                </a:lnTo>
                <a:lnTo>
                  <a:pt x="4072" y="18"/>
                </a:lnTo>
                <a:lnTo>
                  <a:pt x="4037" y="18"/>
                </a:lnTo>
                <a:lnTo>
                  <a:pt x="4037" y="0"/>
                </a:lnTo>
                <a:moveTo>
                  <a:pt x="4107" y="0"/>
                </a:moveTo>
                <a:lnTo>
                  <a:pt x="4142" y="0"/>
                </a:lnTo>
                <a:lnTo>
                  <a:pt x="4142" y="18"/>
                </a:lnTo>
                <a:lnTo>
                  <a:pt x="4107" y="18"/>
                </a:lnTo>
                <a:lnTo>
                  <a:pt x="4107" y="0"/>
                </a:lnTo>
                <a:moveTo>
                  <a:pt x="4177" y="0"/>
                </a:moveTo>
                <a:lnTo>
                  <a:pt x="4211" y="0"/>
                </a:lnTo>
                <a:lnTo>
                  <a:pt x="4211" y="18"/>
                </a:lnTo>
                <a:lnTo>
                  <a:pt x="4177" y="18"/>
                </a:lnTo>
                <a:lnTo>
                  <a:pt x="4177" y="0"/>
                </a:lnTo>
                <a:moveTo>
                  <a:pt x="4246" y="0"/>
                </a:moveTo>
                <a:lnTo>
                  <a:pt x="4281" y="0"/>
                </a:lnTo>
                <a:lnTo>
                  <a:pt x="4281" y="18"/>
                </a:lnTo>
                <a:lnTo>
                  <a:pt x="4246" y="18"/>
                </a:lnTo>
                <a:lnTo>
                  <a:pt x="4246" y="0"/>
                </a:lnTo>
                <a:moveTo>
                  <a:pt x="4316" y="0"/>
                </a:moveTo>
                <a:lnTo>
                  <a:pt x="4351" y="0"/>
                </a:lnTo>
                <a:lnTo>
                  <a:pt x="4351" y="18"/>
                </a:lnTo>
                <a:lnTo>
                  <a:pt x="4316" y="18"/>
                </a:lnTo>
                <a:lnTo>
                  <a:pt x="4316" y="0"/>
                </a:lnTo>
                <a:moveTo>
                  <a:pt x="4385" y="0"/>
                </a:moveTo>
                <a:lnTo>
                  <a:pt x="4420" y="0"/>
                </a:lnTo>
                <a:lnTo>
                  <a:pt x="4420" y="18"/>
                </a:lnTo>
                <a:lnTo>
                  <a:pt x="4385" y="18"/>
                </a:lnTo>
                <a:lnTo>
                  <a:pt x="4385" y="0"/>
                </a:lnTo>
                <a:moveTo>
                  <a:pt x="4455" y="0"/>
                </a:moveTo>
                <a:lnTo>
                  <a:pt x="4490" y="0"/>
                </a:lnTo>
                <a:lnTo>
                  <a:pt x="4490" y="18"/>
                </a:lnTo>
                <a:lnTo>
                  <a:pt x="4455" y="18"/>
                </a:lnTo>
                <a:lnTo>
                  <a:pt x="4455" y="0"/>
                </a:lnTo>
                <a:moveTo>
                  <a:pt x="4524" y="0"/>
                </a:moveTo>
                <a:lnTo>
                  <a:pt x="4559" y="0"/>
                </a:lnTo>
                <a:lnTo>
                  <a:pt x="4559" y="18"/>
                </a:lnTo>
                <a:lnTo>
                  <a:pt x="4524" y="18"/>
                </a:lnTo>
                <a:lnTo>
                  <a:pt x="4524" y="0"/>
                </a:lnTo>
                <a:moveTo>
                  <a:pt x="4594" y="0"/>
                </a:moveTo>
                <a:lnTo>
                  <a:pt x="4629" y="0"/>
                </a:lnTo>
                <a:lnTo>
                  <a:pt x="4629" y="18"/>
                </a:lnTo>
                <a:lnTo>
                  <a:pt x="4594" y="18"/>
                </a:lnTo>
                <a:lnTo>
                  <a:pt x="4594" y="0"/>
                </a:lnTo>
                <a:moveTo>
                  <a:pt x="4664" y="0"/>
                </a:moveTo>
                <a:lnTo>
                  <a:pt x="4698" y="0"/>
                </a:lnTo>
                <a:lnTo>
                  <a:pt x="4698" y="18"/>
                </a:lnTo>
                <a:lnTo>
                  <a:pt x="4664" y="18"/>
                </a:lnTo>
                <a:lnTo>
                  <a:pt x="4664" y="0"/>
                </a:lnTo>
                <a:moveTo>
                  <a:pt x="4733" y="0"/>
                </a:moveTo>
                <a:lnTo>
                  <a:pt x="4768" y="0"/>
                </a:lnTo>
                <a:lnTo>
                  <a:pt x="4768" y="18"/>
                </a:lnTo>
                <a:lnTo>
                  <a:pt x="4733" y="18"/>
                </a:lnTo>
                <a:lnTo>
                  <a:pt x="4733" y="0"/>
                </a:lnTo>
                <a:moveTo>
                  <a:pt x="4803" y="0"/>
                </a:moveTo>
                <a:lnTo>
                  <a:pt x="4838" y="0"/>
                </a:lnTo>
                <a:lnTo>
                  <a:pt x="4838" y="18"/>
                </a:lnTo>
                <a:lnTo>
                  <a:pt x="4803" y="18"/>
                </a:lnTo>
                <a:lnTo>
                  <a:pt x="4803" y="0"/>
                </a:lnTo>
                <a:moveTo>
                  <a:pt x="4872" y="0"/>
                </a:moveTo>
                <a:lnTo>
                  <a:pt x="4907" y="0"/>
                </a:lnTo>
                <a:lnTo>
                  <a:pt x="4907" y="18"/>
                </a:lnTo>
                <a:lnTo>
                  <a:pt x="4872" y="18"/>
                </a:lnTo>
                <a:lnTo>
                  <a:pt x="4872" y="0"/>
                </a:lnTo>
                <a:moveTo>
                  <a:pt x="4942" y="0"/>
                </a:moveTo>
                <a:lnTo>
                  <a:pt x="4977" y="0"/>
                </a:lnTo>
                <a:lnTo>
                  <a:pt x="4977" y="18"/>
                </a:lnTo>
                <a:lnTo>
                  <a:pt x="4942" y="18"/>
                </a:lnTo>
                <a:lnTo>
                  <a:pt x="4942" y="0"/>
                </a:lnTo>
                <a:moveTo>
                  <a:pt x="5012" y="0"/>
                </a:moveTo>
                <a:lnTo>
                  <a:pt x="5046" y="0"/>
                </a:lnTo>
                <a:lnTo>
                  <a:pt x="5046" y="18"/>
                </a:lnTo>
                <a:lnTo>
                  <a:pt x="5012" y="18"/>
                </a:lnTo>
                <a:lnTo>
                  <a:pt x="5012" y="0"/>
                </a:lnTo>
                <a:moveTo>
                  <a:pt x="5081" y="0"/>
                </a:moveTo>
                <a:lnTo>
                  <a:pt x="5116" y="0"/>
                </a:lnTo>
                <a:lnTo>
                  <a:pt x="5116" y="18"/>
                </a:lnTo>
                <a:lnTo>
                  <a:pt x="5081" y="18"/>
                </a:lnTo>
                <a:lnTo>
                  <a:pt x="5081" y="0"/>
                </a:lnTo>
                <a:moveTo>
                  <a:pt x="5151" y="0"/>
                </a:moveTo>
                <a:lnTo>
                  <a:pt x="5186" y="0"/>
                </a:lnTo>
                <a:lnTo>
                  <a:pt x="5186" y="18"/>
                </a:lnTo>
                <a:lnTo>
                  <a:pt x="5151" y="18"/>
                </a:lnTo>
                <a:lnTo>
                  <a:pt x="5151" y="0"/>
                </a:lnTo>
                <a:moveTo>
                  <a:pt x="5220" y="0"/>
                </a:moveTo>
                <a:lnTo>
                  <a:pt x="5255" y="0"/>
                </a:lnTo>
                <a:lnTo>
                  <a:pt x="5255" y="18"/>
                </a:lnTo>
                <a:lnTo>
                  <a:pt x="5220" y="18"/>
                </a:lnTo>
                <a:lnTo>
                  <a:pt x="5220" y="0"/>
                </a:lnTo>
                <a:moveTo>
                  <a:pt x="5290" y="0"/>
                </a:moveTo>
                <a:lnTo>
                  <a:pt x="5325" y="0"/>
                </a:lnTo>
                <a:lnTo>
                  <a:pt x="5325" y="18"/>
                </a:lnTo>
                <a:lnTo>
                  <a:pt x="5290" y="18"/>
                </a:lnTo>
                <a:lnTo>
                  <a:pt x="5290" y="0"/>
                </a:lnTo>
                <a:moveTo>
                  <a:pt x="5360" y="0"/>
                </a:moveTo>
                <a:lnTo>
                  <a:pt x="5394" y="0"/>
                </a:lnTo>
                <a:lnTo>
                  <a:pt x="5394" y="18"/>
                </a:lnTo>
                <a:lnTo>
                  <a:pt x="5360" y="18"/>
                </a:lnTo>
                <a:lnTo>
                  <a:pt x="5360" y="0"/>
                </a:lnTo>
                <a:moveTo>
                  <a:pt x="5429" y="0"/>
                </a:moveTo>
                <a:lnTo>
                  <a:pt x="5464" y="0"/>
                </a:lnTo>
                <a:lnTo>
                  <a:pt x="5464" y="18"/>
                </a:lnTo>
                <a:lnTo>
                  <a:pt x="5429" y="18"/>
                </a:lnTo>
                <a:lnTo>
                  <a:pt x="5429" y="0"/>
                </a:lnTo>
                <a:moveTo>
                  <a:pt x="5499" y="0"/>
                </a:moveTo>
                <a:lnTo>
                  <a:pt x="5534" y="0"/>
                </a:lnTo>
                <a:lnTo>
                  <a:pt x="5534" y="18"/>
                </a:lnTo>
                <a:lnTo>
                  <a:pt x="5499" y="18"/>
                </a:lnTo>
                <a:lnTo>
                  <a:pt x="5499" y="0"/>
                </a:lnTo>
                <a:moveTo>
                  <a:pt x="5568" y="0"/>
                </a:moveTo>
                <a:lnTo>
                  <a:pt x="5603" y="0"/>
                </a:lnTo>
                <a:lnTo>
                  <a:pt x="5603" y="18"/>
                </a:lnTo>
                <a:lnTo>
                  <a:pt x="5568" y="18"/>
                </a:lnTo>
                <a:lnTo>
                  <a:pt x="5568" y="0"/>
                </a:lnTo>
                <a:moveTo>
                  <a:pt x="5638" y="0"/>
                </a:moveTo>
                <a:lnTo>
                  <a:pt x="5673" y="0"/>
                </a:lnTo>
                <a:lnTo>
                  <a:pt x="5673" y="18"/>
                </a:lnTo>
                <a:lnTo>
                  <a:pt x="5638" y="18"/>
                </a:lnTo>
                <a:lnTo>
                  <a:pt x="5638" y="0"/>
                </a:lnTo>
                <a:moveTo>
                  <a:pt x="5707" y="0"/>
                </a:moveTo>
                <a:lnTo>
                  <a:pt x="5742" y="0"/>
                </a:lnTo>
                <a:lnTo>
                  <a:pt x="5742" y="18"/>
                </a:lnTo>
                <a:lnTo>
                  <a:pt x="5707" y="18"/>
                </a:lnTo>
                <a:lnTo>
                  <a:pt x="5707" y="0"/>
                </a:lnTo>
                <a:moveTo>
                  <a:pt x="5777" y="0"/>
                </a:moveTo>
                <a:lnTo>
                  <a:pt x="5812" y="0"/>
                </a:lnTo>
                <a:lnTo>
                  <a:pt x="5812" y="18"/>
                </a:lnTo>
                <a:lnTo>
                  <a:pt x="5777" y="18"/>
                </a:lnTo>
                <a:lnTo>
                  <a:pt x="5777" y="0"/>
                </a:lnTo>
                <a:moveTo>
                  <a:pt x="5847" y="0"/>
                </a:moveTo>
                <a:lnTo>
                  <a:pt x="5881" y="0"/>
                </a:lnTo>
                <a:lnTo>
                  <a:pt x="5881" y="18"/>
                </a:lnTo>
                <a:lnTo>
                  <a:pt x="5847" y="18"/>
                </a:lnTo>
                <a:lnTo>
                  <a:pt x="5847" y="0"/>
                </a:lnTo>
                <a:moveTo>
                  <a:pt x="5916" y="0"/>
                </a:moveTo>
                <a:lnTo>
                  <a:pt x="5951" y="0"/>
                </a:lnTo>
                <a:lnTo>
                  <a:pt x="5951" y="18"/>
                </a:lnTo>
                <a:lnTo>
                  <a:pt x="5916" y="18"/>
                </a:lnTo>
                <a:lnTo>
                  <a:pt x="5916" y="0"/>
                </a:lnTo>
                <a:moveTo>
                  <a:pt x="5986" y="0"/>
                </a:moveTo>
                <a:lnTo>
                  <a:pt x="6021" y="0"/>
                </a:lnTo>
                <a:lnTo>
                  <a:pt x="6021" y="18"/>
                </a:lnTo>
                <a:lnTo>
                  <a:pt x="5986" y="18"/>
                </a:lnTo>
                <a:lnTo>
                  <a:pt x="5986" y="0"/>
                </a:lnTo>
                <a:moveTo>
                  <a:pt x="6055" y="0"/>
                </a:moveTo>
                <a:lnTo>
                  <a:pt x="6090" y="0"/>
                </a:lnTo>
                <a:lnTo>
                  <a:pt x="6090" y="18"/>
                </a:lnTo>
                <a:lnTo>
                  <a:pt x="6055" y="18"/>
                </a:lnTo>
                <a:lnTo>
                  <a:pt x="6055" y="0"/>
                </a:lnTo>
                <a:moveTo>
                  <a:pt x="6125" y="0"/>
                </a:moveTo>
                <a:lnTo>
                  <a:pt x="6160" y="0"/>
                </a:lnTo>
                <a:lnTo>
                  <a:pt x="6160" y="18"/>
                </a:lnTo>
                <a:lnTo>
                  <a:pt x="6125" y="18"/>
                </a:lnTo>
                <a:lnTo>
                  <a:pt x="6125" y="0"/>
                </a:lnTo>
                <a:moveTo>
                  <a:pt x="6195" y="0"/>
                </a:moveTo>
                <a:lnTo>
                  <a:pt x="6229" y="0"/>
                </a:lnTo>
                <a:lnTo>
                  <a:pt x="6229" y="18"/>
                </a:lnTo>
                <a:lnTo>
                  <a:pt x="6195" y="18"/>
                </a:lnTo>
                <a:lnTo>
                  <a:pt x="6195" y="0"/>
                </a:lnTo>
                <a:moveTo>
                  <a:pt x="6264" y="0"/>
                </a:moveTo>
                <a:lnTo>
                  <a:pt x="6299" y="0"/>
                </a:lnTo>
                <a:lnTo>
                  <a:pt x="6299" y="18"/>
                </a:lnTo>
                <a:lnTo>
                  <a:pt x="6264" y="18"/>
                </a:lnTo>
                <a:lnTo>
                  <a:pt x="6264" y="0"/>
                </a:lnTo>
                <a:moveTo>
                  <a:pt x="6334" y="0"/>
                </a:moveTo>
                <a:lnTo>
                  <a:pt x="6369" y="0"/>
                </a:lnTo>
                <a:lnTo>
                  <a:pt x="6369" y="18"/>
                </a:lnTo>
                <a:lnTo>
                  <a:pt x="6334" y="18"/>
                </a:lnTo>
                <a:lnTo>
                  <a:pt x="6334" y="0"/>
                </a:lnTo>
                <a:moveTo>
                  <a:pt x="6403" y="0"/>
                </a:moveTo>
                <a:lnTo>
                  <a:pt x="6438" y="0"/>
                </a:lnTo>
                <a:lnTo>
                  <a:pt x="6438" y="18"/>
                </a:lnTo>
                <a:lnTo>
                  <a:pt x="6403" y="18"/>
                </a:lnTo>
                <a:lnTo>
                  <a:pt x="6403" y="0"/>
                </a:lnTo>
                <a:moveTo>
                  <a:pt x="6473" y="0"/>
                </a:moveTo>
                <a:lnTo>
                  <a:pt x="6508" y="0"/>
                </a:lnTo>
                <a:lnTo>
                  <a:pt x="6508" y="18"/>
                </a:lnTo>
                <a:lnTo>
                  <a:pt x="6473" y="18"/>
                </a:lnTo>
                <a:lnTo>
                  <a:pt x="6473" y="0"/>
                </a:lnTo>
                <a:moveTo>
                  <a:pt x="6543" y="0"/>
                </a:moveTo>
                <a:lnTo>
                  <a:pt x="6577" y="0"/>
                </a:lnTo>
                <a:lnTo>
                  <a:pt x="6577" y="18"/>
                </a:lnTo>
                <a:lnTo>
                  <a:pt x="6543" y="18"/>
                </a:lnTo>
                <a:lnTo>
                  <a:pt x="6543" y="0"/>
                </a:lnTo>
                <a:moveTo>
                  <a:pt x="6612" y="0"/>
                </a:moveTo>
                <a:lnTo>
                  <a:pt x="6647" y="0"/>
                </a:lnTo>
                <a:lnTo>
                  <a:pt x="6647" y="18"/>
                </a:lnTo>
                <a:lnTo>
                  <a:pt x="6612" y="18"/>
                </a:lnTo>
                <a:lnTo>
                  <a:pt x="6612" y="0"/>
                </a:lnTo>
                <a:moveTo>
                  <a:pt x="6682" y="0"/>
                </a:moveTo>
                <a:lnTo>
                  <a:pt x="6716" y="0"/>
                </a:lnTo>
                <a:lnTo>
                  <a:pt x="6716" y="18"/>
                </a:lnTo>
                <a:lnTo>
                  <a:pt x="6682" y="18"/>
                </a:lnTo>
                <a:lnTo>
                  <a:pt x="6682" y="0"/>
                </a:lnTo>
                <a:moveTo>
                  <a:pt x="6751" y="0"/>
                </a:moveTo>
                <a:lnTo>
                  <a:pt x="6786" y="0"/>
                </a:lnTo>
                <a:lnTo>
                  <a:pt x="6786" y="18"/>
                </a:lnTo>
                <a:lnTo>
                  <a:pt x="6751" y="18"/>
                </a:lnTo>
                <a:lnTo>
                  <a:pt x="6751" y="0"/>
                </a:lnTo>
                <a:moveTo>
                  <a:pt x="6821" y="0"/>
                </a:moveTo>
                <a:lnTo>
                  <a:pt x="6856" y="0"/>
                </a:lnTo>
                <a:lnTo>
                  <a:pt x="6856" y="18"/>
                </a:lnTo>
                <a:lnTo>
                  <a:pt x="6821" y="18"/>
                </a:lnTo>
                <a:lnTo>
                  <a:pt x="6821" y="0"/>
                </a:lnTo>
                <a:moveTo>
                  <a:pt x="6890" y="0"/>
                </a:moveTo>
                <a:lnTo>
                  <a:pt x="6925" y="0"/>
                </a:lnTo>
                <a:lnTo>
                  <a:pt x="6925" y="18"/>
                </a:lnTo>
                <a:lnTo>
                  <a:pt x="6890" y="18"/>
                </a:lnTo>
                <a:lnTo>
                  <a:pt x="6890" y="0"/>
                </a:lnTo>
                <a:moveTo>
                  <a:pt x="6960" y="0"/>
                </a:moveTo>
                <a:lnTo>
                  <a:pt x="6995" y="0"/>
                </a:lnTo>
                <a:lnTo>
                  <a:pt x="6995" y="18"/>
                </a:lnTo>
                <a:lnTo>
                  <a:pt x="6960" y="18"/>
                </a:lnTo>
                <a:lnTo>
                  <a:pt x="6960" y="0"/>
                </a:lnTo>
                <a:moveTo>
                  <a:pt x="7030" y="0"/>
                </a:moveTo>
                <a:lnTo>
                  <a:pt x="7064" y="0"/>
                </a:lnTo>
                <a:lnTo>
                  <a:pt x="7064" y="18"/>
                </a:lnTo>
                <a:lnTo>
                  <a:pt x="7030" y="18"/>
                </a:lnTo>
                <a:lnTo>
                  <a:pt x="7030" y="0"/>
                </a:lnTo>
                <a:moveTo>
                  <a:pt x="7099" y="0"/>
                </a:moveTo>
                <a:lnTo>
                  <a:pt x="7134" y="0"/>
                </a:lnTo>
                <a:lnTo>
                  <a:pt x="7134" y="18"/>
                </a:lnTo>
                <a:lnTo>
                  <a:pt x="7099" y="18"/>
                </a:lnTo>
                <a:lnTo>
                  <a:pt x="7099" y="0"/>
                </a:lnTo>
                <a:moveTo>
                  <a:pt x="7169" y="0"/>
                </a:moveTo>
                <a:lnTo>
                  <a:pt x="7204" y="0"/>
                </a:lnTo>
                <a:lnTo>
                  <a:pt x="7204" y="18"/>
                </a:lnTo>
                <a:lnTo>
                  <a:pt x="7169" y="18"/>
                </a:lnTo>
                <a:lnTo>
                  <a:pt x="7169" y="0"/>
                </a:lnTo>
                <a:moveTo>
                  <a:pt x="7238" y="0"/>
                </a:moveTo>
                <a:lnTo>
                  <a:pt x="7273" y="0"/>
                </a:lnTo>
                <a:lnTo>
                  <a:pt x="7273" y="18"/>
                </a:lnTo>
                <a:lnTo>
                  <a:pt x="7238" y="18"/>
                </a:lnTo>
                <a:lnTo>
                  <a:pt x="7238" y="0"/>
                </a:lnTo>
                <a:moveTo>
                  <a:pt x="7308" y="0"/>
                </a:moveTo>
                <a:lnTo>
                  <a:pt x="7343" y="0"/>
                </a:lnTo>
                <a:lnTo>
                  <a:pt x="7343" y="18"/>
                </a:lnTo>
                <a:lnTo>
                  <a:pt x="7308" y="18"/>
                </a:lnTo>
                <a:lnTo>
                  <a:pt x="7308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931320" y="3932640"/>
            <a:ext cx="116352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40" spc="-1" strike="noStrike">
                <a:solidFill>
                  <a:srgbClr val="000000"/>
                </a:solidFill>
                <a:latin typeface="Calibri"/>
                <a:ea typeface="Calibri"/>
              </a:rPr>
              <a:t>search Slot (free, by service &amp; date)</a:t>
            </a:r>
            <a:endParaRPr b="0" lang="en-AU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3493800" y="4418640"/>
            <a:ext cx="63000" cy="50400"/>
          </a:xfrm>
          <a:custGeom>
            <a:avLst/>
            <a:gdLst/>
            <a:ahLst/>
            <a:rect l="0" t="0" r="r" b="b"/>
            <a:pathLst>
              <a:path w="175" h="140">
                <a:moveTo>
                  <a:pt x="0" y="0"/>
                </a:moveTo>
                <a:lnTo>
                  <a:pt x="175" y="70"/>
                </a:lnTo>
                <a:lnTo>
                  <a:pt x="0" y="140"/>
                </a:lnTo>
                <a:lnTo>
                  <a:pt x="71" y="7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887400" y="4443480"/>
            <a:ext cx="2643840" cy="0"/>
          </a:xfrm>
          <a:prstGeom prst="line">
            <a:avLst/>
          </a:prstGeom>
          <a:ln w="61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993960" y="4131000"/>
            <a:ext cx="46548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40" spc="-1" strike="noStrike">
                <a:solidFill>
                  <a:srgbClr val="000000"/>
                </a:solidFill>
                <a:latin typeface="Calibri"/>
                <a:ea typeface="Calibri"/>
              </a:rPr>
              <a:t>available Slots</a:t>
            </a:r>
            <a:endParaRPr b="0" lang="en-AU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3575160" y="4617000"/>
            <a:ext cx="63000" cy="50400"/>
          </a:xfrm>
          <a:custGeom>
            <a:avLst/>
            <a:gdLst/>
            <a:ahLst/>
            <a:rect l="0" t="0" r="r" b="b"/>
            <a:pathLst>
              <a:path w="175" h="140">
                <a:moveTo>
                  <a:pt x="175" y="0"/>
                </a:moveTo>
                <a:lnTo>
                  <a:pt x="0" y="71"/>
                </a:lnTo>
                <a:lnTo>
                  <a:pt x="175" y="140"/>
                </a:lnTo>
                <a:lnTo>
                  <a:pt x="106" y="71"/>
                </a:lnTo>
                <a:lnTo>
                  <a:pt x="175" y="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3600360" y="4642200"/>
            <a:ext cx="2331360" cy="0"/>
          </a:xfrm>
          <a:prstGeom prst="line">
            <a:avLst/>
          </a:prstGeom>
          <a:ln w="61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931320" y="4329720"/>
            <a:ext cx="193608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40" spc="-1" strike="noStrike">
                <a:solidFill>
                  <a:srgbClr val="000000"/>
                </a:solidFill>
                <a:latin typeface="Calibri"/>
                <a:ea typeface="Calibri"/>
              </a:rPr>
              <a:t>5. POST Appointment (proposed, basedOn ServiceRequest)</a:t>
            </a:r>
            <a:endParaRPr b="0" lang="en-AU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3493800" y="4815720"/>
            <a:ext cx="63000" cy="50400"/>
          </a:xfrm>
          <a:custGeom>
            <a:avLst/>
            <a:gdLst/>
            <a:ahLst/>
            <a:rect l="0" t="0" r="r" b="b"/>
            <a:pathLst>
              <a:path w="175" h="140">
                <a:moveTo>
                  <a:pt x="0" y="0"/>
                </a:moveTo>
                <a:lnTo>
                  <a:pt x="175" y="71"/>
                </a:lnTo>
                <a:lnTo>
                  <a:pt x="0" y="140"/>
                </a:lnTo>
                <a:lnTo>
                  <a:pt x="71" y="71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887400" y="4840920"/>
            <a:ext cx="2643840" cy="0"/>
          </a:xfrm>
          <a:prstGeom prst="line">
            <a:avLst/>
          </a:prstGeom>
          <a:ln w="612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880" rIns="2880" tIns="-2880" bIns="-28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3675600" y="4528440"/>
            <a:ext cx="190260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40" spc="-1" strike="noStrike">
                <a:solidFill>
                  <a:srgbClr val="000000"/>
                </a:solidFill>
                <a:latin typeface="Calibri"/>
                <a:ea typeface="Calibri"/>
              </a:rPr>
              <a:t>conﬁrm: Appointment booked, Slot busy, Task in-progress</a:t>
            </a:r>
            <a:endParaRPr b="0" lang="en-AU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893880" y="5014440"/>
            <a:ext cx="63000" cy="50400"/>
          </a:xfrm>
          <a:custGeom>
            <a:avLst/>
            <a:gdLst/>
            <a:ahLst/>
            <a:rect l="0" t="0" r="r" b="b"/>
            <a:pathLst>
              <a:path w="175" h="140">
                <a:moveTo>
                  <a:pt x="175" y="0"/>
                </a:moveTo>
                <a:lnTo>
                  <a:pt x="0" y="70"/>
                </a:lnTo>
                <a:lnTo>
                  <a:pt x="175" y="140"/>
                </a:lnTo>
                <a:lnTo>
                  <a:pt x="105" y="70"/>
                </a:lnTo>
                <a:lnTo>
                  <a:pt x="175" y="0"/>
                </a:lnTo>
                <a:close/>
              </a:path>
            </a:pathLst>
          </a:custGeom>
          <a:solidFill>
            <a:srgbClr val="001d34"/>
          </a:solidFill>
          <a:ln w="6120">
            <a:solidFill>
              <a:srgbClr val="001d34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918720" y="5036400"/>
            <a:ext cx="2643480" cy="6480"/>
          </a:xfrm>
          <a:custGeom>
            <a:avLst/>
            <a:gdLst/>
            <a:ahLst/>
            <a:rect l="0" t="0" r="r" b="b"/>
            <a:pathLst>
              <a:path w="7343" h="18">
                <a:moveTo>
                  <a:pt x="0" y="0"/>
                </a:moveTo>
                <a:lnTo>
                  <a:pt x="35" y="0"/>
                </a:lnTo>
                <a:lnTo>
                  <a:pt x="35" y="18"/>
                </a:lnTo>
                <a:lnTo>
                  <a:pt x="0" y="18"/>
                </a:lnTo>
                <a:lnTo>
                  <a:pt x="0" y="0"/>
                </a:lnTo>
                <a:moveTo>
                  <a:pt x="70" y="0"/>
                </a:moveTo>
                <a:lnTo>
                  <a:pt x="105" y="0"/>
                </a:lnTo>
                <a:lnTo>
                  <a:pt x="105" y="18"/>
                </a:lnTo>
                <a:lnTo>
                  <a:pt x="70" y="18"/>
                </a:lnTo>
                <a:lnTo>
                  <a:pt x="70" y="0"/>
                </a:lnTo>
                <a:moveTo>
                  <a:pt x="139" y="0"/>
                </a:moveTo>
                <a:lnTo>
                  <a:pt x="174" y="0"/>
                </a:lnTo>
                <a:lnTo>
                  <a:pt x="174" y="18"/>
                </a:lnTo>
                <a:lnTo>
                  <a:pt x="139" y="18"/>
                </a:lnTo>
                <a:lnTo>
                  <a:pt x="139" y="0"/>
                </a:lnTo>
                <a:moveTo>
                  <a:pt x="209" y="0"/>
                </a:moveTo>
                <a:lnTo>
                  <a:pt x="244" y="0"/>
                </a:lnTo>
                <a:lnTo>
                  <a:pt x="244" y="18"/>
                </a:lnTo>
                <a:lnTo>
                  <a:pt x="209" y="18"/>
                </a:lnTo>
                <a:lnTo>
                  <a:pt x="209" y="0"/>
                </a:lnTo>
                <a:moveTo>
                  <a:pt x="279" y="0"/>
                </a:moveTo>
                <a:lnTo>
                  <a:pt x="313" y="0"/>
                </a:lnTo>
                <a:lnTo>
                  <a:pt x="313" y="18"/>
                </a:lnTo>
                <a:lnTo>
                  <a:pt x="279" y="18"/>
                </a:lnTo>
                <a:lnTo>
                  <a:pt x="279" y="0"/>
                </a:lnTo>
                <a:moveTo>
                  <a:pt x="348" y="0"/>
                </a:moveTo>
                <a:lnTo>
                  <a:pt x="383" y="0"/>
                </a:lnTo>
                <a:lnTo>
                  <a:pt x="383" y="18"/>
                </a:lnTo>
                <a:lnTo>
                  <a:pt x="348" y="18"/>
                </a:lnTo>
                <a:lnTo>
                  <a:pt x="348" y="0"/>
                </a:lnTo>
                <a:moveTo>
                  <a:pt x="418" y="0"/>
                </a:moveTo>
                <a:lnTo>
                  <a:pt x="453" y="0"/>
                </a:lnTo>
                <a:lnTo>
                  <a:pt x="453" y="18"/>
                </a:lnTo>
                <a:lnTo>
                  <a:pt x="418" y="18"/>
                </a:lnTo>
                <a:lnTo>
                  <a:pt x="418" y="0"/>
                </a:lnTo>
                <a:moveTo>
                  <a:pt x="487" y="0"/>
                </a:moveTo>
                <a:lnTo>
                  <a:pt x="522" y="0"/>
                </a:lnTo>
                <a:lnTo>
                  <a:pt x="522" y="18"/>
                </a:lnTo>
                <a:lnTo>
                  <a:pt x="487" y="18"/>
                </a:lnTo>
                <a:lnTo>
                  <a:pt x="487" y="0"/>
                </a:lnTo>
                <a:moveTo>
                  <a:pt x="557" y="0"/>
                </a:moveTo>
                <a:lnTo>
                  <a:pt x="592" y="0"/>
                </a:lnTo>
                <a:lnTo>
                  <a:pt x="592" y="18"/>
                </a:lnTo>
                <a:lnTo>
                  <a:pt x="557" y="18"/>
                </a:lnTo>
                <a:lnTo>
                  <a:pt x="557" y="0"/>
                </a:lnTo>
                <a:moveTo>
                  <a:pt x="627" y="0"/>
                </a:moveTo>
                <a:lnTo>
                  <a:pt x="661" y="0"/>
                </a:lnTo>
                <a:lnTo>
                  <a:pt x="661" y="18"/>
                </a:lnTo>
                <a:lnTo>
                  <a:pt x="627" y="18"/>
                </a:lnTo>
                <a:lnTo>
                  <a:pt x="627" y="0"/>
                </a:lnTo>
                <a:moveTo>
                  <a:pt x="696" y="0"/>
                </a:moveTo>
                <a:lnTo>
                  <a:pt x="731" y="0"/>
                </a:lnTo>
                <a:lnTo>
                  <a:pt x="731" y="18"/>
                </a:lnTo>
                <a:lnTo>
                  <a:pt x="696" y="18"/>
                </a:lnTo>
                <a:lnTo>
                  <a:pt x="696" y="0"/>
                </a:lnTo>
                <a:moveTo>
                  <a:pt x="766" y="0"/>
                </a:moveTo>
                <a:lnTo>
                  <a:pt x="801" y="0"/>
                </a:lnTo>
                <a:lnTo>
                  <a:pt x="801" y="18"/>
                </a:lnTo>
                <a:lnTo>
                  <a:pt x="766" y="18"/>
                </a:lnTo>
                <a:lnTo>
                  <a:pt x="766" y="0"/>
                </a:lnTo>
                <a:moveTo>
                  <a:pt x="835" y="0"/>
                </a:moveTo>
                <a:lnTo>
                  <a:pt x="870" y="0"/>
                </a:lnTo>
                <a:lnTo>
                  <a:pt x="870" y="18"/>
                </a:lnTo>
                <a:lnTo>
                  <a:pt x="835" y="18"/>
                </a:lnTo>
                <a:lnTo>
                  <a:pt x="835" y="0"/>
                </a:lnTo>
                <a:moveTo>
                  <a:pt x="905" y="0"/>
                </a:moveTo>
                <a:lnTo>
                  <a:pt x="940" y="0"/>
                </a:lnTo>
                <a:lnTo>
                  <a:pt x="940" y="18"/>
                </a:lnTo>
                <a:lnTo>
                  <a:pt x="905" y="18"/>
                </a:lnTo>
                <a:lnTo>
                  <a:pt x="905" y="0"/>
                </a:lnTo>
                <a:moveTo>
                  <a:pt x="975" y="0"/>
                </a:moveTo>
                <a:lnTo>
                  <a:pt x="1009" y="0"/>
                </a:lnTo>
                <a:lnTo>
                  <a:pt x="1009" y="18"/>
                </a:lnTo>
                <a:lnTo>
                  <a:pt x="975" y="18"/>
                </a:lnTo>
                <a:lnTo>
                  <a:pt x="975" y="0"/>
                </a:lnTo>
                <a:moveTo>
                  <a:pt x="1044" y="0"/>
                </a:moveTo>
                <a:lnTo>
                  <a:pt x="1079" y="0"/>
                </a:lnTo>
                <a:lnTo>
                  <a:pt x="1079" y="18"/>
                </a:lnTo>
                <a:lnTo>
                  <a:pt x="1044" y="18"/>
                </a:lnTo>
                <a:lnTo>
                  <a:pt x="1044" y="0"/>
                </a:lnTo>
                <a:moveTo>
                  <a:pt x="1114" y="0"/>
                </a:moveTo>
                <a:lnTo>
                  <a:pt x="1150" y="0"/>
                </a:lnTo>
                <a:lnTo>
                  <a:pt x="1150" y="18"/>
                </a:lnTo>
                <a:lnTo>
                  <a:pt x="1114" y="18"/>
                </a:lnTo>
                <a:lnTo>
                  <a:pt x="1114" y="0"/>
                </a:lnTo>
                <a:moveTo>
                  <a:pt x="1184" y="0"/>
                </a:moveTo>
                <a:lnTo>
                  <a:pt x="1219" y="0"/>
                </a:lnTo>
                <a:lnTo>
                  <a:pt x="1219" y="18"/>
                </a:lnTo>
                <a:lnTo>
                  <a:pt x="1184" y="18"/>
                </a:lnTo>
                <a:lnTo>
                  <a:pt x="1184" y="0"/>
                </a:lnTo>
                <a:moveTo>
                  <a:pt x="1254" y="0"/>
                </a:moveTo>
                <a:lnTo>
                  <a:pt x="1289" y="0"/>
                </a:lnTo>
                <a:lnTo>
                  <a:pt x="1289" y="18"/>
                </a:lnTo>
                <a:lnTo>
                  <a:pt x="1254" y="18"/>
                </a:lnTo>
                <a:lnTo>
                  <a:pt x="1254" y="0"/>
                </a:lnTo>
                <a:moveTo>
                  <a:pt x="1323" y="0"/>
                </a:moveTo>
                <a:lnTo>
                  <a:pt x="1358" y="0"/>
                </a:lnTo>
                <a:lnTo>
                  <a:pt x="1358" y="18"/>
                </a:lnTo>
                <a:lnTo>
                  <a:pt x="1323" y="18"/>
                </a:lnTo>
                <a:lnTo>
                  <a:pt x="1323" y="0"/>
                </a:lnTo>
                <a:moveTo>
                  <a:pt x="1393" y="0"/>
                </a:moveTo>
                <a:lnTo>
                  <a:pt x="1428" y="0"/>
                </a:lnTo>
                <a:lnTo>
                  <a:pt x="1428" y="18"/>
                </a:lnTo>
                <a:lnTo>
                  <a:pt x="1393" y="18"/>
                </a:lnTo>
                <a:lnTo>
                  <a:pt x="1393" y="0"/>
                </a:lnTo>
                <a:moveTo>
                  <a:pt x="1463" y="0"/>
                </a:moveTo>
                <a:lnTo>
                  <a:pt x="1497" y="0"/>
                </a:lnTo>
                <a:lnTo>
                  <a:pt x="1497" y="18"/>
                </a:lnTo>
                <a:lnTo>
                  <a:pt x="1463" y="18"/>
                </a:lnTo>
                <a:lnTo>
                  <a:pt x="1463" y="0"/>
                </a:lnTo>
                <a:moveTo>
                  <a:pt x="1532" y="0"/>
                </a:moveTo>
                <a:lnTo>
                  <a:pt x="1567" y="0"/>
                </a:lnTo>
                <a:lnTo>
                  <a:pt x="1567" y="18"/>
                </a:lnTo>
                <a:lnTo>
                  <a:pt x="1532" y="18"/>
                </a:lnTo>
                <a:lnTo>
                  <a:pt x="1532" y="0"/>
                </a:lnTo>
                <a:moveTo>
                  <a:pt x="1602" y="0"/>
                </a:moveTo>
                <a:lnTo>
                  <a:pt x="1637" y="0"/>
                </a:lnTo>
                <a:lnTo>
                  <a:pt x="1637" y="18"/>
                </a:lnTo>
                <a:lnTo>
                  <a:pt x="1602" y="18"/>
                </a:lnTo>
                <a:lnTo>
                  <a:pt x="1602" y="0"/>
                </a:lnTo>
                <a:moveTo>
                  <a:pt x="1671" y="0"/>
                </a:moveTo>
                <a:lnTo>
                  <a:pt x="1706" y="0"/>
                </a:lnTo>
                <a:lnTo>
                  <a:pt x="1706" y="18"/>
                </a:lnTo>
                <a:lnTo>
                  <a:pt x="1671" y="18"/>
                </a:lnTo>
                <a:lnTo>
                  <a:pt x="1671" y="0"/>
                </a:lnTo>
                <a:moveTo>
                  <a:pt x="1741" y="0"/>
                </a:moveTo>
                <a:lnTo>
                  <a:pt x="1776" y="0"/>
                </a:lnTo>
                <a:lnTo>
                  <a:pt x="1776" y="18"/>
                </a:lnTo>
                <a:lnTo>
                  <a:pt x="1741" y="18"/>
                </a:lnTo>
                <a:lnTo>
                  <a:pt x="1741" y="0"/>
                </a:lnTo>
                <a:moveTo>
                  <a:pt x="1811" y="0"/>
                </a:moveTo>
                <a:lnTo>
                  <a:pt x="1845" y="0"/>
                </a:lnTo>
                <a:lnTo>
                  <a:pt x="1845" y="18"/>
                </a:lnTo>
                <a:lnTo>
                  <a:pt x="1811" y="18"/>
                </a:lnTo>
                <a:lnTo>
                  <a:pt x="1811" y="0"/>
                </a:lnTo>
                <a:moveTo>
                  <a:pt x="1880" y="0"/>
                </a:moveTo>
                <a:lnTo>
                  <a:pt x="1915" y="0"/>
                </a:lnTo>
                <a:lnTo>
                  <a:pt x="1915" y="18"/>
                </a:lnTo>
                <a:lnTo>
                  <a:pt x="1880" y="18"/>
                </a:lnTo>
                <a:lnTo>
                  <a:pt x="1880" y="0"/>
                </a:lnTo>
                <a:moveTo>
                  <a:pt x="1950" y="0"/>
                </a:moveTo>
                <a:lnTo>
                  <a:pt x="1985" y="0"/>
                </a:lnTo>
                <a:lnTo>
                  <a:pt x="1985" y="18"/>
                </a:lnTo>
                <a:lnTo>
                  <a:pt x="1950" y="18"/>
                </a:lnTo>
                <a:lnTo>
                  <a:pt x="1950" y="0"/>
                </a:lnTo>
                <a:moveTo>
                  <a:pt x="2019" y="0"/>
                </a:moveTo>
                <a:lnTo>
                  <a:pt x="2054" y="0"/>
                </a:lnTo>
                <a:lnTo>
                  <a:pt x="2054" y="18"/>
                </a:lnTo>
                <a:lnTo>
                  <a:pt x="2019" y="18"/>
                </a:lnTo>
                <a:lnTo>
                  <a:pt x="2019" y="0"/>
                </a:lnTo>
                <a:moveTo>
                  <a:pt x="2089" y="0"/>
                </a:moveTo>
                <a:lnTo>
                  <a:pt x="2124" y="0"/>
                </a:lnTo>
                <a:lnTo>
                  <a:pt x="2124" y="18"/>
                </a:lnTo>
                <a:lnTo>
                  <a:pt x="2089" y="18"/>
                </a:lnTo>
                <a:lnTo>
                  <a:pt x="2089" y="0"/>
                </a:lnTo>
                <a:moveTo>
                  <a:pt x="2159" y="0"/>
                </a:moveTo>
                <a:lnTo>
                  <a:pt x="2193" y="0"/>
                </a:lnTo>
                <a:lnTo>
                  <a:pt x="2193" y="18"/>
                </a:lnTo>
                <a:lnTo>
                  <a:pt x="2159" y="18"/>
                </a:lnTo>
                <a:lnTo>
                  <a:pt x="2159" y="0"/>
                </a:lnTo>
                <a:moveTo>
                  <a:pt x="2228" y="0"/>
                </a:moveTo>
                <a:lnTo>
                  <a:pt x="2263" y="0"/>
                </a:lnTo>
                <a:lnTo>
                  <a:pt x="2263" y="18"/>
                </a:lnTo>
                <a:lnTo>
                  <a:pt x="2228" y="18"/>
                </a:lnTo>
                <a:lnTo>
                  <a:pt x="2228" y="0"/>
                </a:lnTo>
                <a:moveTo>
                  <a:pt x="2298" y="0"/>
                </a:moveTo>
                <a:lnTo>
                  <a:pt x="2332" y="0"/>
                </a:lnTo>
                <a:lnTo>
                  <a:pt x="2332" y="18"/>
                </a:lnTo>
                <a:lnTo>
                  <a:pt x="2298" y="18"/>
                </a:lnTo>
                <a:lnTo>
                  <a:pt x="2298" y="0"/>
                </a:lnTo>
                <a:moveTo>
                  <a:pt x="2367" y="0"/>
                </a:moveTo>
                <a:lnTo>
                  <a:pt x="2402" y="0"/>
                </a:lnTo>
                <a:lnTo>
                  <a:pt x="2402" y="18"/>
                </a:lnTo>
                <a:lnTo>
                  <a:pt x="2367" y="18"/>
                </a:lnTo>
                <a:lnTo>
                  <a:pt x="2367" y="0"/>
                </a:lnTo>
                <a:moveTo>
                  <a:pt x="2437" y="0"/>
                </a:moveTo>
                <a:lnTo>
                  <a:pt x="2472" y="0"/>
                </a:lnTo>
                <a:lnTo>
                  <a:pt x="2472" y="18"/>
                </a:lnTo>
                <a:lnTo>
                  <a:pt x="2437" y="18"/>
                </a:lnTo>
                <a:lnTo>
                  <a:pt x="2437" y="0"/>
                </a:lnTo>
                <a:moveTo>
                  <a:pt x="2506" y="0"/>
                </a:moveTo>
                <a:lnTo>
                  <a:pt x="2541" y="0"/>
                </a:lnTo>
                <a:lnTo>
                  <a:pt x="2541" y="18"/>
                </a:lnTo>
                <a:lnTo>
                  <a:pt x="2506" y="18"/>
                </a:lnTo>
                <a:lnTo>
                  <a:pt x="2506" y="0"/>
                </a:lnTo>
                <a:moveTo>
                  <a:pt x="2576" y="0"/>
                </a:moveTo>
                <a:lnTo>
                  <a:pt x="2611" y="0"/>
                </a:lnTo>
                <a:lnTo>
                  <a:pt x="2611" y="18"/>
                </a:lnTo>
                <a:lnTo>
                  <a:pt x="2576" y="18"/>
                </a:lnTo>
                <a:lnTo>
                  <a:pt x="2576" y="0"/>
                </a:lnTo>
                <a:moveTo>
                  <a:pt x="2646" y="0"/>
                </a:moveTo>
                <a:lnTo>
                  <a:pt x="2680" y="0"/>
                </a:lnTo>
                <a:lnTo>
                  <a:pt x="2680" y="18"/>
                </a:lnTo>
                <a:lnTo>
                  <a:pt x="2646" y="18"/>
                </a:lnTo>
                <a:lnTo>
                  <a:pt x="2646" y="0"/>
                </a:lnTo>
                <a:moveTo>
                  <a:pt x="2715" y="0"/>
                </a:moveTo>
                <a:lnTo>
                  <a:pt x="2750" y="0"/>
                </a:lnTo>
                <a:lnTo>
                  <a:pt x="2750" y="18"/>
                </a:lnTo>
                <a:lnTo>
                  <a:pt x="2715" y="18"/>
                </a:lnTo>
                <a:lnTo>
                  <a:pt x="2715" y="0"/>
                </a:lnTo>
                <a:moveTo>
                  <a:pt x="2785" y="0"/>
                </a:moveTo>
                <a:lnTo>
                  <a:pt x="2820" y="0"/>
                </a:lnTo>
                <a:lnTo>
                  <a:pt x="2820" y="18"/>
                </a:lnTo>
                <a:lnTo>
                  <a:pt x="2785" y="18"/>
                </a:lnTo>
                <a:lnTo>
                  <a:pt x="2785" y="0"/>
                </a:lnTo>
                <a:moveTo>
                  <a:pt x="2854" y="0"/>
                </a:moveTo>
                <a:lnTo>
                  <a:pt x="2889" y="0"/>
                </a:lnTo>
                <a:lnTo>
                  <a:pt x="2889" y="18"/>
                </a:lnTo>
                <a:lnTo>
                  <a:pt x="2854" y="18"/>
                </a:lnTo>
                <a:lnTo>
                  <a:pt x="2854" y="0"/>
                </a:lnTo>
                <a:moveTo>
                  <a:pt x="2924" y="0"/>
                </a:moveTo>
                <a:lnTo>
                  <a:pt x="2959" y="0"/>
                </a:lnTo>
                <a:lnTo>
                  <a:pt x="2959" y="18"/>
                </a:lnTo>
                <a:lnTo>
                  <a:pt x="2924" y="18"/>
                </a:lnTo>
                <a:lnTo>
                  <a:pt x="2924" y="0"/>
                </a:lnTo>
                <a:moveTo>
                  <a:pt x="2994" y="0"/>
                </a:moveTo>
                <a:lnTo>
                  <a:pt x="3028" y="0"/>
                </a:lnTo>
                <a:lnTo>
                  <a:pt x="3028" y="18"/>
                </a:lnTo>
                <a:lnTo>
                  <a:pt x="2994" y="18"/>
                </a:lnTo>
                <a:lnTo>
                  <a:pt x="2994" y="0"/>
                </a:lnTo>
                <a:moveTo>
                  <a:pt x="3063" y="0"/>
                </a:moveTo>
                <a:lnTo>
                  <a:pt x="3098" y="0"/>
                </a:lnTo>
                <a:lnTo>
                  <a:pt x="3098" y="18"/>
                </a:lnTo>
                <a:lnTo>
                  <a:pt x="3063" y="18"/>
                </a:lnTo>
                <a:lnTo>
                  <a:pt x="3063" y="0"/>
                </a:lnTo>
                <a:moveTo>
                  <a:pt x="3133" y="0"/>
                </a:moveTo>
                <a:lnTo>
                  <a:pt x="3168" y="0"/>
                </a:lnTo>
                <a:lnTo>
                  <a:pt x="3168" y="18"/>
                </a:lnTo>
                <a:lnTo>
                  <a:pt x="3133" y="18"/>
                </a:lnTo>
                <a:lnTo>
                  <a:pt x="3133" y="0"/>
                </a:lnTo>
                <a:moveTo>
                  <a:pt x="3202" y="0"/>
                </a:moveTo>
                <a:lnTo>
                  <a:pt x="3237" y="0"/>
                </a:lnTo>
                <a:lnTo>
                  <a:pt x="3237" y="18"/>
                </a:lnTo>
                <a:lnTo>
                  <a:pt x="3202" y="18"/>
                </a:lnTo>
                <a:lnTo>
                  <a:pt x="3202" y="0"/>
                </a:lnTo>
                <a:moveTo>
                  <a:pt x="3272" y="0"/>
                </a:moveTo>
                <a:lnTo>
                  <a:pt x="3307" y="0"/>
                </a:lnTo>
                <a:lnTo>
                  <a:pt x="3307" y="18"/>
                </a:lnTo>
                <a:lnTo>
                  <a:pt x="3272" y="18"/>
                </a:lnTo>
                <a:lnTo>
                  <a:pt x="3272" y="0"/>
                </a:lnTo>
                <a:moveTo>
                  <a:pt x="3342" y="0"/>
                </a:moveTo>
                <a:lnTo>
                  <a:pt x="3376" y="0"/>
                </a:lnTo>
                <a:lnTo>
                  <a:pt x="3376" y="18"/>
                </a:lnTo>
                <a:lnTo>
                  <a:pt x="3342" y="18"/>
                </a:lnTo>
                <a:lnTo>
                  <a:pt x="3342" y="0"/>
                </a:lnTo>
                <a:moveTo>
                  <a:pt x="3411" y="0"/>
                </a:moveTo>
                <a:lnTo>
                  <a:pt x="3446" y="0"/>
                </a:lnTo>
                <a:lnTo>
                  <a:pt x="3446" y="18"/>
                </a:lnTo>
                <a:lnTo>
                  <a:pt x="3411" y="18"/>
                </a:lnTo>
                <a:lnTo>
                  <a:pt x="3411" y="0"/>
                </a:lnTo>
                <a:moveTo>
                  <a:pt x="3481" y="0"/>
                </a:moveTo>
                <a:lnTo>
                  <a:pt x="3515" y="0"/>
                </a:lnTo>
                <a:lnTo>
                  <a:pt x="3515" y="18"/>
                </a:lnTo>
                <a:lnTo>
                  <a:pt x="3481" y="18"/>
                </a:lnTo>
                <a:lnTo>
                  <a:pt x="3481" y="0"/>
                </a:lnTo>
                <a:moveTo>
                  <a:pt x="3550" y="0"/>
                </a:moveTo>
                <a:lnTo>
                  <a:pt x="3585" y="0"/>
                </a:lnTo>
                <a:lnTo>
                  <a:pt x="3585" y="18"/>
                </a:lnTo>
                <a:lnTo>
                  <a:pt x="3550" y="18"/>
                </a:lnTo>
                <a:lnTo>
                  <a:pt x="3550" y="0"/>
                </a:lnTo>
                <a:moveTo>
                  <a:pt x="3620" y="0"/>
                </a:moveTo>
                <a:lnTo>
                  <a:pt x="3655" y="0"/>
                </a:lnTo>
                <a:lnTo>
                  <a:pt x="3655" y="18"/>
                </a:lnTo>
                <a:lnTo>
                  <a:pt x="3620" y="18"/>
                </a:lnTo>
                <a:lnTo>
                  <a:pt x="3620" y="0"/>
                </a:lnTo>
                <a:moveTo>
                  <a:pt x="3689" y="0"/>
                </a:moveTo>
                <a:lnTo>
                  <a:pt x="3724" y="0"/>
                </a:lnTo>
                <a:lnTo>
                  <a:pt x="3724" y="18"/>
                </a:lnTo>
                <a:lnTo>
                  <a:pt x="3689" y="18"/>
                </a:lnTo>
                <a:lnTo>
                  <a:pt x="3689" y="0"/>
                </a:lnTo>
                <a:moveTo>
                  <a:pt x="3759" y="0"/>
                </a:moveTo>
                <a:lnTo>
                  <a:pt x="3794" y="0"/>
                </a:lnTo>
                <a:lnTo>
                  <a:pt x="3794" y="18"/>
                </a:lnTo>
                <a:lnTo>
                  <a:pt x="3759" y="18"/>
                </a:lnTo>
                <a:lnTo>
                  <a:pt x="3759" y="0"/>
                </a:lnTo>
                <a:moveTo>
                  <a:pt x="3829" y="0"/>
                </a:moveTo>
                <a:lnTo>
                  <a:pt x="3863" y="0"/>
                </a:lnTo>
                <a:lnTo>
                  <a:pt x="3863" y="18"/>
                </a:lnTo>
                <a:lnTo>
                  <a:pt x="3829" y="18"/>
                </a:lnTo>
                <a:lnTo>
                  <a:pt x="3829" y="0"/>
                </a:lnTo>
                <a:moveTo>
                  <a:pt x="3898" y="0"/>
                </a:moveTo>
                <a:lnTo>
                  <a:pt x="3933" y="0"/>
                </a:lnTo>
                <a:lnTo>
                  <a:pt x="3933" y="18"/>
                </a:lnTo>
                <a:lnTo>
                  <a:pt x="3898" y="18"/>
                </a:lnTo>
                <a:lnTo>
                  <a:pt x="3898" y="0"/>
                </a:lnTo>
                <a:moveTo>
                  <a:pt x="3968" y="0"/>
                </a:moveTo>
                <a:lnTo>
                  <a:pt x="4003" y="0"/>
                </a:lnTo>
                <a:lnTo>
                  <a:pt x="4003" y="18"/>
                </a:lnTo>
                <a:lnTo>
                  <a:pt x="3968" y="18"/>
                </a:lnTo>
                <a:lnTo>
                  <a:pt x="3968" y="0"/>
                </a:lnTo>
                <a:moveTo>
                  <a:pt x="4037" y="0"/>
                </a:moveTo>
                <a:lnTo>
                  <a:pt x="4072" y="0"/>
                </a:lnTo>
                <a:lnTo>
                  <a:pt x="4072" y="18"/>
                </a:lnTo>
                <a:lnTo>
                  <a:pt x="4037" y="18"/>
                </a:lnTo>
                <a:lnTo>
                  <a:pt x="4037" y="0"/>
                </a:lnTo>
                <a:moveTo>
                  <a:pt x="4107" y="0"/>
                </a:moveTo>
                <a:lnTo>
                  <a:pt x="4142" y="0"/>
                </a:lnTo>
                <a:lnTo>
                  <a:pt x="4142" y="18"/>
                </a:lnTo>
                <a:lnTo>
                  <a:pt x="4107" y="18"/>
                </a:lnTo>
                <a:lnTo>
                  <a:pt x="4107" y="0"/>
                </a:lnTo>
                <a:moveTo>
                  <a:pt x="4177" y="0"/>
                </a:moveTo>
                <a:lnTo>
                  <a:pt x="4211" y="0"/>
                </a:lnTo>
                <a:lnTo>
                  <a:pt x="4211" y="18"/>
                </a:lnTo>
                <a:lnTo>
                  <a:pt x="4177" y="18"/>
                </a:lnTo>
                <a:lnTo>
                  <a:pt x="4177" y="0"/>
                </a:lnTo>
                <a:moveTo>
                  <a:pt x="4246" y="0"/>
                </a:moveTo>
                <a:lnTo>
                  <a:pt x="4281" y="0"/>
                </a:lnTo>
                <a:lnTo>
                  <a:pt x="4281" y="18"/>
                </a:lnTo>
                <a:lnTo>
                  <a:pt x="4246" y="18"/>
                </a:lnTo>
                <a:lnTo>
                  <a:pt x="4246" y="0"/>
                </a:lnTo>
                <a:moveTo>
                  <a:pt x="4316" y="0"/>
                </a:moveTo>
                <a:lnTo>
                  <a:pt x="4351" y="0"/>
                </a:lnTo>
                <a:lnTo>
                  <a:pt x="4351" y="18"/>
                </a:lnTo>
                <a:lnTo>
                  <a:pt x="4316" y="18"/>
                </a:lnTo>
                <a:lnTo>
                  <a:pt x="4316" y="0"/>
                </a:lnTo>
                <a:moveTo>
                  <a:pt x="4385" y="0"/>
                </a:moveTo>
                <a:lnTo>
                  <a:pt x="4420" y="0"/>
                </a:lnTo>
                <a:lnTo>
                  <a:pt x="4420" y="18"/>
                </a:lnTo>
                <a:lnTo>
                  <a:pt x="4385" y="18"/>
                </a:lnTo>
                <a:lnTo>
                  <a:pt x="4385" y="0"/>
                </a:lnTo>
                <a:moveTo>
                  <a:pt x="4455" y="0"/>
                </a:moveTo>
                <a:lnTo>
                  <a:pt x="4490" y="0"/>
                </a:lnTo>
                <a:lnTo>
                  <a:pt x="4490" y="18"/>
                </a:lnTo>
                <a:lnTo>
                  <a:pt x="4455" y="18"/>
                </a:lnTo>
                <a:lnTo>
                  <a:pt x="4455" y="0"/>
                </a:lnTo>
                <a:moveTo>
                  <a:pt x="4524" y="0"/>
                </a:moveTo>
                <a:lnTo>
                  <a:pt x="4559" y="0"/>
                </a:lnTo>
                <a:lnTo>
                  <a:pt x="4559" y="18"/>
                </a:lnTo>
                <a:lnTo>
                  <a:pt x="4524" y="18"/>
                </a:lnTo>
                <a:lnTo>
                  <a:pt x="4524" y="0"/>
                </a:lnTo>
                <a:moveTo>
                  <a:pt x="4594" y="0"/>
                </a:moveTo>
                <a:lnTo>
                  <a:pt x="4629" y="0"/>
                </a:lnTo>
                <a:lnTo>
                  <a:pt x="4629" y="18"/>
                </a:lnTo>
                <a:lnTo>
                  <a:pt x="4594" y="18"/>
                </a:lnTo>
                <a:lnTo>
                  <a:pt x="4594" y="0"/>
                </a:lnTo>
                <a:moveTo>
                  <a:pt x="4664" y="0"/>
                </a:moveTo>
                <a:lnTo>
                  <a:pt x="4698" y="0"/>
                </a:lnTo>
                <a:lnTo>
                  <a:pt x="4698" y="18"/>
                </a:lnTo>
                <a:lnTo>
                  <a:pt x="4664" y="18"/>
                </a:lnTo>
                <a:lnTo>
                  <a:pt x="4664" y="0"/>
                </a:lnTo>
                <a:moveTo>
                  <a:pt x="4733" y="0"/>
                </a:moveTo>
                <a:lnTo>
                  <a:pt x="4768" y="0"/>
                </a:lnTo>
                <a:lnTo>
                  <a:pt x="4768" y="18"/>
                </a:lnTo>
                <a:lnTo>
                  <a:pt x="4733" y="18"/>
                </a:lnTo>
                <a:lnTo>
                  <a:pt x="4733" y="0"/>
                </a:lnTo>
                <a:moveTo>
                  <a:pt x="4803" y="0"/>
                </a:moveTo>
                <a:lnTo>
                  <a:pt x="4838" y="0"/>
                </a:lnTo>
                <a:lnTo>
                  <a:pt x="4838" y="18"/>
                </a:lnTo>
                <a:lnTo>
                  <a:pt x="4803" y="18"/>
                </a:lnTo>
                <a:lnTo>
                  <a:pt x="4803" y="0"/>
                </a:lnTo>
                <a:moveTo>
                  <a:pt x="4872" y="0"/>
                </a:moveTo>
                <a:lnTo>
                  <a:pt x="4907" y="0"/>
                </a:lnTo>
                <a:lnTo>
                  <a:pt x="4907" y="18"/>
                </a:lnTo>
                <a:lnTo>
                  <a:pt x="4872" y="18"/>
                </a:lnTo>
                <a:lnTo>
                  <a:pt x="4872" y="0"/>
                </a:lnTo>
                <a:moveTo>
                  <a:pt x="4942" y="0"/>
                </a:moveTo>
                <a:lnTo>
                  <a:pt x="4977" y="0"/>
                </a:lnTo>
                <a:lnTo>
                  <a:pt x="4977" y="18"/>
                </a:lnTo>
                <a:lnTo>
                  <a:pt x="4942" y="18"/>
                </a:lnTo>
                <a:lnTo>
                  <a:pt x="4942" y="0"/>
                </a:lnTo>
                <a:moveTo>
                  <a:pt x="5012" y="0"/>
                </a:moveTo>
                <a:lnTo>
                  <a:pt x="5046" y="0"/>
                </a:lnTo>
                <a:lnTo>
                  <a:pt x="5046" y="18"/>
                </a:lnTo>
                <a:lnTo>
                  <a:pt x="5012" y="18"/>
                </a:lnTo>
                <a:lnTo>
                  <a:pt x="5012" y="0"/>
                </a:lnTo>
                <a:moveTo>
                  <a:pt x="5081" y="0"/>
                </a:moveTo>
                <a:lnTo>
                  <a:pt x="5116" y="0"/>
                </a:lnTo>
                <a:lnTo>
                  <a:pt x="5116" y="18"/>
                </a:lnTo>
                <a:lnTo>
                  <a:pt x="5081" y="18"/>
                </a:lnTo>
                <a:lnTo>
                  <a:pt x="5081" y="0"/>
                </a:lnTo>
                <a:moveTo>
                  <a:pt x="5151" y="0"/>
                </a:moveTo>
                <a:lnTo>
                  <a:pt x="5186" y="0"/>
                </a:lnTo>
                <a:lnTo>
                  <a:pt x="5186" y="18"/>
                </a:lnTo>
                <a:lnTo>
                  <a:pt x="5151" y="18"/>
                </a:lnTo>
                <a:lnTo>
                  <a:pt x="5151" y="0"/>
                </a:lnTo>
                <a:moveTo>
                  <a:pt x="5220" y="0"/>
                </a:moveTo>
                <a:lnTo>
                  <a:pt x="5255" y="0"/>
                </a:lnTo>
                <a:lnTo>
                  <a:pt x="5255" y="18"/>
                </a:lnTo>
                <a:lnTo>
                  <a:pt x="5220" y="18"/>
                </a:lnTo>
                <a:lnTo>
                  <a:pt x="5220" y="0"/>
                </a:lnTo>
                <a:moveTo>
                  <a:pt x="5290" y="0"/>
                </a:moveTo>
                <a:lnTo>
                  <a:pt x="5325" y="0"/>
                </a:lnTo>
                <a:lnTo>
                  <a:pt x="5325" y="18"/>
                </a:lnTo>
                <a:lnTo>
                  <a:pt x="5290" y="18"/>
                </a:lnTo>
                <a:lnTo>
                  <a:pt x="5290" y="0"/>
                </a:lnTo>
                <a:moveTo>
                  <a:pt x="5360" y="0"/>
                </a:moveTo>
                <a:lnTo>
                  <a:pt x="5394" y="0"/>
                </a:lnTo>
                <a:lnTo>
                  <a:pt x="5394" y="18"/>
                </a:lnTo>
                <a:lnTo>
                  <a:pt x="5360" y="18"/>
                </a:lnTo>
                <a:lnTo>
                  <a:pt x="5360" y="0"/>
                </a:lnTo>
                <a:moveTo>
                  <a:pt x="5429" y="0"/>
                </a:moveTo>
                <a:lnTo>
                  <a:pt x="5464" y="0"/>
                </a:lnTo>
                <a:lnTo>
                  <a:pt x="5464" y="18"/>
                </a:lnTo>
                <a:lnTo>
                  <a:pt x="5429" y="18"/>
                </a:lnTo>
                <a:lnTo>
                  <a:pt x="5429" y="0"/>
                </a:lnTo>
                <a:moveTo>
                  <a:pt x="5499" y="0"/>
                </a:moveTo>
                <a:lnTo>
                  <a:pt x="5534" y="0"/>
                </a:lnTo>
                <a:lnTo>
                  <a:pt x="5534" y="18"/>
                </a:lnTo>
                <a:lnTo>
                  <a:pt x="5499" y="18"/>
                </a:lnTo>
                <a:lnTo>
                  <a:pt x="5499" y="0"/>
                </a:lnTo>
                <a:moveTo>
                  <a:pt x="5568" y="0"/>
                </a:moveTo>
                <a:lnTo>
                  <a:pt x="5603" y="0"/>
                </a:lnTo>
                <a:lnTo>
                  <a:pt x="5603" y="18"/>
                </a:lnTo>
                <a:lnTo>
                  <a:pt x="5568" y="18"/>
                </a:lnTo>
                <a:lnTo>
                  <a:pt x="5568" y="0"/>
                </a:lnTo>
                <a:moveTo>
                  <a:pt x="5638" y="0"/>
                </a:moveTo>
                <a:lnTo>
                  <a:pt x="5673" y="0"/>
                </a:lnTo>
                <a:lnTo>
                  <a:pt x="5673" y="18"/>
                </a:lnTo>
                <a:lnTo>
                  <a:pt x="5638" y="18"/>
                </a:lnTo>
                <a:lnTo>
                  <a:pt x="5638" y="0"/>
                </a:lnTo>
                <a:moveTo>
                  <a:pt x="5707" y="0"/>
                </a:moveTo>
                <a:lnTo>
                  <a:pt x="5742" y="0"/>
                </a:lnTo>
                <a:lnTo>
                  <a:pt x="5742" y="18"/>
                </a:lnTo>
                <a:lnTo>
                  <a:pt x="5707" y="18"/>
                </a:lnTo>
                <a:lnTo>
                  <a:pt x="5707" y="0"/>
                </a:lnTo>
                <a:moveTo>
                  <a:pt x="5777" y="0"/>
                </a:moveTo>
                <a:lnTo>
                  <a:pt x="5812" y="0"/>
                </a:lnTo>
                <a:lnTo>
                  <a:pt x="5812" y="18"/>
                </a:lnTo>
                <a:lnTo>
                  <a:pt x="5777" y="18"/>
                </a:lnTo>
                <a:lnTo>
                  <a:pt x="5777" y="0"/>
                </a:lnTo>
                <a:moveTo>
                  <a:pt x="5847" y="0"/>
                </a:moveTo>
                <a:lnTo>
                  <a:pt x="5881" y="0"/>
                </a:lnTo>
                <a:lnTo>
                  <a:pt x="5881" y="18"/>
                </a:lnTo>
                <a:lnTo>
                  <a:pt x="5847" y="18"/>
                </a:lnTo>
                <a:lnTo>
                  <a:pt x="5847" y="0"/>
                </a:lnTo>
                <a:moveTo>
                  <a:pt x="5916" y="0"/>
                </a:moveTo>
                <a:lnTo>
                  <a:pt x="5951" y="0"/>
                </a:lnTo>
                <a:lnTo>
                  <a:pt x="5951" y="18"/>
                </a:lnTo>
                <a:lnTo>
                  <a:pt x="5916" y="18"/>
                </a:lnTo>
                <a:lnTo>
                  <a:pt x="5916" y="0"/>
                </a:lnTo>
                <a:moveTo>
                  <a:pt x="5986" y="0"/>
                </a:moveTo>
                <a:lnTo>
                  <a:pt x="6021" y="0"/>
                </a:lnTo>
                <a:lnTo>
                  <a:pt x="6021" y="18"/>
                </a:lnTo>
                <a:lnTo>
                  <a:pt x="5986" y="18"/>
                </a:lnTo>
                <a:lnTo>
                  <a:pt x="5986" y="0"/>
                </a:lnTo>
                <a:moveTo>
                  <a:pt x="6055" y="0"/>
                </a:moveTo>
                <a:lnTo>
                  <a:pt x="6090" y="0"/>
                </a:lnTo>
                <a:lnTo>
                  <a:pt x="6090" y="18"/>
                </a:lnTo>
                <a:lnTo>
                  <a:pt x="6055" y="18"/>
                </a:lnTo>
                <a:lnTo>
                  <a:pt x="6055" y="0"/>
                </a:lnTo>
                <a:moveTo>
                  <a:pt x="6125" y="0"/>
                </a:moveTo>
                <a:lnTo>
                  <a:pt x="6160" y="0"/>
                </a:lnTo>
                <a:lnTo>
                  <a:pt x="6160" y="18"/>
                </a:lnTo>
                <a:lnTo>
                  <a:pt x="6125" y="18"/>
                </a:lnTo>
                <a:lnTo>
                  <a:pt x="6125" y="0"/>
                </a:lnTo>
                <a:moveTo>
                  <a:pt x="6195" y="0"/>
                </a:moveTo>
                <a:lnTo>
                  <a:pt x="6229" y="0"/>
                </a:lnTo>
                <a:lnTo>
                  <a:pt x="6229" y="18"/>
                </a:lnTo>
                <a:lnTo>
                  <a:pt x="6195" y="18"/>
                </a:lnTo>
                <a:lnTo>
                  <a:pt x="6195" y="0"/>
                </a:lnTo>
                <a:moveTo>
                  <a:pt x="6264" y="0"/>
                </a:moveTo>
                <a:lnTo>
                  <a:pt x="6299" y="0"/>
                </a:lnTo>
                <a:lnTo>
                  <a:pt x="6299" y="18"/>
                </a:lnTo>
                <a:lnTo>
                  <a:pt x="6264" y="18"/>
                </a:lnTo>
                <a:lnTo>
                  <a:pt x="6264" y="0"/>
                </a:lnTo>
                <a:moveTo>
                  <a:pt x="6334" y="0"/>
                </a:moveTo>
                <a:lnTo>
                  <a:pt x="6369" y="0"/>
                </a:lnTo>
                <a:lnTo>
                  <a:pt x="6369" y="18"/>
                </a:lnTo>
                <a:lnTo>
                  <a:pt x="6334" y="18"/>
                </a:lnTo>
                <a:lnTo>
                  <a:pt x="6334" y="0"/>
                </a:lnTo>
                <a:moveTo>
                  <a:pt x="6403" y="0"/>
                </a:moveTo>
                <a:lnTo>
                  <a:pt x="6438" y="0"/>
                </a:lnTo>
                <a:lnTo>
                  <a:pt x="6438" y="18"/>
                </a:lnTo>
                <a:lnTo>
                  <a:pt x="6403" y="18"/>
                </a:lnTo>
                <a:lnTo>
                  <a:pt x="6403" y="0"/>
                </a:lnTo>
                <a:moveTo>
                  <a:pt x="6473" y="0"/>
                </a:moveTo>
                <a:lnTo>
                  <a:pt x="6508" y="0"/>
                </a:lnTo>
                <a:lnTo>
                  <a:pt x="6508" y="18"/>
                </a:lnTo>
                <a:lnTo>
                  <a:pt x="6473" y="18"/>
                </a:lnTo>
                <a:lnTo>
                  <a:pt x="6473" y="0"/>
                </a:lnTo>
                <a:moveTo>
                  <a:pt x="6543" y="0"/>
                </a:moveTo>
                <a:lnTo>
                  <a:pt x="6577" y="0"/>
                </a:lnTo>
                <a:lnTo>
                  <a:pt x="6577" y="18"/>
                </a:lnTo>
                <a:lnTo>
                  <a:pt x="6543" y="18"/>
                </a:lnTo>
                <a:lnTo>
                  <a:pt x="6543" y="0"/>
                </a:lnTo>
                <a:moveTo>
                  <a:pt x="6612" y="0"/>
                </a:moveTo>
                <a:lnTo>
                  <a:pt x="6647" y="0"/>
                </a:lnTo>
                <a:lnTo>
                  <a:pt x="6647" y="18"/>
                </a:lnTo>
                <a:lnTo>
                  <a:pt x="6612" y="18"/>
                </a:lnTo>
                <a:lnTo>
                  <a:pt x="6612" y="0"/>
                </a:lnTo>
                <a:moveTo>
                  <a:pt x="6682" y="0"/>
                </a:moveTo>
                <a:lnTo>
                  <a:pt x="6716" y="0"/>
                </a:lnTo>
                <a:lnTo>
                  <a:pt x="6716" y="18"/>
                </a:lnTo>
                <a:lnTo>
                  <a:pt x="6682" y="18"/>
                </a:lnTo>
                <a:lnTo>
                  <a:pt x="6682" y="0"/>
                </a:lnTo>
                <a:moveTo>
                  <a:pt x="6751" y="0"/>
                </a:moveTo>
                <a:lnTo>
                  <a:pt x="6786" y="0"/>
                </a:lnTo>
                <a:lnTo>
                  <a:pt x="6786" y="18"/>
                </a:lnTo>
                <a:lnTo>
                  <a:pt x="6751" y="18"/>
                </a:lnTo>
                <a:lnTo>
                  <a:pt x="6751" y="0"/>
                </a:lnTo>
                <a:moveTo>
                  <a:pt x="6821" y="0"/>
                </a:moveTo>
                <a:lnTo>
                  <a:pt x="6856" y="0"/>
                </a:lnTo>
                <a:lnTo>
                  <a:pt x="6856" y="18"/>
                </a:lnTo>
                <a:lnTo>
                  <a:pt x="6821" y="18"/>
                </a:lnTo>
                <a:lnTo>
                  <a:pt x="6821" y="0"/>
                </a:lnTo>
                <a:moveTo>
                  <a:pt x="6890" y="0"/>
                </a:moveTo>
                <a:lnTo>
                  <a:pt x="6925" y="0"/>
                </a:lnTo>
                <a:lnTo>
                  <a:pt x="6925" y="18"/>
                </a:lnTo>
                <a:lnTo>
                  <a:pt x="6890" y="18"/>
                </a:lnTo>
                <a:lnTo>
                  <a:pt x="6890" y="0"/>
                </a:lnTo>
                <a:moveTo>
                  <a:pt x="6960" y="0"/>
                </a:moveTo>
                <a:lnTo>
                  <a:pt x="6995" y="0"/>
                </a:lnTo>
                <a:lnTo>
                  <a:pt x="6995" y="18"/>
                </a:lnTo>
                <a:lnTo>
                  <a:pt x="6960" y="18"/>
                </a:lnTo>
                <a:lnTo>
                  <a:pt x="6960" y="0"/>
                </a:lnTo>
                <a:moveTo>
                  <a:pt x="7030" y="0"/>
                </a:moveTo>
                <a:lnTo>
                  <a:pt x="7064" y="0"/>
                </a:lnTo>
                <a:lnTo>
                  <a:pt x="7064" y="18"/>
                </a:lnTo>
                <a:lnTo>
                  <a:pt x="7030" y="18"/>
                </a:lnTo>
                <a:lnTo>
                  <a:pt x="7030" y="0"/>
                </a:lnTo>
                <a:moveTo>
                  <a:pt x="7099" y="0"/>
                </a:moveTo>
                <a:lnTo>
                  <a:pt x="7134" y="0"/>
                </a:lnTo>
                <a:lnTo>
                  <a:pt x="7134" y="18"/>
                </a:lnTo>
                <a:lnTo>
                  <a:pt x="7099" y="18"/>
                </a:lnTo>
                <a:lnTo>
                  <a:pt x="7099" y="0"/>
                </a:lnTo>
                <a:moveTo>
                  <a:pt x="7169" y="0"/>
                </a:moveTo>
                <a:lnTo>
                  <a:pt x="7204" y="0"/>
                </a:lnTo>
                <a:lnTo>
                  <a:pt x="7204" y="18"/>
                </a:lnTo>
                <a:lnTo>
                  <a:pt x="7169" y="18"/>
                </a:lnTo>
                <a:lnTo>
                  <a:pt x="7169" y="0"/>
                </a:lnTo>
                <a:moveTo>
                  <a:pt x="7238" y="0"/>
                </a:moveTo>
                <a:lnTo>
                  <a:pt x="7273" y="0"/>
                </a:lnTo>
                <a:lnTo>
                  <a:pt x="7273" y="18"/>
                </a:lnTo>
                <a:lnTo>
                  <a:pt x="7238" y="18"/>
                </a:lnTo>
                <a:lnTo>
                  <a:pt x="7238" y="0"/>
                </a:lnTo>
                <a:moveTo>
                  <a:pt x="7308" y="0"/>
                </a:moveTo>
                <a:lnTo>
                  <a:pt x="7343" y="0"/>
                </a:lnTo>
                <a:lnTo>
                  <a:pt x="7343" y="18"/>
                </a:lnTo>
                <a:lnTo>
                  <a:pt x="7308" y="18"/>
                </a:lnTo>
                <a:lnTo>
                  <a:pt x="7308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931320" y="4726800"/>
            <a:ext cx="111492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40" spc="-1" strike="noStrike">
                <a:solidFill>
                  <a:srgbClr val="000000"/>
                </a:solidFill>
                <a:latin typeface="Calibri"/>
                <a:ea typeface="Calibri"/>
              </a:rPr>
              <a:t>6. read Task / Appointment status</a:t>
            </a:r>
            <a:endParaRPr b="0" lang="en-AU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993960" y="4925520"/>
            <a:ext cx="81000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640" spc="-1" strike="noStrike">
                <a:solidFill>
                  <a:srgbClr val="000000"/>
                </a:solidFill>
                <a:latin typeface="Calibri"/>
                <a:ea typeface="Calibri"/>
              </a:rPr>
              <a:t>businessStatus = Booked</a:t>
            </a:r>
            <a:endParaRPr b="0" lang="en-AU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5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666720" y="22953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942840" y="26287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666720" y="1834920"/>
            <a:ext cx="253224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Standards in scope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942840" y="3066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162080" y="2507400"/>
            <a:ext cx="8825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Core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Patient, Practitioner, PractitionerRole, Organization, Condition, Observation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942840" y="34956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1162080" y="2945520"/>
            <a:ext cx="9221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eRequesting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imaging ServiceRequest, Group + fulﬁlment Task (baseline to align with)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94284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1162080" y="3374280"/>
            <a:ext cx="9891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QH FHIR Referrals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QH extensions: referral category, urgency, facility identiﬁers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(version TBC)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942840" y="43621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4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1162080" y="3812400"/>
            <a:ext cx="7939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/ Provider Directory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directory resources and search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(spec pending)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942840" y="48002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80"/>
                  <a:pt x="8" y="67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1"/>
                </a:cubicBezTo>
                <a:cubicBezTo>
                  <a:pt x="191" y="41"/>
                  <a:pt x="199" y="53"/>
                  <a:pt x="204" y="67"/>
                </a:cubicBezTo>
                <a:cubicBezTo>
                  <a:pt x="210" y="80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62080" y="4241160"/>
            <a:ext cx="51897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FHIR R4 Scheduling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Schedule, Slot, Appointment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4086000" y="4705200"/>
            <a:ext cx="1048320" cy="314640"/>
          </a:xfrm>
          <a:custGeom>
            <a:avLst/>
            <a:gdLst/>
            <a:ahLst/>
            <a:rect l="0" t="0" r="r" b="b"/>
            <a:pathLst>
              <a:path w="2912" h="874">
                <a:moveTo>
                  <a:pt x="0" y="715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753" y="0"/>
                </a:lnTo>
                <a:cubicBezTo>
                  <a:pt x="2763" y="0"/>
                  <a:pt x="2774" y="1"/>
                  <a:pt x="2784" y="3"/>
                </a:cubicBezTo>
                <a:cubicBezTo>
                  <a:pt x="2794" y="5"/>
                  <a:pt x="2804" y="8"/>
                  <a:pt x="2814" y="12"/>
                </a:cubicBezTo>
                <a:cubicBezTo>
                  <a:pt x="2823" y="16"/>
                  <a:pt x="2832" y="21"/>
                  <a:pt x="2841" y="27"/>
                </a:cubicBezTo>
                <a:cubicBezTo>
                  <a:pt x="2850" y="32"/>
                  <a:pt x="2858" y="39"/>
                  <a:pt x="2865" y="46"/>
                </a:cubicBezTo>
                <a:cubicBezTo>
                  <a:pt x="2872" y="54"/>
                  <a:pt x="2879" y="62"/>
                  <a:pt x="2885" y="70"/>
                </a:cubicBezTo>
                <a:cubicBezTo>
                  <a:pt x="2891" y="79"/>
                  <a:pt x="2895" y="88"/>
                  <a:pt x="2899" y="98"/>
                </a:cubicBezTo>
                <a:cubicBezTo>
                  <a:pt x="2903" y="108"/>
                  <a:pt x="2906" y="117"/>
                  <a:pt x="2908" y="128"/>
                </a:cubicBezTo>
                <a:cubicBezTo>
                  <a:pt x="2911" y="138"/>
                  <a:pt x="2912" y="148"/>
                  <a:pt x="2912" y="159"/>
                </a:cubicBezTo>
                <a:lnTo>
                  <a:pt x="2912" y="715"/>
                </a:lnTo>
                <a:cubicBezTo>
                  <a:pt x="2912" y="726"/>
                  <a:pt x="2911" y="736"/>
                  <a:pt x="2908" y="746"/>
                </a:cubicBezTo>
                <a:cubicBezTo>
                  <a:pt x="2906" y="756"/>
                  <a:pt x="2903" y="766"/>
                  <a:pt x="2899" y="776"/>
                </a:cubicBezTo>
                <a:cubicBezTo>
                  <a:pt x="2895" y="786"/>
                  <a:pt x="2891" y="795"/>
                  <a:pt x="2885" y="803"/>
                </a:cubicBezTo>
                <a:cubicBezTo>
                  <a:pt x="2879" y="812"/>
                  <a:pt x="2872" y="820"/>
                  <a:pt x="2865" y="828"/>
                </a:cubicBezTo>
                <a:cubicBezTo>
                  <a:pt x="2858" y="835"/>
                  <a:pt x="2850" y="841"/>
                  <a:pt x="2841" y="847"/>
                </a:cubicBezTo>
                <a:cubicBezTo>
                  <a:pt x="2832" y="853"/>
                  <a:pt x="2823" y="858"/>
                  <a:pt x="2814" y="862"/>
                </a:cubicBezTo>
                <a:cubicBezTo>
                  <a:pt x="2804" y="866"/>
                  <a:pt x="2794" y="869"/>
                  <a:pt x="2784" y="871"/>
                </a:cubicBezTo>
                <a:cubicBezTo>
                  <a:pt x="2774" y="873"/>
                  <a:pt x="2763" y="874"/>
                  <a:pt x="2753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7"/>
                </a:cubicBezTo>
                <a:cubicBezTo>
                  <a:pt x="62" y="841"/>
                  <a:pt x="54" y="835"/>
                  <a:pt x="47" y="828"/>
                </a:cubicBezTo>
                <a:cubicBezTo>
                  <a:pt x="39" y="820"/>
                  <a:pt x="33" y="812"/>
                  <a:pt x="27" y="803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6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162080" y="4679280"/>
            <a:ext cx="2936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Bulk Data Access IG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HCPD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166280" y="4743360"/>
            <a:ext cx="883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$export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5134320" y="4679280"/>
            <a:ext cx="915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(stretch)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666720" y="21240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666720" y="1663200"/>
            <a:ext cx="3758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Two streams, run in parallel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942840" y="30193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666720" y="2384640"/>
            <a:ext cx="203688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Browser core path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942840" y="34574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3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3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1162080" y="2898000"/>
            <a:ext cx="8928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HCPD queries, referral creation and booking via a client (Postman / Bruno / test harness)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1162080" y="3336120"/>
            <a:ext cx="7453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Right for less-technical participants and anyone with locked-down laptops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942840" y="4543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666720" y="3908520"/>
            <a:ext cx="374220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Developer deep dive (~10 people)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942840" y="4971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162080" y="4421880"/>
            <a:ext cx="73098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Local tooling, extending the workﬂow, validation and state management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162080" y="4850640"/>
            <a:ext cx="62859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Laptop permissions and prerequisites shared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before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the event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7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666720" y="242856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676080" y="3047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1990440" y="304776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676080" y="3485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1990440" y="348588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676080" y="3924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1990440" y="392400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66672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666720" y="260964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1990440" y="260964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0"/>
                </a:moveTo>
                <a:lnTo>
                  <a:pt x="28" y="0"/>
                </a:lnTo>
                <a:lnTo>
                  <a:pt x="28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2000160" y="260964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998208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666720" y="304776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2000160" y="304776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66672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1990440" y="3057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998208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66672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666720" y="3485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1990440" y="3495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2000160" y="348588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998208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66672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666720" y="392400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1990440" y="39337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2000160" y="392400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998208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666720" y="436212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2000160" y="436212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666720" y="1958760"/>
            <a:ext cx="4010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1 — Thursday 29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1117440" y="270576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5745240" y="270576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799920" y="3143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11:30–13:00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2123640" y="3143880"/>
            <a:ext cx="77576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Kick-oﬀ &amp; environment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scenario intro, roles, HCPD connectivity, seed data; split streams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799920" y="3582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14:00–15:00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123640" y="3582000"/>
            <a:ext cx="4958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Discovery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HCPD queries; resolve the receiving Endpoint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799920" y="402012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15:30–17:00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6467400" y="4028760"/>
            <a:ext cx="1105200" cy="276840"/>
          </a:xfrm>
          <a:custGeom>
            <a:avLst/>
            <a:gdLst/>
            <a:ahLst/>
            <a:rect l="0" t="0" r="r" b="b"/>
            <a:pathLst>
              <a:path w="3070" h="769">
                <a:moveTo>
                  <a:pt x="0" y="609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911" y="0"/>
                </a:lnTo>
                <a:cubicBezTo>
                  <a:pt x="2922" y="0"/>
                  <a:pt x="2932" y="1"/>
                  <a:pt x="2942" y="3"/>
                </a:cubicBezTo>
                <a:cubicBezTo>
                  <a:pt x="2952" y="5"/>
                  <a:pt x="2962" y="8"/>
                  <a:pt x="2972" y="12"/>
                </a:cubicBezTo>
                <a:cubicBezTo>
                  <a:pt x="2982" y="16"/>
                  <a:pt x="2991" y="21"/>
                  <a:pt x="2999" y="27"/>
                </a:cubicBezTo>
                <a:cubicBezTo>
                  <a:pt x="3008" y="33"/>
                  <a:pt x="3016" y="40"/>
                  <a:pt x="3023" y="47"/>
                </a:cubicBezTo>
                <a:cubicBezTo>
                  <a:pt x="3031" y="54"/>
                  <a:pt x="3037" y="62"/>
                  <a:pt x="3043" y="71"/>
                </a:cubicBezTo>
                <a:cubicBezTo>
                  <a:pt x="3049" y="80"/>
                  <a:pt x="3054" y="89"/>
                  <a:pt x="3058" y="98"/>
                </a:cubicBezTo>
                <a:cubicBezTo>
                  <a:pt x="3062" y="108"/>
                  <a:pt x="3065" y="118"/>
                  <a:pt x="3067" y="128"/>
                </a:cubicBezTo>
                <a:cubicBezTo>
                  <a:pt x="3069" y="138"/>
                  <a:pt x="3070" y="149"/>
                  <a:pt x="3070" y="159"/>
                </a:cubicBezTo>
                <a:lnTo>
                  <a:pt x="3070" y="609"/>
                </a:lnTo>
                <a:cubicBezTo>
                  <a:pt x="3070" y="619"/>
                  <a:pt x="3069" y="630"/>
                  <a:pt x="3067" y="640"/>
                </a:cubicBezTo>
                <a:cubicBezTo>
                  <a:pt x="3065" y="650"/>
                  <a:pt x="3062" y="660"/>
                  <a:pt x="3058" y="670"/>
                </a:cubicBezTo>
                <a:cubicBezTo>
                  <a:pt x="3054" y="679"/>
                  <a:pt x="3049" y="688"/>
                  <a:pt x="3043" y="697"/>
                </a:cubicBezTo>
                <a:cubicBezTo>
                  <a:pt x="3037" y="707"/>
                  <a:pt x="3031" y="715"/>
                  <a:pt x="3023" y="722"/>
                </a:cubicBezTo>
                <a:cubicBezTo>
                  <a:pt x="3016" y="730"/>
                  <a:pt x="3008" y="736"/>
                  <a:pt x="2999" y="742"/>
                </a:cubicBezTo>
                <a:cubicBezTo>
                  <a:pt x="2991" y="748"/>
                  <a:pt x="2982" y="753"/>
                  <a:pt x="2972" y="757"/>
                </a:cubicBezTo>
                <a:cubicBezTo>
                  <a:pt x="2962" y="761"/>
                  <a:pt x="2952" y="764"/>
                  <a:pt x="2942" y="766"/>
                </a:cubicBezTo>
                <a:cubicBezTo>
                  <a:pt x="2932" y="768"/>
                  <a:pt x="2922" y="769"/>
                  <a:pt x="2911" y="769"/>
                </a:cubicBezTo>
                <a:lnTo>
                  <a:pt x="158" y="769"/>
                </a:lnTo>
                <a:cubicBezTo>
                  <a:pt x="148" y="769"/>
                  <a:pt x="138" y="768"/>
                  <a:pt x="127" y="766"/>
                </a:cubicBezTo>
                <a:cubicBezTo>
                  <a:pt x="117" y="764"/>
                  <a:pt x="107" y="761"/>
                  <a:pt x="98" y="757"/>
                </a:cubicBezTo>
                <a:cubicBezTo>
                  <a:pt x="88" y="753"/>
                  <a:pt x="79" y="748"/>
                  <a:pt x="70" y="742"/>
                </a:cubicBezTo>
                <a:cubicBezTo>
                  <a:pt x="62" y="736"/>
                  <a:pt x="54" y="730"/>
                  <a:pt x="46" y="722"/>
                </a:cubicBezTo>
                <a:cubicBezTo>
                  <a:pt x="39" y="715"/>
                  <a:pt x="32" y="707"/>
                  <a:pt x="26" y="697"/>
                </a:cubicBezTo>
                <a:cubicBezTo>
                  <a:pt x="21" y="688"/>
                  <a:pt x="16" y="679"/>
                  <a:pt x="12" y="670"/>
                </a:cubicBezTo>
                <a:cubicBezTo>
                  <a:pt x="8" y="660"/>
                  <a:pt x="5" y="650"/>
                  <a:pt x="3" y="640"/>
                </a:cubicBezTo>
                <a:cubicBezTo>
                  <a:pt x="1" y="630"/>
                  <a:pt x="0" y="619"/>
                  <a:pt x="0" y="60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2123640" y="4020120"/>
            <a:ext cx="4364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Referral creation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ServiceRequest + Task Bundle; 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6536880" y="4068720"/>
            <a:ext cx="9622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1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4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7569720" y="4020120"/>
            <a:ext cx="724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on HAPI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666720" y="4555440"/>
            <a:ext cx="7715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(Plenaries 9:00–10:30, morning tea 11:00, lunch 13:00, afternoon tea 15:00.)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8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666720" y="22096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676080" y="2828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1990440" y="282888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676080" y="3267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1990440" y="326700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676080" y="370512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1990440" y="370512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676080" y="41432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1990440" y="414324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66672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666720" y="2390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1990440" y="239076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2000160" y="23907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794376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666720" y="28288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2000160" y="282888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66672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1990440" y="283824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794376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66672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666720" y="326700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1990440" y="3276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2000160" y="326700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794376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66672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666720" y="370512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1990440" y="3714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2000160" y="370512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794376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66672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666720" y="41432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1990440" y="4152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2000160" y="414324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794376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666720" y="45813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2000160" y="45813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666720" y="1739520"/>
            <a:ext cx="36003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2 — Friday 30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1117440" y="248652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4725720" y="248652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799920" y="2924640"/>
            <a:ext cx="956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9:30–10:30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2123640" y="2924640"/>
            <a:ext cx="5685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Filler triage &amp; availability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accept / reject / on-hold; publish Slots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799920" y="336276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11:00–12:30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2123640" y="3362760"/>
            <a:ext cx="56275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Booking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Appointment, conﬁrm, cancel &amp; rebook, negative tests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799920" y="3800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13:30–15:00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2123640" y="3800880"/>
            <a:ext cx="35683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end-to-end + stretch goals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799920" y="4239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15:30–16:30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2123640" y="4239000"/>
            <a:ext cx="3117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Show and Tell!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demo the full ﬂow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666720" y="4774320"/>
            <a:ext cx="79650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(Recap 9:00, morning tea 10:30, lunch 12:30, afternoon tea 15:00, close 16:30.)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9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666720" y="27334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942840" y="3066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666720" y="2263320"/>
            <a:ext cx="202932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Getting started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942840" y="34956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1162080" y="2945520"/>
            <a:ext cx="9059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Servers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(conﬁrm 2026 URLs)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secured &amp; open FHIR endpoints on the shared HAPI server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4647960" y="3400200"/>
            <a:ext cx="3076920" cy="324360"/>
          </a:xfrm>
          <a:custGeom>
            <a:avLst/>
            <a:gdLst/>
            <a:ahLst/>
            <a:rect l="0" t="0" r="r" b="b"/>
            <a:pathLst>
              <a:path w="8547" h="901">
                <a:moveTo>
                  <a:pt x="0" y="74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387" y="0"/>
                </a:lnTo>
                <a:cubicBezTo>
                  <a:pt x="8398" y="0"/>
                  <a:pt x="8408" y="1"/>
                  <a:pt x="8418" y="3"/>
                </a:cubicBezTo>
                <a:cubicBezTo>
                  <a:pt x="8429" y="5"/>
                  <a:pt x="8439" y="8"/>
                  <a:pt x="8448" y="12"/>
                </a:cubicBezTo>
                <a:cubicBezTo>
                  <a:pt x="8459" y="16"/>
                  <a:pt x="8468" y="21"/>
                  <a:pt x="8477" y="27"/>
                </a:cubicBezTo>
                <a:cubicBezTo>
                  <a:pt x="8485" y="33"/>
                  <a:pt x="8493" y="39"/>
                  <a:pt x="8501" y="47"/>
                </a:cubicBezTo>
                <a:cubicBezTo>
                  <a:pt x="8508" y="54"/>
                  <a:pt x="8515" y="62"/>
                  <a:pt x="8520" y="71"/>
                </a:cubicBezTo>
                <a:cubicBezTo>
                  <a:pt x="8526" y="79"/>
                  <a:pt x="8531" y="88"/>
                  <a:pt x="8535" y="98"/>
                </a:cubicBezTo>
                <a:cubicBezTo>
                  <a:pt x="8539" y="108"/>
                  <a:pt x="8542" y="118"/>
                  <a:pt x="8544" y="128"/>
                </a:cubicBezTo>
                <a:cubicBezTo>
                  <a:pt x="8546" y="138"/>
                  <a:pt x="8547" y="148"/>
                  <a:pt x="8547" y="159"/>
                </a:cubicBezTo>
                <a:lnTo>
                  <a:pt x="8547" y="741"/>
                </a:lnTo>
                <a:cubicBezTo>
                  <a:pt x="8547" y="751"/>
                  <a:pt x="8546" y="762"/>
                  <a:pt x="8544" y="772"/>
                </a:cubicBezTo>
                <a:cubicBezTo>
                  <a:pt x="8542" y="782"/>
                  <a:pt x="8539" y="792"/>
                  <a:pt x="8535" y="802"/>
                </a:cubicBezTo>
                <a:cubicBezTo>
                  <a:pt x="8531" y="811"/>
                  <a:pt x="8526" y="820"/>
                  <a:pt x="8520" y="829"/>
                </a:cubicBezTo>
                <a:cubicBezTo>
                  <a:pt x="8515" y="838"/>
                  <a:pt x="8508" y="846"/>
                  <a:pt x="8501" y="853"/>
                </a:cubicBezTo>
                <a:cubicBezTo>
                  <a:pt x="8493" y="861"/>
                  <a:pt x="8485" y="867"/>
                  <a:pt x="8477" y="873"/>
                </a:cubicBezTo>
                <a:cubicBezTo>
                  <a:pt x="8468" y="879"/>
                  <a:pt x="8459" y="884"/>
                  <a:pt x="8448" y="888"/>
                </a:cubicBezTo>
                <a:cubicBezTo>
                  <a:pt x="8439" y="892"/>
                  <a:pt x="8429" y="896"/>
                  <a:pt x="8418" y="898"/>
                </a:cubicBezTo>
                <a:cubicBezTo>
                  <a:pt x="8408" y="900"/>
                  <a:pt x="8398" y="901"/>
                  <a:pt x="8387" y="901"/>
                </a:cubicBezTo>
                <a:lnTo>
                  <a:pt x="159" y="901"/>
                </a:lnTo>
                <a:cubicBezTo>
                  <a:pt x="148" y="901"/>
                  <a:pt x="138" y="900"/>
                  <a:pt x="128" y="898"/>
                </a:cubicBezTo>
                <a:cubicBezTo>
                  <a:pt x="118" y="896"/>
                  <a:pt x="108" y="892"/>
                  <a:pt x="98" y="888"/>
                </a:cubicBezTo>
                <a:cubicBezTo>
                  <a:pt x="89" y="884"/>
                  <a:pt x="79" y="879"/>
                  <a:pt x="71" y="873"/>
                </a:cubicBezTo>
                <a:cubicBezTo>
                  <a:pt x="62" y="867"/>
                  <a:pt x="54" y="861"/>
                  <a:pt x="47" y="853"/>
                </a:cubicBezTo>
                <a:cubicBezTo>
                  <a:pt x="39" y="846"/>
                  <a:pt x="33" y="838"/>
                  <a:pt x="27" y="829"/>
                </a:cubicBezTo>
                <a:cubicBezTo>
                  <a:pt x="21" y="820"/>
                  <a:pt x="16" y="811"/>
                  <a:pt x="12" y="802"/>
                </a:cubicBezTo>
                <a:cubicBezTo>
                  <a:pt x="8" y="792"/>
                  <a:pt x="5" y="782"/>
                  <a:pt x="3" y="772"/>
                </a:cubicBezTo>
                <a:cubicBezTo>
                  <a:pt x="1" y="762"/>
                  <a:pt x="0" y="751"/>
                  <a:pt x="0" y="741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1162080" y="3374280"/>
            <a:ext cx="3509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Every HCPD request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sends header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94284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4732920" y="3438360"/>
            <a:ext cx="2902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X-Request-ID: &lt;UUID v4&gt;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6143400" y="3838320"/>
            <a:ext cx="1305360" cy="314640"/>
          </a:xfrm>
          <a:custGeom>
            <a:avLst/>
            <a:gdLst/>
            <a:ahLst/>
            <a:rect l="0" t="0" r="r" b="b"/>
            <a:pathLst>
              <a:path w="3626" h="874">
                <a:moveTo>
                  <a:pt x="0" y="716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467" y="0"/>
                </a:lnTo>
                <a:cubicBezTo>
                  <a:pt x="3478" y="0"/>
                  <a:pt x="3488" y="1"/>
                  <a:pt x="3498" y="3"/>
                </a:cubicBezTo>
                <a:cubicBezTo>
                  <a:pt x="3508" y="5"/>
                  <a:pt x="3518" y="8"/>
                  <a:pt x="3528" y="12"/>
                </a:cubicBezTo>
                <a:cubicBezTo>
                  <a:pt x="3538" y="16"/>
                  <a:pt x="3547" y="21"/>
                  <a:pt x="3555" y="27"/>
                </a:cubicBezTo>
                <a:cubicBezTo>
                  <a:pt x="3564" y="33"/>
                  <a:pt x="3572" y="39"/>
                  <a:pt x="3579" y="47"/>
                </a:cubicBezTo>
                <a:cubicBezTo>
                  <a:pt x="3587" y="54"/>
                  <a:pt x="3593" y="62"/>
                  <a:pt x="3599" y="71"/>
                </a:cubicBezTo>
                <a:cubicBezTo>
                  <a:pt x="3605" y="79"/>
                  <a:pt x="3610" y="89"/>
                  <a:pt x="3614" y="98"/>
                </a:cubicBezTo>
                <a:cubicBezTo>
                  <a:pt x="3618" y="108"/>
                  <a:pt x="3621" y="118"/>
                  <a:pt x="3623" y="128"/>
                </a:cubicBezTo>
                <a:cubicBezTo>
                  <a:pt x="3625" y="138"/>
                  <a:pt x="3626" y="149"/>
                  <a:pt x="3626" y="159"/>
                </a:cubicBezTo>
                <a:lnTo>
                  <a:pt x="3626" y="716"/>
                </a:lnTo>
                <a:cubicBezTo>
                  <a:pt x="3626" y="726"/>
                  <a:pt x="3625" y="736"/>
                  <a:pt x="3623" y="747"/>
                </a:cubicBezTo>
                <a:cubicBezTo>
                  <a:pt x="3621" y="757"/>
                  <a:pt x="3618" y="767"/>
                  <a:pt x="3614" y="776"/>
                </a:cubicBezTo>
                <a:cubicBezTo>
                  <a:pt x="3610" y="786"/>
                  <a:pt x="3605" y="795"/>
                  <a:pt x="3599" y="804"/>
                </a:cubicBezTo>
                <a:cubicBezTo>
                  <a:pt x="3593" y="812"/>
                  <a:pt x="3587" y="820"/>
                  <a:pt x="3579" y="828"/>
                </a:cubicBezTo>
                <a:cubicBezTo>
                  <a:pt x="3572" y="835"/>
                  <a:pt x="3564" y="842"/>
                  <a:pt x="3555" y="848"/>
                </a:cubicBezTo>
                <a:cubicBezTo>
                  <a:pt x="3547" y="853"/>
                  <a:pt x="3538" y="858"/>
                  <a:pt x="3528" y="862"/>
                </a:cubicBezTo>
                <a:cubicBezTo>
                  <a:pt x="3518" y="866"/>
                  <a:pt x="3508" y="869"/>
                  <a:pt x="3498" y="871"/>
                </a:cubicBezTo>
                <a:cubicBezTo>
                  <a:pt x="3488" y="873"/>
                  <a:pt x="3478" y="874"/>
                  <a:pt x="3467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8"/>
                </a:cubicBezTo>
                <a:cubicBezTo>
                  <a:pt x="62" y="842"/>
                  <a:pt x="54" y="835"/>
                  <a:pt x="47" y="828"/>
                </a:cubicBezTo>
                <a:cubicBezTo>
                  <a:pt x="39" y="820"/>
                  <a:pt x="33" y="812"/>
                  <a:pt x="27" y="804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7"/>
                  <a:pt x="5" y="757"/>
                  <a:pt x="3" y="747"/>
                </a:cubicBezTo>
                <a:cubicBezTo>
                  <a:pt x="1" y="736"/>
                  <a:pt x="0" y="726"/>
                  <a:pt x="0" y="716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1162080" y="3812400"/>
            <a:ext cx="5034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Validate against the QH IG / AU eRequesting with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942840" y="4371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4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4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6227640" y="3876480"/>
            <a:ext cx="113616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1162080" y="4250520"/>
            <a:ext cx="7029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Bring your laptop, synthetic data, and your ideas — nothing sensitive!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10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666720" y="24667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666720" y="4476600"/>
            <a:ext cx="57240" cy="371880"/>
          </a:xfrm>
          <a:custGeom>
            <a:avLst/>
            <a:gdLst/>
            <a:ahLst/>
            <a:rect l="0" t="0" r="r" b="b"/>
            <a:pathLst>
              <a:path w="159" h="1033">
                <a:moveTo>
                  <a:pt x="0" y="0"/>
                </a:moveTo>
                <a:lnTo>
                  <a:pt x="159" y="0"/>
                </a:lnTo>
                <a:lnTo>
                  <a:pt x="1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942840" y="2800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666720" y="2006280"/>
            <a:ext cx="4397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Open decisions (before we start)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942840" y="3238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1162080" y="2678760"/>
            <a:ext cx="6136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access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SIT credentials &amp; onboarding for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2199960" y="3133440"/>
            <a:ext cx="248040" cy="248040"/>
          </a:xfrm>
          <a:custGeom>
            <a:avLst/>
            <a:gdLst/>
            <a:ahLst/>
            <a:rect l="0" t="0" r="r" b="b"/>
            <a:pathLst>
              <a:path w="689" h="689">
                <a:moveTo>
                  <a:pt x="689" y="613"/>
                </a:moveTo>
                <a:cubicBezTo>
                  <a:pt x="689" y="655"/>
                  <a:pt x="655" y="689"/>
                  <a:pt x="613" y="689"/>
                </a:cubicBezTo>
                <a:lnTo>
                  <a:pt x="77" y="689"/>
                </a:lnTo>
                <a:cubicBezTo>
                  <a:pt x="35" y="689"/>
                  <a:pt x="0" y="655"/>
                  <a:pt x="0" y="613"/>
                </a:cubicBezTo>
                <a:lnTo>
                  <a:pt x="0" y="77"/>
                </a:lnTo>
                <a:cubicBezTo>
                  <a:pt x="0" y="35"/>
                  <a:pt x="35" y="0"/>
                  <a:pt x="77" y="0"/>
                </a:cubicBezTo>
                <a:lnTo>
                  <a:pt x="613" y="0"/>
                </a:lnTo>
                <a:cubicBezTo>
                  <a:pt x="655" y="0"/>
                  <a:pt x="689" y="35"/>
                  <a:pt x="689" y="77"/>
                </a:cubicBezTo>
                <a:lnTo>
                  <a:pt x="689" y="61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2220840" y="3195360"/>
            <a:ext cx="206640" cy="124200"/>
          </a:xfrm>
          <a:custGeom>
            <a:avLst/>
            <a:gdLst/>
            <a:ahLst/>
            <a:rect l="0" t="0" r="r" b="b"/>
            <a:pathLst>
              <a:path w="574" h="345">
                <a:moveTo>
                  <a:pt x="191" y="0"/>
                </a:moveTo>
                <a:lnTo>
                  <a:pt x="0" y="172"/>
                </a:lnTo>
                <a:lnTo>
                  <a:pt x="191" y="345"/>
                </a:lnTo>
                <a:lnTo>
                  <a:pt x="191" y="0"/>
                </a:lnTo>
                <a:moveTo>
                  <a:pt x="574" y="172"/>
                </a:moveTo>
                <a:lnTo>
                  <a:pt x="382" y="0"/>
                </a:lnTo>
                <a:lnTo>
                  <a:pt x="382" y="345"/>
                </a:lnTo>
                <a:lnTo>
                  <a:pt x="574" y="17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2282760" y="3229920"/>
            <a:ext cx="82800" cy="55440"/>
          </a:xfrm>
          <a:custGeom>
            <a:avLst/>
            <a:gdLst/>
            <a:ahLst/>
            <a:rect l="0" t="0" r="r" b="b"/>
            <a:pathLst>
              <a:path w="230" h="154">
                <a:moveTo>
                  <a:pt x="0" y="0"/>
                </a:moveTo>
                <a:lnTo>
                  <a:pt x="230" y="0"/>
                </a:lnTo>
                <a:lnTo>
                  <a:pt x="230" y="154"/>
                </a:lnTo>
                <a:lnTo>
                  <a:pt x="0" y="1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1162080" y="3116880"/>
            <a:ext cx="1017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Directory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942840" y="36669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2456280" y="3116880"/>
            <a:ext cx="593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referral server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test Endpoints in HCPD, or a local mirror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942840" y="4105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1162080" y="3545640"/>
            <a:ext cx="6895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Who books?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referrer directly, or ﬁller after triage (support both?)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1162080" y="3983760"/>
            <a:ext cx="85734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Transport &amp; security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shared HAPI vs push to discovered endpoint; open vs SMART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4200480" y="4533840"/>
            <a:ext cx="1933920" cy="314640"/>
          </a:xfrm>
          <a:custGeom>
            <a:avLst/>
            <a:gdLst/>
            <a:ahLst/>
            <a:rect l="0" t="0" r="r" b="b"/>
            <a:pathLst>
              <a:path w="5372" h="874">
                <a:moveTo>
                  <a:pt x="0" y="715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213" y="0"/>
                </a:lnTo>
                <a:cubicBezTo>
                  <a:pt x="5223" y="0"/>
                  <a:pt x="5234" y="1"/>
                  <a:pt x="5244" y="3"/>
                </a:cubicBezTo>
                <a:cubicBezTo>
                  <a:pt x="5254" y="5"/>
                  <a:pt x="5264" y="8"/>
                  <a:pt x="5274" y="12"/>
                </a:cubicBezTo>
                <a:cubicBezTo>
                  <a:pt x="5283" y="16"/>
                  <a:pt x="5292" y="21"/>
                  <a:pt x="5301" y="26"/>
                </a:cubicBezTo>
                <a:cubicBezTo>
                  <a:pt x="5310" y="32"/>
                  <a:pt x="5318" y="39"/>
                  <a:pt x="5325" y="46"/>
                </a:cubicBezTo>
                <a:cubicBezTo>
                  <a:pt x="5333" y="54"/>
                  <a:pt x="5339" y="62"/>
                  <a:pt x="5345" y="71"/>
                </a:cubicBezTo>
                <a:cubicBezTo>
                  <a:pt x="5351" y="80"/>
                  <a:pt x="5356" y="89"/>
                  <a:pt x="5360" y="99"/>
                </a:cubicBezTo>
                <a:cubicBezTo>
                  <a:pt x="5364" y="108"/>
                  <a:pt x="5367" y="118"/>
                  <a:pt x="5369" y="128"/>
                </a:cubicBezTo>
                <a:cubicBezTo>
                  <a:pt x="5371" y="139"/>
                  <a:pt x="5372" y="149"/>
                  <a:pt x="5372" y="159"/>
                </a:cubicBezTo>
                <a:lnTo>
                  <a:pt x="5372" y="715"/>
                </a:lnTo>
                <a:cubicBezTo>
                  <a:pt x="5372" y="725"/>
                  <a:pt x="5371" y="736"/>
                  <a:pt x="5369" y="746"/>
                </a:cubicBezTo>
                <a:cubicBezTo>
                  <a:pt x="5367" y="756"/>
                  <a:pt x="5364" y="766"/>
                  <a:pt x="5360" y="776"/>
                </a:cubicBezTo>
                <a:cubicBezTo>
                  <a:pt x="5356" y="785"/>
                  <a:pt x="5351" y="795"/>
                  <a:pt x="5345" y="803"/>
                </a:cubicBezTo>
                <a:cubicBezTo>
                  <a:pt x="5339" y="812"/>
                  <a:pt x="5333" y="820"/>
                  <a:pt x="5325" y="827"/>
                </a:cubicBezTo>
                <a:cubicBezTo>
                  <a:pt x="5318" y="835"/>
                  <a:pt x="5310" y="841"/>
                  <a:pt x="5301" y="847"/>
                </a:cubicBezTo>
                <a:cubicBezTo>
                  <a:pt x="5292" y="853"/>
                  <a:pt x="5283" y="858"/>
                  <a:pt x="5274" y="862"/>
                </a:cubicBezTo>
                <a:cubicBezTo>
                  <a:pt x="5264" y="866"/>
                  <a:pt x="5254" y="869"/>
                  <a:pt x="5244" y="871"/>
                </a:cubicBezTo>
                <a:cubicBezTo>
                  <a:pt x="5234" y="873"/>
                  <a:pt x="5223" y="874"/>
                  <a:pt x="5213" y="874"/>
                </a:cubicBezTo>
                <a:lnTo>
                  <a:pt x="158" y="874"/>
                </a:lnTo>
                <a:cubicBezTo>
                  <a:pt x="148" y="874"/>
                  <a:pt x="138" y="873"/>
                  <a:pt x="127" y="871"/>
                </a:cubicBezTo>
                <a:cubicBezTo>
                  <a:pt x="117" y="869"/>
                  <a:pt x="107" y="866"/>
                  <a:pt x="98" y="862"/>
                </a:cubicBezTo>
                <a:cubicBezTo>
                  <a:pt x="88" y="858"/>
                  <a:pt x="79" y="853"/>
                  <a:pt x="70" y="847"/>
                </a:cubicBezTo>
                <a:cubicBezTo>
                  <a:pt x="62" y="841"/>
                  <a:pt x="53" y="835"/>
                  <a:pt x="46" y="827"/>
                </a:cubicBezTo>
                <a:cubicBezTo>
                  <a:pt x="39" y="820"/>
                  <a:pt x="32" y="812"/>
                  <a:pt x="26" y="803"/>
                </a:cubicBezTo>
                <a:cubicBezTo>
                  <a:pt x="21" y="795"/>
                  <a:pt x="16" y="785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5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971640" y="4507560"/>
            <a:ext cx="32666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Tracked as GitHub issues on the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4283280" y="457200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track:services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6135480" y="4507560"/>
            <a:ext cx="604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label.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11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666720" y="2453400"/>
            <a:ext cx="260208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Let's build it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666720" y="3490200"/>
            <a:ext cx="43304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Questions, ideas, and let's FHIR it up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1771560" y="4095720"/>
            <a:ext cx="3886560" cy="295560"/>
          </a:xfrm>
          <a:custGeom>
            <a:avLst/>
            <a:gdLst/>
            <a:ahLst/>
            <a:rect l="0" t="0" r="r" b="b"/>
            <a:pathLst>
              <a:path w="10796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10637" y="0"/>
                </a:lnTo>
                <a:cubicBezTo>
                  <a:pt x="10647" y="0"/>
                  <a:pt x="10658" y="1"/>
                  <a:pt x="10668" y="3"/>
                </a:cubicBezTo>
                <a:cubicBezTo>
                  <a:pt x="10678" y="5"/>
                  <a:pt x="10688" y="8"/>
                  <a:pt x="10698" y="12"/>
                </a:cubicBezTo>
                <a:cubicBezTo>
                  <a:pt x="10707" y="16"/>
                  <a:pt x="10717" y="21"/>
                  <a:pt x="10725" y="26"/>
                </a:cubicBezTo>
                <a:cubicBezTo>
                  <a:pt x="10734" y="32"/>
                  <a:pt x="10742" y="39"/>
                  <a:pt x="10749" y="46"/>
                </a:cubicBezTo>
                <a:cubicBezTo>
                  <a:pt x="10757" y="53"/>
                  <a:pt x="10763" y="61"/>
                  <a:pt x="10769" y="70"/>
                </a:cubicBezTo>
                <a:cubicBezTo>
                  <a:pt x="10775" y="79"/>
                  <a:pt x="10780" y="88"/>
                  <a:pt x="10784" y="98"/>
                </a:cubicBezTo>
                <a:cubicBezTo>
                  <a:pt x="10788" y="107"/>
                  <a:pt x="10791" y="117"/>
                  <a:pt x="10793" y="127"/>
                </a:cubicBezTo>
                <a:cubicBezTo>
                  <a:pt x="10795" y="138"/>
                  <a:pt x="10796" y="148"/>
                  <a:pt x="10796" y="158"/>
                </a:cubicBezTo>
                <a:lnTo>
                  <a:pt x="10796" y="662"/>
                </a:lnTo>
                <a:cubicBezTo>
                  <a:pt x="10796" y="672"/>
                  <a:pt x="10795" y="683"/>
                  <a:pt x="10793" y="693"/>
                </a:cubicBezTo>
                <a:cubicBezTo>
                  <a:pt x="10791" y="703"/>
                  <a:pt x="10788" y="713"/>
                  <a:pt x="10784" y="723"/>
                </a:cubicBezTo>
                <a:cubicBezTo>
                  <a:pt x="10780" y="732"/>
                  <a:pt x="10775" y="742"/>
                  <a:pt x="10769" y="750"/>
                </a:cubicBezTo>
                <a:cubicBezTo>
                  <a:pt x="10763" y="759"/>
                  <a:pt x="10757" y="767"/>
                  <a:pt x="10749" y="774"/>
                </a:cubicBezTo>
                <a:cubicBezTo>
                  <a:pt x="10742" y="782"/>
                  <a:pt x="10734" y="788"/>
                  <a:pt x="10725" y="794"/>
                </a:cubicBezTo>
                <a:cubicBezTo>
                  <a:pt x="10717" y="800"/>
                  <a:pt x="10707" y="805"/>
                  <a:pt x="10698" y="809"/>
                </a:cubicBezTo>
                <a:cubicBezTo>
                  <a:pt x="10688" y="813"/>
                  <a:pt x="10678" y="816"/>
                  <a:pt x="10668" y="818"/>
                </a:cubicBezTo>
                <a:cubicBezTo>
                  <a:pt x="10658" y="820"/>
                  <a:pt x="10647" y="821"/>
                  <a:pt x="10637" y="821"/>
                </a:cubicBezTo>
                <a:lnTo>
                  <a:pt x="158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2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2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666720" y="4078080"/>
            <a:ext cx="1113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Repository: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1852920" y="4134600"/>
            <a:ext cx="374688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github.com/aehrc/qh-connectathon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5972040" y="4095720"/>
            <a:ext cx="3648240" cy="295560"/>
          </a:xfrm>
          <a:custGeom>
            <a:avLst/>
            <a:gdLst/>
            <a:ahLst/>
            <a:rect l="0" t="0" r="r" b="b"/>
            <a:pathLst>
              <a:path w="10134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1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9976" y="0"/>
                </a:lnTo>
                <a:cubicBezTo>
                  <a:pt x="9986" y="0"/>
                  <a:pt x="9996" y="1"/>
                  <a:pt x="10007" y="3"/>
                </a:cubicBezTo>
                <a:cubicBezTo>
                  <a:pt x="10017" y="5"/>
                  <a:pt x="10027" y="8"/>
                  <a:pt x="10036" y="12"/>
                </a:cubicBezTo>
                <a:cubicBezTo>
                  <a:pt x="10046" y="16"/>
                  <a:pt x="10055" y="21"/>
                  <a:pt x="10064" y="26"/>
                </a:cubicBezTo>
                <a:cubicBezTo>
                  <a:pt x="10073" y="32"/>
                  <a:pt x="10081" y="39"/>
                  <a:pt x="10088" y="46"/>
                </a:cubicBezTo>
                <a:cubicBezTo>
                  <a:pt x="10095" y="53"/>
                  <a:pt x="10102" y="61"/>
                  <a:pt x="10108" y="70"/>
                </a:cubicBezTo>
                <a:cubicBezTo>
                  <a:pt x="10113" y="79"/>
                  <a:pt x="10118" y="88"/>
                  <a:pt x="10122" y="98"/>
                </a:cubicBezTo>
                <a:cubicBezTo>
                  <a:pt x="10126" y="107"/>
                  <a:pt x="10129" y="117"/>
                  <a:pt x="10131" y="127"/>
                </a:cubicBezTo>
                <a:cubicBezTo>
                  <a:pt x="10133" y="138"/>
                  <a:pt x="10134" y="148"/>
                  <a:pt x="10134" y="158"/>
                </a:cubicBezTo>
                <a:lnTo>
                  <a:pt x="10134" y="662"/>
                </a:lnTo>
                <a:cubicBezTo>
                  <a:pt x="10134" y="672"/>
                  <a:pt x="10133" y="683"/>
                  <a:pt x="10131" y="693"/>
                </a:cubicBezTo>
                <a:cubicBezTo>
                  <a:pt x="10129" y="703"/>
                  <a:pt x="10126" y="713"/>
                  <a:pt x="10122" y="723"/>
                </a:cubicBezTo>
                <a:cubicBezTo>
                  <a:pt x="10118" y="732"/>
                  <a:pt x="10113" y="742"/>
                  <a:pt x="10108" y="750"/>
                </a:cubicBezTo>
                <a:cubicBezTo>
                  <a:pt x="10102" y="759"/>
                  <a:pt x="10095" y="767"/>
                  <a:pt x="10088" y="774"/>
                </a:cubicBezTo>
                <a:cubicBezTo>
                  <a:pt x="10081" y="782"/>
                  <a:pt x="10073" y="788"/>
                  <a:pt x="10064" y="794"/>
                </a:cubicBezTo>
                <a:cubicBezTo>
                  <a:pt x="10055" y="800"/>
                  <a:pt x="10046" y="805"/>
                  <a:pt x="10036" y="809"/>
                </a:cubicBezTo>
                <a:cubicBezTo>
                  <a:pt x="10027" y="813"/>
                  <a:pt x="10017" y="816"/>
                  <a:pt x="10007" y="818"/>
                </a:cubicBezTo>
                <a:cubicBezTo>
                  <a:pt x="9996" y="820"/>
                  <a:pt x="9986" y="821"/>
                  <a:pt x="9976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8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2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2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5660280" y="4078080"/>
            <a:ext cx="3099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 →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6048360" y="4134600"/>
            <a:ext cx="351216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2026-10-29/1-FHIR-For-Services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en-AU</dc:language>
  <cp:lastModifiedBy/>
  <cp:revision>0</cp:revision>
  <dc:subject/>
  <dc:title/>
</cp:coreProperties>
</file>