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_rels/presentation.xml.rels" ContentType="application/vnd.openxmlformats-package.relationship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A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AU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AU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A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AU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AU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AU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AU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AU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AU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AU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AU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AU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AU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AU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AU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" name=""/>
          <p:cNvSpPr txBox="1"/>
          <p:nvPr/>
        </p:nvSpPr>
        <p:spPr>
          <a:xfrm>
            <a:off x="666720" y="2206080"/>
            <a:ext cx="5925960" cy="629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4050" spc="-1" strike="noStrike">
                <a:solidFill>
                  <a:srgbClr val="ffffff"/>
                </a:solidFill>
                <a:latin typeface="Calibri"/>
                <a:ea typeface="Calibri"/>
              </a:rPr>
              <a:t>FHIR for Services — Kick Oﬀ</a:t>
            </a:r>
            <a:endParaRPr b="0" lang="en-AU" sz="40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"/>
          <p:cNvSpPr txBox="1"/>
          <p:nvPr/>
        </p:nvSpPr>
        <p:spPr>
          <a:xfrm>
            <a:off x="666720" y="3242520"/>
            <a:ext cx="6738480" cy="349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250" spc="-1" strike="noStrike">
                <a:solidFill>
                  <a:srgbClr val="00a9ce"/>
                </a:solidFill>
                <a:latin typeface="Calibri"/>
                <a:ea typeface="Calibri"/>
              </a:rPr>
              <a:t>Radiology Referral with Directory Discovery and Booking</a:t>
            </a:r>
            <a:endParaRPr b="0" lang="en-AU" sz="22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"/>
          <p:cNvSpPr txBox="1"/>
          <p:nvPr/>
        </p:nvSpPr>
        <p:spPr>
          <a:xfrm>
            <a:off x="666720" y="3840120"/>
            <a:ext cx="53348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c7d0d6"/>
                </a:solidFill>
                <a:latin typeface="Calibri"/>
                <a:ea typeface="Calibri"/>
              </a:rPr>
              <a:t>FHIR in Queensland Health Connectathon | October 2026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"/>
          <p:cNvSpPr txBox="1"/>
          <p:nvPr/>
        </p:nvSpPr>
        <p:spPr>
          <a:xfrm>
            <a:off x="666720" y="4335480"/>
            <a:ext cx="520380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c7d0d6"/>
                </a:solidFill>
                <a:latin typeface="Calibri"/>
                <a:ea typeface="Calibri"/>
              </a:rPr>
              <a:t>Track leads: Daniel Foulkes · Joern Guy Süß · Paul Davies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"/>
          <p:cNvSpPr/>
          <p:nvPr/>
        </p:nvSpPr>
        <p:spPr>
          <a:xfrm>
            <a:off x="666720" y="2162160"/>
            <a:ext cx="10858680" cy="28800"/>
          </a:xfrm>
          <a:custGeom>
            <a:avLst/>
            <a:gdLst/>
            <a:ahLst/>
            <a:rect l="0" t="0" r="r" b="b"/>
            <a:pathLst>
              <a:path w="30163" h="80">
                <a:moveTo>
                  <a:pt x="0" y="0"/>
                </a:moveTo>
                <a:lnTo>
                  <a:pt x="30163" y="0"/>
                </a:lnTo>
                <a:lnTo>
                  <a:pt x="30163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" name=""/>
          <p:cNvSpPr/>
          <p:nvPr/>
        </p:nvSpPr>
        <p:spPr>
          <a:xfrm>
            <a:off x="666720" y="4781520"/>
            <a:ext cx="57240" cy="371520"/>
          </a:xfrm>
          <a:custGeom>
            <a:avLst/>
            <a:gdLst/>
            <a:ahLst/>
            <a:rect l="0" t="0" r="r" b="b"/>
            <a:pathLst>
              <a:path w="159" h="1032">
                <a:moveTo>
                  <a:pt x="0" y="0"/>
                </a:moveTo>
                <a:lnTo>
                  <a:pt x="159" y="0"/>
                </a:lnTo>
                <a:lnTo>
                  <a:pt x="159" y="1032"/>
                </a:lnTo>
                <a:lnTo>
                  <a:pt x="0" y="103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" name=""/>
          <p:cNvSpPr txBox="1"/>
          <p:nvPr/>
        </p:nvSpPr>
        <p:spPr>
          <a:xfrm>
            <a:off x="666720" y="1701360"/>
            <a:ext cx="289476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550" spc="-1" strike="noStrike">
                <a:solidFill>
                  <a:srgbClr val="00a9ce"/>
                </a:solidFill>
                <a:latin typeface="Calibri"/>
                <a:ea typeface="Calibri"/>
              </a:rPr>
              <a:t>What we are building</a:t>
            </a:r>
            <a:endParaRPr b="0" lang="en-AU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" name=""/>
          <p:cNvSpPr txBox="1"/>
          <p:nvPr/>
        </p:nvSpPr>
        <p:spPr>
          <a:xfrm>
            <a:off x="666720" y="2374200"/>
            <a:ext cx="552492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An </a:t>
            </a:r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end-to-end radiology referral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workﬂow. A referrer: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"/>
          <p:cNvSpPr txBox="1"/>
          <p:nvPr/>
        </p:nvSpPr>
        <p:spPr>
          <a:xfrm>
            <a:off x="918000" y="2898000"/>
            <a:ext cx="880488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1. </a:t>
            </a:r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Discovers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a suitable imaging service in the Health Connect Provider Directory (HCPD)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"/>
          <p:cNvSpPr/>
          <p:nvPr/>
        </p:nvSpPr>
        <p:spPr>
          <a:xfrm>
            <a:off x="3752640" y="3352680"/>
            <a:ext cx="1943640" cy="324000"/>
          </a:xfrm>
          <a:custGeom>
            <a:avLst/>
            <a:gdLst/>
            <a:ahLst/>
            <a:rect l="0" t="0" r="r" b="b"/>
            <a:pathLst>
              <a:path w="5399" h="900">
                <a:moveTo>
                  <a:pt x="0" y="742"/>
                </a:moveTo>
                <a:lnTo>
                  <a:pt x="0" y="160"/>
                </a:lnTo>
                <a:cubicBezTo>
                  <a:pt x="0" y="149"/>
                  <a:pt x="1" y="139"/>
                  <a:pt x="3" y="129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3" y="62"/>
                  <a:pt x="39" y="54"/>
                  <a:pt x="47" y="46"/>
                </a:cubicBezTo>
                <a:cubicBezTo>
                  <a:pt x="54" y="39"/>
                  <a:pt x="62" y="32"/>
                  <a:pt x="71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5240" y="0"/>
                </a:lnTo>
                <a:cubicBezTo>
                  <a:pt x="5250" y="0"/>
                  <a:pt x="5261" y="1"/>
                  <a:pt x="5271" y="3"/>
                </a:cubicBezTo>
                <a:cubicBezTo>
                  <a:pt x="5281" y="5"/>
                  <a:pt x="5291" y="8"/>
                  <a:pt x="5301" y="12"/>
                </a:cubicBezTo>
                <a:cubicBezTo>
                  <a:pt x="5310" y="16"/>
                  <a:pt x="5319" y="21"/>
                  <a:pt x="5328" y="27"/>
                </a:cubicBezTo>
                <a:cubicBezTo>
                  <a:pt x="5337" y="32"/>
                  <a:pt x="5345" y="39"/>
                  <a:pt x="5352" y="46"/>
                </a:cubicBezTo>
                <a:cubicBezTo>
                  <a:pt x="5359" y="54"/>
                  <a:pt x="5366" y="62"/>
                  <a:pt x="5372" y="70"/>
                </a:cubicBezTo>
                <a:cubicBezTo>
                  <a:pt x="5378" y="79"/>
                  <a:pt x="5383" y="88"/>
                  <a:pt x="5386" y="98"/>
                </a:cubicBezTo>
                <a:cubicBezTo>
                  <a:pt x="5390" y="107"/>
                  <a:pt x="5393" y="117"/>
                  <a:pt x="5396" y="129"/>
                </a:cubicBezTo>
                <a:cubicBezTo>
                  <a:pt x="5398" y="139"/>
                  <a:pt x="5399" y="149"/>
                  <a:pt x="5399" y="160"/>
                </a:cubicBezTo>
                <a:lnTo>
                  <a:pt x="5399" y="742"/>
                </a:lnTo>
                <a:cubicBezTo>
                  <a:pt x="5399" y="752"/>
                  <a:pt x="5398" y="762"/>
                  <a:pt x="5396" y="773"/>
                </a:cubicBezTo>
                <a:cubicBezTo>
                  <a:pt x="5393" y="783"/>
                  <a:pt x="5390" y="793"/>
                  <a:pt x="5386" y="802"/>
                </a:cubicBezTo>
                <a:cubicBezTo>
                  <a:pt x="5383" y="812"/>
                  <a:pt x="5378" y="821"/>
                  <a:pt x="5372" y="830"/>
                </a:cubicBezTo>
                <a:cubicBezTo>
                  <a:pt x="5366" y="839"/>
                  <a:pt x="5359" y="847"/>
                  <a:pt x="5352" y="854"/>
                </a:cubicBezTo>
                <a:cubicBezTo>
                  <a:pt x="5345" y="861"/>
                  <a:pt x="5337" y="868"/>
                  <a:pt x="5328" y="874"/>
                </a:cubicBezTo>
                <a:cubicBezTo>
                  <a:pt x="5319" y="879"/>
                  <a:pt x="5310" y="884"/>
                  <a:pt x="5301" y="888"/>
                </a:cubicBezTo>
                <a:cubicBezTo>
                  <a:pt x="5291" y="892"/>
                  <a:pt x="5281" y="895"/>
                  <a:pt x="5271" y="897"/>
                </a:cubicBezTo>
                <a:cubicBezTo>
                  <a:pt x="5261" y="899"/>
                  <a:pt x="5250" y="900"/>
                  <a:pt x="5240" y="900"/>
                </a:cubicBezTo>
                <a:lnTo>
                  <a:pt x="159" y="900"/>
                </a:lnTo>
                <a:cubicBezTo>
                  <a:pt x="148" y="900"/>
                  <a:pt x="138" y="899"/>
                  <a:pt x="128" y="897"/>
                </a:cubicBezTo>
                <a:cubicBezTo>
                  <a:pt x="118" y="895"/>
                  <a:pt x="108" y="892"/>
                  <a:pt x="98" y="888"/>
                </a:cubicBezTo>
                <a:cubicBezTo>
                  <a:pt x="88" y="884"/>
                  <a:pt x="79" y="879"/>
                  <a:pt x="71" y="874"/>
                </a:cubicBezTo>
                <a:cubicBezTo>
                  <a:pt x="62" y="868"/>
                  <a:pt x="54" y="861"/>
                  <a:pt x="47" y="854"/>
                </a:cubicBezTo>
                <a:cubicBezTo>
                  <a:pt x="39" y="847"/>
                  <a:pt x="33" y="839"/>
                  <a:pt x="27" y="830"/>
                </a:cubicBezTo>
                <a:cubicBezTo>
                  <a:pt x="21" y="821"/>
                  <a:pt x="16" y="812"/>
                  <a:pt x="12" y="802"/>
                </a:cubicBezTo>
                <a:cubicBezTo>
                  <a:pt x="8" y="793"/>
                  <a:pt x="5" y="783"/>
                  <a:pt x="3" y="773"/>
                </a:cubicBezTo>
                <a:cubicBezTo>
                  <a:pt x="1" y="762"/>
                  <a:pt x="0" y="752"/>
                  <a:pt x="0" y="742"/>
                </a:cubicBez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" name=""/>
          <p:cNvSpPr txBox="1"/>
          <p:nvPr/>
        </p:nvSpPr>
        <p:spPr>
          <a:xfrm>
            <a:off x="918000" y="3336120"/>
            <a:ext cx="287028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2. </a:t>
            </a:r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Creates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a FHIR referral — 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" name=""/>
          <p:cNvSpPr txBox="1"/>
          <p:nvPr/>
        </p:nvSpPr>
        <p:spPr>
          <a:xfrm>
            <a:off x="3841200" y="3390840"/>
            <a:ext cx="1766880" cy="23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60" spc="-1" strike="noStrike">
                <a:solidFill>
                  <a:srgbClr val="007a53"/>
                </a:solidFill>
                <a:latin typeface="Courier New"/>
                <a:ea typeface="Courier New"/>
              </a:rPr>
              <a:t>ServiceRequest</a:t>
            </a:r>
            <a:endParaRPr b="0" lang="en-AU" sz="16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" name=""/>
          <p:cNvSpPr/>
          <p:nvPr/>
        </p:nvSpPr>
        <p:spPr>
          <a:xfrm>
            <a:off x="5924520" y="3352680"/>
            <a:ext cx="676440" cy="324000"/>
          </a:xfrm>
          <a:custGeom>
            <a:avLst/>
            <a:gdLst/>
            <a:ahLst/>
            <a:rect l="0" t="0" r="r" b="b"/>
            <a:pathLst>
              <a:path w="1879" h="900">
                <a:moveTo>
                  <a:pt x="0" y="742"/>
                </a:moveTo>
                <a:lnTo>
                  <a:pt x="0" y="160"/>
                </a:lnTo>
                <a:cubicBezTo>
                  <a:pt x="0" y="149"/>
                  <a:pt x="1" y="139"/>
                  <a:pt x="3" y="129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6" y="70"/>
                </a:cubicBezTo>
                <a:cubicBezTo>
                  <a:pt x="32" y="62"/>
                  <a:pt x="39" y="54"/>
                  <a:pt x="46" y="46"/>
                </a:cubicBezTo>
                <a:cubicBezTo>
                  <a:pt x="53" y="39"/>
                  <a:pt x="61" y="32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lnTo>
                  <a:pt x="1720" y="0"/>
                </a:lnTo>
                <a:cubicBezTo>
                  <a:pt x="1731" y="0"/>
                  <a:pt x="1741" y="1"/>
                  <a:pt x="1751" y="3"/>
                </a:cubicBezTo>
                <a:cubicBezTo>
                  <a:pt x="1762" y="5"/>
                  <a:pt x="1771" y="8"/>
                  <a:pt x="1781" y="12"/>
                </a:cubicBezTo>
                <a:cubicBezTo>
                  <a:pt x="1791" y="16"/>
                  <a:pt x="1800" y="21"/>
                  <a:pt x="1809" y="27"/>
                </a:cubicBezTo>
                <a:cubicBezTo>
                  <a:pt x="1817" y="32"/>
                  <a:pt x="1825" y="39"/>
                  <a:pt x="1833" y="46"/>
                </a:cubicBezTo>
                <a:cubicBezTo>
                  <a:pt x="1840" y="54"/>
                  <a:pt x="1847" y="62"/>
                  <a:pt x="1852" y="70"/>
                </a:cubicBezTo>
                <a:cubicBezTo>
                  <a:pt x="1858" y="79"/>
                  <a:pt x="1863" y="88"/>
                  <a:pt x="1867" y="98"/>
                </a:cubicBezTo>
                <a:cubicBezTo>
                  <a:pt x="1871" y="107"/>
                  <a:pt x="1874" y="117"/>
                  <a:pt x="1876" y="129"/>
                </a:cubicBezTo>
                <a:cubicBezTo>
                  <a:pt x="1878" y="139"/>
                  <a:pt x="1879" y="149"/>
                  <a:pt x="1879" y="160"/>
                </a:cubicBezTo>
                <a:lnTo>
                  <a:pt x="1879" y="742"/>
                </a:lnTo>
                <a:cubicBezTo>
                  <a:pt x="1879" y="752"/>
                  <a:pt x="1878" y="762"/>
                  <a:pt x="1876" y="773"/>
                </a:cubicBezTo>
                <a:cubicBezTo>
                  <a:pt x="1874" y="783"/>
                  <a:pt x="1871" y="793"/>
                  <a:pt x="1867" y="802"/>
                </a:cubicBezTo>
                <a:cubicBezTo>
                  <a:pt x="1863" y="812"/>
                  <a:pt x="1858" y="821"/>
                  <a:pt x="1852" y="830"/>
                </a:cubicBezTo>
                <a:cubicBezTo>
                  <a:pt x="1847" y="839"/>
                  <a:pt x="1840" y="847"/>
                  <a:pt x="1833" y="854"/>
                </a:cubicBezTo>
                <a:cubicBezTo>
                  <a:pt x="1825" y="861"/>
                  <a:pt x="1817" y="868"/>
                  <a:pt x="1809" y="874"/>
                </a:cubicBezTo>
                <a:cubicBezTo>
                  <a:pt x="1800" y="879"/>
                  <a:pt x="1791" y="884"/>
                  <a:pt x="1781" y="888"/>
                </a:cubicBezTo>
                <a:cubicBezTo>
                  <a:pt x="1771" y="892"/>
                  <a:pt x="1762" y="895"/>
                  <a:pt x="1751" y="897"/>
                </a:cubicBezTo>
                <a:cubicBezTo>
                  <a:pt x="1741" y="899"/>
                  <a:pt x="1731" y="900"/>
                  <a:pt x="1720" y="900"/>
                </a:cubicBezTo>
                <a:lnTo>
                  <a:pt x="158" y="900"/>
                </a:lnTo>
                <a:cubicBezTo>
                  <a:pt x="148" y="900"/>
                  <a:pt x="138" y="899"/>
                  <a:pt x="127" y="897"/>
                </a:cubicBezTo>
                <a:cubicBezTo>
                  <a:pt x="117" y="895"/>
                  <a:pt x="107" y="892"/>
                  <a:pt x="98" y="888"/>
                </a:cubicBezTo>
                <a:cubicBezTo>
                  <a:pt x="88" y="884"/>
                  <a:pt x="79" y="879"/>
                  <a:pt x="70" y="874"/>
                </a:cubicBezTo>
                <a:cubicBezTo>
                  <a:pt x="61" y="868"/>
                  <a:pt x="53" y="861"/>
                  <a:pt x="46" y="854"/>
                </a:cubicBezTo>
                <a:cubicBezTo>
                  <a:pt x="39" y="847"/>
                  <a:pt x="32" y="839"/>
                  <a:pt x="26" y="830"/>
                </a:cubicBezTo>
                <a:cubicBezTo>
                  <a:pt x="21" y="821"/>
                  <a:pt x="16" y="812"/>
                  <a:pt x="12" y="802"/>
                </a:cubicBezTo>
                <a:cubicBezTo>
                  <a:pt x="8" y="793"/>
                  <a:pt x="5" y="783"/>
                  <a:pt x="3" y="773"/>
                </a:cubicBezTo>
                <a:cubicBezTo>
                  <a:pt x="1" y="762"/>
                  <a:pt x="0" y="752"/>
                  <a:pt x="0" y="742"/>
                </a:cubicBez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" name=""/>
          <p:cNvSpPr txBox="1"/>
          <p:nvPr/>
        </p:nvSpPr>
        <p:spPr>
          <a:xfrm>
            <a:off x="5693400" y="3336120"/>
            <a:ext cx="24732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+ 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" name=""/>
          <p:cNvSpPr txBox="1"/>
          <p:nvPr/>
        </p:nvSpPr>
        <p:spPr>
          <a:xfrm>
            <a:off x="6012720" y="3390840"/>
            <a:ext cx="505080" cy="23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60" spc="-1" strike="noStrike">
                <a:solidFill>
                  <a:srgbClr val="007a53"/>
                </a:solidFill>
                <a:latin typeface="Courier New"/>
                <a:ea typeface="Courier New"/>
              </a:rPr>
              <a:t>Task</a:t>
            </a:r>
            <a:endParaRPr b="0" lang="en-AU" sz="16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"/>
          <p:cNvSpPr txBox="1"/>
          <p:nvPr/>
        </p:nvSpPr>
        <p:spPr>
          <a:xfrm>
            <a:off x="6602040" y="3336120"/>
            <a:ext cx="290520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with supporting information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"/>
          <p:cNvSpPr txBox="1"/>
          <p:nvPr/>
        </p:nvSpPr>
        <p:spPr>
          <a:xfrm>
            <a:off x="918000" y="3764880"/>
            <a:ext cx="701712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3. </a:t>
            </a:r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Books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an appointment against slots the imaging provider publishes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" name=""/>
          <p:cNvSpPr txBox="1"/>
          <p:nvPr/>
        </p:nvSpPr>
        <p:spPr>
          <a:xfrm>
            <a:off x="666720" y="4288680"/>
            <a:ext cx="856872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…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with the referral </a:t>
            </a:r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status tracked through a Task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until the appointment is conﬁrmed.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" name=""/>
          <p:cNvSpPr txBox="1"/>
          <p:nvPr/>
        </p:nvSpPr>
        <p:spPr>
          <a:xfrm>
            <a:off x="971640" y="4812480"/>
            <a:ext cx="885528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59636e"/>
                </a:solidFill>
                <a:latin typeface="Calibri"/>
                <a:ea typeface="Calibri"/>
              </a:rPr>
              <a:t>One cohesive scenario that exercises many core FHIR resources and workﬂow concepts.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"/>
          <p:cNvSpPr txBox="1"/>
          <p:nvPr/>
        </p:nvSpPr>
        <p:spPr>
          <a:xfrm>
            <a:off x="11790360" y="6345000"/>
            <a:ext cx="2282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777777"/>
                </a:solidFill>
                <a:latin typeface="Calibri"/>
                <a:ea typeface="Calibri"/>
              </a:rPr>
              <a:t>2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" name=""/>
          <p:cNvSpPr/>
          <p:nvPr/>
        </p:nvSpPr>
        <p:spPr>
          <a:xfrm>
            <a:off x="666720" y="2514240"/>
            <a:ext cx="10858680" cy="29160"/>
          </a:xfrm>
          <a:custGeom>
            <a:avLst/>
            <a:gdLst/>
            <a:ahLst/>
            <a:rect l="0" t="0" r="r" b="b"/>
            <a:pathLst>
              <a:path w="30163" h="81">
                <a:moveTo>
                  <a:pt x="0" y="0"/>
                </a:moveTo>
                <a:lnTo>
                  <a:pt x="30163" y="0"/>
                </a:lnTo>
                <a:lnTo>
                  <a:pt x="30163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" name=""/>
          <p:cNvSpPr/>
          <p:nvPr/>
        </p:nvSpPr>
        <p:spPr>
          <a:xfrm>
            <a:off x="942840" y="284796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6"/>
                </a:moveTo>
                <a:cubicBezTo>
                  <a:pt x="213" y="120"/>
                  <a:pt x="210" y="134"/>
                  <a:pt x="204" y="147"/>
                </a:cubicBezTo>
                <a:cubicBezTo>
                  <a:pt x="199" y="160"/>
                  <a:pt x="191" y="171"/>
                  <a:pt x="182" y="181"/>
                </a:cubicBezTo>
                <a:cubicBezTo>
                  <a:pt x="172" y="191"/>
                  <a:pt x="160" y="199"/>
                  <a:pt x="147" y="204"/>
                </a:cubicBezTo>
                <a:cubicBezTo>
                  <a:pt x="134" y="210"/>
                  <a:pt x="121" y="212"/>
                  <a:pt x="107" y="212"/>
                </a:cubicBezTo>
                <a:cubicBezTo>
                  <a:pt x="93" y="212"/>
                  <a:pt x="79" y="210"/>
                  <a:pt x="66" y="204"/>
                </a:cubicBezTo>
                <a:cubicBezTo>
                  <a:pt x="53" y="199"/>
                  <a:pt x="42" y="191"/>
                  <a:pt x="32" y="181"/>
                </a:cubicBezTo>
                <a:cubicBezTo>
                  <a:pt x="22" y="171"/>
                  <a:pt x="13" y="160"/>
                  <a:pt x="8" y="147"/>
                </a:cubicBezTo>
                <a:cubicBezTo>
                  <a:pt x="3" y="134"/>
                  <a:pt x="0" y="120"/>
                  <a:pt x="0" y="106"/>
                </a:cubicBezTo>
                <a:cubicBezTo>
                  <a:pt x="0" y="92"/>
                  <a:pt x="3" y="79"/>
                  <a:pt x="8" y="66"/>
                </a:cubicBezTo>
                <a:cubicBezTo>
                  <a:pt x="13" y="53"/>
                  <a:pt x="22" y="41"/>
                  <a:pt x="32" y="32"/>
                </a:cubicBezTo>
                <a:cubicBezTo>
                  <a:pt x="42" y="22"/>
                  <a:pt x="53" y="14"/>
                  <a:pt x="66" y="9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9"/>
                </a:cubicBezTo>
                <a:cubicBezTo>
                  <a:pt x="160" y="14"/>
                  <a:pt x="172" y="22"/>
                  <a:pt x="182" y="32"/>
                </a:cubicBezTo>
                <a:cubicBezTo>
                  <a:pt x="191" y="41"/>
                  <a:pt x="199" y="53"/>
                  <a:pt x="204" y="66"/>
                </a:cubicBezTo>
                <a:cubicBezTo>
                  <a:pt x="210" y="79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" name=""/>
          <p:cNvSpPr txBox="1"/>
          <p:nvPr/>
        </p:nvSpPr>
        <p:spPr>
          <a:xfrm>
            <a:off x="666720" y="2053800"/>
            <a:ext cx="239796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550" spc="-1" strike="noStrike">
                <a:solidFill>
                  <a:srgbClr val="00a9ce"/>
                </a:solidFill>
                <a:latin typeface="Calibri"/>
                <a:ea typeface="Calibri"/>
              </a:rPr>
              <a:t>Why this scenario</a:t>
            </a:r>
            <a:endParaRPr b="0" lang="en-AU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" name=""/>
          <p:cNvSpPr/>
          <p:nvPr/>
        </p:nvSpPr>
        <p:spPr>
          <a:xfrm>
            <a:off x="942840" y="328608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6"/>
                </a:moveTo>
                <a:cubicBezTo>
                  <a:pt x="213" y="120"/>
                  <a:pt x="210" y="134"/>
                  <a:pt x="204" y="147"/>
                </a:cubicBezTo>
                <a:cubicBezTo>
                  <a:pt x="199" y="160"/>
                  <a:pt x="191" y="171"/>
                  <a:pt x="182" y="181"/>
                </a:cubicBezTo>
                <a:cubicBezTo>
                  <a:pt x="172" y="191"/>
                  <a:pt x="160" y="199"/>
                  <a:pt x="147" y="204"/>
                </a:cubicBezTo>
                <a:cubicBezTo>
                  <a:pt x="134" y="210"/>
                  <a:pt x="121" y="212"/>
                  <a:pt x="107" y="212"/>
                </a:cubicBezTo>
                <a:cubicBezTo>
                  <a:pt x="93" y="212"/>
                  <a:pt x="79" y="210"/>
                  <a:pt x="66" y="204"/>
                </a:cubicBezTo>
                <a:cubicBezTo>
                  <a:pt x="53" y="199"/>
                  <a:pt x="42" y="191"/>
                  <a:pt x="32" y="181"/>
                </a:cubicBezTo>
                <a:cubicBezTo>
                  <a:pt x="22" y="171"/>
                  <a:pt x="13" y="160"/>
                  <a:pt x="8" y="147"/>
                </a:cubicBezTo>
                <a:cubicBezTo>
                  <a:pt x="3" y="134"/>
                  <a:pt x="0" y="120"/>
                  <a:pt x="0" y="106"/>
                </a:cubicBezTo>
                <a:cubicBezTo>
                  <a:pt x="0" y="92"/>
                  <a:pt x="3" y="79"/>
                  <a:pt x="8" y="66"/>
                </a:cubicBezTo>
                <a:cubicBezTo>
                  <a:pt x="13" y="53"/>
                  <a:pt x="22" y="41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2"/>
                  <a:pt x="93" y="0"/>
                  <a:pt x="107" y="0"/>
                </a:cubicBezTo>
                <a:cubicBezTo>
                  <a:pt x="121" y="0"/>
                  <a:pt x="134" y="2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1"/>
                  <a:pt x="199" y="53"/>
                  <a:pt x="204" y="66"/>
                </a:cubicBezTo>
                <a:cubicBezTo>
                  <a:pt x="210" y="79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" name=""/>
          <p:cNvSpPr txBox="1"/>
          <p:nvPr/>
        </p:nvSpPr>
        <p:spPr>
          <a:xfrm>
            <a:off x="1162080" y="2726640"/>
            <a:ext cx="731160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Realistic and manageable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— relevant to Queensland Health participants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" name=""/>
          <p:cNvSpPr/>
          <p:nvPr/>
        </p:nvSpPr>
        <p:spPr>
          <a:xfrm>
            <a:off x="942840" y="371448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6"/>
                </a:moveTo>
                <a:cubicBezTo>
                  <a:pt x="213" y="120"/>
                  <a:pt x="210" y="135"/>
                  <a:pt x="204" y="148"/>
                </a:cubicBezTo>
                <a:cubicBezTo>
                  <a:pt x="199" y="161"/>
                  <a:pt x="191" y="172"/>
                  <a:pt x="182" y="182"/>
                </a:cubicBezTo>
                <a:cubicBezTo>
                  <a:pt x="172" y="192"/>
                  <a:pt x="160" y="199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199"/>
                  <a:pt x="42" y="192"/>
                  <a:pt x="32" y="182"/>
                </a:cubicBezTo>
                <a:cubicBezTo>
                  <a:pt x="22" y="172"/>
                  <a:pt x="13" y="161"/>
                  <a:pt x="8" y="148"/>
                </a:cubicBezTo>
                <a:cubicBezTo>
                  <a:pt x="3" y="135"/>
                  <a:pt x="0" y="120"/>
                  <a:pt x="0" y="106"/>
                </a:cubicBezTo>
                <a:cubicBezTo>
                  <a:pt x="0" y="92"/>
                  <a:pt x="3" y="79"/>
                  <a:pt x="8" y="66"/>
                </a:cubicBezTo>
                <a:cubicBezTo>
                  <a:pt x="13" y="53"/>
                  <a:pt x="22" y="41"/>
                  <a:pt x="32" y="31"/>
                </a:cubicBezTo>
                <a:cubicBezTo>
                  <a:pt x="42" y="21"/>
                  <a:pt x="53" y="14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4"/>
                  <a:pt x="172" y="21"/>
                  <a:pt x="182" y="31"/>
                </a:cubicBezTo>
                <a:cubicBezTo>
                  <a:pt x="191" y="41"/>
                  <a:pt x="199" y="53"/>
                  <a:pt x="204" y="66"/>
                </a:cubicBezTo>
                <a:cubicBezTo>
                  <a:pt x="210" y="79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" name=""/>
          <p:cNvSpPr txBox="1"/>
          <p:nvPr/>
        </p:nvSpPr>
        <p:spPr>
          <a:xfrm>
            <a:off x="1162080" y="3164760"/>
            <a:ext cx="838728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Exercises </a:t>
            </a:r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Provider, ServiceRequest, Task, Schedule, Slot, Appointment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in one ﬂow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"/>
          <p:cNvSpPr/>
          <p:nvPr/>
        </p:nvSpPr>
        <p:spPr>
          <a:xfrm>
            <a:off x="942840" y="415260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6"/>
                </a:moveTo>
                <a:cubicBezTo>
                  <a:pt x="213" y="120"/>
                  <a:pt x="210" y="134"/>
                  <a:pt x="204" y="147"/>
                </a:cubicBezTo>
                <a:cubicBezTo>
                  <a:pt x="199" y="160"/>
                  <a:pt x="191" y="171"/>
                  <a:pt x="182" y="182"/>
                </a:cubicBezTo>
                <a:cubicBezTo>
                  <a:pt x="172" y="192"/>
                  <a:pt x="160" y="200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200"/>
                  <a:pt x="42" y="192"/>
                  <a:pt x="32" y="182"/>
                </a:cubicBezTo>
                <a:cubicBezTo>
                  <a:pt x="22" y="171"/>
                  <a:pt x="13" y="160"/>
                  <a:pt x="8" y="147"/>
                </a:cubicBezTo>
                <a:cubicBezTo>
                  <a:pt x="3" y="134"/>
                  <a:pt x="0" y="120"/>
                  <a:pt x="0" y="106"/>
                </a:cubicBezTo>
                <a:cubicBezTo>
                  <a:pt x="0" y="92"/>
                  <a:pt x="3" y="79"/>
                  <a:pt x="8" y="66"/>
                </a:cubicBezTo>
                <a:cubicBezTo>
                  <a:pt x="13" y="53"/>
                  <a:pt x="22" y="41"/>
                  <a:pt x="32" y="31"/>
                </a:cubicBezTo>
                <a:cubicBezTo>
                  <a:pt x="42" y="21"/>
                  <a:pt x="53" y="14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4"/>
                  <a:pt x="172" y="21"/>
                  <a:pt x="182" y="31"/>
                </a:cubicBezTo>
                <a:cubicBezTo>
                  <a:pt x="191" y="41"/>
                  <a:pt x="199" y="53"/>
                  <a:pt x="204" y="66"/>
                </a:cubicBezTo>
                <a:cubicBezTo>
                  <a:pt x="210" y="79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" name=""/>
          <p:cNvSpPr txBox="1"/>
          <p:nvPr/>
        </p:nvSpPr>
        <p:spPr>
          <a:xfrm>
            <a:off x="1162080" y="3593160"/>
            <a:ext cx="542916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Complements QH's existing smart-referral capabilities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"/>
          <p:cNvSpPr/>
          <p:nvPr/>
        </p:nvSpPr>
        <p:spPr>
          <a:xfrm>
            <a:off x="942840" y="458136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7"/>
                </a:moveTo>
                <a:cubicBezTo>
                  <a:pt x="213" y="121"/>
                  <a:pt x="210" y="134"/>
                  <a:pt x="204" y="147"/>
                </a:cubicBezTo>
                <a:cubicBezTo>
                  <a:pt x="199" y="160"/>
                  <a:pt x="191" y="172"/>
                  <a:pt x="182" y="182"/>
                </a:cubicBezTo>
                <a:cubicBezTo>
                  <a:pt x="172" y="192"/>
                  <a:pt x="160" y="199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199"/>
                  <a:pt x="42" y="192"/>
                  <a:pt x="32" y="182"/>
                </a:cubicBezTo>
                <a:cubicBezTo>
                  <a:pt x="22" y="172"/>
                  <a:pt x="13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3"/>
                  <a:pt x="3" y="79"/>
                  <a:pt x="8" y="66"/>
                </a:cubicBezTo>
                <a:cubicBezTo>
                  <a:pt x="13" y="53"/>
                  <a:pt x="22" y="42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2"/>
                  <a:pt x="199" y="53"/>
                  <a:pt x="204" y="66"/>
                </a:cubicBezTo>
                <a:cubicBezTo>
                  <a:pt x="210" y="79"/>
                  <a:pt x="213" y="93"/>
                  <a:pt x="213" y="107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1162080" y="4031280"/>
            <a:ext cx="804132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Builds on existing referral workﬂow prototypes and provider-directory concepts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1162080" y="4460040"/>
            <a:ext cx="509868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Broadest track draw — plan for </a:t>
            </a:r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35–40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participants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11790360" y="6345000"/>
            <a:ext cx="2282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777777"/>
                </a:solidFill>
                <a:latin typeface="Calibri"/>
                <a:ea typeface="Calibri"/>
              </a:rPr>
              <a:t>3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"/>
          <p:cNvSpPr/>
          <p:nvPr/>
        </p:nvSpPr>
        <p:spPr>
          <a:xfrm>
            <a:off x="666720" y="1247760"/>
            <a:ext cx="10858680" cy="28800"/>
          </a:xfrm>
          <a:custGeom>
            <a:avLst/>
            <a:gdLst/>
            <a:ahLst/>
            <a:rect l="0" t="0" r="r" b="b"/>
            <a:pathLst>
              <a:path w="30163" h="80">
                <a:moveTo>
                  <a:pt x="0" y="0"/>
                </a:moveTo>
                <a:lnTo>
                  <a:pt x="30163" y="0"/>
                </a:lnTo>
                <a:lnTo>
                  <a:pt x="30163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" name=""/>
          <p:cNvSpPr/>
          <p:nvPr/>
        </p:nvSpPr>
        <p:spPr>
          <a:xfrm>
            <a:off x="3071880" y="1480680"/>
            <a:ext cx="139320" cy="139320"/>
          </a:xfrm>
          <a:custGeom>
            <a:avLst/>
            <a:gdLst/>
            <a:ahLst/>
            <a:rect l="0" t="0" r="r" b="b"/>
            <a:pathLst>
              <a:path w="387" h="387">
                <a:moveTo>
                  <a:pt x="387" y="193"/>
                </a:moveTo>
                <a:cubicBezTo>
                  <a:pt x="387" y="206"/>
                  <a:pt x="386" y="218"/>
                  <a:pt x="383" y="231"/>
                </a:cubicBezTo>
                <a:cubicBezTo>
                  <a:pt x="381" y="243"/>
                  <a:pt x="377" y="255"/>
                  <a:pt x="372" y="267"/>
                </a:cubicBezTo>
                <a:cubicBezTo>
                  <a:pt x="368" y="279"/>
                  <a:pt x="362" y="290"/>
                  <a:pt x="355" y="300"/>
                </a:cubicBezTo>
                <a:cubicBezTo>
                  <a:pt x="348" y="311"/>
                  <a:pt x="340" y="321"/>
                  <a:pt x="331" y="330"/>
                </a:cubicBezTo>
                <a:cubicBezTo>
                  <a:pt x="322" y="339"/>
                  <a:pt x="312" y="347"/>
                  <a:pt x="301" y="354"/>
                </a:cubicBezTo>
                <a:cubicBezTo>
                  <a:pt x="291" y="361"/>
                  <a:pt x="280" y="367"/>
                  <a:pt x="268" y="372"/>
                </a:cubicBezTo>
                <a:cubicBezTo>
                  <a:pt x="256" y="377"/>
                  <a:pt x="244" y="381"/>
                  <a:pt x="232" y="383"/>
                </a:cubicBezTo>
                <a:cubicBezTo>
                  <a:pt x="219" y="386"/>
                  <a:pt x="207" y="387"/>
                  <a:pt x="194" y="387"/>
                </a:cubicBezTo>
                <a:cubicBezTo>
                  <a:pt x="181" y="387"/>
                  <a:pt x="169" y="386"/>
                  <a:pt x="156" y="383"/>
                </a:cubicBezTo>
                <a:cubicBezTo>
                  <a:pt x="143" y="381"/>
                  <a:pt x="131" y="377"/>
                  <a:pt x="119" y="372"/>
                </a:cubicBezTo>
                <a:cubicBezTo>
                  <a:pt x="107" y="367"/>
                  <a:pt x="96" y="361"/>
                  <a:pt x="86" y="354"/>
                </a:cubicBezTo>
                <a:cubicBezTo>
                  <a:pt x="75" y="347"/>
                  <a:pt x="65" y="339"/>
                  <a:pt x="56" y="330"/>
                </a:cubicBezTo>
                <a:cubicBezTo>
                  <a:pt x="48" y="321"/>
                  <a:pt x="40" y="311"/>
                  <a:pt x="32" y="300"/>
                </a:cubicBezTo>
                <a:cubicBezTo>
                  <a:pt x="25" y="290"/>
                  <a:pt x="19" y="279"/>
                  <a:pt x="15" y="267"/>
                </a:cubicBezTo>
                <a:cubicBezTo>
                  <a:pt x="10" y="255"/>
                  <a:pt x="6" y="243"/>
                  <a:pt x="4" y="231"/>
                </a:cubicBezTo>
                <a:cubicBezTo>
                  <a:pt x="1" y="218"/>
                  <a:pt x="0" y="206"/>
                  <a:pt x="0" y="193"/>
                </a:cubicBezTo>
                <a:cubicBezTo>
                  <a:pt x="0" y="180"/>
                  <a:pt x="1" y="168"/>
                  <a:pt x="4" y="155"/>
                </a:cubicBezTo>
                <a:cubicBezTo>
                  <a:pt x="6" y="143"/>
                  <a:pt x="10" y="131"/>
                  <a:pt x="15" y="119"/>
                </a:cubicBezTo>
                <a:cubicBezTo>
                  <a:pt x="19" y="107"/>
                  <a:pt x="25" y="96"/>
                  <a:pt x="32" y="86"/>
                </a:cubicBezTo>
                <a:cubicBezTo>
                  <a:pt x="40" y="75"/>
                  <a:pt x="48" y="65"/>
                  <a:pt x="56" y="57"/>
                </a:cubicBezTo>
                <a:cubicBezTo>
                  <a:pt x="65" y="48"/>
                  <a:pt x="75" y="40"/>
                  <a:pt x="86" y="33"/>
                </a:cubicBezTo>
                <a:cubicBezTo>
                  <a:pt x="96" y="25"/>
                  <a:pt x="107" y="20"/>
                  <a:pt x="119" y="15"/>
                </a:cubicBezTo>
                <a:cubicBezTo>
                  <a:pt x="131" y="10"/>
                  <a:pt x="143" y="6"/>
                  <a:pt x="156" y="4"/>
                </a:cubicBezTo>
                <a:cubicBezTo>
                  <a:pt x="169" y="1"/>
                  <a:pt x="181" y="0"/>
                  <a:pt x="194" y="0"/>
                </a:cubicBezTo>
                <a:cubicBezTo>
                  <a:pt x="207" y="0"/>
                  <a:pt x="219" y="1"/>
                  <a:pt x="232" y="4"/>
                </a:cubicBezTo>
                <a:cubicBezTo>
                  <a:pt x="244" y="6"/>
                  <a:pt x="256" y="10"/>
                  <a:pt x="268" y="15"/>
                </a:cubicBezTo>
                <a:cubicBezTo>
                  <a:pt x="280" y="20"/>
                  <a:pt x="291" y="25"/>
                  <a:pt x="301" y="33"/>
                </a:cubicBezTo>
                <a:cubicBezTo>
                  <a:pt x="312" y="40"/>
                  <a:pt x="322" y="48"/>
                  <a:pt x="331" y="57"/>
                </a:cubicBezTo>
                <a:cubicBezTo>
                  <a:pt x="340" y="65"/>
                  <a:pt x="348" y="75"/>
                  <a:pt x="355" y="86"/>
                </a:cubicBezTo>
                <a:cubicBezTo>
                  <a:pt x="362" y="96"/>
                  <a:pt x="368" y="107"/>
                  <a:pt x="372" y="119"/>
                </a:cubicBezTo>
                <a:cubicBezTo>
                  <a:pt x="377" y="131"/>
                  <a:pt x="381" y="143"/>
                  <a:pt x="383" y="155"/>
                </a:cubicBezTo>
                <a:cubicBezTo>
                  <a:pt x="386" y="168"/>
                  <a:pt x="387" y="180"/>
                  <a:pt x="387" y="193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" name=""/>
          <p:cNvSpPr/>
          <p:nvPr/>
        </p:nvSpPr>
        <p:spPr>
          <a:xfrm>
            <a:off x="3071880" y="1480680"/>
            <a:ext cx="139320" cy="139320"/>
          </a:xfrm>
          <a:custGeom>
            <a:avLst/>
            <a:gdLst/>
            <a:ahLst/>
            <a:rect l="0" t="0" r="r" b="b"/>
            <a:pathLst>
              <a:path w="387" h="387">
                <a:moveTo>
                  <a:pt x="387" y="193"/>
                </a:moveTo>
                <a:cubicBezTo>
                  <a:pt x="387" y="206"/>
                  <a:pt x="386" y="218"/>
                  <a:pt x="383" y="231"/>
                </a:cubicBezTo>
                <a:cubicBezTo>
                  <a:pt x="381" y="243"/>
                  <a:pt x="377" y="255"/>
                  <a:pt x="372" y="267"/>
                </a:cubicBezTo>
                <a:cubicBezTo>
                  <a:pt x="368" y="279"/>
                  <a:pt x="362" y="290"/>
                  <a:pt x="355" y="300"/>
                </a:cubicBezTo>
                <a:cubicBezTo>
                  <a:pt x="348" y="311"/>
                  <a:pt x="340" y="321"/>
                  <a:pt x="331" y="330"/>
                </a:cubicBezTo>
                <a:cubicBezTo>
                  <a:pt x="322" y="339"/>
                  <a:pt x="312" y="347"/>
                  <a:pt x="301" y="354"/>
                </a:cubicBezTo>
                <a:cubicBezTo>
                  <a:pt x="291" y="361"/>
                  <a:pt x="280" y="367"/>
                  <a:pt x="268" y="372"/>
                </a:cubicBezTo>
                <a:cubicBezTo>
                  <a:pt x="256" y="377"/>
                  <a:pt x="244" y="381"/>
                  <a:pt x="232" y="383"/>
                </a:cubicBezTo>
                <a:cubicBezTo>
                  <a:pt x="219" y="386"/>
                  <a:pt x="207" y="387"/>
                  <a:pt x="194" y="387"/>
                </a:cubicBezTo>
                <a:cubicBezTo>
                  <a:pt x="181" y="387"/>
                  <a:pt x="169" y="386"/>
                  <a:pt x="156" y="383"/>
                </a:cubicBezTo>
                <a:cubicBezTo>
                  <a:pt x="143" y="381"/>
                  <a:pt x="131" y="377"/>
                  <a:pt x="119" y="372"/>
                </a:cubicBezTo>
                <a:cubicBezTo>
                  <a:pt x="107" y="367"/>
                  <a:pt x="96" y="361"/>
                  <a:pt x="86" y="354"/>
                </a:cubicBezTo>
                <a:cubicBezTo>
                  <a:pt x="75" y="347"/>
                  <a:pt x="65" y="339"/>
                  <a:pt x="56" y="330"/>
                </a:cubicBezTo>
                <a:cubicBezTo>
                  <a:pt x="48" y="321"/>
                  <a:pt x="40" y="311"/>
                  <a:pt x="32" y="300"/>
                </a:cubicBezTo>
                <a:cubicBezTo>
                  <a:pt x="25" y="290"/>
                  <a:pt x="19" y="279"/>
                  <a:pt x="15" y="267"/>
                </a:cubicBezTo>
                <a:cubicBezTo>
                  <a:pt x="10" y="255"/>
                  <a:pt x="6" y="243"/>
                  <a:pt x="4" y="231"/>
                </a:cubicBezTo>
                <a:cubicBezTo>
                  <a:pt x="1" y="218"/>
                  <a:pt x="0" y="206"/>
                  <a:pt x="0" y="193"/>
                </a:cubicBezTo>
                <a:cubicBezTo>
                  <a:pt x="0" y="180"/>
                  <a:pt x="1" y="168"/>
                  <a:pt x="4" y="155"/>
                </a:cubicBezTo>
                <a:cubicBezTo>
                  <a:pt x="6" y="143"/>
                  <a:pt x="10" y="131"/>
                  <a:pt x="15" y="119"/>
                </a:cubicBezTo>
                <a:cubicBezTo>
                  <a:pt x="19" y="107"/>
                  <a:pt x="25" y="96"/>
                  <a:pt x="32" y="86"/>
                </a:cubicBezTo>
                <a:cubicBezTo>
                  <a:pt x="40" y="75"/>
                  <a:pt x="48" y="65"/>
                  <a:pt x="56" y="57"/>
                </a:cubicBezTo>
                <a:cubicBezTo>
                  <a:pt x="65" y="48"/>
                  <a:pt x="75" y="40"/>
                  <a:pt x="86" y="33"/>
                </a:cubicBezTo>
                <a:cubicBezTo>
                  <a:pt x="96" y="25"/>
                  <a:pt x="107" y="20"/>
                  <a:pt x="119" y="15"/>
                </a:cubicBezTo>
                <a:cubicBezTo>
                  <a:pt x="131" y="10"/>
                  <a:pt x="143" y="6"/>
                  <a:pt x="156" y="4"/>
                </a:cubicBezTo>
                <a:cubicBezTo>
                  <a:pt x="169" y="1"/>
                  <a:pt x="181" y="0"/>
                  <a:pt x="194" y="0"/>
                </a:cubicBezTo>
                <a:cubicBezTo>
                  <a:pt x="207" y="0"/>
                  <a:pt x="219" y="1"/>
                  <a:pt x="232" y="4"/>
                </a:cubicBezTo>
                <a:cubicBezTo>
                  <a:pt x="244" y="6"/>
                  <a:pt x="256" y="10"/>
                  <a:pt x="268" y="15"/>
                </a:cubicBezTo>
                <a:cubicBezTo>
                  <a:pt x="280" y="20"/>
                  <a:pt x="291" y="25"/>
                  <a:pt x="301" y="33"/>
                </a:cubicBezTo>
                <a:cubicBezTo>
                  <a:pt x="312" y="40"/>
                  <a:pt x="322" y="48"/>
                  <a:pt x="331" y="57"/>
                </a:cubicBezTo>
                <a:cubicBezTo>
                  <a:pt x="340" y="65"/>
                  <a:pt x="348" y="75"/>
                  <a:pt x="355" y="86"/>
                </a:cubicBezTo>
                <a:cubicBezTo>
                  <a:pt x="362" y="96"/>
                  <a:pt x="368" y="107"/>
                  <a:pt x="372" y="119"/>
                </a:cubicBezTo>
                <a:cubicBezTo>
                  <a:pt x="377" y="131"/>
                  <a:pt x="381" y="143"/>
                  <a:pt x="383" y="155"/>
                </a:cubicBezTo>
                <a:cubicBezTo>
                  <a:pt x="386" y="168"/>
                  <a:pt x="387" y="180"/>
                  <a:pt x="387" y="193"/>
                </a:cubicBezTo>
                <a:close/>
              </a:path>
            </a:pathLst>
          </a:custGeom>
          <a:noFill/>
          <a:ln w="4320">
            <a:solidFill>
              <a:srgbClr val="00a9ce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" name=""/>
          <p:cNvSpPr/>
          <p:nvPr/>
        </p:nvSpPr>
        <p:spPr>
          <a:xfrm>
            <a:off x="3028320" y="1619640"/>
            <a:ext cx="226440" cy="365040"/>
          </a:xfrm>
          <a:custGeom>
            <a:avLst/>
            <a:gdLst/>
            <a:ahLst/>
            <a:rect l="0" t="0" r="r" b="b"/>
            <a:pathLst>
              <a:path fill="none" w="629" h="1014">
                <a:moveTo>
                  <a:pt x="315" y="0"/>
                </a:moveTo>
                <a:lnTo>
                  <a:pt x="315" y="652"/>
                </a:lnTo>
                <a:moveTo>
                  <a:pt x="0" y="194"/>
                </a:moveTo>
                <a:lnTo>
                  <a:pt x="629" y="194"/>
                </a:lnTo>
                <a:moveTo>
                  <a:pt x="315" y="652"/>
                </a:moveTo>
                <a:lnTo>
                  <a:pt x="0" y="1014"/>
                </a:lnTo>
                <a:moveTo>
                  <a:pt x="315" y="652"/>
                </a:moveTo>
                <a:lnTo>
                  <a:pt x="629" y="1014"/>
                </a:lnTo>
              </a:path>
            </a:pathLst>
          </a:custGeom>
          <a:ln w="4320">
            <a:solidFill>
              <a:srgbClr val="00a9ce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" name=""/>
          <p:cNvSpPr txBox="1"/>
          <p:nvPr/>
        </p:nvSpPr>
        <p:spPr>
          <a:xfrm>
            <a:off x="666720" y="786960"/>
            <a:ext cx="242388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550" spc="-1" strike="noStrike">
                <a:solidFill>
                  <a:srgbClr val="00a9ce"/>
                </a:solidFill>
                <a:latin typeface="Calibri"/>
                <a:ea typeface="Calibri"/>
              </a:rPr>
              <a:t>Systems and roles</a:t>
            </a:r>
            <a:endParaRPr b="0" lang="en-AU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2904480" y="2011680"/>
            <a:ext cx="4122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960" spc="-1" strike="noStrike">
                <a:solidFill>
                  <a:srgbClr val="000000"/>
                </a:solidFill>
                <a:latin typeface="Calibri"/>
                <a:ea typeface="Calibri"/>
              </a:rPr>
              <a:t>Referrer</a:t>
            </a:r>
            <a:endParaRPr b="0" lang="en-AU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" name=""/>
          <p:cNvSpPr/>
          <p:nvPr/>
        </p:nvSpPr>
        <p:spPr>
          <a:xfrm>
            <a:off x="727560" y="3169800"/>
            <a:ext cx="1217160" cy="505080"/>
          </a:xfrm>
          <a:custGeom>
            <a:avLst/>
            <a:gdLst/>
            <a:ahLst/>
            <a:rect l="0" t="0" r="r" b="b"/>
            <a:pathLst>
              <a:path w="3381" h="1403">
                <a:moveTo>
                  <a:pt x="60" y="0"/>
                </a:moveTo>
                <a:lnTo>
                  <a:pt x="3321" y="0"/>
                </a:lnTo>
                <a:cubicBezTo>
                  <a:pt x="3329" y="0"/>
                  <a:pt x="3337" y="1"/>
                  <a:pt x="3344" y="4"/>
                </a:cubicBezTo>
                <a:cubicBezTo>
                  <a:pt x="3351" y="7"/>
                  <a:pt x="3358" y="12"/>
                  <a:pt x="3364" y="17"/>
                </a:cubicBezTo>
                <a:cubicBezTo>
                  <a:pt x="3369" y="23"/>
                  <a:pt x="3374" y="30"/>
                  <a:pt x="3377" y="37"/>
                </a:cubicBezTo>
                <a:cubicBezTo>
                  <a:pt x="3380" y="44"/>
                  <a:pt x="3381" y="52"/>
                  <a:pt x="3381" y="60"/>
                </a:cubicBezTo>
                <a:lnTo>
                  <a:pt x="3381" y="1343"/>
                </a:lnTo>
                <a:cubicBezTo>
                  <a:pt x="3381" y="1351"/>
                  <a:pt x="3380" y="1358"/>
                  <a:pt x="3377" y="1366"/>
                </a:cubicBezTo>
                <a:cubicBezTo>
                  <a:pt x="3374" y="1373"/>
                  <a:pt x="3369" y="1380"/>
                  <a:pt x="3364" y="1385"/>
                </a:cubicBezTo>
                <a:cubicBezTo>
                  <a:pt x="3358" y="1391"/>
                  <a:pt x="3351" y="1395"/>
                  <a:pt x="3344" y="1398"/>
                </a:cubicBezTo>
                <a:cubicBezTo>
                  <a:pt x="3337" y="1402"/>
                  <a:pt x="3329" y="1403"/>
                  <a:pt x="3321" y="1403"/>
                </a:cubicBezTo>
                <a:lnTo>
                  <a:pt x="60" y="1403"/>
                </a:lnTo>
                <a:cubicBezTo>
                  <a:pt x="52" y="1403"/>
                  <a:pt x="44" y="1402"/>
                  <a:pt x="37" y="1398"/>
                </a:cubicBezTo>
                <a:cubicBezTo>
                  <a:pt x="29" y="1395"/>
                  <a:pt x="23" y="1391"/>
                  <a:pt x="17" y="1385"/>
                </a:cubicBezTo>
                <a:cubicBezTo>
                  <a:pt x="12" y="1380"/>
                  <a:pt x="7" y="1373"/>
                  <a:pt x="4" y="1366"/>
                </a:cubicBezTo>
                <a:cubicBezTo>
                  <a:pt x="1" y="1358"/>
                  <a:pt x="0" y="1351"/>
                  <a:pt x="0" y="1343"/>
                </a:cubicBezTo>
                <a:lnTo>
                  <a:pt x="0" y="60"/>
                </a:lnTo>
                <a:cubicBezTo>
                  <a:pt x="0" y="52"/>
                  <a:pt x="1" y="44"/>
                  <a:pt x="4" y="37"/>
                </a:cubicBezTo>
                <a:cubicBezTo>
                  <a:pt x="7" y="30"/>
                  <a:pt x="12" y="23"/>
                  <a:pt x="17" y="17"/>
                </a:cubicBezTo>
                <a:cubicBezTo>
                  <a:pt x="23" y="12"/>
                  <a:pt x="29" y="7"/>
                  <a:pt x="37" y="4"/>
                </a:cubicBezTo>
                <a:cubicBezTo>
                  <a:pt x="44" y="1"/>
                  <a:pt x="52" y="0"/>
                  <a:pt x="60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" name=""/>
          <p:cNvSpPr/>
          <p:nvPr/>
        </p:nvSpPr>
        <p:spPr>
          <a:xfrm>
            <a:off x="727560" y="3169800"/>
            <a:ext cx="1217160" cy="505080"/>
          </a:xfrm>
          <a:custGeom>
            <a:avLst/>
            <a:gdLst/>
            <a:ahLst/>
            <a:rect l="0" t="0" r="r" b="b"/>
            <a:pathLst>
              <a:path w="3381" h="1403">
                <a:moveTo>
                  <a:pt x="60" y="0"/>
                </a:moveTo>
                <a:lnTo>
                  <a:pt x="3321" y="0"/>
                </a:lnTo>
                <a:cubicBezTo>
                  <a:pt x="3329" y="0"/>
                  <a:pt x="3337" y="1"/>
                  <a:pt x="3344" y="4"/>
                </a:cubicBezTo>
                <a:cubicBezTo>
                  <a:pt x="3351" y="7"/>
                  <a:pt x="3358" y="12"/>
                  <a:pt x="3364" y="17"/>
                </a:cubicBezTo>
                <a:cubicBezTo>
                  <a:pt x="3369" y="23"/>
                  <a:pt x="3374" y="30"/>
                  <a:pt x="3377" y="37"/>
                </a:cubicBezTo>
                <a:cubicBezTo>
                  <a:pt x="3380" y="44"/>
                  <a:pt x="3381" y="52"/>
                  <a:pt x="3381" y="60"/>
                </a:cubicBezTo>
                <a:lnTo>
                  <a:pt x="3381" y="1343"/>
                </a:lnTo>
                <a:cubicBezTo>
                  <a:pt x="3381" y="1351"/>
                  <a:pt x="3380" y="1358"/>
                  <a:pt x="3377" y="1366"/>
                </a:cubicBezTo>
                <a:cubicBezTo>
                  <a:pt x="3374" y="1373"/>
                  <a:pt x="3369" y="1380"/>
                  <a:pt x="3364" y="1385"/>
                </a:cubicBezTo>
                <a:cubicBezTo>
                  <a:pt x="3358" y="1391"/>
                  <a:pt x="3351" y="1395"/>
                  <a:pt x="3344" y="1398"/>
                </a:cubicBezTo>
                <a:cubicBezTo>
                  <a:pt x="3337" y="1402"/>
                  <a:pt x="3329" y="1403"/>
                  <a:pt x="3321" y="1403"/>
                </a:cubicBezTo>
                <a:lnTo>
                  <a:pt x="60" y="1403"/>
                </a:lnTo>
                <a:cubicBezTo>
                  <a:pt x="52" y="1403"/>
                  <a:pt x="44" y="1402"/>
                  <a:pt x="37" y="1398"/>
                </a:cubicBezTo>
                <a:cubicBezTo>
                  <a:pt x="29" y="1395"/>
                  <a:pt x="23" y="1391"/>
                  <a:pt x="17" y="1385"/>
                </a:cubicBezTo>
                <a:cubicBezTo>
                  <a:pt x="12" y="1380"/>
                  <a:pt x="7" y="1373"/>
                  <a:pt x="4" y="1366"/>
                </a:cubicBezTo>
                <a:cubicBezTo>
                  <a:pt x="1" y="1358"/>
                  <a:pt x="0" y="1351"/>
                  <a:pt x="0" y="1343"/>
                </a:cubicBezTo>
                <a:lnTo>
                  <a:pt x="0" y="60"/>
                </a:lnTo>
                <a:cubicBezTo>
                  <a:pt x="0" y="52"/>
                  <a:pt x="1" y="44"/>
                  <a:pt x="4" y="37"/>
                </a:cubicBezTo>
                <a:cubicBezTo>
                  <a:pt x="7" y="30"/>
                  <a:pt x="12" y="23"/>
                  <a:pt x="17" y="17"/>
                </a:cubicBezTo>
                <a:cubicBezTo>
                  <a:pt x="23" y="12"/>
                  <a:pt x="29" y="7"/>
                  <a:pt x="37" y="4"/>
                </a:cubicBezTo>
                <a:cubicBezTo>
                  <a:pt x="44" y="1"/>
                  <a:pt x="52" y="0"/>
                  <a:pt x="60" y="0"/>
                </a:cubicBezTo>
                <a:close/>
              </a:path>
            </a:pathLst>
          </a:custGeom>
          <a:noFill/>
          <a:ln w="4320">
            <a:solidFill>
              <a:srgbClr val="00a9ce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2904480" y="2177280"/>
            <a:ext cx="37872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960" spc="-1" strike="noStrike">
                <a:solidFill>
                  <a:srgbClr val="000000"/>
                </a:solidFill>
                <a:latin typeface="Calibri"/>
                <a:ea typeface="Calibri"/>
              </a:rPr>
              <a:t>(Placer)</a:t>
            </a:r>
            <a:endParaRPr b="0" lang="en-AU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814320" y="3270960"/>
            <a:ext cx="9075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960" spc="-1" strike="noStrike">
                <a:solidFill>
                  <a:srgbClr val="001d34"/>
                </a:solidFill>
                <a:latin typeface="Calibri"/>
                <a:ea typeface="Calibri"/>
              </a:rPr>
              <a:t>Provider Directory</a:t>
            </a:r>
            <a:endParaRPr b="0" lang="en-AU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" name=""/>
          <p:cNvSpPr/>
          <p:nvPr/>
        </p:nvSpPr>
        <p:spPr>
          <a:xfrm>
            <a:off x="4229640" y="3169800"/>
            <a:ext cx="1027080" cy="505080"/>
          </a:xfrm>
          <a:custGeom>
            <a:avLst/>
            <a:gdLst/>
            <a:ahLst/>
            <a:rect l="0" t="0" r="r" b="b"/>
            <a:pathLst>
              <a:path w="2853" h="1403">
                <a:moveTo>
                  <a:pt x="60" y="0"/>
                </a:moveTo>
                <a:lnTo>
                  <a:pt x="2792" y="0"/>
                </a:lnTo>
                <a:cubicBezTo>
                  <a:pt x="2800" y="0"/>
                  <a:pt x="2808" y="1"/>
                  <a:pt x="2815" y="4"/>
                </a:cubicBezTo>
                <a:cubicBezTo>
                  <a:pt x="2823" y="7"/>
                  <a:pt x="2829" y="12"/>
                  <a:pt x="2835" y="17"/>
                </a:cubicBezTo>
                <a:cubicBezTo>
                  <a:pt x="2841" y="23"/>
                  <a:pt x="2845" y="30"/>
                  <a:pt x="2848" y="37"/>
                </a:cubicBezTo>
                <a:cubicBezTo>
                  <a:pt x="2851" y="44"/>
                  <a:pt x="2853" y="52"/>
                  <a:pt x="2853" y="60"/>
                </a:cubicBezTo>
                <a:lnTo>
                  <a:pt x="2853" y="1343"/>
                </a:lnTo>
                <a:cubicBezTo>
                  <a:pt x="2853" y="1351"/>
                  <a:pt x="2851" y="1358"/>
                  <a:pt x="2848" y="1366"/>
                </a:cubicBezTo>
                <a:cubicBezTo>
                  <a:pt x="2845" y="1373"/>
                  <a:pt x="2841" y="1380"/>
                  <a:pt x="2835" y="1385"/>
                </a:cubicBezTo>
                <a:cubicBezTo>
                  <a:pt x="2829" y="1391"/>
                  <a:pt x="2823" y="1395"/>
                  <a:pt x="2815" y="1398"/>
                </a:cubicBezTo>
                <a:cubicBezTo>
                  <a:pt x="2808" y="1402"/>
                  <a:pt x="2800" y="1403"/>
                  <a:pt x="2792" y="1403"/>
                </a:cubicBezTo>
                <a:lnTo>
                  <a:pt x="60" y="1403"/>
                </a:lnTo>
                <a:cubicBezTo>
                  <a:pt x="52" y="1403"/>
                  <a:pt x="44" y="1402"/>
                  <a:pt x="37" y="1398"/>
                </a:cubicBezTo>
                <a:cubicBezTo>
                  <a:pt x="30" y="1395"/>
                  <a:pt x="23" y="1391"/>
                  <a:pt x="18" y="1385"/>
                </a:cubicBezTo>
                <a:cubicBezTo>
                  <a:pt x="12" y="1380"/>
                  <a:pt x="7" y="1373"/>
                  <a:pt x="4" y="1366"/>
                </a:cubicBezTo>
                <a:cubicBezTo>
                  <a:pt x="1" y="1358"/>
                  <a:pt x="0" y="1351"/>
                  <a:pt x="0" y="1343"/>
                </a:cubicBezTo>
                <a:lnTo>
                  <a:pt x="0" y="60"/>
                </a:lnTo>
                <a:cubicBezTo>
                  <a:pt x="0" y="52"/>
                  <a:pt x="1" y="44"/>
                  <a:pt x="4" y="37"/>
                </a:cubicBezTo>
                <a:cubicBezTo>
                  <a:pt x="7" y="30"/>
                  <a:pt x="12" y="23"/>
                  <a:pt x="18" y="17"/>
                </a:cubicBezTo>
                <a:cubicBezTo>
                  <a:pt x="23" y="12"/>
                  <a:pt x="30" y="7"/>
                  <a:pt x="37" y="4"/>
                </a:cubicBezTo>
                <a:cubicBezTo>
                  <a:pt x="44" y="1"/>
                  <a:pt x="52" y="0"/>
                  <a:pt x="60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" name=""/>
          <p:cNvSpPr/>
          <p:nvPr/>
        </p:nvSpPr>
        <p:spPr>
          <a:xfrm>
            <a:off x="4229640" y="3169800"/>
            <a:ext cx="1027080" cy="505080"/>
          </a:xfrm>
          <a:custGeom>
            <a:avLst/>
            <a:gdLst/>
            <a:ahLst/>
            <a:rect l="0" t="0" r="r" b="b"/>
            <a:pathLst>
              <a:path w="2853" h="1403">
                <a:moveTo>
                  <a:pt x="60" y="0"/>
                </a:moveTo>
                <a:lnTo>
                  <a:pt x="2792" y="0"/>
                </a:lnTo>
                <a:cubicBezTo>
                  <a:pt x="2800" y="0"/>
                  <a:pt x="2808" y="1"/>
                  <a:pt x="2815" y="4"/>
                </a:cubicBezTo>
                <a:cubicBezTo>
                  <a:pt x="2823" y="7"/>
                  <a:pt x="2829" y="12"/>
                  <a:pt x="2835" y="17"/>
                </a:cubicBezTo>
                <a:cubicBezTo>
                  <a:pt x="2841" y="23"/>
                  <a:pt x="2845" y="30"/>
                  <a:pt x="2848" y="37"/>
                </a:cubicBezTo>
                <a:cubicBezTo>
                  <a:pt x="2851" y="44"/>
                  <a:pt x="2853" y="52"/>
                  <a:pt x="2853" y="60"/>
                </a:cubicBezTo>
                <a:lnTo>
                  <a:pt x="2853" y="1343"/>
                </a:lnTo>
                <a:cubicBezTo>
                  <a:pt x="2853" y="1351"/>
                  <a:pt x="2851" y="1358"/>
                  <a:pt x="2848" y="1366"/>
                </a:cubicBezTo>
                <a:cubicBezTo>
                  <a:pt x="2845" y="1373"/>
                  <a:pt x="2841" y="1380"/>
                  <a:pt x="2835" y="1385"/>
                </a:cubicBezTo>
                <a:cubicBezTo>
                  <a:pt x="2829" y="1391"/>
                  <a:pt x="2823" y="1395"/>
                  <a:pt x="2815" y="1398"/>
                </a:cubicBezTo>
                <a:cubicBezTo>
                  <a:pt x="2808" y="1402"/>
                  <a:pt x="2800" y="1403"/>
                  <a:pt x="2792" y="1403"/>
                </a:cubicBezTo>
                <a:lnTo>
                  <a:pt x="60" y="1403"/>
                </a:lnTo>
                <a:cubicBezTo>
                  <a:pt x="52" y="1403"/>
                  <a:pt x="44" y="1402"/>
                  <a:pt x="37" y="1398"/>
                </a:cubicBezTo>
                <a:cubicBezTo>
                  <a:pt x="30" y="1395"/>
                  <a:pt x="23" y="1391"/>
                  <a:pt x="18" y="1385"/>
                </a:cubicBezTo>
                <a:cubicBezTo>
                  <a:pt x="12" y="1380"/>
                  <a:pt x="7" y="1373"/>
                  <a:pt x="4" y="1366"/>
                </a:cubicBezTo>
                <a:cubicBezTo>
                  <a:pt x="1" y="1358"/>
                  <a:pt x="0" y="1351"/>
                  <a:pt x="0" y="1343"/>
                </a:cubicBezTo>
                <a:lnTo>
                  <a:pt x="0" y="60"/>
                </a:lnTo>
                <a:cubicBezTo>
                  <a:pt x="0" y="52"/>
                  <a:pt x="1" y="44"/>
                  <a:pt x="4" y="37"/>
                </a:cubicBezTo>
                <a:cubicBezTo>
                  <a:pt x="7" y="30"/>
                  <a:pt x="12" y="23"/>
                  <a:pt x="18" y="17"/>
                </a:cubicBezTo>
                <a:cubicBezTo>
                  <a:pt x="23" y="12"/>
                  <a:pt x="30" y="7"/>
                  <a:pt x="37" y="4"/>
                </a:cubicBezTo>
                <a:cubicBezTo>
                  <a:pt x="44" y="1"/>
                  <a:pt x="52" y="0"/>
                  <a:pt x="60" y="0"/>
                </a:cubicBezTo>
                <a:close/>
              </a:path>
            </a:pathLst>
          </a:custGeom>
          <a:noFill/>
          <a:ln w="4320">
            <a:solidFill>
              <a:srgbClr val="00a9ce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" name=""/>
          <p:cNvSpPr txBox="1"/>
          <p:nvPr/>
        </p:nvSpPr>
        <p:spPr>
          <a:xfrm>
            <a:off x="814320" y="3436560"/>
            <a:ext cx="3528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960" spc="-1" strike="noStrike">
                <a:solidFill>
                  <a:srgbClr val="001d34"/>
                </a:solidFill>
                <a:latin typeface="Calibri"/>
                <a:ea typeface="Calibri"/>
              </a:rPr>
              <a:t>(HCPD)</a:t>
            </a:r>
            <a:endParaRPr b="0" lang="en-AU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"/>
          <p:cNvSpPr txBox="1"/>
          <p:nvPr/>
        </p:nvSpPr>
        <p:spPr>
          <a:xfrm>
            <a:off x="4316400" y="3270960"/>
            <a:ext cx="7412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960" spc="-1" strike="noStrike">
                <a:solidFill>
                  <a:srgbClr val="001d34"/>
                </a:solidFill>
                <a:latin typeface="Calibri"/>
                <a:ea typeface="Calibri"/>
              </a:rPr>
              <a:t>Referral Server</a:t>
            </a:r>
            <a:endParaRPr b="0" lang="en-AU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"/>
          <p:cNvSpPr/>
          <p:nvPr/>
        </p:nvSpPr>
        <p:spPr>
          <a:xfrm>
            <a:off x="3269160" y="4515840"/>
            <a:ext cx="1169640" cy="505080"/>
          </a:xfrm>
          <a:custGeom>
            <a:avLst/>
            <a:gdLst/>
            <a:ahLst/>
            <a:rect l="0" t="0" r="r" b="b"/>
            <a:pathLst>
              <a:path w="3249" h="1403">
                <a:moveTo>
                  <a:pt x="61" y="0"/>
                </a:moveTo>
                <a:lnTo>
                  <a:pt x="3189" y="0"/>
                </a:lnTo>
                <a:cubicBezTo>
                  <a:pt x="3197" y="0"/>
                  <a:pt x="3205" y="1"/>
                  <a:pt x="3212" y="4"/>
                </a:cubicBezTo>
                <a:cubicBezTo>
                  <a:pt x="3219" y="7"/>
                  <a:pt x="3226" y="12"/>
                  <a:pt x="3232" y="17"/>
                </a:cubicBezTo>
                <a:cubicBezTo>
                  <a:pt x="3237" y="23"/>
                  <a:pt x="3242" y="29"/>
                  <a:pt x="3245" y="37"/>
                </a:cubicBezTo>
                <a:cubicBezTo>
                  <a:pt x="3248" y="44"/>
                  <a:pt x="3249" y="52"/>
                  <a:pt x="3249" y="60"/>
                </a:cubicBezTo>
                <a:lnTo>
                  <a:pt x="3249" y="1343"/>
                </a:lnTo>
                <a:cubicBezTo>
                  <a:pt x="3249" y="1351"/>
                  <a:pt x="3248" y="1358"/>
                  <a:pt x="3245" y="1366"/>
                </a:cubicBezTo>
                <a:cubicBezTo>
                  <a:pt x="3242" y="1373"/>
                  <a:pt x="3237" y="1380"/>
                  <a:pt x="3232" y="1385"/>
                </a:cubicBezTo>
                <a:cubicBezTo>
                  <a:pt x="3226" y="1391"/>
                  <a:pt x="3219" y="1395"/>
                  <a:pt x="3212" y="1398"/>
                </a:cubicBezTo>
                <a:cubicBezTo>
                  <a:pt x="3205" y="1401"/>
                  <a:pt x="3197" y="1403"/>
                  <a:pt x="3189" y="1403"/>
                </a:cubicBezTo>
                <a:lnTo>
                  <a:pt x="61" y="1403"/>
                </a:lnTo>
                <a:cubicBezTo>
                  <a:pt x="53" y="1403"/>
                  <a:pt x="45" y="1401"/>
                  <a:pt x="38" y="1398"/>
                </a:cubicBezTo>
                <a:cubicBezTo>
                  <a:pt x="30" y="1395"/>
                  <a:pt x="24" y="1391"/>
                  <a:pt x="18" y="1385"/>
                </a:cubicBezTo>
                <a:cubicBezTo>
                  <a:pt x="12" y="1380"/>
                  <a:pt x="8" y="1373"/>
                  <a:pt x="5" y="1366"/>
                </a:cubicBezTo>
                <a:cubicBezTo>
                  <a:pt x="2" y="1358"/>
                  <a:pt x="0" y="1351"/>
                  <a:pt x="0" y="1343"/>
                </a:cubicBezTo>
                <a:lnTo>
                  <a:pt x="0" y="60"/>
                </a:lnTo>
                <a:cubicBezTo>
                  <a:pt x="0" y="52"/>
                  <a:pt x="2" y="44"/>
                  <a:pt x="5" y="37"/>
                </a:cubicBezTo>
                <a:cubicBezTo>
                  <a:pt x="8" y="29"/>
                  <a:pt x="12" y="23"/>
                  <a:pt x="18" y="17"/>
                </a:cubicBezTo>
                <a:cubicBezTo>
                  <a:pt x="24" y="12"/>
                  <a:pt x="30" y="7"/>
                  <a:pt x="38" y="4"/>
                </a:cubicBezTo>
                <a:cubicBezTo>
                  <a:pt x="45" y="1"/>
                  <a:pt x="53" y="0"/>
                  <a:pt x="61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" name=""/>
          <p:cNvSpPr/>
          <p:nvPr/>
        </p:nvSpPr>
        <p:spPr>
          <a:xfrm>
            <a:off x="3269160" y="4515840"/>
            <a:ext cx="1169640" cy="505080"/>
          </a:xfrm>
          <a:custGeom>
            <a:avLst/>
            <a:gdLst/>
            <a:ahLst/>
            <a:rect l="0" t="0" r="r" b="b"/>
            <a:pathLst>
              <a:path w="3249" h="1403">
                <a:moveTo>
                  <a:pt x="61" y="0"/>
                </a:moveTo>
                <a:lnTo>
                  <a:pt x="3189" y="0"/>
                </a:lnTo>
                <a:cubicBezTo>
                  <a:pt x="3197" y="0"/>
                  <a:pt x="3205" y="1"/>
                  <a:pt x="3212" y="4"/>
                </a:cubicBezTo>
                <a:cubicBezTo>
                  <a:pt x="3219" y="7"/>
                  <a:pt x="3226" y="12"/>
                  <a:pt x="3232" y="17"/>
                </a:cubicBezTo>
                <a:cubicBezTo>
                  <a:pt x="3237" y="23"/>
                  <a:pt x="3242" y="29"/>
                  <a:pt x="3245" y="37"/>
                </a:cubicBezTo>
                <a:cubicBezTo>
                  <a:pt x="3248" y="44"/>
                  <a:pt x="3249" y="52"/>
                  <a:pt x="3249" y="60"/>
                </a:cubicBezTo>
                <a:lnTo>
                  <a:pt x="3249" y="1343"/>
                </a:lnTo>
                <a:cubicBezTo>
                  <a:pt x="3249" y="1351"/>
                  <a:pt x="3248" y="1358"/>
                  <a:pt x="3245" y="1366"/>
                </a:cubicBezTo>
                <a:cubicBezTo>
                  <a:pt x="3242" y="1373"/>
                  <a:pt x="3237" y="1380"/>
                  <a:pt x="3232" y="1385"/>
                </a:cubicBezTo>
                <a:cubicBezTo>
                  <a:pt x="3226" y="1391"/>
                  <a:pt x="3219" y="1395"/>
                  <a:pt x="3212" y="1398"/>
                </a:cubicBezTo>
                <a:cubicBezTo>
                  <a:pt x="3205" y="1401"/>
                  <a:pt x="3197" y="1403"/>
                  <a:pt x="3189" y="1403"/>
                </a:cubicBezTo>
                <a:lnTo>
                  <a:pt x="61" y="1403"/>
                </a:lnTo>
                <a:cubicBezTo>
                  <a:pt x="53" y="1403"/>
                  <a:pt x="45" y="1401"/>
                  <a:pt x="38" y="1398"/>
                </a:cubicBezTo>
                <a:cubicBezTo>
                  <a:pt x="30" y="1395"/>
                  <a:pt x="24" y="1391"/>
                  <a:pt x="18" y="1385"/>
                </a:cubicBezTo>
                <a:cubicBezTo>
                  <a:pt x="12" y="1380"/>
                  <a:pt x="8" y="1373"/>
                  <a:pt x="5" y="1366"/>
                </a:cubicBezTo>
                <a:cubicBezTo>
                  <a:pt x="2" y="1358"/>
                  <a:pt x="0" y="1351"/>
                  <a:pt x="0" y="1343"/>
                </a:cubicBezTo>
                <a:lnTo>
                  <a:pt x="0" y="60"/>
                </a:lnTo>
                <a:cubicBezTo>
                  <a:pt x="0" y="52"/>
                  <a:pt x="2" y="44"/>
                  <a:pt x="5" y="37"/>
                </a:cubicBezTo>
                <a:cubicBezTo>
                  <a:pt x="8" y="29"/>
                  <a:pt x="12" y="23"/>
                  <a:pt x="18" y="17"/>
                </a:cubicBezTo>
                <a:cubicBezTo>
                  <a:pt x="24" y="12"/>
                  <a:pt x="30" y="7"/>
                  <a:pt x="38" y="4"/>
                </a:cubicBezTo>
                <a:cubicBezTo>
                  <a:pt x="45" y="1"/>
                  <a:pt x="53" y="0"/>
                  <a:pt x="61" y="0"/>
                </a:cubicBezTo>
                <a:close/>
              </a:path>
            </a:pathLst>
          </a:custGeom>
          <a:noFill/>
          <a:ln w="4320">
            <a:solidFill>
              <a:srgbClr val="00a9ce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4316400" y="3436560"/>
            <a:ext cx="7232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960" spc="-1" strike="noStrike">
                <a:solidFill>
                  <a:srgbClr val="001d34"/>
                </a:solidFill>
                <a:latin typeface="Calibri"/>
                <a:ea typeface="Calibri"/>
              </a:rPr>
              <a:t>(HAPI + QH IG)</a:t>
            </a:r>
            <a:endParaRPr b="0" lang="en-AU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3356280" y="4617000"/>
            <a:ext cx="8406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960" spc="-1" strike="noStrike">
                <a:solidFill>
                  <a:srgbClr val="001d34"/>
                </a:solidFill>
                <a:latin typeface="Calibri"/>
                <a:ea typeface="Calibri"/>
              </a:rPr>
              <a:t>Imaging Provider</a:t>
            </a:r>
            <a:endParaRPr b="0" lang="en-AU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" name=""/>
          <p:cNvSpPr/>
          <p:nvPr/>
        </p:nvSpPr>
        <p:spPr>
          <a:xfrm>
            <a:off x="6716160" y="1480680"/>
            <a:ext cx="139680" cy="139320"/>
          </a:xfrm>
          <a:custGeom>
            <a:avLst/>
            <a:gdLst/>
            <a:ahLst/>
            <a:rect l="0" t="0" r="r" b="b"/>
            <a:pathLst>
              <a:path w="388" h="387">
                <a:moveTo>
                  <a:pt x="388" y="193"/>
                </a:moveTo>
                <a:cubicBezTo>
                  <a:pt x="388" y="206"/>
                  <a:pt x="386" y="218"/>
                  <a:pt x="384" y="231"/>
                </a:cubicBezTo>
                <a:cubicBezTo>
                  <a:pt x="382" y="243"/>
                  <a:pt x="378" y="255"/>
                  <a:pt x="373" y="267"/>
                </a:cubicBezTo>
                <a:cubicBezTo>
                  <a:pt x="368" y="279"/>
                  <a:pt x="362" y="290"/>
                  <a:pt x="355" y="300"/>
                </a:cubicBezTo>
                <a:cubicBezTo>
                  <a:pt x="348" y="311"/>
                  <a:pt x="340" y="321"/>
                  <a:pt x="331" y="330"/>
                </a:cubicBezTo>
                <a:cubicBezTo>
                  <a:pt x="322" y="339"/>
                  <a:pt x="312" y="347"/>
                  <a:pt x="302" y="354"/>
                </a:cubicBezTo>
                <a:cubicBezTo>
                  <a:pt x="291" y="361"/>
                  <a:pt x="280" y="367"/>
                  <a:pt x="268" y="372"/>
                </a:cubicBezTo>
                <a:cubicBezTo>
                  <a:pt x="257" y="377"/>
                  <a:pt x="245" y="381"/>
                  <a:pt x="232" y="383"/>
                </a:cubicBezTo>
                <a:cubicBezTo>
                  <a:pt x="220" y="386"/>
                  <a:pt x="207" y="387"/>
                  <a:pt x="195" y="387"/>
                </a:cubicBezTo>
                <a:cubicBezTo>
                  <a:pt x="182" y="387"/>
                  <a:pt x="169" y="386"/>
                  <a:pt x="157" y="383"/>
                </a:cubicBezTo>
                <a:cubicBezTo>
                  <a:pt x="144" y="381"/>
                  <a:pt x="132" y="377"/>
                  <a:pt x="121" y="372"/>
                </a:cubicBezTo>
                <a:cubicBezTo>
                  <a:pt x="109" y="367"/>
                  <a:pt x="98" y="361"/>
                  <a:pt x="87" y="354"/>
                </a:cubicBezTo>
                <a:cubicBezTo>
                  <a:pt x="77" y="347"/>
                  <a:pt x="67" y="339"/>
                  <a:pt x="57" y="330"/>
                </a:cubicBezTo>
                <a:cubicBezTo>
                  <a:pt x="48" y="321"/>
                  <a:pt x="40" y="311"/>
                  <a:pt x="33" y="300"/>
                </a:cubicBezTo>
                <a:cubicBezTo>
                  <a:pt x="26" y="290"/>
                  <a:pt x="20" y="279"/>
                  <a:pt x="15" y="267"/>
                </a:cubicBezTo>
                <a:cubicBezTo>
                  <a:pt x="10" y="255"/>
                  <a:pt x="7" y="243"/>
                  <a:pt x="4" y="231"/>
                </a:cubicBezTo>
                <a:cubicBezTo>
                  <a:pt x="2" y="218"/>
                  <a:pt x="0" y="206"/>
                  <a:pt x="0" y="193"/>
                </a:cubicBezTo>
                <a:cubicBezTo>
                  <a:pt x="0" y="180"/>
                  <a:pt x="2" y="168"/>
                  <a:pt x="4" y="155"/>
                </a:cubicBezTo>
                <a:cubicBezTo>
                  <a:pt x="7" y="143"/>
                  <a:pt x="10" y="131"/>
                  <a:pt x="15" y="119"/>
                </a:cubicBezTo>
                <a:cubicBezTo>
                  <a:pt x="20" y="107"/>
                  <a:pt x="26" y="96"/>
                  <a:pt x="33" y="86"/>
                </a:cubicBezTo>
                <a:cubicBezTo>
                  <a:pt x="40" y="75"/>
                  <a:pt x="48" y="65"/>
                  <a:pt x="57" y="57"/>
                </a:cubicBezTo>
                <a:cubicBezTo>
                  <a:pt x="67" y="48"/>
                  <a:pt x="77" y="40"/>
                  <a:pt x="87" y="33"/>
                </a:cubicBezTo>
                <a:cubicBezTo>
                  <a:pt x="98" y="25"/>
                  <a:pt x="109" y="20"/>
                  <a:pt x="121" y="15"/>
                </a:cubicBezTo>
                <a:cubicBezTo>
                  <a:pt x="132" y="10"/>
                  <a:pt x="144" y="6"/>
                  <a:pt x="157" y="4"/>
                </a:cubicBezTo>
                <a:cubicBezTo>
                  <a:pt x="169" y="1"/>
                  <a:pt x="182" y="0"/>
                  <a:pt x="195" y="0"/>
                </a:cubicBezTo>
                <a:cubicBezTo>
                  <a:pt x="207" y="0"/>
                  <a:pt x="220" y="1"/>
                  <a:pt x="232" y="4"/>
                </a:cubicBezTo>
                <a:cubicBezTo>
                  <a:pt x="245" y="6"/>
                  <a:pt x="257" y="10"/>
                  <a:pt x="268" y="15"/>
                </a:cubicBezTo>
                <a:cubicBezTo>
                  <a:pt x="280" y="20"/>
                  <a:pt x="291" y="25"/>
                  <a:pt x="302" y="33"/>
                </a:cubicBezTo>
                <a:cubicBezTo>
                  <a:pt x="312" y="40"/>
                  <a:pt x="322" y="48"/>
                  <a:pt x="331" y="57"/>
                </a:cubicBezTo>
                <a:cubicBezTo>
                  <a:pt x="340" y="65"/>
                  <a:pt x="348" y="75"/>
                  <a:pt x="355" y="86"/>
                </a:cubicBezTo>
                <a:cubicBezTo>
                  <a:pt x="362" y="96"/>
                  <a:pt x="368" y="107"/>
                  <a:pt x="373" y="119"/>
                </a:cubicBezTo>
                <a:cubicBezTo>
                  <a:pt x="378" y="131"/>
                  <a:pt x="382" y="143"/>
                  <a:pt x="384" y="155"/>
                </a:cubicBezTo>
                <a:cubicBezTo>
                  <a:pt x="386" y="168"/>
                  <a:pt x="388" y="180"/>
                  <a:pt x="388" y="193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" name=""/>
          <p:cNvSpPr/>
          <p:nvPr/>
        </p:nvSpPr>
        <p:spPr>
          <a:xfrm>
            <a:off x="6716160" y="1480680"/>
            <a:ext cx="139680" cy="139320"/>
          </a:xfrm>
          <a:custGeom>
            <a:avLst/>
            <a:gdLst/>
            <a:ahLst/>
            <a:rect l="0" t="0" r="r" b="b"/>
            <a:pathLst>
              <a:path w="388" h="387">
                <a:moveTo>
                  <a:pt x="388" y="193"/>
                </a:moveTo>
                <a:cubicBezTo>
                  <a:pt x="388" y="206"/>
                  <a:pt x="386" y="218"/>
                  <a:pt x="384" y="231"/>
                </a:cubicBezTo>
                <a:cubicBezTo>
                  <a:pt x="382" y="243"/>
                  <a:pt x="378" y="255"/>
                  <a:pt x="373" y="267"/>
                </a:cubicBezTo>
                <a:cubicBezTo>
                  <a:pt x="368" y="279"/>
                  <a:pt x="362" y="290"/>
                  <a:pt x="355" y="300"/>
                </a:cubicBezTo>
                <a:cubicBezTo>
                  <a:pt x="348" y="311"/>
                  <a:pt x="340" y="321"/>
                  <a:pt x="331" y="330"/>
                </a:cubicBezTo>
                <a:cubicBezTo>
                  <a:pt x="322" y="339"/>
                  <a:pt x="312" y="347"/>
                  <a:pt x="302" y="354"/>
                </a:cubicBezTo>
                <a:cubicBezTo>
                  <a:pt x="291" y="361"/>
                  <a:pt x="280" y="367"/>
                  <a:pt x="268" y="372"/>
                </a:cubicBezTo>
                <a:cubicBezTo>
                  <a:pt x="257" y="377"/>
                  <a:pt x="245" y="381"/>
                  <a:pt x="232" y="383"/>
                </a:cubicBezTo>
                <a:cubicBezTo>
                  <a:pt x="220" y="386"/>
                  <a:pt x="207" y="387"/>
                  <a:pt x="195" y="387"/>
                </a:cubicBezTo>
                <a:cubicBezTo>
                  <a:pt x="182" y="387"/>
                  <a:pt x="169" y="386"/>
                  <a:pt x="157" y="383"/>
                </a:cubicBezTo>
                <a:cubicBezTo>
                  <a:pt x="144" y="381"/>
                  <a:pt x="132" y="377"/>
                  <a:pt x="121" y="372"/>
                </a:cubicBezTo>
                <a:cubicBezTo>
                  <a:pt x="109" y="367"/>
                  <a:pt x="98" y="361"/>
                  <a:pt x="87" y="354"/>
                </a:cubicBezTo>
                <a:cubicBezTo>
                  <a:pt x="77" y="347"/>
                  <a:pt x="67" y="339"/>
                  <a:pt x="57" y="330"/>
                </a:cubicBezTo>
                <a:cubicBezTo>
                  <a:pt x="48" y="321"/>
                  <a:pt x="40" y="311"/>
                  <a:pt x="33" y="300"/>
                </a:cubicBezTo>
                <a:cubicBezTo>
                  <a:pt x="26" y="290"/>
                  <a:pt x="20" y="279"/>
                  <a:pt x="15" y="267"/>
                </a:cubicBezTo>
                <a:cubicBezTo>
                  <a:pt x="10" y="255"/>
                  <a:pt x="7" y="243"/>
                  <a:pt x="4" y="231"/>
                </a:cubicBezTo>
                <a:cubicBezTo>
                  <a:pt x="2" y="218"/>
                  <a:pt x="0" y="206"/>
                  <a:pt x="0" y="193"/>
                </a:cubicBezTo>
                <a:cubicBezTo>
                  <a:pt x="0" y="180"/>
                  <a:pt x="2" y="168"/>
                  <a:pt x="4" y="155"/>
                </a:cubicBezTo>
                <a:cubicBezTo>
                  <a:pt x="7" y="143"/>
                  <a:pt x="10" y="131"/>
                  <a:pt x="15" y="119"/>
                </a:cubicBezTo>
                <a:cubicBezTo>
                  <a:pt x="20" y="107"/>
                  <a:pt x="26" y="96"/>
                  <a:pt x="33" y="86"/>
                </a:cubicBezTo>
                <a:cubicBezTo>
                  <a:pt x="40" y="75"/>
                  <a:pt x="48" y="65"/>
                  <a:pt x="57" y="57"/>
                </a:cubicBezTo>
                <a:cubicBezTo>
                  <a:pt x="67" y="48"/>
                  <a:pt x="77" y="40"/>
                  <a:pt x="87" y="33"/>
                </a:cubicBezTo>
                <a:cubicBezTo>
                  <a:pt x="98" y="25"/>
                  <a:pt x="109" y="20"/>
                  <a:pt x="121" y="15"/>
                </a:cubicBezTo>
                <a:cubicBezTo>
                  <a:pt x="132" y="10"/>
                  <a:pt x="144" y="6"/>
                  <a:pt x="157" y="4"/>
                </a:cubicBezTo>
                <a:cubicBezTo>
                  <a:pt x="169" y="1"/>
                  <a:pt x="182" y="0"/>
                  <a:pt x="195" y="0"/>
                </a:cubicBezTo>
                <a:cubicBezTo>
                  <a:pt x="207" y="0"/>
                  <a:pt x="220" y="1"/>
                  <a:pt x="232" y="4"/>
                </a:cubicBezTo>
                <a:cubicBezTo>
                  <a:pt x="245" y="6"/>
                  <a:pt x="257" y="10"/>
                  <a:pt x="268" y="15"/>
                </a:cubicBezTo>
                <a:cubicBezTo>
                  <a:pt x="280" y="20"/>
                  <a:pt x="291" y="25"/>
                  <a:pt x="302" y="33"/>
                </a:cubicBezTo>
                <a:cubicBezTo>
                  <a:pt x="312" y="40"/>
                  <a:pt x="322" y="48"/>
                  <a:pt x="331" y="57"/>
                </a:cubicBezTo>
                <a:cubicBezTo>
                  <a:pt x="340" y="65"/>
                  <a:pt x="348" y="75"/>
                  <a:pt x="355" y="86"/>
                </a:cubicBezTo>
                <a:cubicBezTo>
                  <a:pt x="362" y="96"/>
                  <a:pt x="368" y="107"/>
                  <a:pt x="373" y="119"/>
                </a:cubicBezTo>
                <a:cubicBezTo>
                  <a:pt x="378" y="131"/>
                  <a:pt x="382" y="143"/>
                  <a:pt x="384" y="155"/>
                </a:cubicBezTo>
                <a:cubicBezTo>
                  <a:pt x="386" y="168"/>
                  <a:pt x="388" y="180"/>
                  <a:pt x="388" y="193"/>
                </a:cubicBezTo>
                <a:close/>
              </a:path>
            </a:pathLst>
          </a:custGeom>
          <a:noFill/>
          <a:ln w="4320">
            <a:solidFill>
              <a:srgbClr val="00a9ce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" name=""/>
          <p:cNvSpPr/>
          <p:nvPr/>
        </p:nvSpPr>
        <p:spPr>
          <a:xfrm>
            <a:off x="6672960" y="1619640"/>
            <a:ext cx="226080" cy="365040"/>
          </a:xfrm>
          <a:custGeom>
            <a:avLst/>
            <a:gdLst/>
            <a:ahLst/>
            <a:rect l="0" t="0" r="r" b="b"/>
            <a:pathLst>
              <a:path fill="none" w="628" h="1014">
                <a:moveTo>
                  <a:pt x="314" y="0"/>
                </a:moveTo>
                <a:lnTo>
                  <a:pt x="314" y="652"/>
                </a:lnTo>
                <a:moveTo>
                  <a:pt x="0" y="194"/>
                </a:moveTo>
                <a:lnTo>
                  <a:pt x="628" y="194"/>
                </a:lnTo>
                <a:moveTo>
                  <a:pt x="314" y="652"/>
                </a:moveTo>
                <a:lnTo>
                  <a:pt x="0" y="1014"/>
                </a:lnTo>
                <a:moveTo>
                  <a:pt x="314" y="652"/>
                </a:moveTo>
                <a:lnTo>
                  <a:pt x="628" y="1014"/>
                </a:lnTo>
              </a:path>
            </a:pathLst>
          </a:custGeom>
          <a:ln w="4320">
            <a:solidFill>
              <a:srgbClr val="00a9ce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3356280" y="4782240"/>
            <a:ext cx="5724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960" spc="-1" strike="noStrike">
                <a:solidFill>
                  <a:srgbClr val="001d34"/>
                </a:solidFill>
                <a:latin typeface="Calibri"/>
                <a:ea typeface="Calibri"/>
              </a:rPr>
              <a:t>(Filler / RIS)</a:t>
            </a:r>
            <a:endParaRPr b="0" lang="en-AU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6458760" y="2011680"/>
            <a:ext cx="5691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960" spc="-1" strike="noStrike">
                <a:solidFill>
                  <a:srgbClr val="000000"/>
                </a:solidFill>
                <a:latin typeface="Calibri"/>
                <a:ea typeface="Calibri"/>
              </a:rPr>
              <a:t>Patient app</a:t>
            </a:r>
            <a:endParaRPr b="0" lang="en-AU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" name=""/>
          <p:cNvSpPr/>
          <p:nvPr/>
        </p:nvSpPr>
        <p:spPr>
          <a:xfrm>
            <a:off x="5155200" y="4572000"/>
            <a:ext cx="1765800" cy="394920"/>
          </a:xfrm>
          <a:custGeom>
            <a:avLst/>
            <a:gdLst/>
            <a:ahLst/>
            <a:rect l="0" t="0" r="r" b="b"/>
            <a:pathLst>
              <a:path w="4905" h="1097">
                <a:moveTo>
                  <a:pt x="0" y="0"/>
                </a:moveTo>
                <a:lnTo>
                  <a:pt x="0" y="1097"/>
                </a:lnTo>
                <a:lnTo>
                  <a:pt x="4905" y="1097"/>
                </a:lnTo>
                <a:lnTo>
                  <a:pt x="4905" y="242"/>
                </a:lnTo>
                <a:lnTo>
                  <a:pt x="4663" y="0"/>
                </a:lnTo>
                <a:lnTo>
                  <a:pt x="0" y="0"/>
                </a:lnTo>
                <a:close/>
              </a:path>
            </a:pathLst>
          </a:custGeom>
          <a:solidFill>
            <a:srgbClr val="feff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" name=""/>
          <p:cNvSpPr/>
          <p:nvPr/>
        </p:nvSpPr>
        <p:spPr>
          <a:xfrm>
            <a:off x="5155200" y="4572000"/>
            <a:ext cx="1765800" cy="394920"/>
          </a:xfrm>
          <a:custGeom>
            <a:avLst/>
            <a:gdLst/>
            <a:ahLst/>
            <a:rect l="0" t="0" r="r" b="b"/>
            <a:pathLst>
              <a:path fill="none" w="4905" h="1097">
                <a:moveTo>
                  <a:pt x="0" y="0"/>
                </a:moveTo>
                <a:lnTo>
                  <a:pt x="0" y="1097"/>
                </a:lnTo>
                <a:lnTo>
                  <a:pt x="4905" y="1097"/>
                </a:lnTo>
                <a:lnTo>
                  <a:pt x="4905" y="242"/>
                </a:lnTo>
                <a:lnTo>
                  <a:pt x="4663" y="0"/>
                </a:lnTo>
                <a:lnTo>
                  <a:pt x="0" y="0"/>
                </a:lnTo>
              </a:path>
            </a:pathLst>
          </a:custGeom>
          <a:ln w="4320">
            <a:solidFill>
              <a:srgbClr val="181818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" name=""/>
          <p:cNvSpPr/>
          <p:nvPr/>
        </p:nvSpPr>
        <p:spPr>
          <a:xfrm>
            <a:off x="6833520" y="4572000"/>
            <a:ext cx="87480" cy="87480"/>
          </a:xfrm>
          <a:custGeom>
            <a:avLst/>
            <a:gdLst/>
            <a:ahLst/>
            <a:rect l="0" t="0" r="r" b="b"/>
            <a:pathLst>
              <a:path w="243" h="243">
                <a:moveTo>
                  <a:pt x="0" y="0"/>
                </a:moveTo>
                <a:lnTo>
                  <a:pt x="0" y="243"/>
                </a:lnTo>
                <a:lnTo>
                  <a:pt x="243" y="243"/>
                </a:lnTo>
                <a:lnTo>
                  <a:pt x="0" y="0"/>
                </a:lnTo>
                <a:close/>
              </a:path>
            </a:pathLst>
          </a:custGeom>
          <a:solidFill>
            <a:srgbClr val="feff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" name=""/>
          <p:cNvSpPr/>
          <p:nvPr/>
        </p:nvSpPr>
        <p:spPr>
          <a:xfrm>
            <a:off x="6833520" y="4572000"/>
            <a:ext cx="87480" cy="87480"/>
          </a:xfrm>
          <a:custGeom>
            <a:avLst/>
            <a:gdLst/>
            <a:ahLst/>
            <a:rect l="0" t="0" r="r" b="b"/>
            <a:pathLst>
              <a:path fill="none" w="243" h="243">
                <a:moveTo>
                  <a:pt x="0" y="0"/>
                </a:moveTo>
                <a:lnTo>
                  <a:pt x="0" y="243"/>
                </a:lnTo>
                <a:lnTo>
                  <a:pt x="243" y="243"/>
                </a:lnTo>
                <a:lnTo>
                  <a:pt x="0" y="0"/>
                </a:lnTo>
              </a:path>
            </a:pathLst>
          </a:custGeom>
          <a:ln w="8640">
            <a:solidFill>
              <a:srgbClr val="181818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" name=""/>
          <p:cNvSpPr txBox="1"/>
          <p:nvPr/>
        </p:nvSpPr>
        <p:spPr>
          <a:xfrm>
            <a:off x="6458760" y="2177280"/>
            <a:ext cx="4212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960" spc="-1" strike="noStrike">
                <a:solidFill>
                  <a:srgbClr val="000000"/>
                </a:solidFill>
                <a:latin typeface="Calibri"/>
                <a:ea typeface="Calibri"/>
              </a:rPr>
              <a:t>(stretch)</a:t>
            </a:r>
            <a:endParaRPr b="0" lang="en-AU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5207400" y="4628880"/>
            <a:ext cx="127188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889" spc="-1" strike="noStrike">
                <a:solidFill>
                  <a:srgbClr val="000000"/>
                </a:solidFill>
                <a:latin typeface="Calibri"/>
                <a:ea typeface="Calibri"/>
              </a:rPr>
              <a:t>Holds ServiceRequest, Task,</a:t>
            </a:r>
            <a:endParaRPr b="0" lang="en-AU" sz="8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" name=""/>
          <p:cNvSpPr/>
          <p:nvPr/>
        </p:nvSpPr>
        <p:spPr>
          <a:xfrm>
            <a:off x="1320480" y="1936440"/>
            <a:ext cx="1582560" cy="1179000"/>
          </a:xfrm>
          <a:custGeom>
            <a:avLst/>
            <a:gdLst/>
            <a:ahLst/>
            <a:rect l="0" t="0" r="r" b="b"/>
            <a:pathLst>
              <a:path fill="none" w="4396" h="3275">
                <a:moveTo>
                  <a:pt x="4396" y="0"/>
                </a:moveTo>
                <a:cubicBezTo>
                  <a:pt x="3377" y="147"/>
                  <a:pt x="1448" y="580"/>
                  <a:pt x="453" y="1810"/>
                </a:cubicBezTo>
                <a:cubicBezTo>
                  <a:pt x="89" y="2259"/>
                  <a:pt x="5" y="2777"/>
                  <a:pt x="0" y="3275"/>
                </a:cubicBezTo>
              </a:path>
            </a:pathLst>
          </a:custGeom>
          <a:ln w="8640">
            <a:solidFill>
              <a:srgbClr val="001d3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" name=""/>
          <p:cNvSpPr/>
          <p:nvPr/>
        </p:nvSpPr>
        <p:spPr>
          <a:xfrm>
            <a:off x="1285920" y="3088800"/>
            <a:ext cx="70200" cy="78480"/>
          </a:xfrm>
          <a:custGeom>
            <a:avLst/>
            <a:gdLst/>
            <a:ahLst/>
            <a:rect l="0" t="0" r="r" b="b"/>
            <a:pathLst>
              <a:path w="195" h="218">
                <a:moveTo>
                  <a:pt x="95" y="218"/>
                </a:moveTo>
                <a:lnTo>
                  <a:pt x="195" y="1"/>
                </a:lnTo>
                <a:lnTo>
                  <a:pt x="96" y="97"/>
                </a:lnTo>
                <a:lnTo>
                  <a:pt x="0" y="0"/>
                </a:lnTo>
                <a:lnTo>
                  <a:pt x="95" y="218"/>
                </a:lnTo>
                <a:close/>
              </a:path>
            </a:pathLst>
          </a:custGeom>
          <a:solidFill>
            <a:srgbClr val="001d34"/>
          </a:solidFill>
          <a:ln w="8640">
            <a:solidFill>
              <a:srgbClr val="001d3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3" name=""/>
          <p:cNvSpPr txBox="1"/>
          <p:nvPr/>
        </p:nvSpPr>
        <p:spPr>
          <a:xfrm>
            <a:off x="5207400" y="4782600"/>
            <a:ext cx="138924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889" spc="-1" strike="noStrike">
                <a:solidFill>
                  <a:srgbClr val="000000"/>
                </a:solidFill>
                <a:latin typeface="Calibri"/>
                <a:ea typeface="Calibri"/>
              </a:rPr>
              <a:t>Schedule / Slot / Appointment</a:t>
            </a:r>
            <a:endParaRPr b="0" lang="en-AU" sz="8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"/>
          <p:cNvSpPr/>
          <p:nvPr/>
        </p:nvSpPr>
        <p:spPr>
          <a:xfrm>
            <a:off x="3007080" y="2329560"/>
            <a:ext cx="1167840" cy="1070280"/>
          </a:xfrm>
          <a:custGeom>
            <a:avLst/>
            <a:gdLst/>
            <a:ahLst/>
            <a:rect l="0" t="0" r="r" b="b"/>
            <a:pathLst>
              <a:path fill="none" w="3244" h="2973">
                <a:moveTo>
                  <a:pt x="43" y="0"/>
                </a:moveTo>
                <a:cubicBezTo>
                  <a:pt x="-41" y="538"/>
                  <a:pt x="-28" y="1157"/>
                  <a:pt x="307" y="1611"/>
                </a:cubicBezTo>
                <a:cubicBezTo>
                  <a:pt x="1008" y="2562"/>
                  <a:pt x="2204" y="2871"/>
                  <a:pt x="3244" y="2973"/>
                </a:cubicBezTo>
              </a:path>
            </a:pathLst>
          </a:custGeom>
          <a:ln w="8640">
            <a:solidFill>
              <a:srgbClr val="001d3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"/>
          <p:cNvSpPr/>
          <p:nvPr/>
        </p:nvSpPr>
        <p:spPr>
          <a:xfrm>
            <a:off x="4145040" y="3362400"/>
            <a:ext cx="81360" cy="69480"/>
          </a:xfrm>
          <a:custGeom>
            <a:avLst/>
            <a:gdLst/>
            <a:ahLst/>
            <a:rect l="0" t="0" r="r" b="b"/>
            <a:pathLst>
              <a:path w="226" h="193">
                <a:moveTo>
                  <a:pt x="226" y="117"/>
                </a:moveTo>
                <a:lnTo>
                  <a:pt x="19" y="0"/>
                </a:lnTo>
                <a:lnTo>
                  <a:pt x="106" y="105"/>
                </a:lnTo>
                <a:lnTo>
                  <a:pt x="0" y="193"/>
                </a:lnTo>
                <a:lnTo>
                  <a:pt x="226" y="117"/>
                </a:lnTo>
                <a:close/>
              </a:path>
            </a:pathLst>
          </a:custGeom>
          <a:solidFill>
            <a:srgbClr val="001d34"/>
          </a:solidFill>
          <a:ln w="8640">
            <a:solidFill>
              <a:srgbClr val="001d3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1492200" y="2688120"/>
            <a:ext cx="125028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889" spc="-1" strike="noStrike">
                <a:solidFill>
                  <a:srgbClr val="757579"/>
                </a:solidFill>
                <a:latin typeface="Calibri"/>
                <a:ea typeface="Calibri"/>
              </a:rPr>
              <a:t>discover service + Endpoint</a:t>
            </a:r>
            <a:endParaRPr b="0" lang="en-AU" sz="8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3366000" y="2609640"/>
            <a:ext cx="6606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889" spc="-1" strike="noStrike">
                <a:solidFill>
                  <a:srgbClr val="757579"/>
                </a:solidFill>
                <a:latin typeface="Calibri"/>
                <a:ea typeface="Calibri"/>
              </a:rPr>
              <a:t>create referral</a:t>
            </a:r>
            <a:endParaRPr b="0" lang="en-AU" sz="8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" name=""/>
          <p:cNvSpPr/>
          <p:nvPr/>
        </p:nvSpPr>
        <p:spPr>
          <a:xfrm>
            <a:off x="3383640" y="1983960"/>
            <a:ext cx="1292040" cy="1134720"/>
          </a:xfrm>
          <a:custGeom>
            <a:avLst/>
            <a:gdLst/>
            <a:ahLst/>
            <a:rect l="0" t="0" r="r" b="b"/>
            <a:pathLst>
              <a:path fill="none" w="3589" h="3152">
                <a:moveTo>
                  <a:pt x="0" y="0"/>
                </a:moveTo>
                <a:cubicBezTo>
                  <a:pt x="777" y="269"/>
                  <a:pt x="2052" y="812"/>
                  <a:pt x="2833" y="1678"/>
                </a:cubicBezTo>
                <a:cubicBezTo>
                  <a:pt x="3246" y="2134"/>
                  <a:pt x="3453" y="2657"/>
                  <a:pt x="3589" y="3152"/>
                </a:cubicBezTo>
              </a:path>
            </a:pathLst>
          </a:custGeom>
          <a:ln w="8640">
            <a:solidFill>
              <a:srgbClr val="001d3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" name=""/>
          <p:cNvSpPr/>
          <p:nvPr/>
        </p:nvSpPr>
        <p:spPr>
          <a:xfrm>
            <a:off x="4635000" y="3084120"/>
            <a:ext cx="67320" cy="84960"/>
          </a:xfrm>
          <a:custGeom>
            <a:avLst/>
            <a:gdLst/>
            <a:ahLst/>
            <a:rect l="0" t="0" r="r" b="b"/>
            <a:pathLst>
              <a:path w="187" h="236">
                <a:moveTo>
                  <a:pt x="152" y="236"/>
                </a:moveTo>
                <a:lnTo>
                  <a:pt x="187" y="0"/>
                </a:lnTo>
                <a:lnTo>
                  <a:pt x="120" y="119"/>
                </a:lnTo>
                <a:lnTo>
                  <a:pt x="0" y="51"/>
                </a:lnTo>
                <a:lnTo>
                  <a:pt x="152" y="236"/>
                </a:lnTo>
                <a:close/>
              </a:path>
            </a:pathLst>
          </a:custGeom>
          <a:solidFill>
            <a:srgbClr val="001d34"/>
          </a:solidFill>
          <a:ln w="8640">
            <a:solidFill>
              <a:srgbClr val="001d3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3125880" y="2763720"/>
            <a:ext cx="108108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889" spc="-1" strike="noStrike">
                <a:solidFill>
                  <a:srgbClr val="757579"/>
                </a:solidFill>
                <a:latin typeface="Calibri"/>
                <a:ea typeface="Calibri"/>
              </a:rPr>
              <a:t>(ServiceRequest + Task)</a:t>
            </a:r>
            <a:endParaRPr b="0" lang="en-AU" sz="8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" name=""/>
          <p:cNvSpPr/>
          <p:nvPr/>
        </p:nvSpPr>
        <p:spPr>
          <a:xfrm>
            <a:off x="4169880" y="3724920"/>
            <a:ext cx="487440" cy="788760"/>
          </a:xfrm>
          <a:custGeom>
            <a:avLst/>
            <a:gdLst/>
            <a:ahLst/>
            <a:rect l="0" t="0" r="r" b="b"/>
            <a:pathLst>
              <a:path fill="none" w="1354" h="2191">
                <a:moveTo>
                  <a:pt x="0" y="2191"/>
                </a:moveTo>
                <a:cubicBezTo>
                  <a:pt x="232" y="1979"/>
                  <a:pt x="468" y="1733"/>
                  <a:pt x="649" y="1473"/>
                </a:cubicBezTo>
                <a:cubicBezTo>
                  <a:pt x="993" y="979"/>
                  <a:pt x="1197" y="477"/>
                  <a:pt x="1354" y="0"/>
                </a:cubicBezTo>
              </a:path>
            </a:pathLst>
          </a:custGeom>
          <a:ln w="8640">
            <a:solidFill>
              <a:srgbClr val="001d3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" name=""/>
          <p:cNvSpPr/>
          <p:nvPr/>
        </p:nvSpPr>
        <p:spPr>
          <a:xfrm>
            <a:off x="4615920" y="3675240"/>
            <a:ext cx="66240" cy="85320"/>
          </a:xfrm>
          <a:custGeom>
            <a:avLst/>
            <a:gdLst/>
            <a:ahLst/>
            <a:rect l="0" t="0" r="r" b="b"/>
            <a:pathLst>
              <a:path w="184" h="237">
                <a:moveTo>
                  <a:pt x="159" y="0"/>
                </a:moveTo>
                <a:lnTo>
                  <a:pt x="0" y="178"/>
                </a:lnTo>
                <a:lnTo>
                  <a:pt x="122" y="116"/>
                </a:lnTo>
                <a:lnTo>
                  <a:pt x="184" y="237"/>
                </a:lnTo>
                <a:lnTo>
                  <a:pt x="159" y="0"/>
                </a:lnTo>
                <a:close/>
              </a:path>
            </a:pathLst>
          </a:custGeom>
          <a:solidFill>
            <a:srgbClr val="001d34"/>
          </a:solidFill>
          <a:ln w="8640">
            <a:solidFill>
              <a:srgbClr val="001d3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3" name=""/>
          <p:cNvSpPr txBox="1"/>
          <p:nvPr/>
        </p:nvSpPr>
        <p:spPr>
          <a:xfrm>
            <a:off x="4603320" y="2688120"/>
            <a:ext cx="145908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889" spc="-1" strike="noStrike">
                <a:solidFill>
                  <a:srgbClr val="757579"/>
                </a:solidFill>
                <a:latin typeface="Calibri"/>
                <a:ea typeface="Calibri"/>
              </a:rPr>
              <a:t>search Slot / book Appointment</a:t>
            </a:r>
            <a:endParaRPr b="0" lang="en-AU" sz="8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4577400" y="3956040"/>
            <a:ext cx="92592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889" spc="-1" strike="noStrike">
                <a:solidFill>
                  <a:srgbClr val="757579"/>
                </a:solidFill>
                <a:latin typeface="Calibri"/>
                <a:ea typeface="Calibri"/>
              </a:rPr>
              <a:t>triage, publish Slots,</a:t>
            </a:r>
            <a:endParaRPr b="0" lang="en-AU" sz="8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" name=""/>
          <p:cNvSpPr/>
          <p:nvPr/>
        </p:nvSpPr>
        <p:spPr>
          <a:xfrm>
            <a:off x="3329640" y="3478680"/>
            <a:ext cx="900000" cy="997920"/>
          </a:xfrm>
          <a:custGeom>
            <a:avLst/>
            <a:gdLst/>
            <a:ahLst/>
            <a:rect l="0" t="0" r="r" b="b"/>
            <a:pathLst>
              <a:path fill="none" w="2500" h="2772">
                <a:moveTo>
                  <a:pt x="2500" y="0"/>
                </a:moveTo>
                <a:cubicBezTo>
                  <a:pt x="1668" y="162"/>
                  <a:pt x="684" y="510"/>
                  <a:pt x="158" y="1265"/>
                </a:cubicBezTo>
                <a:cubicBezTo>
                  <a:pt x="-202" y="1784"/>
                  <a:pt x="104" y="2305"/>
                  <a:pt x="556" y="2772"/>
                </a:cubicBezTo>
              </a:path>
            </a:pathLst>
          </a:custGeom>
          <a:ln w="8640">
            <a:solidFill>
              <a:srgbClr val="001d3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" name=""/>
          <p:cNvSpPr/>
          <p:nvPr/>
        </p:nvSpPr>
        <p:spPr>
          <a:xfrm>
            <a:off x="3486600" y="4433400"/>
            <a:ext cx="79560" cy="80640"/>
          </a:xfrm>
          <a:custGeom>
            <a:avLst/>
            <a:gdLst/>
            <a:ahLst/>
            <a:rect l="0" t="0" r="r" b="b"/>
            <a:pathLst>
              <a:path w="221" h="224">
                <a:moveTo>
                  <a:pt x="221" y="224"/>
                </a:moveTo>
                <a:lnTo>
                  <a:pt x="140" y="0"/>
                </a:lnTo>
                <a:lnTo>
                  <a:pt x="137" y="137"/>
                </a:lnTo>
                <a:lnTo>
                  <a:pt x="0" y="135"/>
                </a:lnTo>
                <a:lnTo>
                  <a:pt x="221" y="224"/>
                </a:lnTo>
                <a:close/>
              </a:path>
            </a:pathLst>
          </a:custGeom>
          <a:solidFill>
            <a:srgbClr val="001d34"/>
          </a:solidFill>
          <a:ln w="8640">
            <a:solidFill>
              <a:srgbClr val="001d3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4677840" y="4109760"/>
            <a:ext cx="74916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889" spc="-1" strike="noStrike">
                <a:solidFill>
                  <a:srgbClr val="757579"/>
                </a:solidFill>
                <a:latin typeface="Calibri"/>
                <a:ea typeface="Calibri"/>
              </a:rPr>
              <a:t>conﬁrm booking</a:t>
            </a:r>
            <a:endParaRPr b="0" lang="en-AU" sz="8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" name=""/>
          <p:cNvSpPr/>
          <p:nvPr/>
        </p:nvSpPr>
        <p:spPr>
          <a:xfrm>
            <a:off x="5307480" y="2327040"/>
            <a:ext cx="1390680" cy="1034280"/>
          </a:xfrm>
          <a:custGeom>
            <a:avLst/>
            <a:gdLst/>
            <a:ahLst/>
            <a:rect l="0" t="0" r="r" b="b"/>
            <a:pathLst>
              <a:path w="3863" h="2873">
                <a:moveTo>
                  <a:pt x="3863" y="7"/>
                </a:moveTo>
                <a:cubicBezTo>
                  <a:pt x="3847" y="60"/>
                  <a:pt x="3829" y="113"/>
                  <a:pt x="3811" y="164"/>
                </a:cubicBezTo>
                <a:lnTo>
                  <a:pt x="3789" y="156"/>
                </a:lnTo>
                <a:cubicBezTo>
                  <a:pt x="3806" y="105"/>
                  <a:pt x="3824" y="53"/>
                  <a:pt x="3840" y="0"/>
                </a:cubicBezTo>
                <a:lnTo>
                  <a:pt x="3863" y="7"/>
                </a:lnTo>
                <a:moveTo>
                  <a:pt x="3753" y="324"/>
                </a:moveTo>
                <a:cubicBezTo>
                  <a:pt x="3733" y="378"/>
                  <a:pt x="3711" y="431"/>
                  <a:pt x="3689" y="483"/>
                </a:cubicBezTo>
                <a:lnTo>
                  <a:pt x="3667" y="474"/>
                </a:lnTo>
                <a:cubicBezTo>
                  <a:pt x="3689" y="422"/>
                  <a:pt x="3710" y="369"/>
                  <a:pt x="3731" y="315"/>
                </a:cubicBezTo>
                <a:lnTo>
                  <a:pt x="3753" y="324"/>
                </a:lnTo>
                <a:moveTo>
                  <a:pt x="3621" y="637"/>
                </a:moveTo>
                <a:cubicBezTo>
                  <a:pt x="3597" y="690"/>
                  <a:pt x="3572" y="742"/>
                  <a:pt x="3546" y="791"/>
                </a:cubicBezTo>
                <a:lnTo>
                  <a:pt x="3525" y="780"/>
                </a:lnTo>
                <a:cubicBezTo>
                  <a:pt x="3550" y="731"/>
                  <a:pt x="3575" y="679"/>
                  <a:pt x="3599" y="627"/>
                </a:cubicBezTo>
                <a:lnTo>
                  <a:pt x="3621" y="637"/>
                </a:lnTo>
                <a:moveTo>
                  <a:pt x="3465" y="941"/>
                </a:moveTo>
                <a:cubicBezTo>
                  <a:pt x="3437" y="991"/>
                  <a:pt x="3407" y="1039"/>
                  <a:pt x="3378" y="1086"/>
                </a:cubicBezTo>
                <a:lnTo>
                  <a:pt x="3357" y="1073"/>
                </a:lnTo>
                <a:cubicBezTo>
                  <a:pt x="3387" y="1027"/>
                  <a:pt x="3416" y="979"/>
                  <a:pt x="3444" y="929"/>
                </a:cubicBezTo>
                <a:lnTo>
                  <a:pt x="3465" y="941"/>
                </a:lnTo>
                <a:moveTo>
                  <a:pt x="3283" y="1227"/>
                </a:moveTo>
                <a:cubicBezTo>
                  <a:pt x="3249" y="1274"/>
                  <a:pt x="3214" y="1319"/>
                  <a:pt x="3179" y="1362"/>
                </a:cubicBezTo>
                <a:lnTo>
                  <a:pt x="3160" y="1347"/>
                </a:lnTo>
                <a:cubicBezTo>
                  <a:pt x="3195" y="1304"/>
                  <a:pt x="3229" y="1259"/>
                  <a:pt x="3263" y="1213"/>
                </a:cubicBezTo>
                <a:lnTo>
                  <a:pt x="3283" y="1227"/>
                </a:lnTo>
                <a:moveTo>
                  <a:pt x="3068" y="1490"/>
                </a:moveTo>
                <a:cubicBezTo>
                  <a:pt x="3028" y="1533"/>
                  <a:pt x="2988" y="1572"/>
                  <a:pt x="2948" y="1610"/>
                </a:cubicBezTo>
                <a:lnTo>
                  <a:pt x="2931" y="1592"/>
                </a:lnTo>
                <a:cubicBezTo>
                  <a:pt x="2972" y="1555"/>
                  <a:pt x="3011" y="1516"/>
                  <a:pt x="3050" y="1474"/>
                </a:cubicBezTo>
                <a:lnTo>
                  <a:pt x="3068" y="1490"/>
                </a:lnTo>
                <a:moveTo>
                  <a:pt x="2820" y="1722"/>
                </a:moveTo>
                <a:cubicBezTo>
                  <a:pt x="2776" y="1758"/>
                  <a:pt x="2732" y="1794"/>
                  <a:pt x="2687" y="1828"/>
                </a:cubicBezTo>
                <a:lnTo>
                  <a:pt x="2673" y="1809"/>
                </a:lnTo>
                <a:cubicBezTo>
                  <a:pt x="2717" y="1775"/>
                  <a:pt x="2761" y="1740"/>
                  <a:pt x="2804" y="1704"/>
                </a:cubicBezTo>
                <a:lnTo>
                  <a:pt x="2820" y="1722"/>
                </a:lnTo>
                <a:moveTo>
                  <a:pt x="2550" y="1929"/>
                </a:moveTo>
                <a:cubicBezTo>
                  <a:pt x="2504" y="1961"/>
                  <a:pt x="2457" y="1993"/>
                  <a:pt x="2410" y="2024"/>
                </a:cubicBezTo>
                <a:lnTo>
                  <a:pt x="2396" y="2003"/>
                </a:lnTo>
                <a:cubicBezTo>
                  <a:pt x="2444" y="1973"/>
                  <a:pt x="2491" y="1941"/>
                  <a:pt x="2536" y="1909"/>
                </a:cubicBezTo>
                <a:lnTo>
                  <a:pt x="2550" y="1929"/>
                </a:lnTo>
                <a:moveTo>
                  <a:pt x="2266" y="2113"/>
                </a:moveTo>
                <a:cubicBezTo>
                  <a:pt x="2218" y="2141"/>
                  <a:pt x="2168" y="2169"/>
                  <a:pt x="2118" y="2196"/>
                </a:cubicBezTo>
                <a:lnTo>
                  <a:pt x="2107" y="2175"/>
                </a:lnTo>
                <a:cubicBezTo>
                  <a:pt x="2157" y="2148"/>
                  <a:pt x="2206" y="2120"/>
                  <a:pt x="2254" y="2092"/>
                </a:cubicBezTo>
                <a:lnTo>
                  <a:pt x="2266" y="2113"/>
                </a:lnTo>
                <a:moveTo>
                  <a:pt x="1968" y="2275"/>
                </a:moveTo>
                <a:cubicBezTo>
                  <a:pt x="1918" y="2300"/>
                  <a:pt x="1867" y="2324"/>
                  <a:pt x="1816" y="2348"/>
                </a:cubicBezTo>
                <a:lnTo>
                  <a:pt x="1805" y="2326"/>
                </a:lnTo>
                <a:cubicBezTo>
                  <a:pt x="1857" y="2303"/>
                  <a:pt x="1908" y="2278"/>
                  <a:pt x="1957" y="2253"/>
                </a:cubicBezTo>
                <a:lnTo>
                  <a:pt x="1968" y="2275"/>
                </a:lnTo>
                <a:moveTo>
                  <a:pt x="1660" y="2417"/>
                </a:moveTo>
                <a:cubicBezTo>
                  <a:pt x="1609" y="2438"/>
                  <a:pt x="1557" y="2459"/>
                  <a:pt x="1504" y="2480"/>
                </a:cubicBezTo>
                <a:lnTo>
                  <a:pt x="1495" y="2457"/>
                </a:lnTo>
                <a:cubicBezTo>
                  <a:pt x="1548" y="2437"/>
                  <a:pt x="1600" y="2416"/>
                  <a:pt x="1651" y="2394"/>
                </a:cubicBezTo>
                <a:lnTo>
                  <a:pt x="1660" y="2417"/>
                </a:lnTo>
                <a:moveTo>
                  <a:pt x="1344" y="2539"/>
                </a:moveTo>
                <a:cubicBezTo>
                  <a:pt x="1292" y="2558"/>
                  <a:pt x="1239" y="2576"/>
                  <a:pt x="1184" y="2593"/>
                </a:cubicBezTo>
                <a:lnTo>
                  <a:pt x="1177" y="2570"/>
                </a:lnTo>
                <a:cubicBezTo>
                  <a:pt x="1231" y="2553"/>
                  <a:pt x="1284" y="2535"/>
                  <a:pt x="1336" y="2516"/>
                </a:cubicBezTo>
                <a:lnTo>
                  <a:pt x="1344" y="2539"/>
                </a:lnTo>
                <a:moveTo>
                  <a:pt x="1022" y="2644"/>
                </a:moveTo>
                <a:cubicBezTo>
                  <a:pt x="969" y="2660"/>
                  <a:pt x="915" y="2675"/>
                  <a:pt x="860" y="2690"/>
                </a:cubicBezTo>
                <a:lnTo>
                  <a:pt x="853" y="2667"/>
                </a:lnTo>
                <a:cubicBezTo>
                  <a:pt x="908" y="2652"/>
                  <a:pt x="962" y="2636"/>
                  <a:pt x="1016" y="2620"/>
                </a:cubicBezTo>
                <a:lnTo>
                  <a:pt x="1022" y="2644"/>
                </a:lnTo>
                <a:moveTo>
                  <a:pt x="696" y="2732"/>
                </a:moveTo>
                <a:cubicBezTo>
                  <a:pt x="641" y="2746"/>
                  <a:pt x="586" y="2759"/>
                  <a:pt x="530" y="2771"/>
                </a:cubicBezTo>
                <a:lnTo>
                  <a:pt x="525" y="2748"/>
                </a:lnTo>
                <a:cubicBezTo>
                  <a:pt x="581" y="2735"/>
                  <a:pt x="636" y="2722"/>
                  <a:pt x="690" y="2709"/>
                </a:cubicBezTo>
                <a:lnTo>
                  <a:pt x="696" y="2732"/>
                </a:lnTo>
                <a:moveTo>
                  <a:pt x="366" y="2806"/>
                </a:moveTo>
                <a:cubicBezTo>
                  <a:pt x="311" y="2818"/>
                  <a:pt x="255" y="2828"/>
                  <a:pt x="198" y="2839"/>
                </a:cubicBezTo>
                <a:lnTo>
                  <a:pt x="194" y="2815"/>
                </a:lnTo>
                <a:cubicBezTo>
                  <a:pt x="251" y="2805"/>
                  <a:pt x="306" y="2794"/>
                  <a:pt x="361" y="2783"/>
                </a:cubicBezTo>
                <a:lnTo>
                  <a:pt x="366" y="2806"/>
                </a:lnTo>
                <a:moveTo>
                  <a:pt x="33" y="2868"/>
                </a:moveTo>
                <a:lnTo>
                  <a:pt x="4" y="2873"/>
                </a:lnTo>
                <a:lnTo>
                  <a:pt x="0" y="2849"/>
                </a:lnTo>
                <a:lnTo>
                  <a:pt x="29" y="2844"/>
                </a:lnTo>
                <a:lnTo>
                  <a:pt x="33" y="2868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9" name=""/>
          <p:cNvSpPr/>
          <p:nvPr/>
        </p:nvSpPr>
        <p:spPr>
          <a:xfrm>
            <a:off x="5256720" y="3318120"/>
            <a:ext cx="83160" cy="68760"/>
          </a:xfrm>
          <a:custGeom>
            <a:avLst/>
            <a:gdLst/>
            <a:ahLst/>
            <a:rect l="0" t="0" r="r" b="b"/>
            <a:pathLst>
              <a:path w="231" h="191">
                <a:moveTo>
                  <a:pt x="0" y="130"/>
                </a:moveTo>
                <a:lnTo>
                  <a:pt x="231" y="191"/>
                </a:lnTo>
                <a:lnTo>
                  <a:pt x="120" y="111"/>
                </a:lnTo>
                <a:lnTo>
                  <a:pt x="200" y="0"/>
                </a:lnTo>
                <a:lnTo>
                  <a:pt x="0" y="130"/>
                </a:lnTo>
                <a:close/>
              </a:path>
            </a:pathLst>
          </a:custGeom>
          <a:solidFill>
            <a:srgbClr val="001d34"/>
          </a:solidFill>
          <a:ln w="8640">
            <a:solidFill>
              <a:srgbClr val="001d3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0" name=""/>
          <p:cNvSpPr txBox="1"/>
          <p:nvPr/>
        </p:nvSpPr>
        <p:spPr>
          <a:xfrm>
            <a:off x="3395520" y="4033800"/>
            <a:ext cx="80856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889" spc="-1" strike="noStrike">
                <a:solidFill>
                  <a:srgbClr val="757579"/>
                </a:solidFill>
                <a:latin typeface="Calibri"/>
                <a:ea typeface="Calibri"/>
              </a:rPr>
              <a:t>deliver new Tasks</a:t>
            </a:r>
            <a:endParaRPr b="0" lang="en-AU" sz="8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" name=""/>
          <p:cNvSpPr/>
          <p:nvPr/>
        </p:nvSpPr>
        <p:spPr>
          <a:xfrm>
            <a:off x="5255640" y="3600000"/>
            <a:ext cx="756360" cy="965520"/>
          </a:xfrm>
          <a:custGeom>
            <a:avLst/>
            <a:gdLst/>
            <a:ahLst/>
            <a:rect l="0" t="0" r="r" b="b"/>
            <a:pathLst>
              <a:path w="2101" h="2682">
                <a:moveTo>
                  <a:pt x="10" y="0"/>
                </a:moveTo>
                <a:cubicBezTo>
                  <a:pt x="61" y="24"/>
                  <a:pt x="112" y="48"/>
                  <a:pt x="161" y="72"/>
                </a:cubicBezTo>
                <a:lnTo>
                  <a:pt x="150" y="94"/>
                </a:lnTo>
                <a:cubicBezTo>
                  <a:pt x="101" y="70"/>
                  <a:pt x="51" y="46"/>
                  <a:pt x="0" y="22"/>
                </a:cubicBezTo>
                <a:lnTo>
                  <a:pt x="10" y="0"/>
                </a:lnTo>
                <a:moveTo>
                  <a:pt x="312" y="150"/>
                </a:moveTo>
                <a:cubicBezTo>
                  <a:pt x="363" y="177"/>
                  <a:pt x="412" y="205"/>
                  <a:pt x="461" y="233"/>
                </a:cubicBezTo>
                <a:lnTo>
                  <a:pt x="449" y="254"/>
                </a:lnTo>
                <a:cubicBezTo>
                  <a:pt x="401" y="226"/>
                  <a:pt x="351" y="199"/>
                  <a:pt x="301" y="172"/>
                </a:cubicBezTo>
                <a:lnTo>
                  <a:pt x="312" y="150"/>
                </a:lnTo>
                <a:moveTo>
                  <a:pt x="606" y="320"/>
                </a:moveTo>
                <a:cubicBezTo>
                  <a:pt x="655" y="351"/>
                  <a:pt x="702" y="382"/>
                  <a:pt x="748" y="413"/>
                </a:cubicBezTo>
                <a:lnTo>
                  <a:pt x="735" y="433"/>
                </a:lnTo>
                <a:cubicBezTo>
                  <a:pt x="689" y="402"/>
                  <a:pt x="642" y="371"/>
                  <a:pt x="593" y="341"/>
                </a:cubicBezTo>
                <a:lnTo>
                  <a:pt x="606" y="320"/>
                </a:lnTo>
                <a:moveTo>
                  <a:pt x="886" y="512"/>
                </a:moveTo>
                <a:cubicBezTo>
                  <a:pt x="932" y="547"/>
                  <a:pt x="977" y="581"/>
                  <a:pt x="1019" y="617"/>
                </a:cubicBezTo>
                <a:lnTo>
                  <a:pt x="1004" y="635"/>
                </a:lnTo>
                <a:cubicBezTo>
                  <a:pt x="962" y="600"/>
                  <a:pt x="918" y="566"/>
                  <a:pt x="872" y="531"/>
                </a:cubicBezTo>
                <a:lnTo>
                  <a:pt x="886" y="512"/>
                </a:lnTo>
                <a:moveTo>
                  <a:pt x="1148" y="729"/>
                </a:moveTo>
                <a:cubicBezTo>
                  <a:pt x="1191" y="768"/>
                  <a:pt x="1231" y="808"/>
                  <a:pt x="1270" y="848"/>
                </a:cubicBezTo>
                <a:lnTo>
                  <a:pt x="1252" y="864"/>
                </a:lnTo>
                <a:cubicBezTo>
                  <a:pt x="1214" y="825"/>
                  <a:pt x="1174" y="785"/>
                  <a:pt x="1131" y="747"/>
                </a:cubicBezTo>
                <a:lnTo>
                  <a:pt x="1148" y="729"/>
                </a:lnTo>
                <a:moveTo>
                  <a:pt x="1382" y="973"/>
                </a:moveTo>
                <a:cubicBezTo>
                  <a:pt x="1418" y="1016"/>
                  <a:pt x="1452" y="1061"/>
                  <a:pt x="1486" y="1109"/>
                </a:cubicBezTo>
                <a:lnTo>
                  <a:pt x="1466" y="1122"/>
                </a:lnTo>
                <a:cubicBezTo>
                  <a:pt x="1433" y="1076"/>
                  <a:pt x="1399" y="1031"/>
                  <a:pt x="1364" y="989"/>
                </a:cubicBezTo>
                <a:lnTo>
                  <a:pt x="1382" y="973"/>
                </a:lnTo>
                <a:moveTo>
                  <a:pt x="1579" y="1250"/>
                </a:moveTo>
                <a:cubicBezTo>
                  <a:pt x="1608" y="1297"/>
                  <a:pt x="1637" y="1347"/>
                  <a:pt x="1664" y="1398"/>
                </a:cubicBezTo>
                <a:lnTo>
                  <a:pt x="1643" y="1409"/>
                </a:lnTo>
                <a:cubicBezTo>
                  <a:pt x="1616" y="1358"/>
                  <a:pt x="1588" y="1310"/>
                  <a:pt x="1559" y="1263"/>
                </a:cubicBezTo>
                <a:lnTo>
                  <a:pt x="1579" y="1250"/>
                </a:lnTo>
                <a:moveTo>
                  <a:pt x="1741" y="1550"/>
                </a:moveTo>
                <a:cubicBezTo>
                  <a:pt x="1765" y="1600"/>
                  <a:pt x="1788" y="1651"/>
                  <a:pt x="1810" y="1704"/>
                </a:cubicBezTo>
                <a:lnTo>
                  <a:pt x="1788" y="1714"/>
                </a:lnTo>
                <a:cubicBezTo>
                  <a:pt x="1765" y="1661"/>
                  <a:pt x="1743" y="1610"/>
                  <a:pt x="1719" y="1560"/>
                </a:cubicBezTo>
                <a:lnTo>
                  <a:pt x="1741" y="1550"/>
                </a:lnTo>
                <a:moveTo>
                  <a:pt x="1873" y="1863"/>
                </a:moveTo>
                <a:cubicBezTo>
                  <a:pt x="1892" y="1916"/>
                  <a:pt x="1911" y="1970"/>
                  <a:pt x="1930" y="2026"/>
                </a:cubicBezTo>
                <a:lnTo>
                  <a:pt x="1907" y="2033"/>
                </a:lnTo>
                <a:cubicBezTo>
                  <a:pt x="1889" y="1978"/>
                  <a:pt x="1870" y="1924"/>
                  <a:pt x="1850" y="1871"/>
                </a:cubicBezTo>
                <a:lnTo>
                  <a:pt x="1873" y="1863"/>
                </a:lnTo>
                <a:moveTo>
                  <a:pt x="1980" y="2187"/>
                </a:moveTo>
                <a:cubicBezTo>
                  <a:pt x="1995" y="2240"/>
                  <a:pt x="2010" y="2294"/>
                  <a:pt x="2025" y="2348"/>
                </a:cubicBezTo>
                <a:lnTo>
                  <a:pt x="2001" y="2355"/>
                </a:lnTo>
                <a:cubicBezTo>
                  <a:pt x="1987" y="2300"/>
                  <a:pt x="1972" y="2247"/>
                  <a:pt x="1957" y="2194"/>
                </a:cubicBezTo>
                <a:lnTo>
                  <a:pt x="1980" y="2187"/>
                </a:lnTo>
                <a:moveTo>
                  <a:pt x="2065" y="2512"/>
                </a:moveTo>
                <a:cubicBezTo>
                  <a:pt x="2078" y="2566"/>
                  <a:pt x="2090" y="2622"/>
                  <a:pt x="2101" y="2677"/>
                </a:cubicBezTo>
                <a:lnTo>
                  <a:pt x="2077" y="2682"/>
                </a:lnTo>
                <a:cubicBezTo>
                  <a:pt x="2066" y="2627"/>
                  <a:pt x="2054" y="2572"/>
                  <a:pt x="2041" y="2517"/>
                </a:cubicBezTo>
                <a:lnTo>
                  <a:pt x="2065" y="2512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2" name=""/>
          <p:cNvSpPr txBox="1"/>
          <p:nvPr/>
        </p:nvSpPr>
        <p:spPr>
          <a:xfrm>
            <a:off x="6584760" y="2688120"/>
            <a:ext cx="110268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889" spc="-1" strike="noStrike">
                <a:solidFill>
                  <a:srgbClr val="757579"/>
                </a:solidFill>
                <a:latin typeface="Calibri"/>
                <a:ea typeface="Calibri"/>
              </a:rPr>
              <a:t>view referral / self-book</a:t>
            </a:r>
            <a:endParaRPr b="0" lang="en-AU" sz="8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" name=""/>
          <p:cNvSpPr txBox="1"/>
          <p:nvPr/>
        </p:nvSpPr>
        <p:spPr>
          <a:xfrm>
            <a:off x="666720" y="5355360"/>
            <a:ext cx="833220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Referrer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raises &amp; books · </a:t>
            </a:r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HCPD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directory of record · </a:t>
            </a:r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Referral Server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(HAPI + QH IG)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" name=""/>
          <p:cNvSpPr txBox="1"/>
          <p:nvPr/>
        </p:nvSpPr>
        <p:spPr>
          <a:xfrm>
            <a:off x="666720" y="5726880"/>
            <a:ext cx="921348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holds the resources · </a:t>
            </a:r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Imaging Provider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triages &amp; conﬁrms · </a:t>
            </a:r>
            <a:r>
              <a:rPr b="0" i="1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Patient app 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(stretch) self-books.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" name=""/>
          <p:cNvSpPr txBox="1"/>
          <p:nvPr/>
        </p:nvSpPr>
        <p:spPr>
          <a:xfrm>
            <a:off x="11790360" y="6345000"/>
            <a:ext cx="2282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777777"/>
                </a:solidFill>
                <a:latin typeface="Calibri"/>
                <a:ea typeface="Calibri"/>
              </a:rPr>
              <a:t>4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" name=""/>
          <p:cNvSpPr/>
          <p:nvPr/>
        </p:nvSpPr>
        <p:spPr>
          <a:xfrm>
            <a:off x="666720" y="1209600"/>
            <a:ext cx="10858680" cy="28800"/>
          </a:xfrm>
          <a:custGeom>
            <a:avLst/>
            <a:gdLst/>
            <a:ahLst/>
            <a:rect l="0" t="0" r="r" b="b"/>
            <a:pathLst>
              <a:path w="30163" h="80">
                <a:moveTo>
                  <a:pt x="0" y="0"/>
                </a:moveTo>
                <a:lnTo>
                  <a:pt x="30163" y="0"/>
                </a:lnTo>
                <a:lnTo>
                  <a:pt x="30163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1" name=""/>
          <p:cNvSpPr/>
          <p:nvPr/>
        </p:nvSpPr>
        <p:spPr>
          <a:xfrm>
            <a:off x="953280" y="2335320"/>
            <a:ext cx="73800" cy="2217240"/>
          </a:xfrm>
          <a:custGeom>
            <a:avLst/>
            <a:gdLst/>
            <a:ahLst/>
            <a:rect l="0" t="0" r="r" b="b"/>
            <a:pathLst>
              <a:path w="205" h="6159">
                <a:moveTo>
                  <a:pt x="0" y="0"/>
                </a:moveTo>
                <a:lnTo>
                  <a:pt x="205" y="0"/>
                </a:lnTo>
                <a:lnTo>
                  <a:pt x="205" y="6159"/>
                </a:lnTo>
                <a:lnTo>
                  <a:pt x="0" y="6159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2" name=""/>
          <p:cNvSpPr/>
          <p:nvPr/>
        </p:nvSpPr>
        <p:spPr>
          <a:xfrm>
            <a:off x="984960" y="2335320"/>
            <a:ext cx="5040" cy="2217240"/>
          </a:xfrm>
          <a:custGeom>
            <a:avLst/>
            <a:gdLst/>
            <a:ahLst/>
            <a:rect l="0" t="0" r="r" b="b"/>
            <a:pathLst>
              <a:path w="14" h="6159">
                <a:moveTo>
                  <a:pt x="14" y="0"/>
                </a:moveTo>
                <a:lnTo>
                  <a:pt x="14" y="128"/>
                </a:lnTo>
                <a:lnTo>
                  <a:pt x="0" y="128"/>
                </a:lnTo>
                <a:lnTo>
                  <a:pt x="0" y="0"/>
                </a:lnTo>
                <a:lnTo>
                  <a:pt x="14" y="0"/>
                </a:lnTo>
                <a:moveTo>
                  <a:pt x="14" y="255"/>
                </a:moveTo>
                <a:lnTo>
                  <a:pt x="14" y="382"/>
                </a:lnTo>
                <a:lnTo>
                  <a:pt x="0" y="382"/>
                </a:lnTo>
                <a:lnTo>
                  <a:pt x="0" y="255"/>
                </a:lnTo>
                <a:lnTo>
                  <a:pt x="14" y="255"/>
                </a:lnTo>
                <a:moveTo>
                  <a:pt x="14" y="509"/>
                </a:moveTo>
                <a:lnTo>
                  <a:pt x="14" y="637"/>
                </a:lnTo>
                <a:lnTo>
                  <a:pt x="0" y="637"/>
                </a:lnTo>
                <a:lnTo>
                  <a:pt x="0" y="509"/>
                </a:lnTo>
                <a:lnTo>
                  <a:pt x="14" y="509"/>
                </a:lnTo>
                <a:moveTo>
                  <a:pt x="14" y="764"/>
                </a:moveTo>
                <a:lnTo>
                  <a:pt x="14" y="891"/>
                </a:lnTo>
                <a:lnTo>
                  <a:pt x="0" y="891"/>
                </a:lnTo>
                <a:lnTo>
                  <a:pt x="0" y="764"/>
                </a:lnTo>
                <a:lnTo>
                  <a:pt x="14" y="764"/>
                </a:lnTo>
                <a:moveTo>
                  <a:pt x="14" y="1019"/>
                </a:moveTo>
                <a:lnTo>
                  <a:pt x="14" y="1146"/>
                </a:lnTo>
                <a:lnTo>
                  <a:pt x="0" y="1146"/>
                </a:lnTo>
                <a:lnTo>
                  <a:pt x="0" y="1019"/>
                </a:lnTo>
                <a:lnTo>
                  <a:pt x="14" y="1019"/>
                </a:lnTo>
                <a:moveTo>
                  <a:pt x="14" y="1273"/>
                </a:moveTo>
                <a:lnTo>
                  <a:pt x="14" y="1400"/>
                </a:lnTo>
                <a:lnTo>
                  <a:pt x="0" y="1400"/>
                </a:lnTo>
                <a:lnTo>
                  <a:pt x="0" y="1273"/>
                </a:lnTo>
                <a:lnTo>
                  <a:pt x="14" y="1273"/>
                </a:lnTo>
                <a:moveTo>
                  <a:pt x="14" y="1528"/>
                </a:moveTo>
                <a:lnTo>
                  <a:pt x="14" y="1655"/>
                </a:lnTo>
                <a:lnTo>
                  <a:pt x="0" y="1655"/>
                </a:lnTo>
                <a:lnTo>
                  <a:pt x="0" y="1528"/>
                </a:lnTo>
                <a:lnTo>
                  <a:pt x="14" y="1528"/>
                </a:lnTo>
                <a:moveTo>
                  <a:pt x="14" y="1782"/>
                </a:moveTo>
                <a:lnTo>
                  <a:pt x="14" y="1909"/>
                </a:lnTo>
                <a:lnTo>
                  <a:pt x="0" y="1909"/>
                </a:lnTo>
                <a:lnTo>
                  <a:pt x="0" y="1782"/>
                </a:lnTo>
                <a:lnTo>
                  <a:pt x="14" y="1782"/>
                </a:lnTo>
                <a:moveTo>
                  <a:pt x="14" y="2037"/>
                </a:moveTo>
                <a:lnTo>
                  <a:pt x="14" y="2164"/>
                </a:lnTo>
                <a:lnTo>
                  <a:pt x="0" y="2164"/>
                </a:lnTo>
                <a:lnTo>
                  <a:pt x="0" y="2037"/>
                </a:lnTo>
                <a:lnTo>
                  <a:pt x="14" y="2037"/>
                </a:lnTo>
                <a:moveTo>
                  <a:pt x="14" y="2291"/>
                </a:moveTo>
                <a:lnTo>
                  <a:pt x="14" y="2418"/>
                </a:lnTo>
                <a:lnTo>
                  <a:pt x="0" y="2418"/>
                </a:lnTo>
                <a:lnTo>
                  <a:pt x="0" y="2291"/>
                </a:lnTo>
                <a:lnTo>
                  <a:pt x="14" y="2291"/>
                </a:lnTo>
                <a:moveTo>
                  <a:pt x="14" y="2546"/>
                </a:moveTo>
                <a:lnTo>
                  <a:pt x="14" y="2673"/>
                </a:lnTo>
                <a:lnTo>
                  <a:pt x="0" y="2673"/>
                </a:lnTo>
                <a:lnTo>
                  <a:pt x="0" y="2546"/>
                </a:lnTo>
                <a:lnTo>
                  <a:pt x="14" y="2546"/>
                </a:lnTo>
                <a:moveTo>
                  <a:pt x="14" y="2801"/>
                </a:moveTo>
                <a:lnTo>
                  <a:pt x="14" y="2928"/>
                </a:lnTo>
                <a:lnTo>
                  <a:pt x="0" y="2928"/>
                </a:lnTo>
                <a:lnTo>
                  <a:pt x="0" y="2801"/>
                </a:lnTo>
                <a:lnTo>
                  <a:pt x="14" y="2801"/>
                </a:lnTo>
                <a:moveTo>
                  <a:pt x="14" y="3056"/>
                </a:moveTo>
                <a:lnTo>
                  <a:pt x="14" y="3183"/>
                </a:lnTo>
                <a:lnTo>
                  <a:pt x="0" y="3183"/>
                </a:lnTo>
                <a:lnTo>
                  <a:pt x="0" y="3056"/>
                </a:lnTo>
                <a:lnTo>
                  <a:pt x="14" y="3056"/>
                </a:lnTo>
                <a:moveTo>
                  <a:pt x="14" y="3310"/>
                </a:moveTo>
                <a:lnTo>
                  <a:pt x="14" y="3437"/>
                </a:lnTo>
                <a:lnTo>
                  <a:pt x="0" y="3437"/>
                </a:lnTo>
                <a:lnTo>
                  <a:pt x="0" y="3310"/>
                </a:lnTo>
                <a:lnTo>
                  <a:pt x="14" y="3310"/>
                </a:lnTo>
                <a:moveTo>
                  <a:pt x="14" y="3565"/>
                </a:moveTo>
                <a:lnTo>
                  <a:pt x="14" y="3692"/>
                </a:lnTo>
                <a:lnTo>
                  <a:pt x="0" y="3692"/>
                </a:lnTo>
                <a:lnTo>
                  <a:pt x="0" y="3565"/>
                </a:lnTo>
                <a:lnTo>
                  <a:pt x="14" y="3565"/>
                </a:lnTo>
                <a:moveTo>
                  <a:pt x="14" y="3819"/>
                </a:moveTo>
                <a:lnTo>
                  <a:pt x="14" y="3947"/>
                </a:lnTo>
                <a:lnTo>
                  <a:pt x="0" y="3947"/>
                </a:lnTo>
                <a:lnTo>
                  <a:pt x="0" y="3819"/>
                </a:lnTo>
                <a:lnTo>
                  <a:pt x="14" y="3819"/>
                </a:lnTo>
                <a:moveTo>
                  <a:pt x="14" y="4074"/>
                </a:moveTo>
                <a:lnTo>
                  <a:pt x="14" y="4201"/>
                </a:lnTo>
                <a:lnTo>
                  <a:pt x="0" y="4201"/>
                </a:lnTo>
                <a:lnTo>
                  <a:pt x="0" y="4074"/>
                </a:lnTo>
                <a:lnTo>
                  <a:pt x="14" y="4074"/>
                </a:lnTo>
                <a:moveTo>
                  <a:pt x="14" y="4328"/>
                </a:moveTo>
                <a:lnTo>
                  <a:pt x="14" y="4456"/>
                </a:lnTo>
                <a:lnTo>
                  <a:pt x="0" y="4456"/>
                </a:lnTo>
                <a:lnTo>
                  <a:pt x="0" y="4328"/>
                </a:lnTo>
                <a:lnTo>
                  <a:pt x="14" y="4328"/>
                </a:lnTo>
                <a:moveTo>
                  <a:pt x="14" y="4583"/>
                </a:moveTo>
                <a:lnTo>
                  <a:pt x="14" y="4710"/>
                </a:lnTo>
                <a:lnTo>
                  <a:pt x="0" y="4710"/>
                </a:lnTo>
                <a:lnTo>
                  <a:pt x="0" y="4583"/>
                </a:lnTo>
                <a:lnTo>
                  <a:pt x="14" y="4583"/>
                </a:lnTo>
                <a:moveTo>
                  <a:pt x="14" y="4837"/>
                </a:moveTo>
                <a:lnTo>
                  <a:pt x="14" y="4965"/>
                </a:lnTo>
                <a:lnTo>
                  <a:pt x="0" y="4965"/>
                </a:lnTo>
                <a:lnTo>
                  <a:pt x="0" y="4837"/>
                </a:lnTo>
                <a:lnTo>
                  <a:pt x="14" y="4837"/>
                </a:lnTo>
                <a:moveTo>
                  <a:pt x="14" y="5092"/>
                </a:moveTo>
                <a:lnTo>
                  <a:pt x="14" y="5219"/>
                </a:lnTo>
                <a:lnTo>
                  <a:pt x="0" y="5219"/>
                </a:lnTo>
                <a:lnTo>
                  <a:pt x="0" y="5092"/>
                </a:lnTo>
                <a:lnTo>
                  <a:pt x="14" y="5092"/>
                </a:lnTo>
                <a:moveTo>
                  <a:pt x="14" y="5346"/>
                </a:moveTo>
                <a:lnTo>
                  <a:pt x="14" y="5474"/>
                </a:lnTo>
                <a:lnTo>
                  <a:pt x="0" y="5474"/>
                </a:lnTo>
                <a:lnTo>
                  <a:pt x="0" y="5346"/>
                </a:lnTo>
                <a:lnTo>
                  <a:pt x="14" y="5346"/>
                </a:lnTo>
                <a:moveTo>
                  <a:pt x="14" y="5601"/>
                </a:moveTo>
                <a:lnTo>
                  <a:pt x="14" y="5728"/>
                </a:lnTo>
                <a:lnTo>
                  <a:pt x="0" y="5728"/>
                </a:lnTo>
                <a:lnTo>
                  <a:pt x="0" y="5601"/>
                </a:lnTo>
                <a:lnTo>
                  <a:pt x="14" y="5601"/>
                </a:lnTo>
                <a:moveTo>
                  <a:pt x="14" y="5855"/>
                </a:moveTo>
                <a:lnTo>
                  <a:pt x="14" y="5983"/>
                </a:lnTo>
                <a:lnTo>
                  <a:pt x="0" y="5983"/>
                </a:lnTo>
                <a:lnTo>
                  <a:pt x="0" y="5855"/>
                </a:lnTo>
                <a:lnTo>
                  <a:pt x="14" y="5855"/>
                </a:lnTo>
                <a:moveTo>
                  <a:pt x="14" y="6110"/>
                </a:moveTo>
                <a:lnTo>
                  <a:pt x="14" y="6159"/>
                </a:lnTo>
                <a:lnTo>
                  <a:pt x="0" y="6159"/>
                </a:lnTo>
                <a:lnTo>
                  <a:pt x="0" y="6110"/>
                </a:lnTo>
                <a:lnTo>
                  <a:pt x="14" y="6110"/>
                </a:lnTo>
                <a:close/>
              </a:path>
            </a:pathLst>
          </a:custGeom>
          <a:solidFill>
            <a:srgbClr val="75757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3" name=""/>
          <p:cNvSpPr/>
          <p:nvPr/>
        </p:nvSpPr>
        <p:spPr>
          <a:xfrm>
            <a:off x="3910680" y="2335320"/>
            <a:ext cx="73800" cy="2217240"/>
          </a:xfrm>
          <a:custGeom>
            <a:avLst/>
            <a:gdLst/>
            <a:ahLst/>
            <a:rect l="0" t="0" r="r" b="b"/>
            <a:pathLst>
              <a:path w="205" h="6159">
                <a:moveTo>
                  <a:pt x="0" y="0"/>
                </a:moveTo>
                <a:lnTo>
                  <a:pt x="205" y="0"/>
                </a:lnTo>
                <a:lnTo>
                  <a:pt x="205" y="6159"/>
                </a:lnTo>
                <a:lnTo>
                  <a:pt x="0" y="6159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4" name=""/>
          <p:cNvSpPr/>
          <p:nvPr/>
        </p:nvSpPr>
        <p:spPr>
          <a:xfrm>
            <a:off x="3942360" y="2335320"/>
            <a:ext cx="5040" cy="2217240"/>
          </a:xfrm>
          <a:custGeom>
            <a:avLst/>
            <a:gdLst/>
            <a:ahLst/>
            <a:rect l="0" t="0" r="r" b="b"/>
            <a:pathLst>
              <a:path w="14" h="6159">
                <a:moveTo>
                  <a:pt x="14" y="0"/>
                </a:moveTo>
                <a:lnTo>
                  <a:pt x="14" y="128"/>
                </a:lnTo>
                <a:lnTo>
                  <a:pt x="0" y="128"/>
                </a:lnTo>
                <a:lnTo>
                  <a:pt x="0" y="0"/>
                </a:lnTo>
                <a:lnTo>
                  <a:pt x="14" y="0"/>
                </a:lnTo>
                <a:moveTo>
                  <a:pt x="14" y="255"/>
                </a:moveTo>
                <a:lnTo>
                  <a:pt x="14" y="382"/>
                </a:lnTo>
                <a:lnTo>
                  <a:pt x="0" y="382"/>
                </a:lnTo>
                <a:lnTo>
                  <a:pt x="0" y="255"/>
                </a:lnTo>
                <a:lnTo>
                  <a:pt x="14" y="255"/>
                </a:lnTo>
                <a:moveTo>
                  <a:pt x="14" y="509"/>
                </a:moveTo>
                <a:lnTo>
                  <a:pt x="14" y="637"/>
                </a:lnTo>
                <a:lnTo>
                  <a:pt x="0" y="637"/>
                </a:lnTo>
                <a:lnTo>
                  <a:pt x="0" y="509"/>
                </a:lnTo>
                <a:lnTo>
                  <a:pt x="14" y="509"/>
                </a:lnTo>
                <a:moveTo>
                  <a:pt x="14" y="764"/>
                </a:moveTo>
                <a:lnTo>
                  <a:pt x="14" y="891"/>
                </a:lnTo>
                <a:lnTo>
                  <a:pt x="0" y="891"/>
                </a:lnTo>
                <a:lnTo>
                  <a:pt x="0" y="764"/>
                </a:lnTo>
                <a:lnTo>
                  <a:pt x="14" y="764"/>
                </a:lnTo>
                <a:moveTo>
                  <a:pt x="14" y="1019"/>
                </a:moveTo>
                <a:lnTo>
                  <a:pt x="14" y="1146"/>
                </a:lnTo>
                <a:lnTo>
                  <a:pt x="0" y="1146"/>
                </a:lnTo>
                <a:lnTo>
                  <a:pt x="0" y="1019"/>
                </a:lnTo>
                <a:lnTo>
                  <a:pt x="14" y="1019"/>
                </a:lnTo>
                <a:moveTo>
                  <a:pt x="14" y="1273"/>
                </a:moveTo>
                <a:lnTo>
                  <a:pt x="14" y="1400"/>
                </a:lnTo>
                <a:lnTo>
                  <a:pt x="0" y="1400"/>
                </a:lnTo>
                <a:lnTo>
                  <a:pt x="0" y="1273"/>
                </a:lnTo>
                <a:lnTo>
                  <a:pt x="14" y="1273"/>
                </a:lnTo>
                <a:moveTo>
                  <a:pt x="14" y="1528"/>
                </a:moveTo>
                <a:lnTo>
                  <a:pt x="14" y="1655"/>
                </a:lnTo>
                <a:lnTo>
                  <a:pt x="0" y="1655"/>
                </a:lnTo>
                <a:lnTo>
                  <a:pt x="0" y="1528"/>
                </a:lnTo>
                <a:lnTo>
                  <a:pt x="14" y="1528"/>
                </a:lnTo>
                <a:moveTo>
                  <a:pt x="14" y="1782"/>
                </a:moveTo>
                <a:lnTo>
                  <a:pt x="14" y="1909"/>
                </a:lnTo>
                <a:lnTo>
                  <a:pt x="0" y="1909"/>
                </a:lnTo>
                <a:lnTo>
                  <a:pt x="0" y="1782"/>
                </a:lnTo>
                <a:lnTo>
                  <a:pt x="14" y="1782"/>
                </a:lnTo>
                <a:moveTo>
                  <a:pt x="14" y="2037"/>
                </a:moveTo>
                <a:lnTo>
                  <a:pt x="14" y="2164"/>
                </a:lnTo>
                <a:lnTo>
                  <a:pt x="0" y="2164"/>
                </a:lnTo>
                <a:lnTo>
                  <a:pt x="0" y="2037"/>
                </a:lnTo>
                <a:lnTo>
                  <a:pt x="14" y="2037"/>
                </a:lnTo>
                <a:moveTo>
                  <a:pt x="14" y="2291"/>
                </a:moveTo>
                <a:lnTo>
                  <a:pt x="14" y="2418"/>
                </a:lnTo>
                <a:lnTo>
                  <a:pt x="0" y="2418"/>
                </a:lnTo>
                <a:lnTo>
                  <a:pt x="0" y="2291"/>
                </a:lnTo>
                <a:lnTo>
                  <a:pt x="14" y="2291"/>
                </a:lnTo>
                <a:moveTo>
                  <a:pt x="14" y="2546"/>
                </a:moveTo>
                <a:lnTo>
                  <a:pt x="14" y="2673"/>
                </a:lnTo>
                <a:lnTo>
                  <a:pt x="0" y="2673"/>
                </a:lnTo>
                <a:lnTo>
                  <a:pt x="0" y="2546"/>
                </a:lnTo>
                <a:lnTo>
                  <a:pt x="14" y="2546"/>
                </a:lnTo>
                <a:moveTo>
                  <a:pt x="14" y="2801"/>
                </a:moveTo>
                <a:lnTo>
                  <a:pt x="14" y="2928"/>
                </a:lnTo>
                <a:lnTo>
                  <a:pt x="0" y="2928"/>
                </a:lnTo>
                <a:lnTo>
                  <a:pt x="0" y="2801"/>
                </a:lnTo>
                <a:lnTo>
                  <a:pt x="14" y="2801"/>
                </a:lnTo>
                <a:moveTo>
                  <a:pt x="14" y="3056"/>
                </a:moveTo>
                <a:lnTo>
                  <a:pt x="14" y="3183"/>
                </a:lnTo>
                <a:lnTo>
                  <a:pt x="0" y="3183"/>
                </a:lnTo>
                <a:lnTo>
                  <a:pt x="0" y="3056"/>
                </a:lnTo>
                <a:lnTo>
                  <a:pt x="14" y="3056"/>
                </a:lnTo>
                <a:moveTo>
                  <a:pt x="14" y="3310"/>
                </a:moveTo>
                <a:lnTo>
                  <a:pt x="14" y="3437"/>
                </a:lnTo>
                <a:lnTo>
                  <a:pt x="0" y="3437"/>
                </a:lnTo>
                <a:lnTo>
                  <a:pt x="0" y="3310"/>
                </a:lnTo>
                <a:lnTo>
                  <a:pt x="14" y="3310"/>
                </a:lnTo>
                <a:moveTo>
                  <a:pt x="14" y="3565"/>
                </a:moveTo>
                <a:lnTo>
                  <a:pt x="14" y="3692"/>
                </a:lnTo>
                <a:lnTo>
                  <a:pt x="0" y="3692"/>
                </a:lnTo>
                <a:lnTo>
                  <a:pt x="0" y="3565"/>
                </a:lnTo>
                <a:lnTo>
                  <a:pt x="14" y="3565"/>
                </a:lnTo>
                <a:moveTo>
                  <a:pt x="14" y="3819"/>
                </a:moveTo>
                <a:lnTo>
                  <a:pt x="14" y="3947"/>
                </a:lnTo>
                <a:lnTo>
                  <a:pt x="0" y="3947"/>
                </a:lnTo>
                <a:lnTo>
                  <a:pt x="0" y="3819"/>
                </a:lnTo>
                <a:lnTo>
                  <a:pt x="14" y="3819"/>
                </a:lnTo>
                <a:moveTo>
                  <a:pt x="14" y="4074"/>
                </a:moveTo>
                <a:lnTo>
                  <a:pt x="14" y="4201"/>
                </a:lnTo>
                <a:lnTo>
                  <a:pt x="0" y="4201"/>
                </a:lnTo>
                <a:lnTo>
                  <a:pt x="0" y="4074"/>
                </a:lnTo>
                <a:lnTo>
                  <a:pt x="14" y="4074"/>
                </a:lnTo>
                <a:moveTo>
                  <a:pt x="14" y="4328"/>
                </a:moveTo>
                <a:lnTo>
                  <a:pt x="14" y="4456"/>
                </a:lnTo>
                <a:lnTo>
                  <a:pt x="0" y="4456"/>
                </a:lnTo>
                <a:lnTo>
                  <a:pt x="0" y="4328"/>
                </a:lnTo>
                <a:lnTo>
                  <a:pt x="14" y="4328"/>
                </a:lnTo>
                <a:moveTo>
                  <a:pt x="14" y="4583"/>
                </a:moveTo>
                <a:lnTo>
                  <a:pt x="14" y="4710"/>
                </a:lnTo>
                <a:lnTo>
                  <a:pt x="0" y="4710"/>
                </a:lnTo>
                <a:lnTo>
                  <a:pt x="0" y="4583"/>
                </a:lnTo>
                <a:lnTo>
                  <a:pt x="14" y="4583"/>
                </a:lnTo>
                <a:moveTo>
                  <a:pt x="14" y="4837"/>
                </a:moveTo>
                <a:lnTo>
                  <a:pt x="14" y="4965"/>
                </a:lnTo>
                <a:lnTo>
                  <a:pt x="0" y="4965"/>
                </a:lnTo>
                <a:lnTo>
                  <a:pt x="0" y="4837"/>
                </a:lnTo>
                <a:lnTo>
                  <a:pt x="14" y="4837"/>
                </a:lnTo>
                <a:moveTo>
                  <a:pt x="14" y="5092"/>
                </a:moveTo>
                <a:lnTo>
                  <a:pt x="14" y="5219"/>
                </a:lnTo>
                <a:lnTo>
                  <a:pt x="0" y="5219"/>
                </a:lnTo>
                <a:lnTo>
                  <a:pt x="0" y="5092"/>
                </a:lnTo>
                <a:lnTo>
                  <a:pt x="14" y="5092"/>
                </a:lnTo>
                <a:moveTo>
                  <a:pt x="14" y="5346"/>
                </a:moveTo>
                <a:lnTo>
                  <a:pt x="14" y="5474"/>
                </a:lnTo>
                <a:lnTo>
                  <a:pt x="0" y="5474"/>
                </a:lnTo>
                <a:lnTo>
                  <a:pt x="0" y="5346"/>
                </a:lnTo>
                <a:lnTo>
                  <a:pt x="14" y="5346"/>
                </a:lnTo>
                <a:moveTo>
                  <a:pt x="14" y="5601"/>
                </a:moveTo>
                <a:lnTo>
                  <a:pt x="14" y="5728"/>
                </a:lnTo>
                <a:lnTo>
                  <a:pt x="0" y="5728"/>
                </a:lnTo>
                <a:lnTo>
                  <a:pt x="0" y="5601"/>
                </a:lnTo>
                <a:lnTo>
                  <a:pt x="14" y="5601"/>
                </a:lnTo>
                <a:moveTo>
                  <a:pt x="14" y="5855"/>
                </a:moveTo>
                <a:lnTo>
                  <a:pt x="14" y="5983"/>
                </a:lnTo>
                <a:lnTo>
                  <a:pt x="0" y="5983"/>
                </a:lnTo>
                <a:lnTo>
                  <a:pt x="0" y="5855"/>
                </a:lnTo>
                <a:lnTo>
                  <a:pt x="14" y="5855"/>
                </a:lnTo>
                <a:moveTo>
                  <a:pt x="14" y="6110"/>
                </a:moveTo>
                <a:lnTo>
                  <a:pt x="14" y="6159"/>
                </a:lnTo>
                <a:lnTo>
                  <a:pt x="0" y="6159"/>
                </a:lnTo>
                <a:lnTo>
                  <a:pt x="0" y="6110"/>
                </a:lnTo>
                <a:lnTo>
                  <a:pt x="14" y="6110"/>
                </a:lnTo>
                <a:close/>
              </a:path>
            </a:pathLst>
          </a:custGeom>
          <a:solidFill>
            <a:srgbClr val="75757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5" name=""/>
          <p:cNvSpPr/>
          <p:nvPr/>
        </p:nvSpPr>
        <p:spPr>
          <a:xfrm>
            <a:off x="4877640" y="2335320"/>
            <a:ext cx="73800" cy="2217240"/>
          </a:xfrm>
          <a:custGeom>
            <a:avLst/>
            <a:gdLst/>
            <a:ahLst/>
            <a:rect l="0" t="0" r="r" b="b"/>
            <a:pathLst>
              <a:path w="205" h="6159">
                <a:moveTo>
                  <a:pt x="0" y="0"/>
                </a:moveTo>
                <a:lnTo>
                  <a:pt x="205" y="0"/>
                </a:lnTo>
                <a:lnTo>
                  <a:pt x="205" y="6159"/>
                </a:lnTo>
                <a:lnTo>
                  <a:pt x="0" y="6159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6" name=""/>
          <p:cNvSpPr/>
          <p:nvPr/>
        </p:nvSpPr>
        <p:spPr>
          <a:xfrm>
            <a:off x="4910400" y="2335320"/>
            <a:ext cx="5040" cy="2217240"/>
          </a:xfrm>
          <a:custGeom>
            <a:avLst/>
            <a:gdLst/>
            <a:ahLst/>
            <a:rect l="0" t="0" r="r" b="b"/>
            <a:pathLst>
              <a:path w="14" h="6159">
                <a:moveTo>
                  <a:pt x="14" y="0"/>
                </a:moveTo>
                <a:lnTo>
                  <a:pt x="14" y="128"/>
                </a:lnTo>
                <a:lnTo>
                  <a:pt x="0" y="128"/>
                </a:lnTo>
                <a:lnTo>
                  <a:pt x="0" y="0"/>
                </a:lnTo>
                <a:lnTo>
                  <a:pt x="14" y="0"/>
                </a:lnTo>
                <a:moveTo>
                  <a:pt x="14" y="255"/>
                </a:moveTo>
                <a:lnTo>
                  <a:pt x="14" y="382"/>
                </a:lnTo>
                <a:lnTo>
                  <a:pt x="0" y="382"/>
                </a:lnTo>
                <a:lnTo>
                  <a:pt x="0" y="255"/>
                </a:lnTo>
                <a:lnTo>
                  <a:pt x="14" y="255"/>
                </a:lnTo>
                <a:moveTo>
                  <a:pt x="14" y="509"/>
                </a:moveTo>
                <a:lnTo>
                  <a:pt x="14" y="637"/>
                </a:lnTo>
                <a:lnTo>
                  <a:pt x="0" y="637"/>
                </a:lnTo>
                <a:lnTo>
                  <a:pt x="0" y="509"/>
                </a:lnTo>
                <a:lnTo>
                  <a:pt x="14" y="509"/>
                </a:lnTo>
                <a:moveTo>
                  <a:pt x="14" y="764"/>
                </a:moveTo>
                <a:lnTo>
                  <a:pt x="14" y="891"/>
                </a:lnTo>
                <a:lnTo>
                  <a:pt x="0" y="891"/>
                </a:lnTo>
                <a:lnTo>
                  <a:pt x="0" y="764"/>
                </a:lnTo>
                <a:lnTo>
                  <a:pt x="14" y="764"/>
                </a:lnTo>
                <a:moveTo>
                  <a:pt x="14" y="1019"/>
                </a:moveTo>
                <a:lnTo>
                  <a:pt x="14" y="1146"/>
                </a:lnTo>
                <a:lnTo>
                  <a:pt x="0" y="1146"/>
                </a:lnTo>
                <a:lnTo>
                  <a:pt x="0" y="1019"/>
                </a:lnTo>
                <a:lnTo>
                  <a:pt x="14" y="1019"/>
                </a:lnTo>
                <a:moveTo>
                  <a:pt x="14" y="1273"/>
                </a:moveTo>
                <a:lnTo>
                  <a:pt x="14" y="1400"/>
                </a:lnTo>
                <a:lnTo>
                  <a:pt x="0" y="1400"/>
                </a:lnTo>
                <a:lnTo>
                  <a:pt x="0" y="1273"/>
                </a:lnTo>
                <a:lnTo>
                  <a:pt x="14" y="1273"/>
                </a:lnTo>
                <a:moveTo>
                  <a:pt x="14" y="1528"/>
                </a:moveTo>
                <a:lnTo>
                  <a:pt x="14" y="1655"/>
                </a:lnTo>
                <a:lnTo>
                  <a:pt x="0" y="1655"/>
                </a:lnTo>
                <a:lnTo>
                  <a:pt x="0" y="1528"/>
                </a:lnTo>
                <a:lnTo>
                  <a:pt x="14" y="1528"/>
                </a:lnTo>
                <a:moveTo>
                  <a:pt x="14" y="1782"/>
                </a:moveTo>
                <a:lnTo>
                  <a:pt x="14" y="1909"/>
                </a:lnTo>
                <a:lnTo>
                  <a:pt x="0" y="1909"/>
                </a:lnTo>
                <a:lnTo>
                  <a:pt x="0" y="1782"/>
                </a:lnTo>
                <a:lnTo>
                  <a:pt x="14" y="1782"/>
                </a:lnTo>
                <a:moveTo>
                  <a:pt x="14" y="2037"/>
                </a:moveTo>
                <a:lnTo>
                  <a:pt x="14" y="2164"/>
                </a:lnTo>
                <a:lnTo>
                  <a:pt x="0" y="2164"/>
                </a:lnTo>
                <a:lnTo>
                  <a:pt x="0" y="2037"/>
                </a:lnTo>
                <a:lnTo>
                  <a:pt x="14" y="2037"/>
                </a:lnTo>
                <a:moveTo>
                  <a:pt x="14" y="2291"/>
                </a:moveTo>
                <a:lnTo>
                  <a:pt x="14" y="2418"/>
                </a:lnTo>
                <a:lnTo>
                  <a:pt x="0" y="2418"/>
                </a:lnTo>
                <a:lnTo>
                  <a:pt x="0" y="2291"/>
                </a:lnTo>
                <a:lnTo>
                  <a:pt x="14" y="2291"/>
                </a:lnTo>
                <a:moveTo>
                  <a:pt x="14" y="2546"/>
                </a:moveTo>
                <a:lnTo>
                  <a:pt x="14" y="2673"/>
                </a:lnTo>
                <a:lnTo>
                  <a:pt x="0" y="2673"/>
                </a:lnTo>
                <a:lnTo>
                  <a:pt x="0" y="2546"/>
                </a:lnTo>
                <a:lnTo>
                  <a:pt x="14" y="2546"/>
                </a:lnTo>
                <a:moveTo>
                  <a:pt x="14" y="2801"/>
                </a:moveTo>
                <a:lnTo>
                  <a:pt x="14" y="2928"/>
                </a:lnTo>
                <a:lnTo>
                  <a:pt x="0" y="2928"/>
                </a:lnTo>
                <a:lnTo>
                  <a:pt x="0" y="2801"/>
                </a:lnTo>
                <a:lnTo>
                  <a:pt x="14" y="2801"/>
                </a:lnTo>
                <a:moveTo>
                  <a:pt x="14" y="3056"/>
                </a:moveTo>
                <a:lnTo>
                  <a:pt x="14" y="3183"/>
                </a:lnTo>
                <a:lnTo>
                  <a:pt x="0" y="3183"/>
                </a:lnTo>
                <a:lnTo>
                  <a:pt x="0" y="3056"/>
                </a:lnTo>
                <a:lnTo>
                  <a:pt x="14" y="3056"/>
                </a:lnTo>
                <a:moveTo>
                  <a:pt x="14" y="3310"/>
                </a:moveTo>
                <a:lnTo>
                  <a:pt x="14" y="3437"/>
                </a:lnTo>
                <a:lnTo>
                  <a:pt x="0" y="3437"/>
                </a:lnTo>
                <a:lnTo>
                  <a:pt x="0" y="3310"/>
                </a:lnTo>
                <a:lnTo>
                  <a:pt x="14" y="3310"/>
                </a:lnTo>
                <a:moveTo>
                  <a:pt x="14" y="3565"/>
                </a:moveTo>
                <a:lnTo>
                  <a:pt x="14" y="3692"/>
                </a:lnTo>
                <a:lnTo>
                  <a:pt x="0" y="3692"/>
                </a:lnTo>
                <a:lnTo>
                  <a:pt x="0" y="3565"/>
                </a:lnTo>
                <a:lnTo>
                  <a:pt x="14" y="3565"/>
                </a:lnTo>
                <a:moveTo>
                  <a:pt x="14" y="3819"/>
                </a:moveTo>
                <a:lnTo>
                  <a:pt x="14" y="3947"/>
                </a:lnTo>
                <a:lnTo>
                  <a:pt x="0" y="3947"/>
                </a:lnTo>
                <a:lnTo>
                  <a:pt x="0" y="3819"/>
                </a:lnTo>
                <a:lnTo>
                  <a:pt x="14" y="3819"/>
                </a:lnTo>
                <a:moveTo>
                  <a:pt x="14" y="4074"/>
                </a:moveTo>
                <a:lnTo>
                  <a:pt x="14" y="4201"/>
                </a:lnTo>
                <a:lnTo>
                  <a:pt x="0" y="4201"/>
                </a:lnTo>
                <a:lnTo>
                  <a:pt x="0" y="4074"/>
                </a:lnTo>
                <a:lnTo>
                  <a:pt x="14" y="4074"/>
                </a:lnTo>
                <a:moveTo>
                  <a:pt x="14" y="4328"/>
                </a:moveTo>
                <a:lnTo>
                  <a:pt x="14" y="4456"/>
                </a:lnTo>
                <a:lnTo>
                  <a:pt x="0" y="4456"/>
                </a:lnTo>
                <a:lnTo>
                  <a:pt x="0" y="4328"/>
                </a:lnTo>
                <a:lnTo>
                  <a:pt x="14" y="4328"/>
                </a:lnTo>
                <a:moveTo>
                  <a:pt x="14" y="4583"/>
                </a:moveTo>
                <a:lnTo>
                  <a:pt x="14" y="4710"/>
                </a:lnTo>
                <a:lnTo>
                  <a:pt x="0" y="4710"/>
                </a:lnTo>
                <a:lnTo>
                  <a:pt x="0" y="4583"/>
                </a:lnTo>
                <a:lnTo>
                  <a:pt x="14" y="4583"/>
                </a:lnTo>
                <a:moveTo>
                  <a:pt x="14" y="4837"/>
                </a:moveTo>
                <a:lnTo>
                  <a:pt x="14" y="4965"/>
                </a:lnTo>
                <a:lnTo>
                  <a:pt x="0" y="4965"/>
                </a:lnTo>
                <a:lnTo>
                  <a:pt x="0" y="4837"/>
                </a:lnTo>
                <a:lnTo>
                  <a:pt x="14" y="4837"/>
                </a:lnTo>
                <a:moveTo>
                  <a:pt x="14" y="5092"/>
                </a:moveTo>
                <a:lnTo>
                  <a:pt x="14" y="5219"/>
                </a:lnTo>
                <a:lnTo>
                  <a:pt x="0" y="5219"/>
                </a:lnTo>
                <a:lnTo>
                  <a:pt x="0" y="5092"/>
                </a:lnTo>
                <a:lnTo>
                  <a:pt x="14" y="5092"/>
                </a:lnTo>
                <a:moveTo>
                  <a:pt x="14" y="5346"/>
                </a:moveTo>
                <a:lnTo>
                  <a:pt x="14" y="5474"/>
                </a:lnTo>
                <a:lnTo>
                  <a:pt x="0" y="5474"/>
                </a:lnTo>
                <a:lnTo>
                  <a:pt x="0" y="5346"/>
                </a:lnTo>
                <a:lnTo>
                  <a:pt x="14" y="5346"/>
                </a:lnTo>
                <a:moveTo>
                  <a:pt x="14" y="5601"/>
                </a:moveTo>
                <a:lnTo>
                  <a:pt x="14" y="5728"/>
                </a:lnTo>
                <a:lnTo>
                  <a:pt x="0" y="5728"/>
                </a:lnTo>
                <a:lnTo>
                  <a:pt x="0" y="5601"/>
                </a:lnTo>
                <a:lnTo>
                  <a:pt x="14" y="5601"/>
                </a:lnTo>
                <a:moveTo>
                  <a:pt x="14" y="5855"/>
                </a:moveTo>
                <a:lnTo>
                  <a:pt x="14" y="5983"/>
                </a:lnTo>
                <a:lnTo>
                  <a:pt x="0" y="5983"/>
                </a:lnTo>
                <a:lnTo>
                  <a:pt x="0" y="5855"/>
                </a:lnTo>
                <a:lnTo>
                  <a:pt x="14" y="5855"/>
                </a:lnTo>
                <a:moveTo>
                  <a:pt x="14" y="6110"/>
                </a:moveTo>
                <a:lnTo>
                  <a:pt x="14" y="6159"/>
                </a:lnTo>
                <a:lnTo>
                  <a:pt x="0" y="6159"/>
                </a:lnTo>
                <a:lnTo>
                  <a:pt x="0" y="6110"/>
                </a:lnTo>
                <a:lnTo>
                  <a:pt x="14" y="6110"/>
                </a:lnTo>
                <a:close/>
              </a:path>
            </a:pathLst>
          </a:custGeom>
          <a:solidFill>
            <a:srgbClr val="75757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7" name=""/>
          <p:cNvSpPr/>
          <p:nvPr/>
        </p:nvSpPr>
        <p:spPr>
          <a:xfrm>
            <a:off x="7286040" y="2335320"/>
            <a:ext cx="73800" cy="2217240"/>
          </a:xfrm>
          <a:custGeom>
            <a:avLst/>
            <a:gdLst/>
            <a:ahLst/>
            <a:rect l="0" t="0" r="r" b="b"/>
            <a:pathLst>
              <a:path w="205" h="6159">
                <a:moveTo>
                  <a:pt x="0" y="0"/>
                </a:moveTo>
                <a:lnTo>
                  <a:pt x="205" y="0"/>
                </a:lnTo>
                <a:lnTo>
                  <a:pt x="205" y="6159"/>
                </a:lnTo>
                <a:lnTo>
                  <a:pt x="0" y="6159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8" name=""/>
          <p:cNvSpPr/>
          <p:nvPr/>
        </p:nvSpPr>
        <p:spPr>
          <a:xfrm>
            <a:off x="7317720" y="2335320"/>
            <a:ext cx="5040" cy="2217240"/>
          </a:xfrm>
          <a:custGeom>
            <a:avLst/>
            <a:gdLst/>
            <a:ahLst/>
            <a:rect l="0" t="0" r="r" b="b"/>
            <a:pathLst>
              <a:path w="14" h="6159">
                <a:moveTo>
                  <a:pt x="14" y="0"/>
                </a:moveTo>
                <a:lnTo>
                  <a:pt x="14" y="128"/>
                </a:lnTo>
                <a:lnTo>
                  <a:pt x="0" y="128"/>
                </a:lnTo>
                <a:lnTo>
                  <a:pt x="0" y="0"/>
                </a:lnTo>
                <a:lnTo>
                  <a:pt x="14" y="0"/>
                </a:lnTo>
                <a:moveTo>
                  <a:pt x="14" y="255"/>
                </a:moveTo>
                <a:lnTo>
                  <a:pt x="14" y="382"/>
                </a:lnTo>
                <a:lnTo>
                  <a:pt x="0" y="382"/>
                </a:lnTo>
                <a:lnTo>
                  <a:pt x="0" y="255"/>
                </a:lnTo>
                <a:lnTo>
                  <a:pt x="14" y="255"/>
                </a:lnTo>
                <a:moveTo>
                  <a:pt x="14" y="509"/>
                </a:moveTo>
                <a:lnTo>
                  <a:pt x="14" y="637"/>
                </a:lnTo>
                <a:lnTo>
                  <a:pt x="0" y="637"/>
                </a:lnTo>
                <a:lnTo>
                  <a:pt x="0" y="509"/>
                </a:lnTo>
                <a:lnTo>
                  <a:pt x="14" y="509"/>
                </a:lnTo>
                <a:moveTo>
                  <a:pt x="14" y="764"/>
                </a:moveTo>
                <a:lnTo>
                  <a:pt x="14" y="891"/>
                </a:lnTo>
                <a:lnTo>
                  <a:pt x="0" y="891"/>
                </a:lnTo>
                <a:lnTo>
                  <a:pt x="0" y="764"/>
                </a:lnTo>
                <a:lnTo>
                  <a:pt x="14" y="764"/>
                </a:lnTo>
                <a:moveTo>
                  <a:pt x="14" y="1019"/>
                </a:moveTo>
                <a:lnTo>
                  <a:pt x="14" y="1146"/>
                </a:lnTo>
                <a:lnTo>
                  <a:pt x="0" y="1146"/>
                </a:lnTo>
                <a:lnTo>
                  <a:pt x="0" y="1019"/>
                </a:lnTo>
                <a:lnTo>
                  <a:pt x="14" y="1019"/>
                </a:lnTo>
                <a:moveTo>
                  <a:pt x="14" y="1273"/>
                </a:moveTo>
                <a:lnTo>
                  <a:pt x="14" y="1400"/>
                </a:lnTo>
                <a:lnTo>
                  <a:pt x="0" y="1400"/>
                </a:lnTo>
                <a:lnTo>
                  <a:pt x="0" y="1273"/>
                </a:lnTo>
                <a:lnTo>
                  <a:pt x="14" y="1273"/>
                </a:lnTo>
                <a:moveTo>
                  <a:pt x="14" y="1528"/>
                </a:moveTo>
                <a:lnTo>
                  <a:pt x="14" y="1655"/>
                </a:lnTo>
                <a:lnTo>
                  <a:pt x="0" y="1655"/>
                </a:lnTo>
                <a:lnTo>
                  <a:pt x="0" y="1528"/>
                </a:lnTo>
                <a:lnTo>
                  <a:pt x="14" y="1528"/>
                </a:lnTo>
                <a:moveTo>
                  <a:pt x="14" y="1782"/>
                </a:moveTo>
                <a:lnTo>
                  <a:pt x="14" y="1909"/>
                </a:lnTo>
                <a:lnTo>
                  <a:pt x="0" y="1909"/>
                </a:lnTo>
                <a:lnTo>
                  <a:pt x="0" y="1782"/>
                </a:lnTo>
                <a:lnTo>
                  <a:pt x="14" y="1782"/>
                </a:lnTo>
                <a:moveTo>
                  <a:pt x="14" y="2037"/>
                </a:moveTo>
                <a:lnTo>
                  <a:pt x="14" y="2164"/>
                </a:lnTo>
                <a:lnTo>
                  <a:pt x="0" y="2164"/>
                </a:lnTo>
                <a:lnTo>
                  <a:pt x="0" y="2037"/>
                </a:lnTo>
                <a:lnTo>
                  <a:pt x="14" y="2037"/>
                </a:lnTo>
                <a:moveTo>
                  <a:pt x="14" y="2291"/>
                </a:moveTo>
                <a:lnTo>
                  <a:pt x="14" y="2418"/>
                </a:lnTo>
                <a:lnTo>
                  <a:pt x="0" y="2418"/>
                </a:lnTo>
                <a:lnTo>
                  <a:pt x="0" y="2291"/>
                </a:lnTo>
                <a:lnTo>
                  <a:pt x="14" y="2291"/>
                </a:lnTo>
                <a:moveTo>
                  <a:pt x="14" y="2546"/>
                </a:moveTo>
                <a:lnTo>
                  <a:pt x="14" y="2673"/>
                </a:lnTo>
                <a:lnTo>
                  <a:pt x="0" y="2673"/>
                </a:lnTo>
                <a:lnTo>
                  <a:pt x="0" y="2546"/>
                </a:lnTo>
                <a:lnTo>
                  <a:pt x="14" y="2546"/>
                </a:lnTo>
                <a:moveTo>
                  <a:pt x="14" y="2801"/>
                </a:moveTo>
                <a:lnTo>
                  <a:pt x="14" y="2928"/>
                </a:lnTo>
                <a:lnTo>
                  <a:pt x="0" y="2928"/>
                </a:lnTo>
                <a:lnTo>
                  <a:pt x="0" y="2801"/>
                </a:lnTo>
                <a:lnTo>
                  <a:pt x="14" y="2801"/>
                </a:lnTo>
                <a:moveTo>
                  <a:pt x="14" y="3056"/>
                </a:moveTo>
                <a:lnTo>
                  <a:pt x="14" y="3183"/>
                </a:lnTo>
                <a:lnTo>
                  <a:pt x="0" y="3183"/>
                </a:lnTo>
                <a:lnTo>
                  <a:pt x="0" y="3056"/>
                </a:lnTo>
                <a:lnTo>
                  <a:pt x="14" y="3056"/>
                </a:lnTo>
                <a:moveTo>
                  <a:pt x="14" y="3310"/>
                </a:moveTo>
                <a:lnTo>
                  <a:pt x="14" y="3437"/>
                </a:lnTo>
                <a:lnTo>
                  <a:pt x="0" y="3437"/>
                </a:lnTo>
                <a:lnTo>
                  <a:pt x="0" y="3310"/>
                </a:lnTo>
                <a:lnTo>
                  <a:pt x="14" y="3310"/>
                </a:lnTo>
                <a:moveTo>
                  <a:pt x="14" y="3565"/>
                </a:moveTo>
                <a:lnTo>
                  <a:pt x="14" y="3692"/>
                </a:lnTo>
                <a:lnTo>
                  <a:pt x="0" y="3692"/>
                </a:lnTo>
                <a:lnTo>
                  <a:pt x="0" y="3565"/>
                </a:lnTo>
                <a:lnTo>
                  <a:pt x="14" y="3565"/>
                </a:lnTo>
                <a:moveTo>
                  <a:pt x="14" y="3819"/>
                </a:moveTo>
                <a:lnTo>
                  <a:pt x="14" y="3947"/>
                </a:lnTo>
                <a:lnTo>
                  <a:pt x="0" y="3947"/>
                </a:lnTo>
                <a:lnTo>
                  <a:pt x="0" y="3819"/>
                </a:lnTo>
                <a:lnTo>
                  <a:pt x="14" y="3819"/>
                </a:lnTo>
                <a:moveTo>
                  <a:pt x="14" y="4074"/>
                </a:moveTo>
                <a:lnTo>
                  <a:pt x="14" y="4201"/>
                </a:lnTo>
                <a:lnTo>
                  <a:pt x="0" y="4201"/>
                </a:lnTo>
                <a:lnTo>
                  <a:pt x="0" y="4074"/>
                </a:lnTo>
                <a:lnTo>
                  <a:pt x="14" y="4074"/>
                </a:lnTo>
                <a:moveTo>
                  <a:pt x="14" y="4328"/>
                </a:moveTo>
                <a:lnTo>
                  <a:pt x="14" y="4456"/>
                </a:lnTo>
                <a:lnTo>
                  <a:pt x="0" y="4456"/>
                </a:lnTo>
                <a:lnTo>
                  <a:pt x="0" y="4328"/>
                </a:lnTo>
                <a:lnTo>
                  <a:pt x="14" y="4328"/>
                </a:lnTo>
                <a:moveTo>
                  <a:pt x="14" y="4583"/>
                </a:moveTo>
                <a:lnTo>
                  <a:pt x="14" y="4710"/>
                </a:lnTo>
                <a:lnTo>
                  <a:pt x="0" y="4710"/>
                </a:lnTo>
                <a:lnTo>
                  <a:pt x="0" y="4583"/>
                </a:lnTo>
                <a:lnTo>
                  <a:pt x="14" y="4583"/>
                </a:lnTo>
                <a:moveTo>
                  <a:pt x="14" y="4837"/>
                </a:moveTo>
                <a:lnTo>
                  <a:pt x="14" y="4965"/>
                </a:lnTo>
                <a:lnTo>
                  <a:pt x="0" y="4965"/>
                </a:lnTo>
                <a:lnTo>
                  <a:pt x="0" y="4837"/>
                </a:lnTo>
                <a:lnTo>
                  <a:pt x="14" y="4837"/>
                </a:lnTo>
                <a:moveTo>
                  <a:pt x="14" y="5092"/>
                </a:moveTo>
                <a:lnTo>
                  <a:pt x="14" y="5219"/>
                </a:lnTo>
                <a:lnTo>
                  <a:pt x="0" y="5219"/>
                </a:lnTo>
                <a:lnTo>
                  <a:pt x="0" y="5092"/>
                </a:lnTo>
                <a:lnTo>
                  <a:pt x="14" y="5092"/>
                </a:lnTo>
                <a:moveTo>
                  <a:pt x="14" y="5346"/>
                </a:moveTo>
                <a:lnTo>
                  <a:pt x="14" y="5474"/>
                </a:lnTo>
                <a:lnTo>
                  <a:pt x="0" y="5474"/>
                </a:lnTo>
                <a:lnTo>
                  <a:pt x="0" y="5346"/>
                </a:lnTo>
                <a:lnTo>
                  <a:pt x="14" y="5346"/>
                </a:lnTo>
                <a:moveTo>
                  <a:pt x="14" y="5601"/>
                </a:moveTo>
                <a:lnTo>
                  <a:pt x="14" y="5728"/>
                </a:lnTo>
                <a:lnTo>
                  <a:pt x="0" y="5728"/>
                </a:lnTo>
                <a:lnTo>
                  <a:pt x="0" y="5601"/>
                </a:lnTo>
                <a:lnTo>
                  <a:pt x="14" y="5601"/>
                </a:lnTo>
                <a:moveTo>
                  <a:pt x="14" y="5855"/>
                </a:moveTo>
                <a:lnTo>
                  <a:pt x="14" y="5983"/>
                </a:lnTo>
                <a:lnTo>
                  <a:pt x="0" y="5983"/>
                </a:lnTo>
                <a:lnTo>
                  <a:pt x="0" y="5855"/>
                </a:lnTo>
                <a:lnTo>
                  <a:pt x="14" y="5855"/>
                </a:lnTo>
                <a:moveTo>
                  <a:pt x="14" y="6110"/>
                </a:moveTo>
                <a:lnTo>
                  <a:pt x="14" y="6159"/>
                </a:lnTo>
                <a:lnTo>
                  <a:pt x="0" y="6159"/>
                </a:lnTo>
                <a:lnTo>
                  <a:pt x="0" y="6110"/>
                </a:lnTo>
                <a:lnTo>
                  <a:pt x="14" y="6110"/>
                </a:lnTo>
                <a:close/>
              </a:path>
            </a:pathLst>
          </a:custGeom>
          <a:solidFill>
            <a:srgbClr val="75757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9" name=""/>
          <p:cNvSpPr txBox="1"/>
          <p:nvPr/>
        </p:nvSpPr>
        <p:spPr>
          <a:xfrm>
            <a:off x="666720" y="739440"/>
            <a:ext cx="449820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550" spc="-1" strike="noStrike">
                <a:solidFill>
                  <a:srgbClr val="00a9ce"/>
                </a:solidFill>
                <a:latin typeface="Calibri"/>
                <a:ea typeface="Calibri"/>
              </a:rPr>
              <a:t>The ﬂow — 1. Discover &amp; request</a:t>
            </a:r>
            <a:endParaRPr b="0" lang="en-AU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" name=""/>
          <p:cNvSpPr txBox="1"/>
          <p:nvPr/>
        </p:nvSpPr>
        <p:spPr>
          <a:xfrm>
            <a:off x="712440" y="2001240"/>
            <a:ext cx="43344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010" spc="-1" strike="noStrike">
                <a:solidFill>
                  <a:srgbClr val="000000"/>
                </a:solidFill>
                <a:latin typeface="Calibri"/>
                <a:ea typeface="Calibri"/>
              </a:rPr>
              <a:t>Referrer</a:t>
            </a:r>
            <a:endParaRPr b="0" lang="en-AU" sz="1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" name=""/>
          <p:cNvSpPr/>
          <p:nvPr/>
        </p:nvSpPr>
        <p:spPr>
          <a:xfrm>
            <a:off x="916560" y="1440720"/>
            <a:ext cx="147240" cy="147240"/>
          </a:xfrm>
          <a:custGeom>
            <a:avLst/>
            <a:gdLst/>
            <a:ahLst/>
            <a:rect l="0" t="0" r="r" b="b"/>
            <a:pathLst>
              <a:path w="409" h="409">
                <a:moveTo>
                  <a:pt x="409" y="204"/>
                </a:moveTo>
                <a:cubicBezTo>
                  <a:pt x="409" y="217"/>
                  <a:pt x="407" y="231"/>
                  <a:pt x="405" y="244"/>
                </a:cubicBezTo>
                <a:cubicBezTo>
                  <a:pt x="402" y="257"/>
                  <a:pt x="398" y="270"/>
                  <a:pt x="393" y="283"/>
                </a:cubicBezTo>
                <a:cubicBezTo>
                  <a:pt x="388" y="295"/>
                  <a:pt x="382" y="307"/>
                  <a:pt x="374" y="318"/>
                </a:cubicBezTo>
                <a:cubicBezTo>
                  <a:pt x="367" y="329"/>
                  <a:pt x="358" y="340"/>
                  <a:pt x="349" y="349"/>
                </a:cubicBezTo>
                <a:cubicBezTo>
                  <a:pt x="339" y="358"/>
                  <a:pt x="329" y="367"/>
                  <a:pt x="318" y="374"/>
                </a:cubicBezTo>
                <a:cubicBezTo>
                  <a:pt x="307" y="382"/>
                  <a:pt x="295" y="388"/>
                  <a:pt x="283" y="393"/>
                </a:cubicBezTo>
                <a:cubicBezTo>
                  <a:pt x="270" y="398"/>
                  <a:pt x="258" y="402"/>
                  <a:pt x="245" y="405"/>
                </a:cubicBezTo>
                <a:cubicBezTo>
                  <a:pt x="231" y="407"/>
                  <a:pt x="218" y="409"/>
                  <a:pt x="205" y="409"/>
                </a:cubicBezTo>
                <a:cubicBezTo>
                  <a:pt x="191" y="409"/>
                  <a:pt x="178" y="407"/>
                  <a:pt x="165" y="405"/>
                </a:cubicBezTo>
                <a:cubicBezTo>
                  <a:pt x="152" y="402"/>
                  <a:pt x="139" y="398"/>
                  <a:pt x="127" y="393"/>
                </a:cubicBezTo>
                <a:cubicBezTo>
                  <a:pt x="115" y="388"/>
                  <a:pt x="103" y="382"/>
                  <a:pt x="91" y="374"/>
                </a:cubicBezTo>
                <a:cubicBezTo>
                  <a:pt x="80" y="367"/>
                  <a:pt x="69" y="358"/>
                  <a:pt x="60" y="349"/>
                </a:cubicBezTo>
                <a:cubicBezTo>
                  <a:pt x="50" y="340"/>
                  <a:pt x="42" y="329"/>
                  <a:pt x="34" y="318"/>
                </a:cubicBezTo>
                <a:cubicBezTo>
                  <a:pt x="27" y="307"/>
                  <a:pt x="21" y="295"/>
                  <a:pt x="16" y="283"/>
                </a:cubicBezTo>
                <a:cubicBezTo>
                  <a:pt x="11" y="270"/>
                  <a:pt x="7" y="257"/>
                  <a:pt x="4" y="244"/>
                </a:cubicBezTo>
                <a:cubicBezTo>
                  <a:pt x="1" y="231"/>
                  <a:pt x="0" y="217"/>
                  <a:pt x="0" y="204"/>
                </a:cubicBezTo>
                <a:cubicBezTo>
                  <a:pt x="0" y="191"/>
                  <a:pt x="1" y="177"/>
                  <a:pt x="4" y="164"/>
                </a:cubicBezTo>
                <a:cubicBezTo>
                  <a:pt x="7" y="151"/>
                  <a:pt x="11" y="138"/>
                  <a:pt x="16" y="126"/>
                </a:cubicBezTo>
                <a:cubicBezTo>
                  <a:pt x="21" y="114"/>
                  <a:pt x="27" y="102"/>
                  <a:pt x="34" y="91"/>
                </a:cubicBezTo>
                <a:cubicBezTo>
                  <a:pt x="42" y="80"/>
                  <a:pt x="50" y="69"/>
                  <a:pt x="60" y="60"/>
                </a:cubicBezTo>
                <a:cubicBezTo>
                  <a:pt x="69" y="51"/>
                  <a:pt x="80" y="42"/>
                  <a:pt x="91" y="35"/>
                </a:cubicBezTo>
                <a:cubicBezTo>
                  <a:pt x="103" y="27"/>
                  <a:pt x="115" y="21"/>
                  <a:pt x="127" y="16"/>
                </a:cubicBezTo>
                <a:cubicBezTo>
                  <a:pt x="139" y="11"/>
                  <a:pt x="152" y="7"/>
                  <a:pt x="165" y="4"/>
                </a:cubicBezTo>
                <a:cubicBezTo>
                  <a:pt x="178" y="2"/>
                  <a:pt x="191" y="0"/>
                  <a:pt x="205" y="0"/>
                </a:cubicBezTo>
                <a:cubicBezTo>
                  <a:pt x="218" y="0"/>
                  <a:pt x="231" y="2"/>
                  <a:pt x="245" y="4"/>
                </a:cubicBezTo>
                <a:cubicBezTo>
                  <a:pt x="258" y="7"/>
                  <a:pt x="270" y="11"/>
                  <a:pt x="283" y="16"/>
                </a:cubicBezTo>
                <a:cubicBezTo>
                  <a:pt x="295" y="21"/>
                  <a:pt x="307" y="27"/>
                  <a:pt x="318" y="35"/>
                </a:cubicBezTo>
                <a:cubicBezTo>
                  <a:pt x="329" y="42"/>
                  <a:pt x="339" y="51"/>
                  <a:pt x="349" y="60"/>
                </a:cubicBezTo>
                <a:cubicBezTo>
                  <a:pt x="358" y="69"/>
                  <a:pt x="367" y="80"/>
                  <a:pt x="374" y="91"/>
                </a:cubicBezTo>
                <a:cubicBezTo>
                  <a:pt x="382" y="102"/>
                  <a:pt x="388" y="114"/>
                  <a:pt x="393" y="126"/>
                </a:cubicBezTo>
                <a:cubicBezTo>
                  <a:pt x="398" y="138"/>
                  <a:pt x="402" y="151"/>
                  <a:pt x="405" y="164"/>
                </a:cubicBezTo>
                <a:cubicBezTo>
                  <a:pt x="407" y="177"/>
                  <a:pt x="409" y="191"/>
                  <a:pt x="409" y="204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" name=""/>
          <p:cNvSpPr/>
          <p:nvPr/>
        </p:nvSpPr>
        <p:spPr>
          <a:xfrm>
            <a:off x="916560" y="1440720"/>
            <a:ext cx="147240" cy="147240"/>
          </a:xfrm>
          <a:custGeom>
            <a:avLst/>
            <a:gdLst/>
            <a:ahLst/>
            <a:rect l="0" t="0" r="r" b="b"/>
            <a:pathLst>
              <a:path w="409" h="409">
                <a:moveTo>
                  <a:pt x="409" y="204"/>
                </a:moveTo>
                <a:cubicBezTo>
                  <a:pt x="409" y="217"/>
                  <a:pt x="407" y="231"/>
                  <a:pt x="405" y="244"/>
                </a:cubicBezTo>
                <a:cubicBezTo>
                  <a:pt x="402" y="257"/>
                  <a:pt x="398" y="270"/>
                  <a:pt x="393" y="283"/>
                </a:cubicBezTo>
                <a:cubicBezTo>
                  <a:pt x="388" y="295"/>
                  <a:pt x="382" y="307"/>
                  <a:pt x="374" y="318"/>
                </a:cubicBezTo>
                <a:cubicBezTo>
                  <a:pt x="367" y="329"/>
                  <a:pt x="358" y="340"/>
                  <a:pt x="349" y="349"/>
                </a:cubicBezTo>
                <a:cubicBezTo>
                  <a:pt x="339" y="358"/>
                  <a:pt x="329" y="367"/>
                  <a:pt x="318" y="374"/>
                </a:cubicBezTo>
                <a:cubicBezTo>
                  <a:pt x="307" y="382"/>
                  <a:pt x="295" y="388"/>
                  <a:pt x="283" y="393"/>
                </a:cubicBezTo>
                <a:cubicBezTo>
                  <a:pt x="270" y="398"/>
                  <a:pt x="258" y="402"/>
                  <a:pt x="245" y="405"/>
                </a:cubicBezTo>
                <a:cubicBezTo>
                  <a:pt x="231" y="407"/>
                  <a:pt x="218" y="409"/>
                  <a:pt x="205" y="409"/>
                </a:cubicBezTo>
                <a:cubicBezTo>
                  <a:pt x="191" y="409"/>
                  <a:pt x="178" y="407"/>
                  <a:pt x="165" y="405"/>
                </a:cubicBezTo>
                <a:cubicBezTo>
                  <a:pt x="152" y="402"/>
                  <a:pt x="139" y="398"/>
                  <a:pt x="127" y="393"/>
                </a:cubicBezTo>
                <a:cubicBezTo>
                  <a:pt x="115" y="388"/>
                  <a:pt x="103" y="382"/>
                  <a:pt x="91" y="374"/>
                </a:cubicBezTo>
                <a:cubicBezTo>
                  <a:pt x="80" y="367"/>
                  <a:pt x="69" y="358"/>
                  <a:pt x="60" y="349"/>
                </a:cubicBezTo>
                <a:cubicBezTo>
                  <a:pt x="50" y="340"/>
                  <a:pt x="42" y="329"/>
                  <a:pt x="34" y="318"/>
                </a:cubicBezTo>
                <a:cubicBezTo>
                  <a:pt x="27" y="307"/>
                  <a:pt x="21" y="295"/>
                  <a:pt x="16" y="283"/>
                </a:cubicBezTo>
                <a:cubicBezTo>
                  <a:pt x="11" y="270"/>
                  <a:pt x="7" y="257"/>
                  <a:pt x="4" y="244"/>
                </a:cubicBezTo>
                <a:cubicBezTo>
                  <a:pt x="1" y="231"/>
                  <a:pt x="0" y="217"/>
                  <a:pt x="0" y="204"/>
                </a:cubicBezTo>
                <a:cubicBezTo>
                  <a:pt x="0" y="191"/>
                  <a:pt x="1" y="177"/>
                  <a:pt x="4" y="164"/>
                </a:cubicBezTo>
                <a:cubicBezTo>
                  <a:pt x="7" y="151"/>
                  <a:pt x="11" y="138"/>
                  <a:pt x="16" y="126"/>
                </a:cubicBezTo>
                <a:cubicBezTo>
                  <a:pt x="21" y="114"/>
                  <a:pt x="27" y="102"/>
                  <a:pt x="34" y="91"/>
                </a:cubicBezTo>
                <a:cubicBezTo>
                  <a:pt x="42" y="80"/>
                  <a:pt x="50" y="69"/>
                  <a:pt x="60" y="60"/>
                </a:cubicBezTo>
                <a:cubicBezTo>
                  <a:pt x="69" y="51"/>
                  <a:pt x="80" y="42"/>
                  <a:pt x="91" y="35"/>
                </a:cubicBezTo>
                <a:cubicBezTo>
                  <a:pt x="103" y="27"/>
                  <a:pt x="115" y="21"/>
                  <a:pt x="127" y="16"/>
                </a:cubicBezTo>
                <a:cubicBezTo>
                  <a:pt x="139" y="11"/>
                  <a:pt x="152" y="7"/>
                  <a:pt x="165" y="4"/>
                </a:cubicBezTo>
                <a:cubicBezTo>
                  <a:pt x="178" y="2"/>
                  <a:pt x="191" y="0"/>
                  <a:pt x="205" y="0"/>
                </a:cubicBezTo>
                <a:cubicBezTo>
                  <a:pt x="218" y="0"/>
                  <a:pt x="231" y="2"/>
                  <a:pt x="245" y="4"/>
                </a:cubicBezTo>
                <a:cubicBezTo>
                  <a:pt x="258" y="7"/>
                  <a:pt x="270" y="11"/>
                  <a:pt x="283" y="16"/>
                </a:cubicBezTo>
                <a:cubicBezTo>
                  <a:pt x="295" y="21"/>
                  <a:pt x="307" y="27"/>
                  <a:pt x="318" y="35"/>
                </a:cubicBezTo>
                <a:cubicBezTo>
                  <a:pt x="329" y="42"/>
                  <a:pt x="339" y="51"/>
                  <a:pt x="349" y="60"/>
                </a:cubicBezTo>
                <a:cubicBezTo>
                  <a:pt x="358" y="69"/>
                  <a:pt x="367" y="80"/>
                  <a:pt x="374" y="91"/>
                </a:cubicBezTo>
                <a:cubicBezTo>
                  <a:pt x="382" y="102"/>
                  <a:pt x="388" y="114"/>
                  <a:pt x="393" y="126"/>
                </a:cubicBezTo>
                <a:cubicBezTo>
                  <a:pt x="398" y="138"/>
                  <a:pt x="402" y="151"/>
                  <a:pt x="405" y="164"/>
                </a:cubicBezTo>
                <a:cubicBezTo>
                  <a:pt x="407" y="177"/>
                  <a:pt x="409" y="191"/>
                  <a:pt x="409" y="204"/>
                </a:cubicBezTo>
                <a:close/>
              </a:path>
            </a:pathLst>
          </a:custGeom>
          <a:noFill/>
          <a:ln w="4320">
            <a:solidFill>
              <a:srgbClr val="00a9ce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" name=""/>
          <p:cNvSpPr/>
          <p:nvPr/>
        </p:nvSpPr>
        <p:spPr>
          <a:xfrm>
            <a:off x="870840" y="1587600"/>
            <a:ext cx="238680" cy="385200"/>
          </a:xfrm>
          <a:custGeom>
            <a:avLst/>
            <a:gdLst/>
            <a:ahLst/>
            <a:rect l="0" t="0" r="r" b="b"/>
            <a:pathLst>
              <a:path fill="none" w="663" h="1070">
                <a:moveTo>
                  <a:pt x="331" y="0"/>
                </a:moveTo>
                <a:lnTo>
                  <a:pt x="331" y="688"/>
                </a:lnTo>
                <a:moveTo>
                  <a:pt x="0" y="203"/>
                </a:moveTo>
                <a:lnTo>
                  <a:pt x="663" y="203"/>
                </a:lnTo>
                <a:moveTo>
                  <a:pt x="331" y="688"/>
                </a:moveTo>
                <a:lnTo>
                  <a:pt x="0" y="1070"/>
                </a:lnTo>
                <a:moveTo>
                  <a:pt x="331" y="688"/>
                </a:moveTo>
                <a:lnTo>
                  <a:pt x="663" y="1070"/>
                </a:lnTo>
              </a:path>
            </a:pathLst>
          </a:custGeom>
          <a:ln w="4320">
            <a:solidFill>
              <a:srgbClr val="00a9ce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" name=""/>
          <p:cNvSpPr txBox="1"/>
          <p:nvPr/>
        </p:nvSpPr>
        <p:spPr>
          <a:xfrm>
            <a:off x="739080" y="2175840"/>
            <a:ext cx="39708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010" spc="-1" strike="noStrike">
                <a:solidFill>
                  <a:srgbClr val="000000"/>
                </a:solidFill>
                <a:latin typeface="Calibri"/>
                <a:ea typeface="Calibri"/>
              </a:rPr>
              <a:t>(Placer)</a:t>
            </a:r>
            <a:endParaRPr b="0" lang="en-AU" sz="1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" name=""/>
          <p:cNvSpPr txBox="1"/>
          <p:nvPr/>
        </p:nvSpPr>
        <p:spPr>
          <a:xfrm>
            <a:off x="712440" y="4558320"/>
            <a:ext cx="43344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010" spc="-1" strike="noStrike">
                <a:solidFill>
                  <a:srgbClr val="000000"/>
                </a:solidFill>
                <a:latin typeface="Calibri"/>
                <a:ea typeface="Calibri"/>
              </a:rPr>
              <a:t>Referrer</a:t>
            </a:r>
            <a:endParaRPr b="0" lang="en-AU" sz="1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" name=""/>
          <p:cNvSpPr/>
          <p:nvPr/>
        </p:nvSpPr>
        <p:spPr>
          <a:xfrm>
            <a:off x="916560" y="4897080"/>
            <a:ext cx="147240" cy="147240"/>
          </a:xfrm>
          <a:custGeom>
            <a:avLst/>
            <a:gdLst/>
            <a:ahLst/>
            <a:rect l="0" t="0" r="r" b="b"/>
            <a:pathLst>
              <a:path w="409" h="409">
                <a:moveTo>
                  <a:pt x="409" y="205"/>
                </a:moveTo>
                <a:cubicBezTo>
                  <a:pt x="409" y="218"/>
                  <a:pt x="407" y="232"/>
                  <a:pt x="405" y="245"/>
                </a:cubicBezTo>
                <a:cubicBezTo>
                  <a:pt x="402" y="258"/>
                  <a:pt x="398" y="270"/>
                  <a:pt x="393" y="283"/>
                </a:cubicBezTo>
                <a:cubicBezTo>
                  <a:pt x="388" y="295"/>
                  <a:pt x="382" y="307"/>
                  <a:pt x="374" y="318"/>
                </a:cubicBezTo>
                <a:cubicBezTo>
                  <a:pt x="367" y="329"/>
                  <a:pt x="358" y="339"/>
                  <a:pt x="349" y="349"/>
                </a:cubicBezTo>
                <a:cubicBezTo>
                  <a:pt x="339" y="358"/>
                  <a:pt x="329" y="367"/>
                  <a:pt x="318" y="374"/>
                </a:cubicBezTo>
                <a:cubicBezTo>
                  <a:pt x="307" y="382"/>
                  <a:pt x="295" y="388"/>
                  <a:pt x="283" y="393"/>
                </a:cubicBezTo>
                <a:cubicBezTo>
                  <a:pt x="270" y="398"/>
                  <a:pt x="258" y="402"/>
                  <a:pt x="245" y="405"/>
                </a:cubicBezTo>
                <a:cubicBezTo>
                  <a:pt x="231" y="407"/>
                  <a:pt x="218" y="409"/>
                  <a:pt x="205" y="409"/>
                </a:cubicBezTo>
                <a:cubicBezTo>
                  <a:pt x="191" y="409"/>
                  <a:pt x="178" y="407"/>
                  <a:pt x="165" y="405"/>
                </a:cubicBezTo>
                <a:cubicBezTo>
                  <a:pt x="152" y="402"/>
                  <a:pt x="139" y="398"/>
                  <a:pt x="127" y="393"/>
                </a:cubicBezTo>
                <a:cubicBezTo>
                  <a:pt x="115" y="388"/>
                  <a:pt x="103" y="382"/>
                  <a:pt x="91" y="374"/>
                </a:cubicBezTo>
                <a:cubicBezTo>
                  <a:pt x="80" y="367"/>
                  <a:pt x="69" y="358"/>
                  <a:pt x="60" y="349"/>
                </a:cubicBezTo>
                <a:cubicBezTo>
                  <a:pt x="50" y="339"/>
                  <a:pt x="42" y="329"/>
                  <a:pt x="34" y="318"/>
                </a:cubicBezTo>
                <a:cubicBezTo>
                  <a:pt x="27" y="307"/>
                  <a:pt x="21" y="295"/>
                  <a:pt x="16" y="283"/>
                </a:cubicBezTo>
                <a:cubicBezTo>
                  <a:pt x="11" y="270"/>
                  <a:pt x="7" y="258"/>
                  <a:pt x="4" y="245"/>
                </a:cubicBezTo>
                <a:cubicBezTo>
                  <a:pt x="1" y="232"/>
                  <a:pt x="0" y="218"/>
                  <a:pt x="0" y="205"/>
                </a:cubicBezTo>
                <a:cubicBezTo>
                  <a:pt x="0" y="192"/>
                  <a:pt x="1" y="178"/>
                  <a:pt x="4" y="165"/>
                </a:cubicBezTo>
                <a:cubicBezTo>
                  <a:pt x="7" y="152"/>
                  <a:pt x="11" y="139"/>
                  <a:pt x="16" y="127"/>
                </a:cubicBezTo>
                <a:cubicBezTo>
                  <a:pt x="21" y="115"/>
                  <a:pt x="27" y="103"/>
                  <a:pt x="34" y="92"/>
                </a:cubicBezTo>
                <a:cubicBezTo>
                  <a:pt x="42" y="81"/>
                  <a:pt x="50" y="70"/>
                  <a:pt x="60" y="61"/>
                </a:cubicBezTo>
                <a:cubicBezTo>
                  <a:pt x="69" y="51"/>
                  <a:pt x="80" y="43"/>
                  <a:pt x="91" y="36"/>
                </a:cubicBezTo>
                <a:cubicBezTo>
                  <a:pt x="103" y="27"/>
                  <a:pt x="115" y="21"/>
                  <a:pt x="127" y="16"/>
                </a:cubicBezTo>
                <a:cubicBezTo>
                  <a:pt x="139" y="11"/>
                  <a:pt x="152" y="7"/>
                  <a:pt x="165" y="4"/>
                </a:cubicBezTo>
                <a:cubicBezTo>
                  <a:pt x="178" y="2"/>
                  <a:pt x="191" y="0"/>
                  <a:pt x="205" y="0"/>
                </a:cubicBezTo>
                <a:cubicBezTo>
                  <a:pt x="218" y="0"/>
                  <a:pt x="231" y="2"/>
                  <a:pt x="245" y="4"/>
                </a:cubicBezTo>
                <a:cubicBezTo>
                  <a:pt x="258" y="7"/>
                  <a:pt x="270" y="11"/>
                  <a:pt x="283" y="16"/>
                </a:cubicBezTo>
                <a:cubicBezTo>
                  <a:pt x="295" y="21"/>
                  <a:pt x="307" y="27"/>
                  <a:pt x="318" y="36"/>
                </a:cubicBezTo>
                <a:cubicBezTo>
                  <a:pt x="329" y="43"/>
                  <a:pt x="339" y="51"/>
                  <a:pt x="349" y="61"/>
                </a:cubicBezTo>
                <a:cubicBezTo>
                  <a:pt x="358" y="70"/>
                  <a:pt x="367" y="81"/>
                  <a:pt x="374" y="92"/>
                </a:cubicBezTo>
                <a:cubicBezTo>
                  <a:pt x="382" y="103"/>
                  <a:pt x="388" y="115"/>
                  <a:pt x="393" y="127"/>
                </a:cubicBezTo>
                <a:cubicBezTo>
                  <a:pt x="398" y="139"/>
                  <a:pt x="402" y="152"/>
                  <a:pt x="405" y="165"/>
                </a:cubicBezTo>
                <a:cubicBezTo>
                  <a:pt x="407" y="178"/>
                  <a:pt x="409" y="192"/>
                  <a:pt x="409" y="205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7" name=""/>
          <p:cNvSpPr/>
          <p:nvPr/>
        </p:nvSpPr>
        <p:spPr>
          <a:xfrm>
            <a:off x="916560" y="4897080"/>
            <a:ext cx="147240" cy="147240"/>
          </a:xfrm>
          <a:custGeom>
            <a:avLst/>
            <a:gdLst/>
            <a:ahLst/>
            <a:rect l="0" t="0" r="r" b="b"/>
            <a:pathLst>
              <a:path w="409" h="409">
                <a:moveTo>
                  <a:pt x="409" y="205"/>
                </a:moveTo>
                <a:cubicBezTo>
                  <a:pt x="409" y="218"/>
                  <a:pt x="407" y="232"/>
                  <a:pt x="405" y="245"/>
                </a:cubicBezTo>
                <a:cubicBezTo>
                  <a:pt x="402" y="258"/>
                  <a:pt x="398" y="270"/>
                  <a:pt x="393" y="283"/>
                </a:cubicBezTo>
                <a:cubicBezTo>
                  <a:pt x="388" y="295"/>
                  <a:pt x="382" y="307"/>
                  <a:pt x="374" y="318"/>
                </a:cubicBezTo>
                <a:cubicBezTo>
                  <a:pt x="367" y="329"/>
                  <a:pt x="358" y="339"/>
                  <a:pt x="349" y="349"/>
                </a:cubicBezTo>
                <a:cubicBezTo>
                  <a:pt x="339" y="358"/>
                  <a:pt x="329" y="367"/>
                  <a:pt x="318" y="374"/>
                </a:cubicBezTo>
                <a:cubicBezTo>
                  <a:pt x="307" y="382"/>
                  <a:pt x="295" y="388"/>
                  <a:pt x="283" y="393"/>
                </a:cubicBezTo>
                <a:cubicBezTo>
                  <a:pt x="270" y="398"/>
                  <a:pt x="258" y="402"/>
                  <a:pt x="245" y="405"/>
                </a:cubicBezTo>
                <a:cubicBezTo>
                  <a:pt x="231" y="407"/>
                  <a:pt x="218" y="409"/>
                  <a:pt x="205" y="409"/>
                </a:cubicBezTo>
                <a:cubicBezTo>
                  <a:pt x="191" y="409"/>
                  <a:pt x="178" y="407"/>
                  <a:pt x="165" y="405"/>
                </a:cubicBezTo>
                <a:cubicBezTo>
                  <a:pt x="152" y="402"/>
                  <a:pt x="139" y="398"/>
                  <a:pt x="127" y="393"/>
                </a:cubicBezTo>
                <a:cubicBezTo>
                  <a:pt x="115" y="388"/>
                  <a:pt x="103" y="382"/>
                  <a:pt x="91" y="374"/>
                </a:cubicBezTo>
                <a:cubicBezTo>
                  <a:pt x="80" y="367"/>
                  <a:pt x="69" y="358"/>
                  <a:pt x="60" y="349"/>
                </a:cubicBezTo>
                <a:cubicBezTo>
                  <a:pt x="50" y="339"/>
                  <a:pt x="42" y="329"/>
                  <a:pt x="34" y="318"/>
                </a:cubicBezTo>
                <a:cubicBezTo>
                  <a:pt x="27" y="307"/>
                  <a:pt x="21" y="295"/>
                  <a:pt x="16" y="283"/>
                </a:cubicBezTo>
                <a:cubicBezTo>
                  <a:pt x="11" y="270"/>
                  <a:pt x="7" y="258"/>
                  <a:pt x="4" y="245"/>
                </a:cubicBezTo>
                <a:cubicBezTo>
                  <a:pt x="1" y="232"/>
                  <a:pt x="0" y="218"/>
                  <a:pt x="0" y="205"/>
                </a:cubicBezTo>
                <a:cubicBezTo>
                  <a:pt x="0" y="192"/>
                  <a:pt x="1" y="178"/>
                  <a:pt x="4" y="165"/>
                </a:cubicBezTo>
                <a:cubicBezTo>
                  <a:pt x="7" y="152"/>
                  <a:pt x="11" y="139"/>
                  <a:pt x="16" y="127"/>
                </a:cubicBezTo>
                <a:cubicBezTo>
                  <a:pt x="21" y="115"/>
                  <a:pt x="27" y="103"/>
                  <a:pt x="34" y="92"/>
                </a:cubicBezTo>
                <a:cubicBezTo>
                  <a:pt x="42" y="81"/>
                  <a:pt x="50" y="70"/>
                  <a:pt x="60" y="61"/>
                </a:cubicBezTo>
                <a:cubicBezTo>
                  <a:pt x="69" y="51"/>
                  <a:pt x="80" y="43"/>
                  <a:pt x="91" y="36"/>
                </a:cubicBezTo>
                <a:cubicBezTo>
                  <a:pt x="103" y="27"/>
                  <a:pt x="115" y="21"/>
                  <a:pt x="127" y="16"/>
                </a:cubicBezTo>
                <a:cubicBezTo>
                  <a:pt x="139" y="11"/>
                  <a:pt x="152" y="7"/>
                  <a:pt x="165" y="4"/>
                </a:cubicBezTo>
                <a:cubicBezTo>
                  <a:pt x="178" y="2"/>
                  <a:pt x="191" y="0"/>
                  <a:pt x="205" y="0"/>
                </a:cubicBezTo>
                <a:cubicBezTo>
                  <a:pt x="218" y="0"/>
                  <a:pt x="231" y="2"/>
                  <a:pt x="245" y="4"/>
                </a:cubicBezTo>
                <a:cubicBezTo>
                  <a:pt x="258" y="7"/>
                  <a:pt x="270" y="11"/>
                  <a:pt x="283" y="16"/>
                </a:cubicBezTo>
                <a:cubicBezTo>
                  <a:pt x="295" y="21"/>
                  <a:pt x="307" y="27"/>
                  <a:pt x="318" y="36"/>
                </a:cubicBezTo>
                <a:cubicBezTo>
                  <a:pt x="329" y="43"/>
                  <a:pt x="339" y="51"/>
                  <a:pt x="349" y="61"/>
                </a:cubicBezTo>
                <a:cubicBezTo>
                  <a:pt x="358" y="70"/>
                  <a:pt x="367" y="81"/>
                  <a:pt x="374" y="92"/>
                </a:cubicBezTo>
                <a:cubicBezTo>
                  <a:pt x="382" y="103"/>
                  <a:pt x="388" y="115"/>
                  <a:pt x="393" y="127"/>
                </a:cubicBezTo>
                <a:cubicBezTo>
                  <a:pt x="398" y="139"/>
                  <a:pt x="402" y="152"/>
                  <a:pt x="405" y="165"/>
                </a:cubicBezTo>
                <a:cubicBezTo>
                  <a:pt x="407" y="178"/>
                  <a:pt x="409" y="192"/>
                  <a:pt x="409" y="205"/>
                </a:cubicBezTo>
                <a:close/>
              </a:path>
            </a:pathLst>
          </a:custGeom>
          <a:noFill/>
          <a:ln w="4320">
            <a:solidFill>
              <a:srgbClr val="00a9ce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8" name=""/>
          <p:cNvSpPr/>
          <p:nvPr/>
        </p:nvSpPr>
        <p:spPr>
          <a:xfrm>
            <a:off x="870840" y="5043960"/>
            <a:ext cx="238680" cy="385200"/>
          </a:xfrm>
          <a:custGeom>
            <a:avLst/>
            <a:gdLst/>
            <a:ahLst/>
            <a:rect l="0" t="0" r="r" b="b"/>
            <a:pathLst>
              <a:path fill="none" w="663" h="1070">
                <a:moveTo>
                  <a:pt x="331" y="0"/>
                </a:moveTo>
                <a:lnTo>
                  <a:pt x="331" y="688"/>
                </a:lnTo>
                <a:moveTo>
                  <a:pt x="0" y="203"/>
                </a:moveTo>
                <a:lnTo>
                  <a:pt x="663" y="203"/>
                </a:lnTo>
                <a:moveTo>
                  <a:pt x="331" y="688"/>
                </a:moveTo>
                <a:lnTo>
                  <a:pt x="0" y="1070"/>
                </a:lnTo>
                <a:moveTo>
                  <a:pt x="331" y="688"/>
                </a:moveTo>
                <a:lnTo>
                  <a:pt x="663" y="1070"/>
                </a:lnTo>
              </a:path>
            </a:pathLst>
          </a:custGeom>
          <a:ln w="4320">
            <a:solidFill>
              <a:srgbClr val="00a9ce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" name=""/>
          <p:cNvSpPr/>
          <p:nvPr/>
        </p:nvSpPr>
        <p:spPr>
          <a:xfrm>
            <a:off x="3376440" y="1848600"/>
            <a:ext cx="1142640" cy="478080"/>
          </a:xfrm>
          <a:custGeom>
            <a:avLst/>
            <a:gdLst/>
            <a:ahLst/>
            <a:rect l="0" t="0" r="r" b="b"/>
            <a:pathLst>
              <a:path w="3174" h="1328">
                <a:moveTo>
                  <a:pt x="63" y="0"/>
                </a:moveTo>
                <a:lnTo>
                  <a:pt x="3110" y="0"/>
                </a:lnTo>
                <a:cubicBezTo>
                  <a:pt x="3119" y="0"/>
                  <a:pt x="3127" y="2"/>
                  <a:pt x="3134" y="5"/>
                </a:cubicBezTo>
                <a:cubicBezTo>
                  <a:pt x="3142" y="8"/>
                  <a:pt x="3149" y="13"/>
                  <a:pt x="3155" y="19"/>
                </a:cubicBezTo>
                <a:cubicBezTo>
                  <a:pt x="3161" y="25"/>
                  <a:pt x="3166" y="32"/>
                  <a:pt x="3169" y="39"/>
                </a:cubicBezTo>
                <a:cubicBezTo>
                  <a:pt x="3172" y="47"/>
                  <a:pt x="3174" y="55"/>
                  <a:pt x="3174" y="64"/>
                </a:cubicBezTo>
                <a:lnTo>
                  <a:pt x="3174" y="1264"/>
                </a:lnTo>
                <a:cubicBezTo>
                  <a:pt x="3174" y="1273"/>
                  <a:pt x="3172" y="1281"/>
                  <a:pt x="3169" y="1289"/>
                </a:cubicBezTo>
                <a:cubicBezTo>
                  <a:pt x="3166" y="1297"/>
                  <a:pt x="3161" y="1303"/>
                  <a:pt x="3155" y="1309"/>
                </a:cubicBezTo>
                <a:cubicBezTo>
                  <a:pt x="3149" y="1315"/>
                  <a:pt x="3142" y="1320"/>
                  <a:pt x="3134" y="1323"/>
                </a:cubicBezTo>
                <a:cubicBezTo>
                  <a:pt x="3127" y="1326"/>
                  <a:pt x="3119" y="1328"/>
                  <a:pt x="3110" y="1328"/>
                </a:cubicBezTo>
                <a:lnTo>
                  <a:pt x="63" y="1328"/>
                </a:lnTo>
                <a:cubicBezTo>
                  <a:pt x="55" y="1328"/>
                  <a:pt x="47" y="1326"/>
                  <a:pt x="39" y="1323"/>
                </a:cubicBezTo>
                <a:cubicBezTo>
                  <a:pt x="31" y="1320"/>
                  <a:pt x="24" y="1315"/>
                  <a:pt x="18" y="1309"/>
                </a:cubicBezTo>
                <a:cubicBezTo>
                  <a:pt x="12" y="1303"/>
                  <a:pt x="8" y="1297"/>
                  <a:pt x="4" y="1289"/>
                </a:cubicBezTo>
                <a:cubicBezTo>
                  <a:pt x="1" y="1281"/>
                  <a:pt x="0" y="1273"/>
                  <a:pt x="0" y="1264"/>
                </a:cubicBezTo>
                <a:lnTo>
                  <a:pt x="0" y="64"/>
                </a:lnTo>
                <a:cubicBezTo>
                  <a:pt x="0" y="55"/>
                  <a:pt x="1" y="47"/>
                  <a:pt x="4" y="39"/>
                </a:cubicBezTo>
                <a:cubicBezTo>
                  <a:pt x="8" y="32"/>
                  <a:pt x="12" y="25"/>
                  <a:pt x="18" y="19"/>
                </a:cubicBezTo>
                <a:cubicBezTo>
                  <a:pt x="24" y="13"/>
                  <a:pt x="31" y="8"/>
                  <a:pt x="39" y="5"/>
                </a:cubicBezTo>
                <a:cubicBezTo>
                  <a:pt x="47" y="2"/>
                  <a:pt x="55" y="0"/>
                  <a:pt x="63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" name=""/>
          <p:cNvSpPr/>
          <p:nvPr/>
        </p:nvSpPr>
        <p:spPr>
          <a:xfrm>
            <a:off x="3376440" y="1848600"/>
            <a:ext cx="1142640" cy="478080"/>
          </a:xfrm>
          <a:custGeom>
            <a:avLst/>
            <a:gdLst/>
            <a:ahLst/>
            <a:rect l="0" t="0" r="r" b="b"/>
            <a:pathLst>
              <a:path w="3174" h="1328">
                <a:moveTo>
                  <a:pt x="63" y="0"/>
                </a:moveTo>
                <a:lnTo>
                  <a:pt x="3110" y="0"/>
                </a:lnTo>
                <a:cubicBezTo>
                  <a:pt x="3119" y="0"/>
                  <a:pt x="3127" y="2"/>
                  <a:pt x="3134" y="5"/>
                </a:cubicBezTo>
                <a:cubicBezTo>
                  <a:pt x="3142" y="8"/>
                  <a:pt x="3149" y="13"/>
                  <a:pt x="3155" y="19"/>
                </a:cubicBezTo>
                <a:cubicBezTo>
                  <a:pt x="3161" y="25"/>
                  <a:pt x="3166" y="32"/>
                  <a:pt x="3169" y="39"/>
                </a:cubicBezTo>
                <a:cubicBezTo>
                  <a:pt x="3172" y="47"/>
                  <a:pt x="3174" y="55"/>
                  <a:pt x="3174" y="64"/>
                </a:cubicBezTo>
                <a:lnTo>
                  <a:pt x="3174" y="1264"/>
                </a:lnTo>
                <a:cubicBezTo>
                  <a:pt x="3174" y="1273"/>
                  <a:pt x="3172" y="1281"/>
                  <a:pt x="3169" y="1289"/>
                </a:cubicBezTo>
                <a:cubicBezTo>
                  <a:pt x="3166" y="1297"/>
                  <a:pt x="3161" y="1303"/>
                  <a:pt x="3155" y="1309"/>
                </a:cubicBezTo>
                <a:cubicBezTo>
                  <a:pt x="3149" y="1315"/>
                  <a:pt x="3142" y="1320"/>
                  <a:pt x="3134" y="1323"/>
                </a:cubicBezTo>
                <a:cubicBezTo>
                  <a:pt x="3127" y="1326"/>
                  <a:pt x="3119" y="1328"/>
                  <a:pt x="3110" y="1328"/>
                </a:cubicBezTo>
                <a:lnTo>
                  <a:pt x="63" y="1328"/>
                </a:lnTo>
                <a:cubicBezTo>
                  <a:pt x="55" y="1328"/>
                  <a:pt x="47" y="1326"/>
                  <a:pt x="39" y="1323"/>
                </a:cubicBezTo>
                <a:cubicBezTo>
                  <a:pt x="31" y="1320"/>
                  <a:pt x="24" y="1315"/>
                  <a:pt x="18" y="1309"/>
                </a:cubicBezTo>
                <a:cubicBezTo>
                  <a:pt x="12" y="1303"/>
                  <a:pt x="8" y="1297"/>
                  <a:pt x="4" y="1289"/>
                </a:cubicBezTo>
                <a:cubicBezTo>
                  <a:pt x="1" y="1281"/>
                  <a:pt x="0" y="1273"/>
                  <a:pt x="0" y="1264"/>
                </a:cubicBezTo>
                <a:lnTo>
                  <a:pt x="0" y="64"/>
                </a:lnTo>
                <a:cubicBezTo>
                  <a:pt x="0" y="55"/>
                  <a:pt x="1" y="47"/>
                  <a:pt x="4" y="39"/>
                </a:cubicBezTo>
                <a:cubicBezTo>
                  <a:pt x="8" y="32"/>
                  <a:pt x="12" y="25"/>
                  <a:pt x="18" y="19"/>
                </a:cubicBezTo>
                <a:cubicBezTo>
                  <a:pt x="24" y="13"/>
                  <a:pt x="31" y="8"/>
                  <a:pt x="39" y="5"/>
                </a:cubicBezTo>
                <a:cubicBezTo>
                  <a:pt x="47" y="2"/>
                  <a:pt x="55" y="0"/>
                  <a:pt x="63" y="0"/>
                </a:cubicBezTo>
                <a:close/>
              </a:path>
            </a:pathLst>
          </a:custGeom>
          <a:noFill/>
          <a:ln w="4320">
            <a:solidFill>
              <a:srgbClr val="00a9ce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" name=""/>
          <p:cNvSpPr txBox="1"/>
          <p:nvPr/>
        </p:nvSpPr>
        <p:spPr>
          <a:xfrm>
            <a:off x="739080" y="4732920"/>
            <a:ext cx="39708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010" spc="-1" strike="noStrike">
                <a:solidFill>
                  <a:srgbClr val="000000"/>
                </a:solidFill>
                <a:latin typeface="Calibri"/>
                <a:ea typeface="Calibri"/>
              </a:rPr>
              <a:t>(Placer)</a:t>
            </a:r>
            <a:endParaRPr b="0" lang="en-AU" sz="1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" name=""/>
          <p:cNvSpPr txBox="1"/>
          <p:nvPr/>
        </p:nvSpPr>
        <p:spPr>
          <a:xfrm>
            <a:off x="3692160" y="1927800"/>
            <a:ext cx="44100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010" spc="-1" strike="noStrike">
                <a:solidFill>
                  <a:srgbClr val="001d34"/>
                </a:solidFill>
                <a:latin typeface="Calibri"/>
                <a:ea typeface="Calibri"/>
              </a:rPr>
              <a:t>Provider</a:t>
            </a:r>
            <a:endParaRPr b="0" lang="en-AU" sz="1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" name=""/>
          <p:cNvSpPr/>
          <p:nvPr/>
        </p:nvSpPr>
        <p:spPr>
          <a:xfrm>
            <a:off x="3376440" y="4543200"/>
            <a:ext cx="1142640" cy="478080"/>
          </a:xfrm>
          <a:custGeom>
            <a:avLst/>
            <a:gdLst/>
            <a:ahLst/>
            <a:rect l="0" t="0" r="r" b="b"/>
            <a:pathLst>
              <a:path w="3174" h="1328">
                <a:moveTo>
                  <a:pt x="63" y="0"/>
                </a:moveTo>
                <a:lnTo>
                  <a:pt x="3110" y="0"/>
                </a:lnTo>
                <a:cubicBezTo>
                  <a:pt x="3119" y="0"/>
                  <a:pt x="3127" y="2"/>
                  <a:pt x="3134" y="5"/>
                </a:cubicBezTo>
                <a:cubicBezTo>
                  <a:pt x="3142" y="8"/>
                  <a:pt x="3149" y="13"/>
                  <a:pt x="3155" y="19"/>
                </a:cubicBezTo>
                <a:cubicBezTo>
                  <a:pt x="3161" y="25"/>
                  <a:pt x="3166" y="31"/>
                  <a:pt x="3169" y="39"/>
                </a:cubicBezTo>
                <a:cubicBezTo>
                  <a:pt x="3172" y="47"/>
                  <a:pt x="3174" y="55"/>
                  <a:pt x="3174" y="64"/>
                </a:cubicBezTo>
                <a:lnTo>
                  <a:pt x="3174" y="1263"/>
                </a:lnTo>
                <a:cubicBezTo>
                  <a:pt x="3174" y="1272"/>
                  <a:pt x="3172" y="1280"/>
                  <a:pt x="3169" y="1288"/>
                </a:cubicBezTo>
                <a:cubicBezTo>
                  <a:pt x="3166" y="1295"/>
                  <a:pt x="3161" y="1302"/>
                  <a:pt x="3155" y="1309"/>
                </a:cubicBezTo>
                <a:cubicBezTo>
                  <a:pt x="3149" y="1315"/>
                  <a:pt x="3142" y="1320"/>
                  <a:pt x="3134" y="1323"/>
                </a:cubicBezTo>
                <a:cubicBezTo>
                  <a:pt x="3127" y="1326"/>
                  <a:pt x="3119" y="1328"/>
                  <a:pt x="3110" y="1328"/>
                </a:cubicBezTo>
                <a:lnTo>
                  <a:pt x="63" y="1328"/>
                </a:lnTo>
                <a:cubicBezTo>
                  <a:pt x="55" y="1328"/>
                  <a:pt x="47" y="1326"/>
                  <a:pt x="39" y="1323"/>
                </a:cubicBezTo>
                <a:cubicBezTo>
                  <a:pt x="31" y="1320"/>
                  <a:pt x="24" y="1315"/>
                  <a:pt x="18" y="1309"/>
                </a:cubicBezTo>
                <a:cubicBezTo>
                  <a:pt x="12" y="1302"/>
                  <a:pt x="8" y="1295"/>
                  <a:pt x="4" y="1288"/>
                </a:cubicBezTo>
                <a:cubicBezTo>
                  <a:pt x="1" y="1280"/>
                  <a:pt x="0" y="1272"/>
                  <a:pt x="0" y="1263"/>
                </a:cubicBezTo>
                <a:lnTo>
                  <a:pt x="0" y="64"/>
                </a:lnTo>
                <a:cubicBezTo>
                  <a:pt x="0" y="55"/>
                  <a:pt x="1" y="47"/>
                  <a:pt x="4" y="39"/>
                </a:cubicBezTo>
                <a:cubicBezTo>
                  <a:pt x="8" y="31"/>
                  <a:pt x="12" y="25"/>
                  <a:pt x="18" y="19"/>
                </a:cubicBezTo>
                <a:cubicBezTo>
                  <a:pt x="24" y="13"/>
                  <a:pt x="31" y="8"/>
                  <a:pt x="39" y="5"/>
                </a:cubicBezTo>
                <a:cubicBezTo>
                  <a:pt x="47" y="2"/>
                  <a:pt x="55" y="0"/>
                  <a:pt x="63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" name=""/>
          <p:cNvSpPr/>
          <p:nvPr/>
        </p:nvSpPr>
        <p:spPr>
          <a:xfrm>
            <a:off x="3376440" y="4543200"/>
            <a:ext cx="1142640" cy="478080"/>
          </a:xfrm>
          <a:custGeom>
            <a:avLst/>
            <a:gdLst/>
            <a:ahLst/>
            <a:rect l="0" t="0" r="r" b="b"/>
            <a:pathLst>
              <a:path w="3174" h="1328">
                <a:moveTo>
                  <a:pt x="63" y="0"/>
                </a:moveTo>
                <a:lnTo>
                  <a:pt x="3110" y="0"/>
                </a:lnTo>
                <a:cubicBezTo>
                  <a:pt x="3119" y="0"/>
                  <a:pt x="3127" y="2"/>
                  <a:pt x="3134" y="5"/>
                </a:cubicBezTo>
                <a:cubicBezTo>
                  <a:pt x="3142" y="8"/>
                  <a:pt x="3149" y="13"/>
                  <a:pt x="3155" y="19"/>
                </a:cubicBezTo>
                <a:cubicBezTo>
                  <a:pt x="3161" y="25"/>
                  <a:pt x="3166" y="31"/>
                  <a:pt x="3169" y="39"/>
                </a:cubicBezTo>
                <a:cubicBezTo>
                  <a:pt x="3172" y="47"/>
                  <a:pt x="3174" y="55"/>
                  <a:pt x="3174" y="64"/>
                </a:cubicBezTo>
                <a:lnTo>
                  <a:pt x="3174" y="1263"/>
                </a:lnTo>
                <a:cubicBezTo>
                  <a:pt x="3174" y="1272"/>
                  <a:pt x="3172" y="1280"/>
                  <a:pt x="3169" y="1288"/>
                </a:cubicBezTo>
                <a:cubicBezTo>
                  <a:pt x="3166" y="1295"/>
                  <a:pt x="3161" y="1302"/>
                  <a:pt x="3155" y="1309"/>
                </a:cubicBezTo>
                <a:cubicBezTo>
                  <a:pt x="3149" y="1315"/>
                  <a:pt x="3142" y="1320"/>
                  <a:pt x="3134" y="1323"/>
                </a:cubicBezTo>
                <a:cubicBezTo>
                  <a:pt x="3127" y="1326"/>
                  <a:pt x="3119" y="1328"/>
                  <a:pt x="3110" y="1328"/>
                </a:cubicBezTo>
                <a:lnTo>
                  <a:pt x="63" y="1328"/>
                </a:lnTo>
                <a:cubicBezTo>
                  <a:pt x="55" y="1328"/>
                  <a:pt x="47" y="1326"/>
                  <a:pt x="39" y="1323"/>
                </a:cubicBezTo>
                <a:cubicBezTo>
                  <a:pt x="31" y="1320"/>
                  <a:pt x="24" y="1315"/>
                  <a:pt x="18" y="1309"/>
                </a:cubicBezTo>
                <a:cubicBezTo>
                  <a:pt x="12" y="1302"/>
                  <a:pt x="8" y="1295"/>
                  <a:pt x="4" y="1288"/>
                </a:cubicBezTo>
                <a:cubicBezTo>
                  <a:pt x="1" y="1280"/>
                  <a:pt x="0" y="1272"/>
                  <a:pt x="0" y="1263"/>
                </a:cubicBezTo>
                <a:lnTo>
                  <a:pt x="0" y="64"/>
                </a:lnTo>
                <a:cubicBezTo>
                  <a:pt x="0" y="55"/>
                  <a:pt x="1" y="47"/>
                  <a:pt x="4" y="39"/>
                </a:cubicBezTo>
                <a:cubicBezTo>
                  <a:pt x="8" y="31"/>
                  <a:pt x="12" y="25"/>
                  <a:pt x="18" y="19"/>
                </a:cubicBezTo>
                <a:cubicBezTo>
                  <a:pt x="24" y="13"/>
                  <a:pt x="31" y="8"/>
                  <a:pt x="39" y="5"/>
                </a:cubicBezTo>
                <a:cubicBezTo>
                  <a:pt x="47" y="2"/>
                  <a:pt x="55" y="0"/>
                  <a:pt x="63" y="0"/>
                </a:cubicBezTo>
                <a:close/>
              </a:path>
            </a:pathLst>
          </a:custGeom>
          <a:noFill/>
          <a:ln w="4320">
            <a:solidFill>
              <a:srgbClr val="00a9ce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" name=""/>
          <p:cNvSpPr txBox="1"/>
          <p:nvPr/>
        </p:nvSpPr>
        <p:spPr>
          <a:xfrm>
            <a:off x="3440520" y="2102760"/>
            <a:ext cx="88308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010" spc="-1" strike="noStrike">
                <a:solidFill>
                  <a:srgbClr val="001d34"/>
                </a:solidFill>
                <a:latin typeface="Calibri"/>
                <a:ea typeface="Calibri"/>
              </a:rPr>
              <a:t>Directory (HCPD)</a:t>
            </a:r>
            <a:endParaRPr b="0" lang="en-AU" sz="1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" name=""/>
          <p:cNvSpPr txBox="1"/>
          <p:nvPr/>
        </p:nvSpPr>
        <p:spPr>
          <a:xfrm>
            <a:off x="3692160" y="4622400"/>
            <a:ext cx="44100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010" spc="-1" strike="noStrike">
                <a:solidFill>
                  <a:srgbClr val="001d34"/>
                </a:solidFill>
                <a:latin typeface="Calibri"/>
                <a:ea typeface="Calibri"/>
              </a:rPr>
              <a:t>Provider</a:t>
            </a:r>
            <a:endParaRPr b="0" lang="en-AU" sz="1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" name=""/>
          <p:cNvSpPr/>
          <p:nvPr/>
        </p:nvSpPr>
        <p:spPr>
          <a:xfrm>
            <a:off x="4610160" y="1848600"/>
            <a:ext cx="608760" cy="478080"/>
          </a:xfrm>
          <a:custGeom>
            <a:avLst/>
            <a:gdLst/>
            <a:ahLst/>
            <a:rect l="0" t="0" r="r" b="b"/>
            <a:pathLst>
              <a:path w="1691" h="1328">
                <a:moveTo>
                  <a:pt x="64" y="0"/>
                </a:moveTo>
                <a:lnTo>
                  <a:pt x="1627" y="0"/>
                </a:lnTo>
                <a:cubicBezTo>
                  <a:pt x="1635" y="0"/>
                  <a:pt x="1644" y="2"/>
                  <a:pt x="1651" y="5"/>
                </a:cubicBezTo>
                <a:cubicBezTo>
                  <a:pt x="1659" y="8"/>
                  <a:pt x="1666" y="13"/>
                  <a:pt x="1672" y="19"/>
                </a:cubicBezTo>
                <a:cubicBezTo>
                  <a:pt x="1678" y="25"/>
                  <a:pt x="1683" y="32"/>
                  <a:pt x="1686" y="39"/>
                </a:cubicBezTo>
                <a:cubicBezTo>
                  <a:pt x="1689" y="47"/>
                  <a:pt x="1691" y="55"/>
                  <a:pt x="1691" y="64"/>
                </a:cubicBezTo>
                <a:lnTo>
                  <a:pt x="1691" y="1264"/>
                </a:lnTo>
                <a:cubicBezTo>
                  <a:pt x="1691" y="1273"/>
                  <a:pt x="1689" y="1281"/>
                  <a:pt x="1686" y="1289"/>
                </a:cubicBezTo>
                <a:cubicBezTo>
                  <a:pt x="1683" y="1297"/>
                  <a:pt x="1678" y="1303"/>
                  <a:pt x="1672" y="1309"/>
                </a:cubicBezTo>
                <a:cubicBezTo>
                  <a:pt x="1666" y="1315"/>
                  <a:pt x="1659" y="1320"/>
                  <a:pt x="1651" y="1323"/>
                </a:cubicBezTo>
                <a:cubicBezTo>
                  <a:pt x="1644" y="1326"/>
                  <a:pt x="1635" y="1328"/>
                  <a:pt x="1627" y="1328"/>
                </a:cubicBezTo>
                <a:lnTo>
                  <a:pt x="64" y="1328"/>
                </a:lnTo>
                <a:cubicBezTo>
                  <a:pt x="56" y="1328"/>
                  <a:pt x="47" y="1326"/>
                  <a:pt x="40" y="1323"/>
                </a:cubicBezTo>
                <a:cubicBezTo>
                  <a:pt x="32" y="1320"/>
                  <a:pt x="25" y="1315"/>
                  <a:pt x="19" y="1309"/>
                </a:cubicBezTo>
                <a:cubicBezTo>
                  <a:pt x="13" y="1303"/>
                  <a:pt x="8" y="1297"/>
                  <a:pt x="5" y="1289"/>
                </a:cubicBezTo>
                <a:cubicBezTo>
                  <a:pt x="2" y="1281"/>
                  <a:pt x="0" y="1273"/>
                  <a:pt x="0" y="1264"/>
                </a:cubicBezTo>
                <a:lnTo>
                  <a:pt x="0" y="64"/>
                </a:lnTo>
                <a:cubicBezTo>
                  <a:pt x="0" y="55"/>
                  <a:pt x="2" y="47"/>
                  <a:pt x="5" y="39"/>
                </a:cubicBezTo>
                <a:cubicBezTo>
                  <a:pt x="8" y="32"/>
                  <a:pt x="13" y="25"/>
                  <a:pt x="19" y="19"/>
                </a:cubicBezTo>
                <a:cubicBezTo>
                  <a:pt x="25" y="13"/>
                  <a:pt x="32" y="8"/>
                  <a:pt x="40" y="5"/>
                </a:cubicBezTo>
                <a:cubicBezTo>
                  <a:pt x="47" y="2"/>
                  <a:pt x="56" y="0"/>
                  <a:pt x="64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" name=""/>
          <p:cNvSpPr/>
          <p:nvPr/>
        </p:nvSpPr>
        <p:spPr>
          <a:xfrm>
            <a:off x="4610160" y="1848600"/>
            <a:ext cx="608760" cy="478080"/>
          </a:xfrm>
          <a:custGeom>
            <a:avLst/>
            <a:gdLst/>
            <a:ahLst/>
            <a:rect l="0" t="0" r="r" b="b"/>
            <a:pathLst>
              <a:path w="1691" h="1328">
                <a:moveTo>
                  <a:pt x="64" y="0"/>
                </a:moveTo>
                <a:lnTo>
                  <a:pt x="1627" y="0"/>
                </a:lnTo>
                <a:cubicBezTo>
                  <a:pt x="1635" y="0"/>
                  <a:pt x="1644" y="2"/>
                  <a:pt x="1651" y="5"/>
                </a:cubicBezTo>
                <a:cubicBezTo>
                  <a:pt x="1659" y="8"/>
                  <a:pt x="1666" y="13"/>
                  <a:pt x="1672" y="19"/>
                </a:cubicBezTo>
                <a:cubicBezTo>
                  <a:pt x="1678" y="25"/>
                  <a:pt x="1683" y="32"/>
                  <a:pt x="1686" y="39"/>
                </a:cubicBezTo>
                <a:cubicBezTo>
                  <a:pt x="1689" y="47"/>
                  <a:pt x="1691" y="55"/>
                  <a:pt x="1691" y="64"/>
                </a:cubicBezTo>
                <a:lnTo>
                  <a:pt x="1691" y="1264"/>
                </a:lnTo>
                <a:cubicBezTo>
                  <a:pt x="1691" y="1273"/>
                  <a:pt x="1689" y="1281"/>
                  <a:pt x="1686" y="1289"/>
                </a:cubicBezTo>
                <a:cubicBezTo>
                  <a:pt x="1683" y="1297"/>
                  <a:pt x="1678" y="1303"/>
                  <a:pt x="1672" y="1309"/>
                </a:cubicBezTo>
                <a:cubicBezTo>
                  <a:pt x="1666" y="1315"/>
                  <a:pt x="1659" y="1320"/>
                  <a:pt x="1651" y="1323"/>
                </a:cubicBezTo>
                <a:cubicBezTo>
                  <a:pt x="1644" y="1326"/>
                  <a:pt x="1635" y="1328"/>
                  <a:pt x="1627" y="1328"/>
                </a:cubicBezTo>
                <a:lnTo>
                  <a:pt x="64" y="1328"/>
                </a:lnTo>
                <a:cubicBezTo>
                  <a:pt x="56" y="1328"/>
                  <a:pt x="47" y="1326"/>
                  <a:pt x="40" y="1323"/>
                </a:cubicBezTo>
                <a:cubicBezTo>
                  <a:pt x="32" y="1320"/>
                  <a:pt x="25" y="1315"/>
                  <a:pt x="19" y="1309"/>
                </a:cubicBezTo>
                <a:cubicBezTo>
                  <a:pt x="13" y="1303"/>
                  <a:pt x="8" y="1297"/>
                  <a:pt x="5" y="1289"/>
                </a:cubicBezTo>
                <a:cubicBezTo>
                  <a:pt x="2" y="1281"/>
                  <a:pt x="0" y="1273"/>
                  <a:pt x="0" y="1264"/>
                </a:cubicBezTo>
                <a:lnTo>
                  <a:pt x="0" y="64"/>
                </a:lnTo>
                <a:cubicBezTo>
                  <a:pt x="0" y="55"/>
                  <a:pt x="2" y="47"/>
                  <a:pt x="5" y="39"/>
                </a:cubicBezTo>
                <a:cubicBezTo>
                  <a:pt x="8" y="32"/>
                  <a:pt x="13" y="25"/>
                  <a:pt x="19" y="19"/>
                </a:cubicBezTo>
                <a:cubicBezTo>
                  <a:pt x="25" y="13"/>
                  <a:pt x="32" y="8"/>
                  <a:pt x="40" y="5"/>
                </a:cubicBezTo>
                <a:cubicBezTo>
                  <a:pt x="47" y="2"/>
                  <a:pt x="56" y="0"/>
                  <a:pt x="64" y="0"/>
                </a:cubicBezTo>
                <a:close/>
              </a:path>
            </a:pathLst>
          </a:custGeom>
          <a:noFill/>
          <a:ln w="4320">
            <a:solidFill>
              <a:srgbClr val="00a9ce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" name=""/>
          <p:cNvSpPr txBox="1"/>
          <p:nvPr/>
        </p:nvSpPr>
        <p:spPr>
          <a:xfrm>
            <a:off x="3440520" y="4797360"/>
            <a:ext cx="88308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010" spc="-1" strike="noStrike">
                <a:solidFill>
                  <a:srgbClr val="001d34"/>
                </a:solidFill>
                <a:latin typeface="Calibri"/>
                <a:ea typeface="Calibri"/>
              </a:rPr>
              <a:t>Directory (HCPD)</a:t>
            </a:r>
            <a:endParaRPr b="0" lang="en-AU" sz="1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" name=""/>
          <p:cNvSpPr txBox="1"/>
          <p:nvPr/>
        </p:nvSpPr>
        <p:spPr>
          <a:xfrm>
            <a:off x="4674600" y="1927800"/>
            <a:ext cx="41508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010" spc="-1" strike="noStrike">
                <a:solidFill>
                  <a:srgbClr val="001d34"/>
                </a:solidFill>
                <a:latin typeface="Calibri"/>
                <a:ea typeface="Calibri"/>
              </a:rPr>
              <a:t>Referral</a:t>
            </a:r>
            <a:endParaRPr b="0" lang="en-AU" sz="1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" name=""/>
          <p:cNvSpPr/>
          <p:nvPr/>
        </p:nvSpPr>
        <p:spPr>
          <a:xfrm>
            <a:off x="4610160" y="4543200"/>
            <a:ext cx="608760" cy="478080"/>
          </a:xfrm>
          <a:custGeom>
            <a:avLst/>
            <a:gdLst/>
            <a:ahLst/>
            <a:rect l="0" t="0" r="r" b="b"/>
            <a:pathLst>
              <a:path w="1691" h="1328">
                <a:moveTo>
                  <a:pt x="64" y="0"/>
                </a:moveTo>
                <a:lnTo>
                  <a:pt x="1627" y="0"/>
                </a:lnTo>
                <a:cubicBezTo>
                  <a:pt x="1635" y="0"/>
                  <a:pt x="1644" y="2"/>
                  <a:pt x="1651" y="5"/>
                </a:cubicBezTo>
                <a:cubicBezTo>
                  <a:pt x="1659" y="8"/>
                  <a:pt x="1666" y="13"/>
                  <a:pt x="1672" y="19"/>
                </a:cubicBezTo>
                <a:cubicBezTo>
                  <a:pt x="1678" y="25"/>
                  <a:pt x="1683" y="31"/>
                  <a:pt x="1686" y="39"/>
                </a:cubicBezTo>
                <a:cubicBezTo>
                  <a:pt x="1689" y="47"/>
                  <a:pt x="1691" y="55"/>
                  <a:pt x="1691" y="64"/>
                </a:cubicBezTo>
                <a:lnTo>
                  <a:pt x="1691" y="1263"/>
                </a:lnTo>
                <a:cubicBezTo>
                  <a:pt x="1691" y="1272"/>
                  <a:pt x="1689" y="1280"/>
                  <a:pt x="1686" y="1288"/>
                </a:cubicBezTo>
                <a:cubicBezTo>
                  <a:pt x="1683" y="1295"/>
                  <a:pt x="1678" y="1302"/>
                  <a:pt x="1672" y="1309"/>
                </a:cubicBezTo>
                <a:cubicBezTo>
                  <a:pt x="1666" y="1315"/>
                  <a:pt x="1659" y="1320"/>
                  <a:pt x="1651" y="1323"/>
                </a:cubicBezTo>
                <a:cubicBezTo>
                  <a:pt x="1644" y="1326"/>
                  <a:pt x="1635" y="1328"/>
                  <a:pt x="1627" y="1328"/>
                </a:cubicBezTo>
                <a:lnTo>
                  <a:pt x="64" y="1328"/>
                </a:lnTo>
                <a:cubicBezTo>
                  <a:pt x="56" y="1328"/>
                  <a:pt x="47" y="1326"/>
                  <a:pt x="40" y="1323"/>
                </a:cubicBezTo>
                <a:cubicBezTo>
                  <a:pt x="32" y="1320"/>
                  <a:pt x="25" y="1315"/>
                  <a:pt x="19" y="1309"/>
                </a:cubicBezTo>
                <a:cubicBezTo>
                  <a:pt x="13" y="1302"/>
                  <a:pt x="8" y="1295"/>
                  <a:pt x="5" y="1288"/>
                </a:cubicBezTo>
                <a:cubicBezTo>
                  <a:pt x="2" y="1280"/>
                  <a:pt x="0" y="1272"/>
                  <a:pt x="0" y="1263"/>
                </a:cubicBezTo>
                <a:lnTo>
                  <a:pt x="0" y="64"/>
                </a:lnTo>
                <a:cubicBezTo>
                  <a:pt x="0" y="55"/>
                  <a:pt x="2" y="47"/>
                  <a:pt x="5" y="39"/>
                </a:cubicBezTo>
                <a:cubicBezTo>
                  <a:pt x="8" y="31"/>
                  <a:pt x="13" y="25"/>
                  <a:pt x="19" y="19"/>
                </a:cubicBezTo>
                <a:cubicBezTo>
                  <a:pt x="25" y="13"/>
                  <a:pt x="32" y="8"/>
                  <a:pt x="40" y="5"/>
                </a:cubicBezTo>
                <a:cubicBezTo>
                  <a:pt x="47" y="2"/>
                  <a:pt x="56" y="0"/>
                  <a:pt x="64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" name=""/>
          <p:cNvSpPr/>
          <p:nvPr/>
        </p:nvSpPr>
        <p:spPr>
          <a:xfrm>
            <a:off x="4610160" y="4543200"/>
            <a:ext cx="608760" cy="478080"/>
          </a:xfrm>
          <a:custGeom>
            <a:avLst/>
            <a:gdLst/>
            <a:ahLst/>
            <a:rect l="0" t="0" r="r" b="b"/>
            <a:pathLst>
              <a:path w="1691" h="1328">
                <a:moveTo>
                  <a:pt x="64" y="0"/>
                </a:moveTo>
                <a:lnTo>
                  <a:pt x="1627" y="0"/>
                </a:lnTo>
                <a:cubicBezTo>
                  <a:pt x="1635" y="0"/>
                  <a:pt x="1644" y="2"/>
                  <a:pt x="1651" y="5"/>
                </a:cubicBezTo>
                <a:cubicBezTo>
                  <a:pt x="1659" y="8"/>
                  <a:pt x="1666" y="13"/>
                  <a:pt x="1672" y="19"/>
                </a:cubicBezTo>
                <a:cubicBezTo>
                  <a:pt x="1678" y="25"/>
                  <a:pt x="1683" y="31"/>
                  <a:pt x="1686" y="39"/>
                </a:cubicBezTo>
                <a:cubicBezTo>
                  <a:pt x="1689" y="47"/>
                  <a:pt x="1691" y="55"/>
                  <a:pt x="1691" y="64"/>
                </a:cubicBezTo>
                <a:lnTo>
                  <a:pt x="1691" y="1263"/>
                </a:lnTo>
                <a:cubicBezTo>
                  <a:pt x="1691" y="1272"/>
                  <a:pt x="1689" y="1280"/>
                  <a:pt x="1686" y="1288"/>
                </a:cubicBezTo>
                <a:cubicBezTo>
                  <a:pt x="1683" y="1295"/>
                  <a:pt x="1678" y="1302"/>
                  <a:pt x="1672" y="1309"/>
                </a:cubicBezTo>
                <a:cubicBezTo>
                  <a:pt x="1666" y="1315"/>
                  <a:pt x="1659" y="1320"/>
                  <a:pt x="1651" y="1323"/>
                </a:cubicBezTo>
                <a:cubicBezTo>
                  <a:pt x="1644" y="1326"/>
                  <a:pt x="1635" y="1328"/>
                  <a:pt x="1627" y="1328"/>
                </a:cubicBezTo>
                <a:lnTo>
                  <a:pt x="64" y="1328"/>
                </a:lnTo>
                <a:cubicBezTo>
                  <a:pt x="56" y="1328"/>
                  <a:pt x="47" y="1326"/>
                  <a:pt x="40" y="1323"/>
                </a:cubicBezTo>
                <a:cubicBezTo>
                  <a:pt x="32" y="1320"/>
                  <a:pt x="25" y="1315"/>
                  <a:pt x="19" y="1309"/>
                </a:cubicBezTo>
                <a:cubicBezTo>
                  <a:pt x="13" y="1302"/>
                  <a:pt x="8" y="1295"/>
                  <a:pt x="5" y="1288"/>
                </a:cubicBezTo>
                <a:cubicBezTo>
                  <a:pt x="2" y="1280"/>
                  <a:pt x="0" y="1272"/>
                  <a:pt x="0" y="1263"/>
                </a:cubicBezTo>
                <a:lnTo>
                  <a:pt x="0" y="64"/>
                </a:lnTo>
                <a:cubicBezTo>
                  <a:pt x="0" y="55"/>
                  <a:pt x="2" y="47"/>
                  <a:pt x="5" y="39"/>
                </a:cubicBezTo>
                <a:cubicBezTo>
                  <a:pt x="8" y="31"/>
                  <a:pt x="13" y="25"/>
                  <a:pt x="19" y="19"/>
                </a:cubicBezTo>
                <a:cubicBezTo>
                  <a:pt x="25" y="13"/>
                  <a:pt x="32" y="8"/>
                  <a:pt x="40" y="5"/>
                </a:cubicBezTo>
                <a:cubicBezTo>
                  <a:pt x="47" y="2"/>
                  <a:pt x="56" y="0"/>
                  <a:pt x="64" y="0"/>
                </a:cubicBezTo>
                <a:close/>
              </a:path>
            </a:pathLst>
          </a:custGeom>
          <a:noFill/>
          <a:ln w="4320">
            <a:solidFill>
              <a:srgbClr val="00a9ce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" name=""/>
          <p:cNvSpPr txBox="1"/>
          <p:nvPr/>
        </p:nvSpPr>
        <p:spPr>
          <a:xfrm>
            <a:off x="4721400" y="2102760"/>
            <a:ext cx="36180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010" spc="-1" strike="noStrike">
                <a:solidFill>
                  <a:srgbClr val="001d34"/>
                </a:solidFill>
                <a:latin typeface="Calibri"/>
                <a:ea typeface="Calibri"/>
              </a:rPr>
              <a:t>Ser ver</a:t>
            </a:r>
            <a:endParaRPr b="0" lang="en-AU" sz="1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" name=""/>
          <p:cNvSpPr txBox="1"/>
          <p:nvPr/>
        </p:nvSpPr>
        <p:spPr>
          <a:xfrm>
            <a:off x="4674600" y="4622400"/>
            <a:ext cx="41508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010" spc="-1" strike="noStrike">
                <a:solidFill>
                  <a:srgbClr val="001d34"/>
                </a:solidFill>
                <a:latin typeface="Calibri"/>
                <a:ea typeface="Calibri"/>
              </a:rPr>
              <a:t>Referral</a:t>
            </a:r>
            <a:endParaRPr b="0" lang="en-AU" sz="1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" name=""/>
          <p:cNvSpPr/>
          <p:nvPr/>
        </p:nvSpPr>
        <p:spPr>
          <a:xfrm>
            <a:off x="6733440" y="1848600"/>
            <a:ext cx="1178640" cy="478080"/>
          </a:xfrm>
          <a:custGeom>
            <a:avLst/>
            <a:gdLst/>
            <a:ahLst/>
            <a:rect l="0" t="0" r="r" b="b"/>
            <a:pathLst>
              <a:path w="3274" h="1328">
                <a:moveTo>
                  <a:pt x="64" y="0"/>
                </a:moveTo>
                <a:lnTo>
                  <a:pt x="3211" y="0"/>
                </a:lnTo>
                <a:cubicBezTo>
                  <a:pt x="3219" y="0"/>
                  <a:pt x="3227" y="2"/>
                  <a:pt x="3235" y="5"/>
                </a:cubicBezTo>
                <a:cubicBezTo>
                  <a:pt x="3243" y="8"/>
                  <a:pt x="3250" y="13"/>
                  <a:pt x="3256" y="19"/>
                </a:cubicBezTo>
                <a:cubicBezTo>
                  <a:pt x="3262" y="25"/>
                  <a:pt x="3266" y="32"/>
                  <a:pt x="3269" y="39"/>
                </a:cubicBezTo>
                <a:cubicBezTo>
                  <a:pt x="3273" y="47"/>
                  <a:pt x="3274" y="55"/>
                  <a:pt x="3274" y="64"/>
                </a:cubicBezTo>
                <a:lnTo>
                  <a:pt x="3274" y="1264"/>
                </a:lnTo>
                <a:cubicBezTo>
                  <a:pt x="3274" y="1273"/>
                  <a:pt x="3273" y="1281"/>
                  <a:pt x="3269" y="1289"/>
                </a:cubicBezTo>
                <a:cubicBezTo>
                  <a:pt x="3266" y="1297"/>
                  <a:pt x="3262" y="1303"/>
                  <a:pt x="3256" y="1309"/>
                </a:cubicBezTo>
                <a:cubicBezTo>
                  <a:pt x="3250" y="1315"/>
                  <a:pt x="3243" y="1320"/>
                  <a:pt x="3235" y="1323"/>
                </a:cubicBezTo>
                <a:cubicBezTo>
                  <a:pt x="3227" y="1326"/>
                  <a:pt x="3219" y="1328"/>
                  <a:pt x="3211" y="1328"/>
                </a:cubicBezTo>
                <a:lnTo>
                  <a:pt x="64" y="1328"/>
                </a:lnTo>
                <a:cubicBezTo>
                  <a:pt x="56" y="1328"/>
                  <a:pt x="47" y="1326"/>
                  <a:pt x="40" y="1323"/>
                </a:cubicBezTo>
                <a:cubicBezTo>
                  <a:pt x="32" y="1320"/>
                  <a:pt x="25" y="1315"/>
                  <a:pt x="19" y="1309"/>
                </a:cubicBezTo>
                <a:cubicBezTo>
                  <a:pt x="13" y="1303"/>
                  <a:pt x="8" y="1297"/>
                  <a:pt x="5" y="1289"/>
                </a:cubicBezTo>
                <a:cubicBezTo>
                  <a:pt x="2" y="1281"/>
                  <a:pt x="0" y="1273"/>
                  <a:pt x="0" y="1264"/>
                </a:cubicBezTo>
                <a:lnTo>
                  <a:pt x="0" y="64"/>
                </a:lnTo>
                <a:cubicBezTo>
                  <a:pt x="0" y="55"/>
                  <a:pt x="2" y="47"/>
                  <a:pt x="5" y="39"/>
                </a:cubicBezTo>
                <a:cubicBezTo>
                  <a:pt x="8" y="32"/>
                  <a:pt x="13" y="25"/>
                  <a:pt x="19" y="19"/>
                </a:cubicBezTo>
                <a:cubicBezTo>
                  <a:pt x="25" y="13"/>
                  <a:pt x="32" y="8"/>
                  <a:pt x="40" y="5"/>
                </a:cubicBezTo>
                <a:cubicBezTo>
                  <a:pt x="47" y="2"/>
                  <a:pt x="56" y="0"/>
                  <a:pt x="64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" name=""/>
          <p:cNvSpPr/>
          <p:nvPr/>
        </p:nvSpPr>
        <p:spPr>
          <a:xfrm>
            <a:off x="6733440" y="1848600"/>
            <a:ext cx="1178640" cy="478080"/>
          </a:xfrm>
          <a:custGeom>
            <a:avLst/>
            <a:gdLst/>
            <a:ahLst/>
            <a:rect l="0" t="0" r="r" b="b"/>
            <a:pathLst>
              <a:path w="3274" h="1328">
                <a:moveTo>
                  <a:pt x="64" y="0"/>
                </a:moveTo>
                <a:lnTo>
                  <a:pt x="3211" y="0"/>
                </a:lnTo>
                <a:cubicBezTo>
                  <a:pt x="3219" y="0"/>
                  <a:pt x="3227" y="2"/>
                  <a:pt x="3235" y="5"/>
                </a:cubicBezTo>
                <a:cubicBezTo>
                  <a:pt x="3243" y="8"/>
                  <a:pt x="3250" y="13"/>
                  <a:pt x="3256" y="19"/>
                </a:cubicBezTo>
                <a:cubicBezTo>
                  <a:pt x="3262" y="25"/>
                  <a:pt x="3266" y="32"/>
                  <a:pt x="3269" y="39"/>
                </a:cubicBezTo>
                <a:cubicBezTo>
                  <a:pt x="3273" y="47"/>
                  <a:pt x="3274" y="55"/>
                  <a:pt x="3274" y="64"/>
                </a:cubicBezTo>
                <a:lnTo>
                  <a:pt x="3274" y="1264"/>
                </a:lnTo>
                <a:cubicBezTo>
                  <a:pt x="3274" y="1273"/>
                  <a:pt x="3273" y="1281"/>
                  <a:pt x="3269" y="1289"/>
                </a:cubicBezTo>
                <a:cubicBezTo>
                  <a:pt x="3266" y="1297"/>
                  <a:pt x="3262" y="1303"/>
                  <a:pt x="3256" y="1309"/>
                </a:cubicBezTo>
                <a:cubicBezTo>
                  <a:pt x="3250" y="1315"/>
                  <a:pt x="3243" y="1320"/>
                  <a:pt x="3235" y="1323"/>
                </a:cubicBezTo>
                <a:cubicBezTo>
                  <a:pt x="3227" y="1326"/>
                  <a:pt x="3219" y="1328"/>
                  <a:pt x="3211" y="1328"/>
                </a:cubicBezTo>
                <a:lnTo>
                  <a:pt x="64" y="1328"/>
                </a:lnTo>
                <a:cubicBezTo>
                  <a:pt x="56" y="1328"/>
                  <a:pt x="47" y="1326"/>
                  <a:pt x="40" y="1323"/>
                </a:cubicBezTo>
                <a:cubicBezTo>
                  <a:pt x="32" y="1320"/>
                  <a:pt x="25" y="1315"/>
                  <a:pt x="19" y="1309"/>
                </a:cubicBezTo>
                <a:cubicBezTo>
                  <a:pt x="13" y="1303"/>
                  <a:pt x="8" y="1297"/>
                  <a:pt x="5" y="1289"/>
                </a:cubicBezTo>
                <a:cubicBezTo>
                  <a:pt x="2" y="1281"/>
                  <a:pt x="0" y="1273"/>
                  <a:pt x="0" y="1264"/>
                </a:cubicBezTo>
                <a:lnTo>
                  <a:pt x="0" y="64"/>
                </a:lnTo>
                <a:cubicBezTo>
                  <a:pt x="0" y="55"/>
                  <a:pt x="2" y="47"/>
                  <a:pt x="5" y="39"/>
                </a:cubicBezTo>
                <a:cubicBezTo>
                  <a:pt x="8" y="32"/>
                  <a:pt x="13" y="25"/>
                  <a:pt x="19" y="19"/>
                </a:cubicBezTo>
                <a:cubicBezTo>
                  <a:pt x="25" y="13"/>
                  <a:pt x="32" y="8"/>
                  <a:pt x="40" y="5"/>
                </a:cubicBezTo>
                <a:cubicBezTo>
                  <a:pt x="47" y="2"/>
                  <a:pt x="56" y="0"/>
                  <a:pt x="64" y="0"/>
                </a:cubicBezTo>
                <a:close/>
              </a:path>
            </a:pathLst>
          </a:custGeom>
          <a:noFill/>
          <a:ln w="4320">
            <a:solidFill>
              <a:srgbClr val="00a9ce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" name=""/>
          <p:cNvSpPr txBox="1"/>
          <p:nvPr/>
        </p:nvSpPr>
        <p:spPr>
          <a:xfrm>
            <a:off x="4721400" y="4797360"/>
            <a:ext cx="36180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010" spc="-1" strike="noStrike">
                <a:solidFill>
                  <a:srgbClr val="001d34"/>
                </a:solidFill>
                <a:latin typeface="Calibri"/>
                <a:ea typeface="Calibri"/>
              </a:rPr>
              <a:t>Ser ver</a:t>
            </a:r>
            <a:endParaRPr b="0" lang="en-AU" sz="1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" name=""/>
          <p:cNvSpPr txBox="1"/>
          <p:nvPr/>
        </p:nvSpPr>
        <p:spPr>
          <a:xfrm>
            <a:off x="6797880" y="1927800"/>
            <a:ext cx="88308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010" spc="-1" strike="noStrike">
                <a:solidFill>
                  <a:srgbClr val="001d34"/>
                </a:solidFill>
                <a:latin typeface="Calibri"/>
                <a:ea typeface="Calibri"/>
              </a:rPr>
              <a:t>Imaging Provider</a:t>
            </a:r>
            <a:endParaRPr b="0" lang="en-AU" sz="1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" name=""/>
          <p:cNvSpPr/>
          <p:nvPr/>
        </p:nvSpPr>
        <p:spPr>
          <a:xfrm>
            <a:off x="6733440" y="4543200"/>
            <a:ext cx="1178640" cy="478080"/>
          </a:xfrm>
          <a:custGeom>
            <a:avLst/>
            <a:gdLst/>
            <a:ahLst/>
            <a:rect l="0" t="0" r="r" b="b"/>
            <a:pathLst>
              <a:path w="3274" h="1328">
                <a:moveTo>
                  <a:pt x="64" y="0"/>
                </a:moveTo>
                <a:lnTo>
                  <a:pt x="3211" y="0"/>
                </a:lnTo>
                <a:cubicBezTo>
                  <a:pt x="3219" y="0"/>
                  <a:pt x="3227" y="2"/>
                  <a:pt x="3235" y="5"/>
                </a:cubicBezTo>
                <a:cubicBezTo>
                  <a:pt x="3243" y="8"/>
                  <a:pt x="3250" y="13"/>
                  <a:pt x="3256" y="19"/>
                </a:cubicBezTo>
                <a:cubicBezTo>
                  <a:pt x="3262" y="25"/>
                  <a:pt x="3266" y="31"/>
                  <a:pt x="3269" y="39"/>
                </a:cubicBezTo>
                <a:cubicBezTo>
                  <a:pt x="3273" y="47"/>
                  <a:pt x="3274" y="55"/>
                  <a:pt x="3274" y="64"/>
                </a:cubicBezTo>
                <a:lnTo>
                  <a:pt x="3274" y="1263"/>
                </a:lnTo>
                <a:cubicBezTo>
                  <a:pt x="3274" y="1272"/>
                  <a:pt x="3273" y="1280"/>
                  <a:pt x="3269" y="1288"/>
                </a:cubicBezTo>
                <a:cubicBezTo>
                  <a:pt x="3266" y="1295"/>
                  <a:pt x="3262" y="1302"/>
                  <a:pt x="3256" y="1309"/>
                </a:cubicBezTo>
                <a:cubicBezTo>
                  <a:pt x="3250" y="1315"/>
                  <a:pt x="3243" y="1320"/>
                  <a:pt x="3235" y="1323"/>
                </a:cubicBezTo>
                <a:cubicBezTo>
                  <a:pt x="3227" y="1326"/>
                  <a:pt x="3219" y="1328"/>
                  <a:pt x="3211" y="1328"/>
                </a:cubicBezTo>
                <a:lnTo>
                  <a:pt x="64" y="1328"/>
                </a:lnTo>
                <a:cubicBezTo>
                  <a:pt x="56" y="1328"/>
                  <a:pt x="47" y="1326"/>
                  <a:pt x="40" y="1323"/>
                </a:cubicBezTo>
                <a:cubicBezTo>
                  <a:pt x="32" y="1320"/>
                  <a:pt x="25" y="1315"/>
                  <a:pt x="19" y="1309"/>
                </a:cubicBezTo>
                <a:cubicBezTo>
                  <a:pt x="13" y="1302"/>
                  <a:pt x="8" y="1295"/>
                  <a:pt x="5" y="1288"/>
                </a:cubicBezTo>
                <a:cubicBezTo>
                  <a:pt x="2" y="1280"/>
                  <a:pt x="0" y="1272"/>
                  <a:pt x="0" y="1263"/>
                </a:cubicBezTo>
                <a:lnTo>
                  <a:pt x="0" y="64"/>
                </a:lnTo>
                <a:cubicBezTo>
                  <a:pt x="0" y="55"/>
                  <a:pt x="2" y="47"/>
                  <a:pt x="5" y="39"/>
                </a:cubicBezTo>
                <a:cubicBezTo>
                  <a:pt x="8" y="31"/>
                  <a:pt x="13" y="25"/>
                  <a:pt x="19" y="19"/>
                </a:cubicBezTo>
                <a:cubicBezTo>
                  <a:pt x="25" y="13"/>
                  <a:pt x="32" y="8"/>
                  <a:pt x="40" y="5"/>
                </a:cubicBezTo>
                <a:cubicBezTo>
                  <a:pt x="47" y="2"/>
                  <a:pt x="56" y="0"/>
                  <a:pt x="64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0" name=""/>
          <p:cNvSpPr/>
          <p:nvPr/>
        </p:nvSpPr>
        <p:spPr>
          <a:xfrm>
            <a:off x="6733440" y="4543200"/>
            <a:ext cx="1178640" cy="478080"/>
          </a:xfrm>
          <a:custGeom>
            <a:avLst/>
            <a:gdLst/>
            <a:ahLst/>
            <a:rect l="0" t="0" r="r" b="b"/>
            <a:pathLst>
              <a:path w="3274" h="1328">
                <a:moveTo>
                  <a:pt x="64" y="0"/>
                </a:moveTo>
                <a:lnTo>
                  <a:pt x="3211" y="0"/>
                </a:lnTo>
                <a:cubicBezTo>
                  <a:pt x="3219" y="0"/>
                  <a:pt x="3227" y="2"/>
                  <a:pt x="3235" y="5"/>
                </a:cubicBezTo>
                <a:cubicBezTo>
                  <a:pt x="3243" y="8"/>
                  <a:pt x="3250" y="13"/>
                  <a:pt x="3256" y="19"/>
                </a:cubicBezTo>
                <a:cubicBezTo>
                  <a:pt x="3262" y="25"/>
                  <a:pt x="3266" y="31"/>
                  <a:pt x="3269" y="39"/>
                </a:cubicBezTo>
                <a:cubicBezTo>
                  <a:pt x="3273" y="47"/>
                  <a:pt x="3274" y="55"/>
                  <a:pt x="3274" y="64"/>
                </a:cubicBezTo>
                <a:lnTo>
                  <a:pt x="3274" y="1263"/>
                </a:lnTo>
                <a:cubicBezTo>
                  <a:pt x="3274" y="1272"/>
                  <a:pt x="3273" y="1280"/>
                  <a:pt x="3269" y="1288"/>
                </a:cubicBezTo>
                <a:cubicBezTo>
                  <a:pt x="3266" y="1295"/>
                  <a:pt x="3262" y="1302"/>
                  <a:pt x="3256" y="1309"/>
                </a:cubicBezTo>
                <a:cubicBezTo>
                  <a:pt x="3250" y="1315"/>
                  <a:pt x="3243" y="1320"/>
                  <a:pt x="3235" y="1323"/>
                </a:cubicBezTo>
                <a:cubicBezTo>
                  <a:pt x="3227" y="1326"/>
                  <a:pt x="3219" y="1328"/>
                  <a:pt x="3211" y="1328"/>
                </a:cubicBezTo>
                <a:lnTo>
                  <a:pt x="64" y="1328"/>
                </a:lnTo>
                <a:cubicBezTo>
                  <a:pt x="56" y="1328"/>
                  <a:pt x="47" y="1326"/>
                  <a:pt x="40" y="1323"/>
                </a:cubicBezTo>
                <a:cubicBezTo>
                  <a:pt x="32" y="1320"/>
                  <a:pt x="25" y="1315"/>
                  <a:pt x="19" y="1309"/>
                </a:cubicBezTo>
                <a:cubicBezTo>
                  <a:pt x="13" y="1302"/>
                  <a:pt x="8" y="1295"/>
                  <a:pt x="5" y="1288"/>
                </a:cubicBezTo>
                <a:cubicBezTo>
                  <a:pt x="2" y="1280"/>
                  <a:pt x="0" y="1272"/>
                  <a:pt x="0" y="1263"/>
                </a:cubicBezTo>
                <a:lnTo>
                  <a:pt x="0" y="64"/>
                </a:lnTo>
                <a:cubicBezTo>
                  <a:pt x="0" y="55"/>
                  <a:pt x="2" y="47"/>
                  <a:pt x="5" y="39"/>
                </a:cubicBezTo>
                <a:cubicBezTo>
                  <a:pt x="8" y="31"/>
                  <a:pt x="13" y="25"/>
                  <a:pt x="19" y="19"/>
                </a:cubicBezTo>
                <a:cubicBezTo>
                  <a:pt x="25" y="13"/>
                  <a:pt x="32" y="8"/>
                  <a:pt x="40" y="5"/>
                </a:cubicBezTo>
                <a:cubicBezTo>
                  <a:pt x="47" y="2"/>
                  <a:pt x="56" y="0"/>
                  <a:pt x="64" y="0"/>
                </a:cubicBezTo>
                <a:close/>
              </a:path>
            </a:pathLst>
          </a:custGeom>
          <a:noFill/>
          <a:ln w="4320">
            <a:solidFill>
              <a:srgbClr val="00a9ce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1" name=""/>
          <p:cNvSpPr txBox="1"/>
          <p:nvPr/>
        </p:nvSpPr>
        <p:spPr>
          <a:xfrm>
            <a:off x="7138800" y="2102760"/>
            <a:ext cx="33300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010" spc="-1" strike="noStrike">
                <a:solidFill>
                  <a:srgbClr val="001d34"/>
                </a:solidFill>
                <a:latin typeface="Calibri"/>
                <a:ea typeface="Calibri"/>
              </a:rPr>
              <a:t>(Filler)</a:t>
            </a:r>
            <a:endParaRPr b="0" lang="en-AU" sz="1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2" name=""/>
          <p:cNvSpPr txBox="1"/>
          <p:nvPr/>
        </p:nvSpPr>
        <p:spPr>
          <a:xfrm>
            <a:off x="6797880" y="4622400"/>
            <a:ext cx="88308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010" spc="-1" strike="noStrike">
                <a:solidFill>
                  <a:srgbClr val="001d34"/>
                </a:solidFill>
                <a:latin typeface="Calibri"/>
                <a:ea typeface="Calibri"/>
              </a:rPr>
              <a:t>Imaging Provider</a:t>
            </a:r>
            <a:endParaRPr b="0" lang="en-AU" sz="1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" name=""/>
          <p:cNvSpPr/>
          <p:nvPr/>
        </p:nvSpPr>
        <p:spPr>
          <a:xfrm>
            <a:off x="3837600" y="2607840"/>
            <a:ext cx="91800" cy="73440"/>
          </a:xfrm>
          <a:custGeom>
            <a:avLst/>
            <a:gdLst/>
            <a:ahLst/>
            <a:rect l="0" t="0" r="r" b="b"/>
            <a:pathLst>
              <a:path w="255" h="204">
                <a:moveTo>
                  <a:pt x="0" y="0"/>
                </a:moveTo>
                <a:lnTo>
                  <a:pt x="255" y="101"/>
                </a:lnTo>
                <a:lnTo>
                  <a:pt x="0" y="204"/>
                </a:lnTo>
                <a:lnTo>
                  <a:pt x="101" y="101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9000">
            <a:solidFill>
              <a:srgbClr val="001d3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4" name=""/>
          <p:cNvSpPr/>
          <p:nvPr/>
        </p:nvSpPr>
        <p:spPr>
          <a:xfrm>
            <a:off x="990000" y="2644200"/>
            <a:ext cx="2902320" cy="0"/>
          </a:xfrm>
          <a:prstGeom prst="line">
            <a:avLst/>
          </a:prstGeom>
          <a:ln w="9000">
            <a:solidFill>
              <a:srgbClr val="001d3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5" name=""/>
          <p:cNvSpPr txBox="1"/>
          <p:nvPr/>
        </p:nvSpPr>
        <p:spPr>
          <a:xfrm>
            <a:off x="7138800" y="4797360"/>
            <a:ext cx="33300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010" spc="-1" strike="noStrike">
                <a:solidFill>
                  <a:srgbClr val="001d34"/>
                </a:solidFill>
                <a:latin typeface="Calibri"/>
                <a:ea typeface="Calibri"/>
              </a:rPr>
              <a:t>(Filler)</a:t>
            </a:r>
            <a:endParaRPr b="0" lang="en-AU" sz="1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6" name=""/>
          <p:cNvSpPr/>
          <p:nvPr/>
        </p:nvSpPr>
        <p:spPr>
          <a:xfrm>
            <a:off x="999000" y="2898360"/>
            <a:ext cx="92160" cy="73440"/>
          </a:xfrm>
          <a:custGeom>
            <a:avLst/>
            <a:gdLst/>
            <a:ahLst/>
            <a:rect l="0" t="0" r="r" b="b"/>
            <a:pathLst>
              <a:path w="256" h="204">
                <a:moveTo>
                  <a:pt x="256" y="0"/>
                </a:moveTo>
                <a:lnTo>
                  <a:pt x="0" y="101"/>
                </a:lnTo>
                <a:lnTo>
                  <a:pt x="256" y="204"/>
                </a:lnTo>
                <a:lnTo>
                  <a:pt x="154" y="101"/>
                </a:lnTo>
                <a:lnTo>
                  <a:pt x="256" y="0"/>
                </a:lnTo>
                <a:close/>
              </a:path>
            </a:pathLst>
          </a:custGeom>
          <a:solidFill>
            <a:srgbClr val="001d34"/>
          </a:solidFill>
          <a:ln w="9000">
            <a:solidFill>
              <a:srgbClr val="001d3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7" name=""/>
          <p:cNvSpPr/>
          <p:nvPr/>
        </p:nvSpPr>
        <p:spPr>
          <a:xfrm>
            <a:off x="1035720" y="2930400"/>
            <a:ext cx="2903040" cy="9360"/>
          </a:xfrm>
          <a:custGeom>
            <a:avLst/>
            <a:gdLst/>
            <a:ahLst/>
            <a:rect l="0" t="0" r="r" b="b"/>
            <a:pathLst>
              <a:path w="8064" h="26">
                <a:moveTo>
                  <a:pt x="0" y="0"/>
                </a:moveTo>
                <a:lnTo>
                  <a:pt x="51" y="0"/>
                </a:lnTo>
                <a:lnTo>
                  <a:pt x="51" y="26"/>
                </a:lnTo>
                <a:lnTo>
                  <a:pt x="0" y="26"/>
                </a:lnTo>
                <a:lnTo>
                  <a:pt x="0" y="0"/>
                </a:lnTo>
                <a:moveTo>
                  <a:pt x="102" y="0"/>
                </a:moveTo>
                <a:lnTo>
                  <a:pt x="153" y="0"/>
                </a:lnTo>
                <a:lnTo>
                  <a:pt x="153" y="26"/>
                </a:lnTo>
                <a:lnTo>
                  <a:pt x="102" y="26"/>
                </a:lnTo>
                <a:lnTo>
                  <a:pt x="102" y="0"/>
                </a:lnTo>
                <a:moveTo>
                  <a:pt x="204" y="0"/>
                </a:moveTo>
                <a:lnTo>
                  <a:pt x="255" y="0"/>
                </a:lnTo>
                <a:lnTo>
                  <a:pt x="255" y="26"/>
                </a:lnTo>
                <a:lnTo>
                  <a:pt x="204" y="26"/>
                </a:lnTo>
                <a:lnTo>
                  <a:pt x="204" y="0"/>
                </a:lnTo>
                <a:moveTo>
                  <a:pt x="306" y="0"/>
                </a:moveTo>
                <a:lnTo>
                  <a:pt x="357" y="0"/>
                </a:lnTo>
                <a:lnTo>
                  <a:pt x="357" y="26"/>
                </a:lnTo>
                <a:lnTo>
                  <a:pt x="306" y="26"/>
                </a:lnTo>
                <a:lnTo>
                  <a:pt x="306" y="0"/>
                </a:lnTo>
                <a:moveTo>
                  <a:pt x="408" y="0"/>
                </a:moveTo>
                <a:lnTo>
                  <a:pt x="458" y="0"/>
                </a:lnTo>
                <a:lnTo>
                  <a:pt x="458" y="26"/>
                </a:lnTo>
                <a:lnTo>
                  <a:pt x="408" y="26"/>
                </a:lnTo>
                <a:lnTo>
                  <a:pt x="408" y="0"/>
                </a:lnTo>
                <a:moveTo>
                  <a:pt x="509" y="0"/>
                </a:moveTo>
                <a:lnTo>
                  <a:pt x="560" y="0"/>
                </a:lnTo>
                <a:lnTo>
                  <a:pt x="560" y="26"/>
                </a:lnTo>
                <a:lnTo>
                  <a:pt x="509" y="26"/>
                </a:lnTo>
                <a:lnTo>
                  <a:pt x="509" y="0"/>
                </a:lnTo>
                <a:moveTo>
                  <a:pt x="611" y="0"/>
                </a:moveTo>
                <a:lnTo>
                  <a:pt x="662" y="0"/>
                </a:lnTo>
                <a:lnTo>
                  <a:pt x="662" y="26"/>
                </a:lnTo>
                <a:lnTo>
                  <a:pt x="611" y="26"/>
                </a:lnTo>
                <a:lnTo>
                  <a:pt x="611" y="0"/>
                </a:lnTo>
                <a:moveTo>
                  <a:pt x="713" y="0"/>
                </a:moveTo>
                <a:lnTo>
                  <a:pt x="764" y="0"/>
                </a:lnTo>
                <a:lnTo>
                  <a:pt x="764" y="26"/>
                </a:lnTo>
                <a:lnTo>
                  <a:pt x="713" y="26"/>
                </a:lnTo>
                <a:lnTo>
                  <a:pt x="713" y="0"/>
                </a:lnTo>
                <a:moveTo>
                  <a:pt x="815" y="0"/>
                </a:moveTo>
                <a:lnTo>
                  <a:pt x="866" y="0"/>
                </a:lnTo>
                <a:lnTo>
                  <a:pt x="866" y="26"/>
                </a:lnTo>
                <a:lnTo>
                  <a:pt x="815" y="26"/>
                </a:lnTo>
                <a:lnTo>
                  <a:pt x="815" y="0"/>
                </a:lnTo>
                <a:moveTo>
                  <a:pt x="917" y="0"/>
                </a:moveTo>
                <a:lnTo>
                  <a:pt x="968" y="0"/>
                </a:lnTo>
                <a:lnTo>
                  <a:pt x="968" y="26"/>
                </a:lnTo>
                <a:lnTo>
                  <a:pt x="917" y="26"/>
                </a:lnTo>
                <a:lnTo>
                  <a:pt x="917" y="0"/>
                </a:lnTo>
                <a:moveTo>
                  <a:pt x="1019" y="0"/>
                </a:moveTo>
                <a:lnTo>
                  <a:pt x="1069" y="0"/>
                </a:lnTo>
                <a:lnTo>
                  <a:pt x="1069" y="26"/>
                </a:lnTo>
                <a:lnTo>
                  <a:pt x="1019" y="26"/>
                </a:lnTo>
                <a:lnTo>
                  <a:pt x="1019" y="0"/>
                </a:lnTo>
                <a:moveTo>
                  <a:pt x="1120" y="0"/>
                </a:moveTo>
                <a:lnTo>
                  <a:pt x="1172" y="0"/>
                </a:lnTo>
                <a:lnTo>
                  <a:pt x="1172" y="26"/>
                </a:lnTo>
                <a:lnTo>
                  <a:pt x="1120" y="26"/>
                </a:lnTo>
                <a:lnTo>
                  <a:pt x="1120" y="0"/>
                </a:lnTo>
                <a:moveTo>
                  <a:pt x="1223" y="0"/>
                </a:moveTo>
                <a:lnTo>
                  <a:pt x="1274" y="0"/>
                </a:lnTo>
                <a:lnTo>
                  <a:pt x="1274" y="26"/>
                </a:lnTo>
                <a:lnTo>
                  <a:pt x="1223" y="26"/>
                </a:lnTo>
                <a:lnTo>
                  <a:pt x="1223" y="0"/>
                </a:lnTo>
                <a:moveTo>
                  <a:pt x="1325" y="0"/>
                </a:moveTo>
                <a:lnTo>
                  <a:pt x="1376" y="0"/>
                </a:lnTo>
                <a:lnTo>
                  <a:pt x="1376" y="26"/>
                </a:lnTo>
                <a:lnTo>
                  <a:pt x="1325" y="26"/>
                </a:lnTo>
                <a:lnTo>
                  <a:pt x="1325" y="0"/>
                </a:lnTo>
                <a:moveTo>
                  <a:pt x="1427" y="0"/>
                </a:moveTo>
                <a:lnTo>
                  <a:pt x="1478" y="0"/>
                </a:lnTo>
                <a:lnTo>
                  <a:pt x="1478" y="26"/>
                </a:lnTo>
                <a:lnTo>
                  <a:pt x="1427" y="26"/>
                </a:lnTo>
                <a:lnTo>
                  <a:pt x="1427" y="0"/>
                </a:lnTo>
                <a:moveTo>
                  <a:pt x="1529" y="0"/>
                </a:moveTo>
                <a:lnTo>
                  <a:pt x="1580" y="0"/>
                </a:lnTo>
                <a:lnTo>
                  <a:pt x="1580" y="26"/>
                </a:lnTo>
                <a:lnTo>
                  <a:pt x="1529" y="26"/>
                </a:lnTo>
                <a:lnTo>
                  <a:pt x="1529" y="0"/>
                </a:lnTo>
                <a:moveTo>
                  <a:pt x="1631" y="0"/>
                </a:moveTo>
                <a:lnTo>
                  <a:pt x="1682" y="0"/>
                </a:lnTo>
                <a:lnTo>
                  <a:pt x="1682" y="26"/>
                </a:lnTo>
                <a:lnTo>
                  <a:pt x="1631" y="26"/>
                </a:lnTo>
                <a:lnTo>
                  <a:pt x="1631" y="0"/>
                </a:lnTo>
                <a:moveTo>
                  <a:pt x="1732" y="0"/>
                </a:moveTo>
                <a:lnTo>
                  <a:pt x="1783" y="0"/>
                </a:lnTo>
                <a:lnTo>
                  <a:pt x="1783" y="26"/>
                </a:lnTo>
                <a:lnTo>
                  <a:pt x="1732" y="26"/>
                </a:lnTo>
                <a:lnTo>
                  <a:pt x="1732" y="0"/>
                </a:lnTo>
                <a:moveTo>
                  <a:pt x="1834" y="0"/>
                </a:moveTo>
                <a:lnTo>
                  <a:pt x="1885" y="0"/>
                </a:lnTo>
                <a:lnTo>
                  <a:pt x="1885" y="26"/>
                </a:lnTo>
                <a:lnTo>
                  <a:pt x="1834" y="26"/>
                </a:lnTo>
                <a:lnTo>
                  <a:pt x="1834" y="0"/>
                </a:lnTo>
                <a:moveTo>
                  <a:pt x="1936" y="0"/>
                </a:moveTo>
                <a:lnTo>
                  <a:pt x="1987" y="0"/>
                </a:lnTo>
                <a:lnTo>
                  <a:pt x="1987" y="26"/>
                </a:lnTo>
                <a:lnTo>
                  <a:pt x="1936" y="26"/>
                </a:lnTo>
                <a:lnTo>
                  <a:pt x="1936" y="0"/>
                </a:lnTo>
                <a:moveTo>
                  <a:pt x="2038" y="0"/>
                </a:moveTo>
                <a:lnTo>
                  <a:pt x="2089" y="0"/>
                </a:lnTo>
                <a:lnTo>
                  <a:pt x="2089" y="26"/>
                </a:lnTo>
                <a:lnTo>
                  <a:pt x="2038" y="26"/>
                </a:lnTo>
                <a:lnTo>
                  <a:pt x="2038" y="0"/>
                </a:lnTo>
                <a:moveTo>
                  <a:pt x="2140" y="0"/>
                </a:moveTo>
                <a:lnTo>
                  <a:pt x="2191" y="0"/>
                </a:lnTo>
                <a:lnTo>
                  <a:pt x="2191" y="26"/>
                </a:lnTo>
                <a:lnTo>
                  <a:pt x="2140" y="26"/>
                </a:lnTo>
                <a:lnTo>
                  <a:pt x="2140" y="0"/>
                </a:lnTo>
                <a:moveTo>
                  <a:pt x="2242" y="0"/>
                </a:moveTo>
                <a:lnTo>
                  <a:pt x="2293" y="0"/>
                </a:lnTo>
                <a:lnTo>
                  <a:pt x="2293" y="26"/>
                </a:lnTo>
                <a:lnTo>
                  <a:pt x="2242" y="26"/>
                </a:lnTo>
                <a:lnTo>
                  <a:pt x="2242" y="0"/>
                </a:lnTo>
                <a:moveTo>
                  <a:pt x="2344" y="0"/>
                </a:moveTo>
                <a:lnTo>
                  <a:pt x="2394" y="0"/>
                </a:lnTo>
                <a:lnTo>
                  <a:pt x="2394" y="26"/>
                </a:lnTo>
                <a:lnTo>
                  <a:pt x="2344" y="26"/>
                </a:lnTo>
                <a:lnTo>
                  <a:pt x="2344" y="0"/>
                </a:lnTo>
                <a:moveTo>
                  <a:pt x="2445" y="0"/>
                </a:moveTo>
                <a:lnTo>
                  <a:pt x="2496" y="0"/>
                </a:lnTo>
                <a:lnTo>
                  <a:pt x="2496" y="26"/>
                </a:lnTo>
                <a:lnTo>
                  <a:pt x="2445" y="26"/>
                </a:lnTo>
                <a:lnTo>
                  <a:pt x="2445" y="0"/>
                </a:lnTo>
                <a:moveTo>
                  <a:pt x="2547" y="0"/>
                </a:moveTo>
                <a:lnTo>
                  <a:pt x="2598" y="0"/>
                </a:lnTo>
                <a:lnTo>
                  <a:pt x="2598" y="26"/>
                </a:lnTo>
                <a:lnTo>
                  <a:pt x="2547" y="26"/>
                </a:lnTo>
                <a:lnTo>
                  <a:pt x="2547" y="0"/>
                </a:lnTo>
                <a:moveTo>
                  <a:pt x="2649" y="0"/>
                </a:moveTo>
                <a:lnTo>
                  <a:pt x="2700" y="0"/>
                </a:lnTo>
                <a:lnTo>
                  <a:pt x="2700" y="26"/>
                </a:lnTo>
                <a:lnTo>
                  <a:pt x="2649" y="26"/>
                </a:lnTo>
                <a:lnTo>
                  <a:pt x="2649" y="0"/>
                </a:lnTo>
                <a:moveTo>
                  <a:pt x="2751" y="0"/>
                </a:moveTo>
                <a:lnTo>
                  <a:pt x="2802" y="0"/>
                </a:lnTo>
                <a:lnTo>
                  <a:pt x="2802" y="26"/>
                </a:lnTo>
                <a:lnTo>
                  <a:pt x="2751" y="26"/>
                </a:lnTo>
                <a:lnTo>
                  <a:pt x="2751" y="0"/>
                </a:lnTo>
                <a:moveTo>
                  <a:pt x="2853" y="0"/>
                </a:moveTo>
                <a:lnTo>
                  <a:pt x="2904" y="0"/>
                </a:lnTo>
                <a:lnTo>
                  <a:pt x="2904" y="26"/>
                </a:lnTo>
                <a:lnTo>
                  <a:pt x="2853" y="26"/>
                </a:lnTo>
                <a:lnTo>
                  <a:pt x="2853" y="0"/>
                </a:lnTo>
                <a:moveTo>
                  <a:pt x="2955" y="0"/>
                </a:moveTo>
                <a:lnTo>
                  <a:pt x="3006" y="0"/>
                </a:lnTo>
                <a:lnTo>
                  <a:pt x="3006" y="26"/>
                </a:lnTo>
                <a:lnTo>
                  <a:pt x="2955" y="26"/>
                </a:lnTo>
                <a:lnTo>
                  <a:pt x="2955" y="0"/>
                </a:lnTo>
                <a:moveTo>
                  <a:pt x="3056" y="0"/>
                </a:moveTo>
                <a:lnTo>
                  <a:pt x="3107" y="0"/>
                </a:lnTo>
                <a:lnTo>
                  <a:pt x="3107" y="26"/>
                </a:lnTo>
                <a:lnTo>
                  <a:pt x="3056" y="26"/>
                </a:lnTo>
                <a:lnTo>
                  <a:pt x="3056" y="0"/>
                </a:lnTo>
                <a:moveTo>
                  <a:pt x="3158" y="0"/>
                </a:moveTo>
                <a:lnTo>
                  <a:pt x="3209" y="0"/>
                </a:lnTo>
                <a:lnTo>
                  <a:pt x="3209" y="26"/>
                </a:lnTo>
                <a:lnTo>
                  <a:pt x="3158" y="26"/>
                </a:lnTo>
                <a:lnTo>
                  <a:pt x="3158" y="0"/>
                </a:lnTo>
                <a:moveTo>
                  <a:pt x="3260" y="0"/>
                </a:moveTo>
                <a:lnTo>
                  <a:pt x="3311" y="0"/>
                </a:lnTo>
                <a:lnTo>
                  <a:pt x="3311" y="26"/>
                </a:lnTo>
                <a:lnTo>
                  <a:pt x="3260" y="26"/>
                </a:lnTo>
                <a:lnTo>
                  <a:pt x="3260" y="0"/>
                </a:lnTo>
                <a:moveTo>
                  <a:pt x="3362" y="0"/>
                </a:moveTo>
                <a:lnTo>
                  <a:pt x="3413" y="0"/>
                </a:lnTo>
                <a:lnTo>
                  <a:pt x="3413" y="26"/>
                </a:lnTo>
                <a:lnTo>
                  <a:pt x="3362" y="26"/>
                </a:lnTo>
                <a:lnTo>
                  <a:pt x="3362" y="0"/>
                </a:lnTo>
                <a:moveTo>
                  <a:pt x="3464" y="0"/>
                </a:moveTo>
                <a:lnTo>
                  <a:pt x="3515" y="0"/>
                </a:lnTo>
                <a:lnTo>
                  <a:pt x="3515" y="26"/>
                </a:lnTo>
                <a:lnTo>
                  <a:pt x="3464" y="26"/>
                </a:lnTo>
                <a:lnTo>
                  <a:pt x="3464" y="0"/>
                </a:lnTo>
                <a:moveTo>
                  <a:pt x="3566" y="0"/>
                </a:moveTo>
                <a:lnTo>
                  <a:pt x="3617" y="0"/>
                </a:lnTo>
                <a:lnTo>
                  <a:pt x="3617" y="26"/>
                </a:lnTo>
                <a:lnTo>
                  <a:pt x="3566" y="26"/>
                </a:lnTo>
                <a:lnTo>
                  <a:pt x="3566" y="0"/>
                </a:lnTo>
                <a:moveTo>
                  <a:pt x="3668" y="0"/>
                </a:moveTo>
                <a:lnTo>
                  <a:pt x="3718" y="0"/>
                </a:lnTo>
                <a:lnTo>
                  <a:pt x="3718" y="26"/>
                </a:lnTo>
                <a:lnTo>
                  <a:pt x="3668" y="26"/>
                </a:lnTo>
                <a:lnTo>
                  <a:pt x="3668" y="0"/>
                </a:lnTo>
                <a:moveTo>
                  <a:pt x="3769" y="0"/>
                </a:moveTo>
                <a:lnTo>
                  <a:pt x="3820" y="0"/>
                </a:lnTo>
                <a:lnTo>
                  <a:pt x="3820" y="26"/>
                </a:lnTo>
                <a:lnTo>
                  <a:pt x="3769" y="26"/>
                </a:lnTo>
                <a:lnTo>
                  <a:pt x="3769" y="0"/>
                </a:lnTo>
                <a:moveTo>
                  <a:pt x="3871" y="0"/>
                </a:moveTo>
                <a:lnTo>
                  <a:pt x="3922" y="0"/>
                </a:lnTo>
                <a:lnTo>
                  <a:pt x="3922" y="26"/>
                </a:lnTo>
                <a:lnTo>
                  <a:pt x="3871" y="26"/>
                </a:lnTo>
                <a:lnTo>
                  <a:pt x="3871" y="0"/>
                </a:lnTo>
                <a:moveTo>
                  <a:pt x="3973" y="0"/>
                </a:moveTo>
                <a:lnTo>
                  <a:pt x="4024" y="0"/>
                </a:lnTo>
                <a:lnTo>
                  <a:pt x="4024" y="26"/>
                </a:lnTo>
                <a:lnTo>
                  <a:pt x="3973" y="26"/>
                </a:lnTo>
                <a:lnTo>
                  <a:pt x="3973" y="0"/>
                </a:lnTo>
                <a:moveTo>
                  <a:pt x="4075" y="0"/>
                </a:moveTo>
                <a:lnTo>
                  <a:pt x="4126" y="0"/>
                </a:lnTo>
                <a:lnTo>
                  <a:pt x="4126" y="26"/>
                </a:lnTo>
                <a:lnTo>
                  <a:pt x="4075" y="26"/>
                </a:lnTo>
                <a:lnTo>
                  <a:pt x="4075" y="0"/>
                </a:lnTo>
                <a:moveTo>
                  <a:pt x="4177" y="0"/>
                </a:moveTo>
                <a:lnTo>
                  <a:pt x="4228" y="0"/>
                </a:lnTo>
                <a:lnTo>
                  <a:pt x="4228" y="26"/>
                </a:lnTo>
                <a:lnTo>
                  <a:pt x="4177" y="26"/>
                </a:lnTo>
                <a:lnTo>
                  <a:pt x="4177" y="0"/>
                </a:lnTo>
                <a:moveTo>
                  <a:pt x="4279" y="0"/>
                </a:moveTo>
                <a:lnTo>
                  <a:pt x="4330" y="0"/>
                </a:lnTo>
                <a:lnTo>
                  <a:pt x="4330" y="26"/>
                </a:lnTo>
                <a:lnTo>
                  <a:pt x="4279" y="26"/>
                </a:lnTo>
                <a:lnTo>
                  <a:pt x="4279" y="0"/>
                </a:lnTo>
                <a:moveTo>
                  <a:pt x="4380" y="0"/>
                </a:moveTo>
                <a:lnTo>
                  <a:pt x="4431" y="0"/>
                </a:lnTo>
                <a:lnTo>
                  <a:pt x="4431" y="26"/>
                </a:lnTo>
                <a:lnTo>
                  <a:pt x="4380" y="26"/>
                </a:lnTo>
                <a:lnTo>
                  <a:pt x="4380" y="0"/>
                </a:lnTo>
                <a:moveTo>
                  <a:pt x="4482" y="0"/>
                </a:moveTo>
                <a:lnTo>
                  <a:pt x="4533" y="0"/>
                </a:lnTo>
                <a:lnTo>
                  <a:pt x="4533" y="26"/>
                </a:lnTo>
                <a:lnTo>
                  <a:pt x="4482" y="26"/>
                </a:lnTo>
                <a:lnTo>
                  <a:pt x="4482" y="0"/>
                </a:lnTo>
                <a:moveTo>
                  <a:pt x="4584" y="0"/>
                </a:moveTo>
                <a:lnTo>
                  <a:pt x="4635" y="0"/>
                </a:lnTo>
                <a:lnTo>
                  <a:pt x="4635" y="26"/>
                </a:lnTo>
                <a:lnTo>
                  <a:pt x="4584" y="26"/>
                </a:lnTo>
                <a:lnTo>
                  <a:pt x="4584" y="0"/>
                </a:lnTo>
                <a:moveTo>
                  <a:pt x="4686" y="0"/>
                </a:moveTo>
                <a:lnTo>
                  <a:pt x="4737" y="0"/>
                </a:lnTo>
                <a:lnTo>
                  <a:pt x="4737" y="26"/>
                </a:lnTo>
                <a:lnTo>
                  <a:pt x="4686" y="26"/>
                </a:lnTo>
                <a:lnTo>
                  <a:pt x="4686" y="0"/>
                </a:lnTo>
                <a:moveTo>
                  <a:pt x="4788" y="0"/>
                </a:moveTo>
                <a:lnTo>
                  <a:pt x="4839" y="0"/>
                </a:lnTo>
                <a:lnTo>
                  <a:pt x="4839" y="26"/>
                </a:lnTo>
                <a:lnTo>
                  <a:pt x="4788" y="26"/>
                </a:lnTo>
                <a:lnTo>
                  <a:pt x="4788" y="0"/>
                </a:lnTo>
                <a:moveTo>
                  <a:pt x="4890" y="0"/>
                </a:moveTo>
                <a:lnTo>
                  <a:pt x="4941" y="0"/>
                </a:lnTo>
                <a:lnTo>
                  <a:pt x="4941" y="26"/>
                </a:lnTo>
                <a:lnTo>
                  <a:pt x="4890" y="26"/>
                </a:lnTo>
                <a:lnTo>
                  <a:pt x="4890" y="0"/>
                </a:lnTo>
                <a:moveTo>
                  <a:pt x="4992" y="0"/>
                </a:moveTo>
                <a:lnTo>
                  <a:pt x="5042" y="0"/>
                </a:lnTo>
                <a:lnTo>
                  <a:pt x="5042" y="26"/>
                </a:lnTo>
                <a:lnTo>
                  <a:pt x="4992" y="26"/>
                </a:lnTo>
                <a:lnTo>
                  <a:pt x="4992" y="0"/>
                </a:lnTo>
                <a:moveTo>
                  <a:pt x="5093" y="0"/>
                </a:moveTo>
                <a:lnTo>
                  <a:pt x="5144" y="0"/>
                </a:lnTo>
                <a:lnTo>
                  <a:pt x="5144" y="26"/>
                </a:lnTo>
                <a:lnTo>
                  <a:pt x="5093" y="26"/>
                </a:lnTo>
                <a:lnTo>
                  <a:pt x="5093" y="0"/>
                </a:lnTo>
                <a:moveTo>
                  <a:pt x="5195" y="0"/>
                </a:moveTo>
                <a:lnTo>
                  <a:pt x="5246" y="0"/>
                </a:lnTo>
                <a:lnTo>
                  <a:pt x="5246" y="26"/>
                </a:lnTo>
                <a:lnTo>
                  <a:pt x="5195" y="26"/>
                </a:lnTo>
                <a:lnTo>
                  <a:pt x="5195" y="0"/>
                </a:lnTo>
                <a:moveTo>
                  <a:pt x="5297" y="0"/>
                </a:moveTo>
                <a:lnTo>
                  <a:pt x="5348" y="0"/>
                </a:lnTo>
                <a:lnTo>
                  <a:pt x="5348" y="26"/>
                </a:lnTo>
                <a:lnTo>
                  <a:pt x="5297" y="26"/>
                </a:lnTo>
                <a:lnTo>
                  <a:pt x="5297" y="0"/>
                </a:lnTo>
                <a:moveTo>
                  <a:pt x="5399" y="0"/>
                </a:moveTo>
                <a:lnTo>
                  <a:pt x="5450" y="0"/>
                </a:lnTo>
                <a:lnTo>
                  <a:pt x="5450" y="26"/>
                </a:lnTo>
                <a:lnTo>
                  <a:pt x="5399" y="26"/>
                </a:lnTo>
                <a:lnTo>
                  <a:pt x="5399" y="0"/>
                </a:lnTo>
                <a:moveTo>
                  <a:pt x="5501" y="0"/>
                </a:moveTo>
                <a:lnTo>
                  <a:pt x="5552" y="0"/>
                </a:lnTo>
                <a:lnTo>
                  <a:pt x="5552" y="26"/>
                </a:lnTo>
                <a:lnTo>
                  <a:pt x="5501" y="26"/>
                </a:lnTo>
                <a:lnTo>
                  <a:pt x="5501" y="0"/>
                </a:lnTo>
                <a:moveTo>
                  <a:pt x="5603" y="0"/>
                </a:moveTo>
                <a:lnTo>
                  <a:pt x="5654" y="0"/>
                </a:lnTo>
                <a:lnTo>
                  <a:pt x="5654" y="26"/>
                </a:lnTo>
                <a:lnTo>
                  <a:pt x="5603" y="26"/>
                </a:lnTo>
                <a:lnTo>
                  <a:pt x="5603" y="0"/>
                </a:lnTo>
                <a:moveTo>
                  <a:pt x="5704" y="0"/>
                </a:moveTo>
                <a:lnTo>
                  <a:pt x="5755" y="0"/>
                </a:lnTo>
                <a:lnTo>
                  <a:pt x="5755" y="26"/>
                </a:lnTo>
                <a:lnTo>
                  <a:pt x="5704" y="26"/>
                </a:lnTo>
                <a:lnTo>
                  <a:pt x="5704" y="0"/>
                </a:lnTo>
                <a:moveTo>
                  <a:pt x="5806" y="0"/>
                </a:moveTo>
                <a:lnTo>
                  <a:pt x="5857" y="0"/>
                </a:lnTo>
                <a:lnTo>
                  <a:pt x="5857" y="26"/>
                </a:lnTo>
                <a:lnTo>
                  <a:pt x="5806" y="26"/>
                </a:lnTo>
                <a:lnTo>
                  <a:pt x="5806" y="0"/>
                </a:lnTo>
                <a:moveTo>
                  <a:pt x="5908" y="0"/>
                </a:moveTo>
                <a:lnTo>
                  <a:pt x="5959" y="0"/>
                </a:lnTo>
                <a:lnTo>
                  <a:pt x="5959" y="26"/>
                </a:lnTo>
                <a:lnTo>
                  <a:pt x="5908" y="26"/>
                </a:lnTo>
                <a:lnTo>
                  <a:pt x="5908" y="0"/>
                </a:lnTo>
                <a:moveTo>
                  <a:pt x="6010" y="0"/>
                </a:moveTo>
                <a:lnTo>
                  <a:pt x="6061" y="0"/>
                </a:lnTo>
                <a:lnTo>
                  <a:pt x="6061" y="26"/>
                </a:lnTo>
                <a:lnTo>
                  <a:pt x="6010" y="26"/>
                </a:lnTo>
                <a:lnTo>
                  <a:pt x="6010" y="0"/>
                </a:lnTo>
                <a:moveTo>
                  <a:pt x="6112" y="0"/>
                </a:moveTo>
                <a:lnTo>
                  <a:pt x="6163" y="0"/>
                </a:lnTo>
                <a:lnTo>
                  <a:pt x="6163" y="26"/>
                </a:lnTo>
                <a:lnTo>
                  <a:pt x="6112" y="26"/>
                </a:lnTo>
                <a:lnTo>
                  <a:pt x="6112" y="0"/>
                </a:lnTo>
                <a:moveTo>
                  <a:pt x="6214" y="0"/>
                </a:moveTo>
                <a:lnTo>
                  <a:pt x="6265" y="0"/>
                </a:lnTo>
                <a:lnTo>
                  <a:pt x="6265" y="26"/>
                </a:lnTo>
                <a:lnTo>
                  <a:pt x="6214" y="26"/>
                </a:lnTo>
                <a:lnTo>
                  <a:pt x="6214" y="0"/>
                </a:lnTo>
                <a:moveTo>
                  <a:pt x="6315" y="0"/>
                </a:moveTo>
                <a:lnTo>
                  <a:pt x="6366" y="0"/>
                </a:lnTo>
                <a:lnTo>
                  <a:pt x="6366" y="26"/>
                </a:lnTo>
                <a:lnTo>
                  <a:pt x="6315" y="26"/>
                </a:lnTo>
                <a:lnTo>
                  <a:pt x="6315" y="0"/>
                </a:lnTo>
                <a:moveTo>
                  <a:pt x="6417" y="0"/>
                </a:moveTo>
                <a:lnTo>
                  <a:pt x="6468" y="0"/>
                </a:lnTo>
                <a:lnTo>
                  <a:pt x="6468" y="26"/>
                </a:lnTo>
                <a:lnTo>
                  <a:pt x="6417" y="26"/>
                </a:lnTo>
                <a:lnTo>
                  <a:pt x="6417" y="0"/>
                </a:lnTo>
                <a:moveTo>
                  <a:pt x="6519" y="0"/>
                </a:moveTo>
                <a:lnTo>
                  <a:pt x="6570" y="0"/>
                </a:lnTo>
                <a:lnTo>
                  <a:pt x="6570" y="26"/>
                </a:lnTo>
                <a:lnTo>
                  <a:pt x="6519" y="26"/>
                </a:lnTo>
                <a:lnTo>
                  <a:pt x="6519" y="0"/>
                </a:lnTo>
                <a:moveTo>
                  <a:pt x="6621" y="0"/>
                </a:moveTo>
                <a:lnTo>
                  <a:pt x="6672" y="0"/>
                </a:lnTo>
                <a:lnTo>
                  <a:pt x="6672" y="26"/>
                </a:lnTo>
                <a:lnTo>
                  <a:pt x="6621" y="26"/>
                </a:lnTo>
                <a:lnTo>
                  <a:pt x="6621" y="0"/>
                </a:lnTo>
                <a:moveTo>
                  <a:pt x="6723" y="0"/>
                </a:moveTo>
                <a:lnTo>
                  <a:pt x="6774" y="0"/>
                </a:lnTo>
                <a:lnTo>
                  <a:pt x="6774" y="26"/>
                </a:lnTo>
                <a:lnTo>
                  <a:pt x="6723" y="26"/>
                </a:lnTo>
                <a:lnTo>
                  <a:pt x="6723" y="0"/>
                </a:lnTo>
                <a:moveTo>
                  <a:pt x="6825" y="0"/>
                </a:moveTo>
                <a:lnTo>
                  <a:pt x="6876" y="0"/>
                </a:lnTo>
                <a:lnTo>
                  <a:pt x="6876" y="26"/>
                </a:lnTo>
                <a:lnTo>
                  <a:pt x="6825" y="26"/>
                </a:lnTo>
                <a:lnTo>
                  <a:pt x="6825" y="0"/>
                </a:lnTo>
                <a:moveTo>
                  <a:pt x="6927" y="0"/>
                </a:moveTo>
                <a:lnTo>
                  <a:pt x="6977" y="0"/>
                </a:lnTo>
                <a:lnTo>
                  <a:pt x="6977" y="26"/>
                </a:lnTo>
                <a:lnTo>
                  <a:pt x="6927" y="26"/>
                </a:lnTo>
                <a:lnTo>
                  <a:pt x="6927" y="0"/>
                </a:lnTo>
                <a:moveTo>
                  <a:pt x="7028" y="0"/>
                </a:moveTo>
                <a:lnTo>
                  <a:pt x="7079" y="0"/>
                </a:lnTo>
                <a:lnTo>
                  <a:pt x="7079" y="26"/>
                </a:lnTo>
                <a:lnTo>
                  <a:pt x="7028" y="26"/>
                </a:lnTo>
                <a:lnTo>
                  <a:pt x="7028" y="0"/>
                </a:lnTo>
                <a:moveTo>
                  <a:pt x="7130" y="0"/>
                </a:moveTo>
                <a:lnTo>
                  <a:pt x="7181" y="0"/>
                </a:lnTo>
                <a:lnTo>
                  <a:pt x="7181" y="26"/>
                </a:lnTo>
                <a:lnTo>
                  <a:pt x="7130" y="26"/>
                </a:lnTo>
                <a:lnTo>
                  <a:pt x="7130" y="0"/>
                </a:lnTo>
                <a:moveTo>
                  <a:pt x="7232" y="0"/>
                </a:moveTo>
                <a:lnTo>
                  <a:pt x="7283" y="0"/>
                </a:lnTo>
                <a:lnTo>
                  <a:pt x="7283" y="26"/>
                </a:lnTo>
                <a:lnTo>
                  <a:pt x="7232" y="26"/>
                </a:lnTo>
                <a:lnTo>
                  <a:pt x="7232" y="0"/>
                </a:lnTo>
                <a:moveTo>
                  <a:pt x="7334" y="0"/>
                </a:moveTo>
                <a:lnTo>
                  <a:pt x="7385" y="0"/>
                </a:lnTo>
                <a:lnTo>
                  <a:pt x="7385" y="26"/>
                </a:lnTo>
                <a:lnTo>
                  <a:pt x="7334" y="26"/>
                </a:lnTo>
                <a:lnTo>
                  <a:pt x="7334" y="0"/>
                </a:lnTo>
                <a:moveTo>
                  <a:pt x="7436" y="0"/>
                </a:moveTo>
                <a:lnTo>
                  <a:pt x="7487" y="0"/>
                </a:lnTo>
                <a:lnTo>
                  <a:pt x="7487" y="26"/>
                </a:lnTo>
                <a:lnTo>
                  <a:pt x="7436" y="26"/>
                </a:lnTo>
                <a:lnTo>
                  <a:pt x="7436" y="0"/>
                </a:lnTo>
                <a:moveTo>
                  <a:pt x="7538" y="0"/>
                </a:moveTo>
                <a:lnTo>
                  <a:pt x="7589" y="0"/>
                </a:lnTo>
                <a:lnTo>
                  <a:pt x="7589" y="26"/>
                </a:lnTo>
                <a:lnTo>
                  <a:pt x="7538" y="26"/>
                </a:lnTo>
                <a:lnTo>
                  <a:pt x="7538" y="0"/>
                </a:lnTo>
                <a:moveTo>
                  <a:pt x="7639" y="0"/>
                </a:moveTo>
                <a:lnTo>
                  <a:pt x="7690" y="0"/>
                </a:lnTo>
                <a:lnTo>
                  <a:pt x="7690" y="26"/>
                </a:lnTo>
                <a:lnTo>
                  <a:pt x="7639" y="26"/>
                </a:lnTo>
                <a:lnTo>
                  <a:pt x="7639" y="0"/>
                </a:lnTo>
                <a:moveTo>
                  <a:pt x="7741" y="0"/>
                </a:moveTo>
                <a:lnTo>
                  <a:pt x="7792" y="0"/>
                </a:lnTo>
                <a:lnTo>
                  <a:pt x="7792" y="26"/>
                </a:lnTo>
                <a:lnTo>
                  <a:pt x="7741" y="26"/>
                </a:lnTo>
                <a:lnTo>
                  <a:pt x="7741" y="0"/>
                </a:lnTo>
                <a:moveTo>
                  <a:pt x="7843" y="0"/>
                </a:moveTo>
                <a:lnTo>
                  <a:pt x="7894" y="0"/>
                </a:lnTo>
                <a:lnTo>
                  <a:pt x="7894" y="26"/>
                </a:lnTo>
                <a:lnTo>
                  <a:pt x="7843" y="26"/>
                </a:lnTo>
                <a:lnTo>
                  <a:pt x="7843" y="0"/>
                </a:lnTo>
                <a:moveTo>
                  <a:pt x="7945" y="0"/>
                </a:moveTo>
                <a:lnTo>
                  <a:pt x="7996" y="0"/>
                </a:lnTo>
                <a:lnTo>
                  <a:pt x="7996" y="26"/>
                </a:lnTo>
                <a:lnTo>
                  <a:pt x="7945" y="26"/>
                </a:lnTo>
                <a:lnTo>
                  <a:pt x="7945" y="0"/>
                </a:lnTo>
                <a:moveTo>
                  <a:pt x="8047" y="0"/>
                </a:moveTo>
                <a:lnTo>
                  <a:pt x="8064" y="0"/>
                </a:lnTo>
                <a:lnTo>
                  <a:pt x="8064" y="26"/>
                </a:lnTo>
                <a:lnTo>
                  <a:pt x="8047" y="26"/>
                </a:lnTo>
                <a:lnTo>
                  <a:pt x="8047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8" name=""/>
          <p:cNvSpPr txBox="1"/>
          <p:nvPr/>
        </p:nvSpPr>
        <p:spPr>
          <a:xfrm>
            <a:off x="1054080" y="2477880"/>
            <a:ext cx="2382840" cy="14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939" spc="-1" strike="noStrike">
                <a:solidFill>
                  <a:srgbClr val="000000"/>
                </a:solidFill>
                <a:latin typeface="Calibri"/>
                <a:ea typeface="Calibri"/>
              </a:rPr>
              <a:t>1. search HealthcareService / Location / Endpoint</a:t>
            </a:r>
            <a:endParaRPr b="0" lang="en-AU" sz="93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9" name=""/>
          <p:cNvSpPr/>
          <p:nvPr/>
        </p:nvSpPr>
        <p:spPr>
          <a:xfrm>
            <a:off x="4804200" y="3188520"/>
            <a:ext cx="92160" cy="73800"/>
          </a:xfrm>
          <a:custGeom>
            <a:avLst/>
            <a:gdLst/>
            <a:ahLst/>
            <a:rect l="0" t="0" r="r" b="b"/>
            <a:pathLst>
              <a:path w="256" h="205">
                <a:moveTo>
                  <a:pt x="0" y="0"/>
                </a:moveTo>
                <a:lnTo>
                  <a:pt x="256" y="102"/>
                </a:lnTo>
                <a:lnTo>
                  <a:pt x="0" y="205"/>
                </a:lnTo>
                <a:lnTo>
                  <a:pt x="102" y="102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9000">
            <a:solidFill>
              <a:srgbClr val="001d3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0" name=""/>
          <p:cNvSpPr/>
          <p:nvPr/>
        </p:nvSpPr>
        <p:spPr>
          <a:xfrm>
            <a:off x="990000" y="3225240"/>
            <a:ext cx="3869280" cy="0"/>
          </a:xfrm>
          <a:prstGeom prst="line">
            <a:avLst/>
          </a:prstGeom>
          <a:ln w="9000">
            <a:solidFill>
              <a:srgbClr val="001d3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1" name=""/>
          <p:cNvSpPr txBox="1"/>
          <p:nvPr/>
        </p:nvSpPr>
        <p:spPr>
          <a:xfrm>
            <a:off x="1145880" y="2768400"/>
            <a:ext cx="1875240" cy="14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939" spc="-1" strike="noStrike">
                <a:solidFill>
                  <a:srgbClr val="000000"/>
                </a:solidFill>
                <a:latin typeface="Calibri"/>
                <a:ea typeface="Calibri"/>
              </a:rPr>
              <a:t>matching services + receiving Endpoint</a:t>
            </a:r>
            <a:endParaRPr b="0" lang="en-AU" sz="93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" name=""/>
          <p:cNvSpPr/>
          <p:nvPr/>
        </p:nvSpPr>
        <p:spPr>
          <a:xfrm>
            <a:off x="999000" y="3479040"/>
            <a:ext cx="92160" cy="73800"/>
          </a:xfrm>
          <a:custGeom>
            <a:avLst/>
            <a:gdLst/>
            <a:ahLst/>
            <a:rect l="0" t="0" r="r" b="b"/>
            <a:pathLst>
              <a:path w="256" h="205">
                <a:moveTo>
                  <a:pt x="256" y="0"/>
                </a:moveTo>
                <a:lnTo>
                  <a:pt x="0" y="102"/>
                </a:lnTo>
                <a:lnTo>
                  <a:pt x="256" y="205"/>
                </a:lnTo>
                <a:lnTo>
                  <a:pt x="154" y="102"/>
                </a:lnTo>
                <a:lnTo>
                  <a:pt x="256" y="0"/>
                </a:lnTo>
                <a:close/>
              </a:path>
            </a:pathLst>
          </a:custGeom>
          <a:solidFill>
            <a:srgbClr val="001d34"/>
          </a:solidFill>
          <a:ln w="9000">
            <a:solidFill>
              <a:srgbClr val="001d3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3" name=""/>
          <p:cNvSpPr/>
          <p:nvPr/>
        </p:nvSpPr>
        <p:spPr>
          <a:xfrm>
            <a:off x="1035720" y="3511440"/>
            <a:ext cx="3868560" cy="9360"/>
          </a:xfrm>
          <a:custGeom>
            <a:avLst/>
            <a:gdLst/>
            <a:ahLst/>
            <a:rect l="0" t="0" r="r" b="b"/>
            <a:pathLst>
              <a:path w="10746" h="26">
                <a:moveTo>
                  <a:pt x="0" y="0"/>
                </a:moveTo>
                <a:lnTo>
                  <a:pt x="51" y="0"/>
                </a:lnTo>
                <a:lnTo>
                  <a:pt x="51" y="26"/>
                </a:lnTo>
                <a:lnTo>
                  <a:pt x="0" y="26"/>
                </a:lnTo>
                <a:lnTo>
                  <a:pt x="0" y="0"/>
                </a:lnTo>
                <a:moveTo>
                  <a:pt x="102" y="0"/>
                </a:moveTo>
                <a:lnTo>
                  <a:pt x="153" y="0"/>
                </a:lnTo>
                <a:lnTo>
                  <a:pt x="153" y="26"/>
                </a:lnTo>
                <a:lnTo>
                  <a:pt x="102" y="26"/>
                </a:lnTo>
                <a:lnTo>
                  <a:pt x="102" y="0"/>
                </a:lnTo>
                <a:moveTo>
                  <a:pt x="204" y="0"/>
                </a:moveTo>
                <a:lnTo>
                  <a:pt x="255" y="0"/>
                </a:lnTo>
                <a:lnTo>
                  <a:pt x="255" y="26"/>
                </a:lnTo>
                <a:lnTo>
                  <a:pt x="204" y="26"/>
                </a:lnTo>
                <a:lnTo>
                  <a:pt x="204" y="0"/>
                </a:lnTo>
                <a:moveTo>
                  <a:pt x="306" y="0"/>
                </a:moveTo>
                <a:lnTo>
                  <a:pt x="357" y="0"/>
                </a:lnTo>
                <a:lnTo>
                  <a:pt x="357" y="26"/>
                </a:lnTo>
                <a:lnTo>
                  <a:pt x="306" y="26"/>
                </a:lnTo>
                <a:lnTo>
                  <a:pt x="306" y="0"/>
                </a:lnTo>
                <a:moveTo>
                  <a:pt x="408" y="0"/>
                </a:moveTo>
                <a:lnTo>
                  <a:pt x="458" y="0"/>
                </a:lnTo>
                <a:lnTo>
                  <a:pt x="458" y="26"/>
                </a:lnTo>
                <a:lnTo>
                  <a:pt x="408" y="26"/>
                </a:lnTo>
                <a:lnTo>
                  <a:pt x="408" y="0"/>
                </a:lnTo>
                <a:moveTo>
                  <a:pt x="509" y="0"/>
                </a:moveTo>
                <a:lnTo>
                  <a:pt x="560" y="0"/>
                </a:lnTo>
                <a:lnTo>
                  <a:pt x="560" y="26"/>
                </a:lnTo>
                <a:lnTo>
                  <a:pt x="509" y="26"/>
                </a:lnTo>
                <a:lnTo>
                  <a:pt x="509" y="0"/>
                </a:lnTo>
                <a:moveTo>
                  <a:pt x="611" y="0"/>
                </a:moveTo>
                <a:lnTo>
                  <a:pt x="662" y="0"/>
                </a:lnTo>
                <a:lnTo>
                  <a:pt x="662" y="26"/>
                </a:lnTo>
                <a:lnTo>
                  <a:pt x="611" y="26"/>
                </a:lnTo>
                <a:lnTo>
                  <a:pt x="611" y="0"/>
                </a:lnTo>
                <a:moveTo>
                  <a:pt x="713" y="0"/>
                </a:moveTo>
                <a:lnTo>
                  <a:pt x="764" y="0"/>
                </a:lnTo>
                <a:lnTo>
                  <a:pt x="764" y="26"/>
                </a:lnTo>
                <a:lnTo>
                  <a:pt x="713" y="26"/>
                </a:lnTo>
                <a:lnTo>
                  <a:pt x="713" y="0"/>
                </a:lnTo>
                <a:moveTo>
                  <a:pt x="815" y="0"/>
                </a:moveTo>
                <a:lnTo>
                  <a:pt x="866" y="0"/>
                </a:lnTo>
                <a:lnTo>
                  <a:pt x="866" y="26"/>
                </a:lnTo>
                <a:lnTo>
                  <a:pt x="815" y="26"/>
                </a:lnTo>
                <a:lnTo>
                  <a:pt x="815" y="0"/>
                </a:lnTo>
                <a:moveTo>
                  <a:pt x="917" y="0"/>
                </a:moveTo>
                <a:lnTo>
                  <a:pt x="968" y="0"/>
                </a:lnTo>
                <a:lnTo>
                  <a:pt x="968" y="26"/>
                </a:lnTo>
                <a:lnTo>
                  <a:pt x="917" y="26"/>
                </a:lnTo>
                <a:lnTo>
                  <a:pt x="917" y="0"/>
                </a:lnTo>
                <a:moveTo>
                  <a:pt x="1019" y="0"/>
                </a:moveTo>
                <a:lnTo>
                  <a:pt x="1069" y="0"/>
                </a:lnTo>
                <a:lnTo>
                  <a:pt x="1069" y="26"/>
                </a:lnTo>
                <a:lnTo>
                  <a:pt x="1019" y="26"/>
                </a:lnTo>
                <a:lnTo>
                  <a:pt x="1019" y="0"/>
                </a:lnTo>
                <a:moveTo>
                  <a:pt x="1120" y="0"/>
                </a:moveTo>
                <a:lnTo>
                  <a:pt x="1171" y="0"/>
                </a:lnTo>
                <a:lnTo>
                  <a:pt x="1171" y="26"/>
                </a:lnTo>
                <a:lnTo>
                  <a:pt x="1120" y="26"/>
                </a:lnTo>
                <a:lnTo>
                  <a:pt x="1120" y="0"/>
                </a:lnTo>
                <a:moveTo>
                  <a:pt x="1222" y="0"/>
                </a:moveTo>
                <a:lnTo>
                  <a:pt x="1273" y="0"/>
                </a:lnTo>
                <a:lnTo>
                  <a:pt x="1273" y="26"/>
                </a:lnTo>
                <a:lnTo>
                  <a:pt x="1222" y="26"/>
                </a:lnTo>
                <a:lnTo>
                  <a:pt x="1222" y="0"/>
                </a:lnTo>
                <a:moveTo>
                  <a:pt x="1324" y="0"/>
                </a:moveTo>
                <a:lnTo>
                  <a:pt x="1375" y="0"/>
                </a:lnTo>
                <a:lnTo>
                  <a:pt x="1375" y="26"/>
                </a:lnTo>
                <a:lnTo>
                  <a:pt x="1324" y="26"/>
                </a:lnTo>
                <a:lnTo>
                  <a:pt x="1324" y="0"/>
                </a:lnTo>
                <a:moveTo>
                  <a:pt x="1426" y="0"/>
                </a:moveTo>
                <a:lnTo>
                  <a:pt x="1477" y="0"/>
                </a:lnTo>
                <a:lnTo>
                  <a:pt x="1477" y="26"/>
                </a:lnTo>
                <a:lnTo>
                  <a:pt x="1426" y="26"/>
                </a:lnTo>
                <a:lnTo>
                  <a:pt x="1426" y="0"/>
                </a:lnTo>
                <a:moveTo>
                  <a:pt x="1528" y="0"/>
                </a:moveTo>
                <a:lnTo>
                  <a:pt x="1579" y="0"/>
                </a:lnTo>
                <a:lnTo>
                  <a:pt x="1579" y="26"/>
                </a:lnTo>
                <a:lnTo>
                  <a:pt x="1528" y="26"/>
                </a:lnTo>
                <a:lnTo>
                  <a:pt x="1528" y="0"/>
                </a:lnTo>
                <a:moveTo>
                  <a:pt x="1630" y="0"/>
                </a:moveTo>
                <a:lnTo>
                  <a:pt x="1681" y="0"/>
                </a:lnTo>
                <a:lnTo>
                  <a:pt x="1681" y="26"/>
                </a:lnTo>
                <a:lnTo>
                  <a:pt x="1630" y="26"/>
                </a:lnTo>
                <a:lnTo>
                  <a:pt x="1630" y="0"/>
                </a:lnTo>
                <a:moveTo>
                  <a:pt x="1731" y="0"/>
                </a:moveTo>
                <a:lnTo>
                  <a:pt x="1782" y="0"/>
                </a:lnTo>
                <a:lnTo>
                  <a:pt x="1782" y="26"/>
                </a:lnTo>
                <a:lnTo>
                  <a:pt x="1731" y="26"/>
                </a:lnTo>
                <a:lnTo>
                  <a:pt x="1731" y="0"/>
                </a:lnTo>
                <a:moveTo>
                  <a:pt x="1833" y="0"/>
                </a:moveTo>
                <a:lnTo>
                  <a:pt x="1884" y="0"/>
                </a:lnTo>
                <a:lnTo>
                  <a:pt x="1884" y="26"/>
                </a:lnTo>
                <a:lnTo>
                  <a:pt x="1833" y="26"/>
                </a:lnTo>
                <a:lnTo>
                  <a:pt x="1833" y="0"/>
                </a:lnTo>
                <a:moveTo>
                  <a:pt x="1935" y="0"/>
                </a:moveTo>
                <a:lnTo>
                  <a:pt x="1986" y="0"/>
                </a:lnTo>
                <a:lnTo>
                  <a:pt x="1986" y="26"/>
                </a:lnTo>
                <a:lnTo>
                  <a:pt x="1935" y="26"/>
                </a:lnTo>
                <a:lnTo>
                  <a:pt x="1935" y="0"/>
                </a:lnTo>
                <a:moveTo>
                  <a:pt x="2037" y="0"/>
                </a:moveTo>
                <a:lnTo>
                  <a:pt x="2088" y="0"/>
                </a:lnTo>
                <a:lnTo>
                  <a:pt x="2088" y="26"/>
                </a:lnTo>
                <a:lnTo>
                  <a:pt x="2037" y="26"/>
                </a:lnTo>
                <a:lnTo>
                  <a:pt x="2037" y="0"/>
                </a:lnTo>
                <a:moveTo>
                  <a:pt x="2139" y="0"/>
                </a:moveTo>
                <a:lnTo>
                  <a:pt x="2190" y="0"/>
                </a:lnTo>
                <a:lnTo>
                  <a:pt x="2190" y="26"/>
                </a:lnTo>
                <a:lnTo>
                  <a:pt x="2139" y="26"/>
                </a:lnTo>
                <a:lnTo>
                  <a:pt x="2139" y="0"/>
                </a:lnTo>
                <a:moveTo>
                  <a:pt x="2241" y="0"/>
                </a:moveTo>
                <a:lnTo>
                  <a:pt x="2292" y="0"/>
                </a:lnTo>
                <a:lnTo>
                  <a:pt x="2292" y="26"/>
                </a:lnTo>
                <a:lnTo>
                  <a:pt x="2241" y="26"/>
                </a:lnTo>
                <a:lnTo>
                  <a:pt x="2241" y="0"/>
                </a:lnTo>
                <a:moveTo>
                  <a:pt x="2343" y="0"/>
                </a:moveTo>
                <a:lnTo>
                  <a:pt x="2393" y="0"/>
                </a:lnTo>
                <a:lnTo>
                  <a:pt x="2393" y="26"/>
                </a:lnTo>
                <a:lnTo>
                  <a:pt x="2343" y="26"/>
                </a:lnTo>
                <a:lnTo>
                  <a:pt x="2343" y="0"/>
                </a:lnTo>
                <a:moveTo>
                  <a:pt x="2444" y="0"/>
                </a:moveTo>
                <a:lnTo>
                  <a:pt x="2496" y="0"/>
                </a:lnTo>
                <a:lnTo>
                  <a:pt x="2496" y="26"/>
                </a:lnTo>
                <a:lnTo>
                  <a:pt x="2444" y="26"/>
                </a:lnTo>
                <a:lnTo>
                  <a:pt x="2444" y="0"/>
                </a:lnTo>
                <a:moveTo>
                  <a:pt x="2547" y="0"/>
                </a:moveTo>
                <a:lnTo>
                  <a:pt x="2598" y="0"/>
                </a:lnTo>
                <a:lnTo>
                  <a:pt x="2598" y="26"/>
                </a:lnTo>
                <a:lnTo>
                  <a:pt x="2547" y="26"/>
                </a:lnTo>
                <a:lnTo>
                  <a:pt x="2547" y="0"/>
                </a:lnTo>
                <a:moveTo>
                  <a:pt x="2649" y="0"/>
                </a:moveTo>
                <a:lnTo>
                  <a:pt x="2700" y="0"/>
                </a:lnTo>
                <a:lnTo>
                  <a:pt x="2700" y="26"/>
                </a:lnTo>
                <a:lnTo>
                  <a:pt x="2649" y="26"/>
                </a:lnTo>
                <a:lnTo>
                  <a:pt x="2649" y="0"/>
                </a:lnTo>
                <a:moveTo>
                  <a:pt x="2751" y="0"/>
                </a:moveTo>
                <a:lnTo>
                  <a:pt x="2802" y="0"/>
                </a:lnTo>
                <a:lnTo>
                  <a:pt x="2802" y="26"/>
                </a:lnTo>
                <a:lnTo>
                  <a:pt x="2751" y="26"/>
                </a:lnTo>
                <a:lnTo>
                  <a:pt x="2751" y="0"/>
                </a:lnTo>
                <a:moveTo>
                  <a:pt x="2853" y="0"/>
                </a:moveTo>
                <a:lnTo>
                  <a:pt x="2904" y="0"/>
                </a:lnTo>
                <a:lnTo>
                  <a:pt x="2904" y="26"/>
                </a:lnTo>
                <a:lnTo>
                  <a:pt x="2853" y="26"/>
                </a:lnTo>
                <a:lnTo>
                  <a:pt x="2853" y="0"/>
                </a:lnTo>
                <a:moveTo>
                  <a:pt x="2955" y="0"/>
                </a:moveTo>
                <a:lnTo>
                  <a:pt x="3006" y="0"/>
                </a:lnTo>
                <a:lnTo>
                  <a:pt x="3006" y="26"/>
                </a:lnTo>
                <a:lnTo>
                  <a:pt x="2955" y="26"/>
                </a:lnTo>
                <a:lnTo>
                  <a:pt x="2955" y="0"/>
                </a:lnTo>
                <a:moveTo>
                  <a:pt x="3056" y="0"/>
                </a:moveTo>
                <a:lnTo>
                  <a:pt x="3107" y="0"/>
                </a:lnTo>
                <a:lnTo>
                  <a:pt x="3107" y="26"/>
                </a:lnTo>
                <a:lnTo>
                  <a:pt x="3056" y="26"/>
                </a:lnTo>
                <a:lnTo>
                  <a:pt x="3056" y="0"/>
                </a:lnTo>
                <a:moveTo>
                  <a:pt x="3158" y="0"/>
                </a:moveTo>
                <a:lnTo>
                  <a:pt x="3209" y="0"/>
                </a:lnTo>
                <a:lnTo>
                  <a:pt x="3209" y="26"/>
                </a:lnTo>
                <a:lnTo>
                  <a:pt x="3158" y="26"/>
                </a:lnTo>
                <a:lnTo>
                  <a:pt x="3158" y="0"/>
                </a:lnTo>
                <a:moveTo>
                  <a:pt x="3260" y="0"/>
                </a:moveTo>
                <a:lnTo>
                  <a:pt x="3311" y="0"/>
                </a:lnTo>
                <a:lnTo>
                  <a:pt x="3311" y="26"/>
                </a:lnTo>
                <a:lnTo>
                  <a:pt x="3260" y="26"/>
                </a:lnTo>
                <a:lnTo>
                  <a:pt x="3260" y="0"/>
                </a:lnTo>
                <a:moveTo>
                  <a:pt x="3362" y="0"/>
                </a:moveTo>
                <a:lnTo>
                  <a:pt x="3413" y="0"/>
                </a:lnTo>
                <a:lnTo>
                  <a:pt x="3413" y="26"/>
                </a:lnTo>
                <a:lnTo>
                  <a:pt x="3362" y="26"/>
                </a:lnTo>
                <a:lnTo>
                  <a:pt x="3362" y="0"/>
                </a:lnTo>
                <a:moveTo>
                  <a:pt x="3464" y="0"/>
                </a:moveTo>
                <a:lnTo>
                  <a:pt x="3515" y="0"/>
                </a:lnTo>
                <a:lnTo>
                  <a:pt x="3515" y="26"/>
                </a:lnTo>
                <a:lnTo>
                  <a:pt x="3464" y="26"/>
                </a:lnTo>
                <a:lnTo>
                  <a:pt x="3464" y="0"/>
                </a:lnTo>
                <a:moveTo>
                  <a:pt x="3566" y="0"/>
                </a:moveTo>
                <a:lnTo>
                  <a:pt x="3617" y="0"/>
                </a:lnTo>
                <a:lnTo>
                  <a:pt x="3617" y="26"/>
                </a:lnTo>
                <a:lnTo>
                  <a:pt x="3566" y="26"/>
                </a:lnTo>
                <a:lnTo>
                  <a:pt x="3566" y="0"/>
                </a:lnTo>
                <a:moveTo>
                  <a:pt x="3668" y="0"/>
                </a:moveTo>
                <a:lnTo>
                  <a:pt x="3718" y="0"/>
                </a:lnTo>
                <a:lnTo>
                  <a:pt x="3718" y="26"/>
                </a:lnTo>
                <a:lnTo>
                  <a:pt x="3668" y="26"/>
                </a:lnTo>
                <a:lnTo>
                  <a:pt x="3668" y="0"/>
                </a:lnTo>
                <a:moveTo>
                  <a:pt x="3769" y="0"/>
                </a:moveTo>
                <a:lnTo>
                  <a:pt x="3820" y="0"/>
                </a:lnTo>
                <a:lnTo>
                  <a:pt x="3820" y="26"/>
                </a:lnTo>
                <a:lnTo>
                  <a:pt x="3769" y="26"/>
                </a:lnTo>
                <a:lnTo>
                  <a:pt x="3769" y="0"/>
                </a:lnTo>
                <a:moveTo>
                  <a:pt x="3871" y="0"/>
                </a:moveTo>
                <a:lnTo>
                  <a:pt x="3922" y="0"/>
                </a:lnTo>
                <a:lnTo>
                  <a:pt x="3922" y="26"/>
                </a:lnTo>
                <a:lnTo>
                  <a:pt x="3871" y="26"/>
                </a:lnTo>
                <a:lnTo>
                  <a:pt x="3871" y="0"/>
                </a:lnTo>
                <a:moveTo>
                  <a:pt x="3973" y="0"/>
                </a:moveTo>
                <a:lnTo>
                  <a:pt x="4024" y="0"/>
                </a:lnTo>
                <a:lnTo>
                  <a:pt x="4024" y="26"/>
                </a:lnTo>
                <a:lnTo>
                  <a:pt x="3973" y="26"/>
                </a:lnTo>
                <a:lnTo>
                  <a:pt x="3973" y="0"/>
                </a:lnTo>
                <a:moveTo>
                  <a:pt x="4075" y="0"/>
                </a:moveTo>
                <a:lnTo>
                  <a:pt x="4126" y="0"/>
                </a:lnTo>
                <a:lnTo>
                  <a:pt x="4126" y="26"/>
                </a:lnTo>
                <a:lnTo>
                  <a:pt x="4075" y="26"/>
                </a:lnTo>
                <a:lnTo>
                  <a:pt x="4075" y="0"/>
                </a:lnTo>
                <a:moveTo>
                  <a:pt x="4177" y="0"/>
                </a:moveTo>
                <a:lnTo>
                  <a:pt x="4228" y="0"/>
                </a:lnTo>
                <a:lnTo>
                  <a:pt x="4228" y="26"/>
                </a:lnTo>
                <a:lnTo>
                  <a:pt x="4177" y="26"/>
                </a:lnTo>
                <a:lnTo>
                  <a:pt x="4177" y="0"/>
                </a:lnTo>
                <a:moveTo>
                  <a:pt x="4279" y="0"/>
                </a:moveTo>
                <a:lnTo>
                  <a:pt x="4330" y="0"/>
                </a:lnTo>
                <a:lnTo>
                  <a:pt x="4330" y="26"/>
                </a:lnTo>
                <a:lnTo>
                  <a:pt x="4279" y="26"/>
                </a:lnTo>
                <a:lnTo>
                  <a:pt x="4279" y="0"/>
                </a:lnTo>
                <a:moveTo>
                  <a:pt x="4380" y="0"/>
                </a:moveTo>
                <a:lnTo>
                  <a:pt x="4431" y="0"/>
                </a:lnTo>
                <a:lnTo>
                  <a:pt x="4431" y="26"/>
                </a:lnTo>
                <a:lnTo>
                  <a:pt x="4380" y="26"/>
                </a:lnTo>
                <a:lnTo>
                  <a:pt x="4380" y="0"/>
                </a:lnTo>
                <a:moveTo>
                  <a:pt x="4482" y="0"/>
                </a:moveTo>
                <a:lnTo>
                  <a:pt x="4533" y="0"/>
                </a:lnTo>
                <a:lnTo>
                  <a:pt x="4533" y="26"/>
                </a:lnTo>
                <a:lnTo>
                  <a:pt x="4482" y="26"/>
                </a:lnTo>
                <a:lnTo>
                  <a:pt x="4482" y="0"/>
                </a:lnTo>
                <a:moveTo>
                  <a:pt x="4584" y="0"/>
                </a:moveTo>
                <a:lnTo>
                  <a:pt x="4635" y="0"/>
                </a:lnTo>
                <a:lnTo>
                  <a:pt x="4635" y="26"/>
                </a:lnTo>
                <a:lnTo>
                  <a:pt x="4584" y="26"/>
                </a:lnTo>
                <a:lnTo>
                  <a:pt x="4584" y="0"/>
                </a:lnTo>
                <a:moveTo>
                  <a:pt x="4686" y="0"/>
                </a:moveTo>
                <a:lnTo>
                  <a:pt x="4737" y="0"/>
                </a:lnTo>
                <a:lnTo>
                  <a:pt x="4737" y="26"/>
                </a:lnTo>
                <a:lnTo>
                  <a:pt x="4686" y="26"/>
                </a:lnTo>
                <a:lnTo>
                  <a:pt x="4686" y="0"/>
                </a:lnTo>
                <a:moveTo>
                  <a:pt x="4788" y="0"/>
                </a:moveTo>
                <a:lnTo>
                  <a:pt x="4839" y="0"/>
                </a:lnTo>
                <a:lnTo>
                  <a:pt x="4839" y="26"/>
                </a:lnTo>
                <a:lnTo>
                  <a:pt x="4788" y="26"/>
                </a:lnTo>
                <a:lnTo>
                  <a:pt x="4788" y="0"/>
                </a:lnTo>
                <a:moveTo>
                  <a:pt x="4890" y="0"/>
                </a:moveTo>
                <a:lnTo>
                  <a:pt x="4941" y="0"/>
                </a:lnTo>
                <a:lnTo>
                  <a:pt x="4941" y="26"/>
                </a:lnTo>
                <a:lnTo>
                  <a:pt x="4890" y="26"/>
                </a:lnTo>
                <a:lnTo>
                  <a:pt x="4890" y="0"/>
                </a:lnTo>
                <a:moveTo>
                  <a:pt x="4992" y="0"/>
                </a:moveTo>
                <a:lnTo>
                  <a:pt x="5042" y="0"/>
                </a:lnTo>
                <a:lnTo>
                  <a:pt x="5042" y="26"/>
                </a:lnTo>
                <a:lnTo>
                  <a:pt x="4992" y="26"/>
                </a:lnTo>
                <a:lnTo>
                  <a:pt x="4992" y="0"/>
                </a:lnTo>
                <a:moveTo>
                  <a:pt x="5093" y="0"/>
                </a:moveTo>
                <a:lnTo>
                  <a:pt x="5144" y="0"/>
                </a:lnTo>
                <a:lnTo>
                  <a:pt x="5144" y="26"/>
                </a:lnTo>
                <a:lnTo>
                  <a:pt x="5093" y="26"/>
                </a:lnTo>
                <a:lnTo>
                  <a:pt x="5093" y="0"/>
                </a:lnTo>
                <a:moveTo>
                  <a:pt x="5195" y="0"/>
                </a:moveTo>
                <a:lnTo>
                  <a:pt x="5246" y="0"/>
                </a:lnTo>
                <a:lnTo>
                  <a:pt x="5246" y="26"/>
                </a:lnTo>
                <a:lnTo>
                  <a:pt x="5195" y="26"/>
                </a:lnTo>
                <a:lnTo>
                  <a:pt x="5195" y="0"/>
                </a:lnTo>
                <a:moveTo>
                  <a:pt x="5297" y="0"/>
                </a:moveTo>
                <a:lnTo>
                  <a:pt x="5348" y="0"/>
                </a:lnTo>
                <a:lnTo>
                  <a:pt x="5348" y="26"/>
                </a:lnTo>
                <a:lnTo>
                  <a:pt x="5297" y="26"/>
                </a:lnTo>
                <a:lnTo>
                  <a:pt x="5297" y="0"/>
                </a:lnTo>
                <a:moveTo>
                  <a:pt x="5399" y="0"/>
                </a:moveTo>
                <a:lnTo>
                  <a:pt x="5450" y="0"/>
                </a:lnTo>
                <a:lnTo>
                  <a:pt x="5450" y="26"/>
                </a:lnTo>
                <a:lnTo>
                  <a:pt x="5399" y="26"/>
                </a:lnTo>
                <a:lnTo>
                  <a:pt x="5399" y="0"/>
                </a:lnTo>
                <a:moveTo>
                  <a:pt x="5501" y="0"/>
                </a:moveTo>
                <a:lnTo>
                  <a:pt x="5552" y="0"/>
                </a:lnTo>
                <a:lnTo>
                  <a:pt x="5552" y="26"/>
                </a:lnTo>
                <a:lnTo>
                  <a:pt x="5501" y="26"/>
                </a:lnTo>
                <a:lnTo>
                  <a:pt x="5501" y="0"/>
                </a:lnTo>
                <a:moveTo>
                  <a:pt x="5603" y="0"/>
                </a:moveTo>
                <a:lnTo>
                  <a:pt x="5654" y="0"/>
                </a:lnTo>
                <a:lnTo>
                  <a:pt x="5654" y="26"/>
                </a:lnTo>
                <a:lnTo>
                  <a:pt x="5603" y="26"/>
                </a:lnTo>
                <a:lnTo>
                  <a:pt x="5603" y="0"/>
                </a:lnTo>
                <a:moveTo>
                  <a:pt x="5704" y="0"/>
                </a:moveTo>
                <a:lnTo>
                  <a:pt x="5755" y="0"/>
                </a:lnTo>
                <a:lnTo>
                  <a:pt x="5755" y="26"/>
                </a:lnTo>
                <a:lnTo>
                  <a:pt x="5704" y="26"/>
                </a:lnTo>
                <a:lnTo>
                  <a:pt x="5704" y="0"/>
                </a:lnTo>
                <a:moveTo>
                  <a:pt x="5806" y="0"/>
                </a:moveTo>
                <a:lnTo>
                  <a:pt x="5857" y="0"/>
                </a:lnTo>
                <a:lnTo>
                  <a:pt x="5857" y="26"/>
                </a:lnTo>
                <a:lnTo>
                  <a:pt x="5806" y="26"/>
                </a:lnTo>
                <a:lnTo>
                  <a:pt x="5806" y="0"/>
                </a:lnTo>
                <a:moveTo>
                  <a:pt x="5908" y="0"/>
                </a:moveTo>
                <a:lnTo>
                  <a:pt x="5959" y="0"/>
                </a:lnTo>
                <a:lnTo>
                  <a:pt x="5959" y="26"/>
                </a:lnTo>
                <a:lnTo>
                  <a:pt x="5908" y="26"/>
                </a:lnTo>
                <a:lnTo>
                  <a:pt x="5908" y="0"/>
                </a:lnTo>
                <a:moveTo>
                  <a:pt x="6010" y="0"/>
                </a:moveTo>
                <a:lnTo>
                  <a:pt x="6061" y="0"/>
                </a:lnTo>
                <a:lnTo>
                  <a:pt x="6061" y="26"/>
                </a:lnTo>
                <a:lnTo>
                  <a:pt x="6010" y="26"/>
                </a:lnTo>
                <a:lnTo>
                  <a:pt x="6010" y="0"/>
                </a:lnTo>
                <a:moveTo>
                  <a:pt x="6112" y="0"/>
                </a:moveTo>
                <a:lnTo>
                  <a:pt x="6163" y="0"/>
                </a:lnTo>
                <a:lnTo>
                  <a:pt x="6163" y="26"/>
                </a:lnTo>
                <a:lnTo>
                  <a:pt x="6112" y="26"/>
                </a:lnTo>
                <a:lnTo>
                  <a:pt x="6112" y="0"/>
                </a:lnTo>
                <a:moveTo>
                  <a:pt x="6214" y="0"/>
                </a:moveTo>
                <a:lnTo>
                  <a:pt x="6265" y="0"/>
                </a:lnTo>
                <a:lnTo>
                  <a:pt x="6265" y="26"/>
                </a:lnTo>
                <a:lnTo>
                  <a:pt x="6214" y="26"/>
                </a:lnTo>
                <a:lnTo>
                  <a:pt x="6214" y="0"/>
                </a:lnTo>
                <a:moveTo>
                  <a:pt x="6315" y="0"/>
                </a:moveTo>
                <a:lnTo>
                  <a:pt x="6366" y="0"/>
                </a:lnTo>
                <a:lnTo>
                  <a:pt x="6366" y="26"/>
                </a:lnTo>
                <a:lnTo>
                  <a:pt x="6315" y="26"/>
                </a:lnTo>
                <a:lnTo>
                  <a:pt x="6315" y="0"/>
                </a:lnTo>
                <a:moveTo>
                  <a:pt x="6417" y="0"/>
                </a:moveTo>
                <a:lnTo>
                  <a:pt x="6468" y="0"/>
                </a:lnTo>
                <a:lnTo>
                  <a:pt x="6468" y="26"/>
                </a:lnTo>
                <a:lnTo>
                  <a:pt x="6417" y="26"/>
                </a:lnTo>
                <a:lnTo>
                  <a:pt x="6417" y="0"/>
                </a:lnTo>
                <a:moveTo>
                  <a:pt x="6519" y="0"/>
                </a:moveTo>
                <a:lnTo>
                  <a:pt x="6570" y="0"/>
                </a:lnTo>
                <a:lnTo>
                  <a:pt x="6570" y="26"/>
                </a:lnTo>
                <a:lnTo>
                  <a:pt x="6519" y="26"/>
                </a:lnTo>
                <a:lnTo>
                  <a:pt x="6519" y="0"/>
                </a:lnTo>
                <a:moveTo>
                  <a:pt x="6621" y="0"/>
                </a:moveTo>
                <a:lnTo>
                  <a:pt x="6672" y="0"/>
                </a:lnTo>
                <a:lnTo>
                  <a:pt x="6672" y="26"/>
                </a:lnTo>
                <a:lnTo>
                  <a:pt x="6621" y="26"/>
                </a:lnTo>
                <a:lnTo>
                  <a:pt x="6621" y="0"/>
                </a:lnTo>
                <a:moveTo>
                  <a:pt x="6723" y="0"/>
                </a:moveTo>
                <a:lnTo>
                  <a:pt x="6774" y="0"/>
                </a:lnTo>
                <a:lnTo>
                  <a:pt x="6774" y="26"/>
                </a:lnTo>
                <a:lnTo>
                  <a:pt x="6723" y="26"/>
                </a:lnTo>
                <a:lnTo>
                  <a:pt x="6723" y="0"/>
                </a:lnTo>
                <a:moveTo>
                  <a:pt x="6825" y="0"/>
                </a:moveTo>
                <a:lnTo>
                  <a:pt x="6876" y="0"/>
                </a:lnTo>
                <a:lnTo>
                  <a:pt x="6876" y="26"/>
                </a:lnTo>
                <a:lnTo>
                  <a:pt x="6825" y="26"/>
                </a:lnTo>
                <a:lnTo>
                  <a:pt x="6825" y="0"/>
                </a:lnTo>
                <a:moveTo>
                  <a:pt x="6927" y="0"/>
                </a:moveTo>
                <a:lnTo>
                  <a:pt x="6977" y="0"/>
                </a:lnTo>
                <a:lnTo>
                  <a:pt x="6977" y="26"/>
                </a:lnTo>
                <a:lnTo>
                  <a:pt x="6927" y="26"/>
                </a:lnTo>
                <a:lnTo>
                  <a:pt x="6927" y="0"/>
                </a:lnTo>
                <a:moveTo>
                  <a:pt x="7028" y="0"/>
                </a:moveTo>
                <a:lnTo>
                  <a:pt x="7079" y="0"/>
                </a:lnTo>
                <a:lnTo>
                  <a:pt x="7079" y="26"/>
                </a:lnTo>
                <a:lnTo>
                  <a:pt x="7028" y="26"/>
                </a:lnTo>
                <a:lnTo>
                  <a:pt x="7028" y="0"/>
                </a:lnTo>
                <a:moveTo>
                  <a:pt x="7130" y="0"/>
                </a:moveTo>
                <a:lnTo>
                  <a:pt x="7181" y="0"/>
                </a:lnTo>
                <a:lnTo>
                  <a:pt x="7181" y="26"/>
                </a:lnTo>
                <a:lnTo>
                  <a:pt x="7130" y="26"/>
                </a:lnTo>
                <a:lnTo>
                  <a:pt x="7130" y="0"/>
                </a:lnTo>
                <a:moveTo>
                  <a:pt x="7232" y="0"/>
                </a:moveTo>
                <a:lnTo>
                  <a:pt x="7283" y="0"/>
                </a:lnTo>
                <a:lnTo>
                  <a:pt x="7283" y="26"/>
                </a:lnTo>
                <a:lnTo>
                  <a:pt x="7232" y="26"/>
                </a:lnTo>
                <a:lnTo>
                  <a:pt x="7232" y="0"/>
                </a:lnTo>
                <a:moveTo>
                  <a:pt x="7334" y="0"/>
                </a:moveTo>
                <a:lnTo>
                  <a:pt x="7385" y="0"/>
                </a:lnTo>
                <a:lnTo>
                  <a:pt x="7385" y="26"/>
                </a:lnTo>
                <a:lnTo>
                  <a:pt x="7334" y="26"/>
                </a:lnTo>
                <a:lnTo>
                  <a:pt x="7334" y="0"/>
                </a:lnTo>
                <a:moveTo>
                  <a:pt x="7436" y="0"/>
                </a:moveTo>
                <a:lnTo>
                  <a:pt x="7487" y="0"/>
                </a:lnTo>
                <a:lnTo>
                  <a:pt x="7487" y="26"/>
                </a:lnTo>
                <a:lnTo>
                  <a:pt x="7436" y="26"/>
                </a:lnTo>
                <a:lnTo>
                  <a:pt x="7436" y="0"/>
                </a:lnTo>
                <a:moveTo>
                  <a:pt x="7538" y="0"/>
                </a:moveTo>
                <a:lnTo>
                  <a:pt x="7589" y="0"/>
                </a:lnTo>
                <a:lnTo>
                  <a:pt x="7589" y="26"/>
                </a:lnTo>
                <a:lnTo>
                  <a:pt x="7538" y="26"/>
                </a:lnTo>
                <a:lnTo>
                  <a:pt x="7538" y="0"/>
                </a:lnTo>
                <a:moveTo>
                  <a:pt x="7639" y="0"/>
                </a:moveTo>
                <a:lnTo>
                  <a:pt x="7690" y="0"/>
                </a:lnTo>
                <a:lnTo>
                  <a:pt x="7690" y="26"/>
                </a:lnTo>
                <a:lnTo>
                  <a:pt x="7639" y="26"/>
                </a:lnTo>
                <a:lnTo>
                  <a:pt x="7639" y="0"/>
                </a:lnTo>
                <a:moveTo>
                  <a:pt x="7741" y="0"/>
                </a:moveTo>
                <a:lnTo>
                  <a:pt x="7792" y="0"/>
                </a:lnTo>
                <a:lnTo>
                  <a:pt x="7792" y="26"/>
                </a:lnTo>
                <a:lnTo>
                  <a:pt x="7741" y="26"/>
                </a:lnTo>
                <a:lnTo>
                  <a:pt x="7741" y="0"/>
                </a:lnTo>
                <a:moveTo>
                  <a:pt x="7843" y="0"/>
                </a:moveTo>
                <a:lnTo>
                  <a:pt x="7894" y="0"/>
                </a:lnTo>
                <a:lnTo>
                  <a:pt x="7894" y="26"/>
                </a:lnTo>
                <a:lnTo>
                  <a:pt x="7843" y="26"/>
                </a:lnTo>
                <a:lnTo>
                  <a:pt x="7843" y="0"/>
                </a:lnTo>
                <a:moveTo>
                  <a:pt x="7945" y="0"/>
                </a:moveTo>
                <a:lnTo>
                  <a:pt x="7996" y="0"/>
                </a:lnTo>
                <a:lnTo>
                  <a:pt x="7996" y="26"/>
                </a:lnTo>
                <a:lnTo>
                  <a:pt x="7945" y="26"/>
                </a:lnTo>
                <a:lnTo>
                  <a:pt x="7945" y="0"/>
                </a:lnTo>
                <a:moveTo>
                  <a:pt x="8047" y="0"/>
                </a:moveTo>
                <a:lnTo>
                  <a:pt x="8098" y="0"/>
                </a:lnTo>
                <a:lnTo>
                  <a:pt x="8098" y="26"/>
                </a:lnTo>
                <a:lnTo>
                  <a:pt x="8047" y="26"/>
                </a:lnTo>
                <a:lnTo>
                  <a:pt x="8047" y="0"/>
                </a:lnTo>
                <a:moveTo>
                  <a:pt x="8149" y="0"/>
                </a:moveTo>
                <a:lnTo>
                  <a:pt x="8200" y="0"/>
                </a:lnTo>
                <a:lnTo>
                  <a:pt x="8200" y="26"/>
                </a:lnTo>
                <a:lnTo>
                  <a:pt x="8149" y="26"/>
                </a:lnTo>
                <a:lnTo>
                  <a:pt x="8149" y="0"/>
                </a:lnTo>
                <a:moveTo>
                  <a:pt x="8251" y="0"/>
                </a:moveTo>
                <a:lnTo>
                  <a:pt x="8301" y="0"/>
                </a:lnTo>
                <a:lnTo>
                  <a:pt x="8301" y="26"/>
                </a:lnTo>
                <a:lnTo>
                  <a:pt x="8251" y="26"/>
                </a:lnTo>
                <a:lnTo>
                  <a:pt x="8251" y="0"/>
                </a:lnTo>
                <a:moveTo>
                  <a:pt x="8352" y="0"/>
                </a:moveTo>
                <a:lnTo>
                  <a:pt x="8403" y="0"/>
                </a:lnTo>
                <a:lnTo>
                  <a:pt x="8403" y="26"/>
                </a:lnTo>
                <a:lnTo>
                  <a:pt x="8352" y="26"/>
                </a:lnTo>
                <a:lnTo>
                  <a:pt x="8352" y="0"/>
                </a:lnTo>
                <a:moveTo>
                  <a:pt x="8454" y="0"/>
                </a:moveTo>
                <a:lnTo>
                  <a:pt x="8505" y="0"/>
                </a:lnTo>
                <a:lnTo>
                  <a:pt x="8505" y="26"/>
                </a:lnTo>
                <a:lnTo>
                  <a:pt x="8454" y="26"/>
                </a:lnTo>
                <a:lnTo>
                  <a:pt x="8454" y="0"/>
                </a:lnTo>
                <a:moveTo>
                  <a:pt x="8556" y="0"/>
                </a:moveTo>
                <a:lnTo>
                  <a:pt x="8607" y="0"/>
                </a:lnTo>
                <a:lnTo>
                  <a:pt x="8607" y="26"/>
                </a:lnTo>
                <a:lnTo>
                  <a:pt x="8556" y="26"/>
                </a:lnTo>
                <a:lnTo>
                  <a:pt x="8556" y="0"/>
                </a:lnTo>
                <a:moveTo>
                  <a:pt x="8658" y="0"/>
                </a:moveTo>
                <a:lnTo>
                  <a:pt x="8709" y="0"/>
                </a:lnTo>
                <a:lnTo>
                  <a:pt x="8709" y="26"/>
                </a:lnTo>
                <a:lnTo>
                  <a:pt x="8658" y="26"/>
                </a:lnTo>
                <a:lnTo>
                  <a:pt x="8658" y="0"/>
                </a:lnTo>
                <a:moveTo>
                  <a:pt x="8760" y="0"/>
                </a:moveTo>
                <a:lnTo>
                  <a:pt x="8811" y="0"/>
                </a:lnTo>
                <a:lnTo>
                  <a:pt x="8811" y="26"/>
                </a:lnTo>
                <a:lnTo>
                  <a:pt x="8760" y="26"/>
                </a:lnTo>
                <a:lnTo>
                  <a:pt x="8760" y="0"/>
                </a:lnTo>
                <a:moveTo>
                  <a:pt x="8862" y="0"/>
                </a:moveTo>
                <a:lnTo>
                  <a:pt x="8913" y="0"/>
                </a:lnTo>
                <a:lnTo>
                  <a:pt x="8913" y="26"/>
                </a:lnTo>
                <a:lnTo>
                  <a:pt x="8862" y="26"/>
                </a:lnTo>
                <a:lnTo>
                  <a:pt x="8862" y="0"/>
                </a:lnTo>
                <a:moveTo>
                  <a:pt x="8963" y="0"/>
                </a:moveTo>
                <a:lnTo>
                  <a:pt x="9014" y="0"/>
                </a:lnTo>
                <a:lnTo>
                  <a:pt x="9014" y="26"/>
                </a:lnTo>
                <a:lnTo>
                  <a:pt x="8963" y="26"/>
                </a:lnTo>
                <a:lnTo>
                  <a:pt x="8963" y="0"/>
                </a:lnTo>
                <a:moveTo>
                  <a:pt x="9065" y="0"/>
                </a:moveTo>
                <a:lnTo>
                  <a:pt x="9116" y="0"/>
                </a:lnTo>
                <a:lnTo>
                  <a:pt x="9116" y="26"/>
                </a:lnTo>
                <a:lnTo>
                  <a:pt x="9065" y="26"/>
                </a:lnTo>
                <a:lnTo>
                  <a:pt x="9065" y="0"/>
                </a:lnTo>
                <a:moveTo>
                  <a:pt x="9167" y="0"/>
                </a:moveTo>
                <a:lnTo>
                  <a:pt x="9218" y="0"/>
                </a:lnTo>
                <a:lnTo>
                  <a:pt x="9218" y="26"/>
                </a:lnTo>
                <a:lnTo>
                  <a:pt x="9167" y="26"/>
                </a:lnTo>
                <a:lnTo>
                  <a:pt x="9167" y="0"/>
                </a:lnTo>
                <a:moveTo>
                  <a:pt x="9269" y="0"/>
                </a:moveTo>
                <a:lnTo>
                  <a:pt x="9320" y="0"/>
                </a:lnTo>
                <a:lnTo>
                  <a:pt x="9320" y="26"/>
                </a:lnTo>
                <a:lnTo>
                  <a:pt x="9269" y="26"/>
                </a:lnTo>
                <a:lnTo>
                  <a:pt x="9269" y="0"/>
                </a:lnTo>
                <a:moveTo>
                  <a:pt x="9371" y="0"/>
                </a:moveTo>
                <a:lnTo>
                  <a:pt x="9422" y="0"/>
                </a:lnTo>
                <a:lnTo>
                  <a:pt x="9422" y="26"/>
                </a:lnTo>
                <a:lnTo>
                  <a:pt x="9371" y="26"/>
                </a:lnTo>
                <a:lnTo>
                  <a:pt x="9371" y="0"/>
                </a:lnTo>
                <a:moveTo>
                  <a:pt x="9473" y="0"/>
                </a:moveTo>
                <a:lnTo>
                  <a:pt x="9524" y="0"/>
                </a:lnTo>
                <a:lnTo>
                  <a:pt x="9524" y="26"/>
                </a:lnTo>
                <a:lnTo>
                  <a:pt x="9473" y="26"/>
                </a:lnTo>
                <a:lnTo>
                  <a:pt x="9473" y="0"/>
                </a:lnTo>
                <a:moveTo>
                  <a:pt x="9575" y="0"/>
                </a:moveTo>
                <a:lnTo>
                  <a:pt x="9625" y="0"/>
                </a:lnTo>
                <a:lnTo>
                  <a:pt x="9625" y="26"/>
                </a:lnTo>
                <a:lnTo>
                  <a:pt x="9575" y="26"/>
                </a:lnTo>
                <a:lnTo>
                  <a:pt x="9575" y="0"/>
                </a:lnTo>
                <a:moveTo>
                  <a:pt x="9676" y="0"/>
                </a:moveTo>
                <a:lnTo>
                  <a:pt x="9727" y="0"/>
                </a:lnTo>
                <a:lnTo>
                  <a:pt x="9727" y="26"/>
                </a:lnTo>
                <a:lnTo>
                  <a:pt x="9676" y="26"/>
                </a:lnTo>
                <a:lnTo>
                  <a:pt x="9676" y="0"/>
                </a:lnTo>
                <a:moveTo>
                  <a:pt x="9778" y="0"/>
                </a:moveTo>
                <a:lnTo>
                  <a:pt x="9829" y="0"/>
                </a:lnTo>
                <a:lnTo>
                  <a:pt x="9829" y="26"/>
                </a:lnTo>
                <a:lnTo>
                  <a:pt x="9778" y="26"/>
                </a:lnTo>
                <a:lnTo>
                  <a:pt x="9778" y="0"/>
                </a:lnTo>
                <a:moveTo>
                  <a:pt x="9880" y="0"/>
                </a:moveTo>
                <a:lnTo>
                  <a:pt x="9931" y="0"/>
                </a:lnTo>
                <a:lnTo>
                  <a:pt x="9931" y="26"/>
                </a:lnTo>
                <a:lnTo>
                  <a:pt x="9880" y="26"/>
                </a:lnTo>
                <a:lnTo>
                  <a:pt x="9880" y="0"/>
                </a:lnTo>
                <a:moveTo>
                  <a:pt x="9982" y="0"/>
                </a:moveTo>
                <a:lnTo>
                  <a:pt x="10033" y="0"/>
                </a:lnTo>
                <a:lnTo>
                  <a:pt x="10033" y="26"/>
                </a:lnTo>
                <a:lnTo>
                  <a:pt x="9982" y="26"/>
                </a:lnTo>
                <a:lnTo>
                  <a:pt x="9982" y="0"/>
                </a:lnTo>
                <a:moveTo>
                  <a:pt x="10084" y="0"/>
                </a:moveTo>
                <a:lnTo>
                  <a:pt x="10135" y="0"/>
                </a:lnTo>
                <a:lnTo>
                  <a:pt x="10135" y="26"/>
                </a:lnTo>
                <a:lnTo>
                  <a:pt x="10084" y="26"/>
                </a:lnTo>
                <a:lnTo>
                  <a:pt x="10084" y="0"/>
                </a:lnTo>
                <a:moveTo>
                  <a:pt x="10186" y="0"/>
                </a:moveTo>
                <a:lnTo>
                  <a:pt x="10237" y="0"/>
                </a:lnTo>
                <a:lnTo>
                  <a:pt x="10237" y="26"/>
                </a:lnTo>
                <a:lnTo>
                  <a:pt x="10186" y="26"/>
                </a:lnTo>
                <a:lnTo>
                  <a:pt x="10186" y="0"/>
                </a:lnTo>
                <a:moveTo>
                  <a:pt x="10287" y="0"/>
                </a:moveTo>
                <a:lnTo>
                  <a:pt x="10338" y="0"/>
                </a:lnTo>
                <a:lnTo>
                  <a:pt x="10338" y="26"/>
                </a:lnTo>
                <a:lnTo>
                  <a:pt x="10287" y="26"/>
                </a:lnTo>
                <a:lnTo>
                  <a:pt x="10287" y="0"/>
                </a:lnTo>
                <a:moveTo>
                  <a:pt x="10389" y="0"/>
                </a:moveTo>
                <a:lnTo>
                  <a:pt x="10440" y="0"/>
                </a:lnTo>
                <a:lnTo>
                  <a:pt x="10440" y="26"/>
                </a:lnTo>
                <a:lnTo>
                  <a:pt x="10389" y="26"/>
                </a:lnTo>
                <a:lnTo>
                  <a:pt x="10389" y="0"/>
                </a:lnTo>
                <a:moveTo>
                  <a:pt x="10491" y="0"/>
                </a:moveTo>
                <a:lnTo>
                  <a:pt x="10542" y="0"/>
                </a:lnTo>
                <a:lnTo>
                  <a:pt x="10542" y="26"/>
                </a:lnTo>
                <a:lnTo>
                  <a:pt x="10491" y="26"/>
                </a:lnTo>
                <a:lnTo>
                  <a:pt x="10491" y="0"/>
                </a:lnTo>
                <a:moveTo>
                  <a:pt x="10593" y="0"/>
                </a:moveTo>
                <a:lnTo>
                  <a:pt x="10644" y="0"/>
                </a:lnTo>
                <a:lnTo>
                  <a:pt x="10644" y="26"/>
                </a:lnTo>
                <a:lnTo>
                  <a:pt x="10593" y="26"/>
                </a:lnTo>
                <a:lnTo>
                  <a:pt x="10593" y="0"/>
                </a:lnTo>
                <a:moveTo>
                  <a:pt x="10695" y="0"/>
                </a:moveTo>
                <a:lnTo>
                  <a:pt x="10746" y="0"/>
                </a:lnTo>
                <a:lnTo>
                  <a:pt x="10746" y="26"/>
                </a:lnTo>
                <a:lnTo>
                  <a:pt x="10695" y="26"/>
                </a:lnTo>
                <a:lnTo>
                  <a:pt x="10695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4" name=""/>
          <p:cNvSpPr txBox="1"/>
          <p:nvPr/>
        </p:nvSpPr>
        <p:spPr>
          <a:xfrm>
            <a:off x="1054080" y="3058920"/>
            <a:ext cx="2752920" cy="14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939" spc="-1" strike="noStrike">
                <a:solidFill>
                  <a:srgbClr val="000000"/>
                </a:solidFill>
                <a:latin typeface="Calibri"/>
                <a:ea typeface="Calibri"/>
              </a:rPr>
              <a:t>2. POST Bundle (ServiceRequest + Task + supporting info)</a:t>
            </a:r>
            <a:endParaRPr b="0" lang="en-AU" sz="93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" name=""/>
          <p:cNvSpPr/>
          <p:nvPr/>
        </p:nvSpPr>
        <p:spPr>
          <a:xfrm>
            <a:off x="4923360" y="3769560"/>
            <a:ext cx="92160" cy="73800"/>
          </a:xfrm>
          <a:custGeom>
            <a:avLst/>
            <a:gdLst/>
            <a:ahLst/>
            <a:rect l="0" t="0" r="r" b="b"/>
            <a:pathLst>
              <a:path w="256" h="205">
                <a:moveTo>
                  <a:pt x="256" y="0"/>
                </a:moveTo>
                <a:lnTo>
                  <a:pt x="0" y="102"/>
                </a:lnTo>
                <a:lnTo>
                  <a:pt x="256" y="205"/>
                </a:lnTo>
                <a:lnTo>
                  <a:pt x="153" y="102"/>
                </a:lnTo>
                <a:lnTo>
                  <a:pt x="256" y="0"/>
                </a:lnTo>
                <a:close/>
              </a:path>
            </a:pathLst>
          </a:custGeom>
          <a:solidFill>
            <a:srgbClr val="001d34"/>
          </a:solidFill>
          <a:ln w="9000">
            <a:solidFill>
              <a:srgbClr val="001d3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6" name=""/>
          <p:cNvSpPr/>
          <p:nvPr/>
        </p:nvSpPr>
        <p:spPr>
          <a:xfrm>
            <a:off x="4960080" y="3806280"/>
            <a:ext cx="2353320" cy="0"/>
          </a:xfrm>
          <a:prstGeom prst="line">
            <a:avLst/>
          </a:prstGeom>
          <a:ln w="9000">
            <a:solidFill>
              <a:srgbClr val="001d3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" name=""/>
          <p:cNvSpPr txBox="1"/>
          <p:nvPr/>
        </p:nvSpPr>
        <p:spPr>
          <a:xfrm>
            <a:off x="1145880" y="3349440"/>
            <a:ext cx="590400" cy="14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939" spc="-1" strike="noStrike">
                <a:solidFill>
                  <a:srgbClr val="000000"/>
                </a:solidFill>
                <a:latin typeface="Calibri"/>
                <a:ea typeface="Calibri"/>
              </a:rPr>
              <a:t>201 Created</a:t>
            </a:r>
            <a:endParaRPr b="0" lang="en-AU" sz="93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" name=""/>
          <p:cNvSpPr/>
          <p:nvPr/>
        </p:nvSpPr>
        <p:spPr>
          <a:xfrm>
            <a:off x="7212600" y="4060080"/>
            <a:ext cx="92160" cy="73800"/>
          </a:xfrm>
          <a:custGeom>
            <a:avLst/>
            <a:gdLst/>
            <a:ahLst/>
            <a:rect l="0" t="0" r="r" b="b"/>
            <a:pathLst>
              <a:path w="256" h="205">
                <a:moveTo>
                  <a:pt x="0" y="0"/>
                </a:moveTo>
                <a:lnTo>
                  <a:pt x="256" y="102"/>
                </a:lnTo>
                <a:lnTo>
                  <a:pt x="0" y="205"/>
                </a:lnTo>
                <a:lnTo>
                  <a:pt x="102" y="102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9000">
            <a:solidFill>
              <a:srgbClr val="001d3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9" name=""/>
          <p:cNvSpPr/>
          <p:nvPr/>
        </p:nvSpPr>
        <p:spPr>
          <a:xfrm>
            <a:off x="4914360" y="4092480"/>
            <a:ext cx="2353680" cy="9360"/>
          </a:xfrm>
          <a:custGeom>
            <a:avLst/>
            <a:gdLst/>
            <a:ahLst/>
            <a:rect l="0" t="0" r="r" b="b"/>
            <a:pathLst>
              <a:path w="6538" h="26">
                <a:moveTo>
                  <a:pt x="0" y="0"/>
                </a:moveTo>
                <a:lnTo>
                  <a:pt x="51" y="0"/>
                </a:lnTo>
                <a:lnTo>
                  <a:pt x="51" y="26"/>
                </a:lnTo>
                <a:lnTo>
                  <a:pt x="0" y="26"/>
                </a:lnTo>
                <a:lnTo>
                  <a:pt x="0" y="0"/>
                </a:lnTo>
                <a:moveTo>
                  <a:pt x="102" y="0"/>
                </a:moveTo>
                <a:lnTo>
                  <a:pt x="153" y="0"/>
                </a:lnTo>
                <a:lnTo>
                  <a:pt x="153" y="26"/>
                </a:lnTo>
                <a:lnTo>
                  <a:pt x="102" y="26"/>
                </a:lnTo>
                <a:lnTo>
                  <a:pt x="102" y="0"/>
                </a:lnTo>
                <a:moveTo>
                  <a:pt x="204" y="0"/>
                </a:moveTo>
                <a:lnTo>
                  <a:pt x="255" y="0"/>
                </a:lnTo>
                <a:lnTo>
                  <a:pt x="255" y="26"/>
                </a:lnTo>
                <a:lnTo>
                  <a:pt x="204" y="26"/>
                </a:lnTo>
                <a:lnTo>
                  <a:pt x="204" y="0"/>
                </a:lnTo>
                <a:moveTo>
                  <a:pt x="306" y="0"/>
                </a:moveTo>
                <a:lnTo>
                  <a:pt x="356" y="0"/>
                </a:lnTo>
                <a:lnTo>
                  <a:pt x="356" y="26"/>
                </a:lnTo>
                <a:lnTo>
                  <a:pt x="306" y="26"/>
                </a:lnTo>
                <a:lnTo>
                  <a:pt x="306" y="0"/>
                </a:lnTo>
                <a:moveTo>
                  <a:pt x="407" y="0"/>
                </a:moveTo>
                <a:lnTo>
                  <a:pt x="458" y="0"/>
                </a:lnTo>
                <a:lnTo>
                  <a:pt x="458" y="26"/>
                </a:lnTo>
                <a:lnTo>
                  <a:pt x="407" y="26"/>
                </a:lnTo>
                <a:lnTo>
                  <a:pt x="407" y="0"/>
                </a:lnTo>
                <a:moveTo>
                  <a:pt x="509" y="0"/>
                </a:moveTo>
                <a:lnTo>
                  <a:pt x="560" y="0"/>
                </a:lnTo>
                <a:lnTo>
                  <a:pt x="560" y="26"/>
                </a:lnTo>
                <a:lnTo>
                  <a:pt x="509" y="26"/>
                </a:lnTo>
                <a:lnTo>
                  <a:pt x="509" y="0"/>
                </a:lnTo>
                <a:moveTo>
                  <a:pt x="611" y="0"/>
                </a:moveTo>
                <a:lnTo>
                  <a:pt x="662" y="0"/>
                </a:lnTo>
                <a:lnTo>
                  <a:pt x="662" y="26"/>
                </a:lnTo>
                <a:lnTo>
                  <a:pt x="611" y="26"/>
                </a:lnTo>
                <a:lnTo>
                  <a:pt x="611" y="0"/>
                </a:lnTo>
                <a:moveTo>
                  <a:pt x="713" y="0"/>
                </a:moveTo>
                <a:lnTo>
                  <a:pt x="764" y="0"/>
                </a:lnTo>
                <a:lnTo>
                  <a:pt x="764" y="26"/>
                </a:lnTo>
                <a:lnTo>
                  <a:pt x="713" y="26"/>
                </a:lnTo>
                <a:lnTo>
                  <a:pt x="713" y="0"/>
                </a:lnTo>
                <a:moveTo>
                  <a:pt x="815" y="0"/>
                </a:moveTo>
                <a:lnTo>
                  <a:pt x="866" y="0"/>
                </a:lnTo>
                <a:lnTo>
                  <a:pt x="866" y="26"/>
                </a:lnTo>
                <a:lnTo>
                  <a:pt x="815" y="26"/>
                </a:lnTo>
                <a:lnTo>
                  <a:pt x="815" y="0"/>
                </a:lnTo>
                <a:moveTo>
                  <a:pt x="917" y="0"/>
                </a:moveTo>
                <a:lnTo>
                  <a:pt x="968" y="0"/>
                </a:lnTo>
                <a:lnTo>
                  <a:pt x="968" y="26"/>
                </a:lnTo>
                <a:lnTo>
                  <a:pt x="917" y="26"/>
                </a:lnTo>
                <a:lnTo>
                  <a:pt x="917" y="0"/>
                </a:lnTo>
                <a:moveTo>
                  <a:pt x="1018" y="0"/>
                </a:moveTo>
                <a:lnTo>
                  <a:pt x="1069" y="0"/>
                </a:lnTo>
                <a:lnTo>
                  <a:pt x="1069" y="26"/>
                </a:lnTo>
                <a:lnTo>
                  <a:pt x="1018" y="26"/>
                </a:lnTo>
                <a:lnTo>
                  <a:pt x="1018" y="0"/>
                </a:lnTo>
                <a:moveTo>
                  <a:pt x="1120" y="0"/>
                </a:moveTo>
                <a:lnTo>
                  <a:pt x="1171" y="0"/>
                </a:lnTo>
                <a:lnTo>
                  <a:pt x="1171" y="26"/>
                </a:lnTo>
                <a:lnTo>
                  <a:pt x="1120" y="26"/>
                </a:lnTo>
                <a:lnTo>
                  <a:pt x="1120" y="0"/>
                </a:lnTo>
                <a:moveTo>
                  <a:pt x="1222" y="0"/>
                </a:moveTo>
                <a:lnTo>
                  <a:pt x="1273" y="0"/>
                </a:lnTo>
                <a:lnTo>
                  <a:pt x="1273" y="26"/>
                </a:lnTo>
                <a:lnTo>
                  <a:pt x="1222" y="26"/>
                </a:lnTo>
                <a:lnTo>
                  <a:pt x="1222" y="0"/>
                </a:lnTo>
                <a:moveTo>
                  <a:pt x="1324" y="0"/>
                </a:moveTo>
                <a:lnTo>
                  <a:pt x="1375" y="0"/>
                </a:lnTo>
                <a:lnTo>
                  <a:pt x="1375" y="26"/>
                </a:lnTo>
                <a:lnTo>
                  <a:pt x="1324" y="26"/>
                </a:lnTo>
                <a:lnTo>
                  <a:pt x="1324" y="0"/>
                </a:lnTo>
                <a:moveTo>
                  <a:pt x="1426" y="0"/>
                </a:moveTo>
                <a:lnTo>
                  <a:pt x="1477" y="0"/>
                </a:lnTo>
                <a:lnTo>
                  <a:pt x="1477" y="26"/>
                </a:lnTo>
                <a:lnTo>
                  <a:pt x="1426" y="26"/>
                </a:lnTo>
                <a:lnTo>
                  <a:pt x="1426" y="0"/>
                </a:lnTo>
                <a:moveTo>
                  <a:pt x="1528" y="0"/>
                </a:moveTo>
                <a:lnTo>
                  <a:pt x="1579" y="0"/>
                </a:lnTo>
                <a:lnTo>
                  <a:pt x="1579" y="26"/>
                </a:lnTo>
                <a:lnTo>
                  <a:pt x="1528" y="26"/>
                </a:lnTo>
                <a:lnTo>
                  <a:pt x="1528" y="0"/>
                </a:lnTo>
                <a:moveTo>
                  <a:pt x="1630" y="0"/>
                </a:moveTo>
                <a:lnTo>
                  <a:pt x="1680" y="0"/>
                </a:lnTo>
                <a:lnTo>
                  <a:pt x="1680" y="26"/>
                </a:lnTo>
                <a:lnTo>
                  <a:pt x="1630" y="26"/>
                </a:lnTo>
                <a:lnTo>
                  <a:pt x="1630" y="0"/>
                </a:lnTo>
                <a:moveTo>
                  <a:pt x="1731" y="0"/>
                </a:moveTo>
                <a:lnTo>
                  <a:pt x="1782" y="0"/>
                </a:lnTo>
                <a:lnTo>
                  <a:pt x="1782" y="26"/>
                </a:lnTo>
                <a:lnTo>
                  <a:pt x="1731" y="26"/>
                </a:lnTo>
                <a:lnTo>
                  <a:pt x="1731" y="0"/>
                </a:lnTo>
                <a:moveTo>
                  <a:pt x="1833" y="0"/>
                </a:moveTo>
                <a:lnTo>
                  <a:pt x="1884" y="0"/>
                </a:lnTo>
                <a:lnTo>
                  <a:pt x="1884" y="26"/>
                </a:lnTo>
                <a:lnTo>
                  <a:pt x="1833" y="26"/>
                </a:lnTo>
                <a:lnTo>
                  <a:pt x="1833" y="0"/>
                </a:lnTo>
                <a:moveTo>
                  <a:pt x="1935" y="0"/>
                </a:moveTo>
                <a:lnTo>
                  <a:pt x="1986" y="0"/>
                </a:lnTo>
                <a:lnTo>
                  <a:pt x="1986" y="26"/>
                </a:lnTo>
                <a:lnTo>
                  <a:pt x="1935" y="26"/>
                </a:lnTo>
                <a:lnTo>
                  <a:pt x="1935" y="0"/>
                </a:lnTo>
                <a:moveTo>
                  <a:pt x="2037" y="0"/>
                </a:moveTo>
                <a:lnTo>
                  <a:pt x="2088" y="0"/>
                </a:lnTo>
                <a:lnTo>
                  <a:pt x="2088" y="26"/>
                </a:lnTo>
                <a:lnTo>
                  <a:pt x="2037" y="26"/>
                </a:lnTo>
                <a:lnTo>
                  <a:pt x="2037" y="0"/>
                </a:lnTo>
                <a:moveTo>
                  <a:pt x="2139" y="0"/>
                </a:moveTo>
                <a:lnTo>
                  <a:pt x="2190" y="0"/>
                </a:lnTo>
                <a:lnTo>
                  <a:pt x="2190" y="26"/>
                </a:lnTo>
                <a:lnTo>
                  <a:pt x="2139" y="26"/>
                </a:lnTo>
                <a:lnTo>
                  <a:pt x="2139" y="0"/>
                </a:lnTo>
                <a:moveTo>
                  <a:pt x="2241" y="0"/>
                </a:moveTo>
                <a:lnTo>
                  <a:pt x="2291" y="0"/>
                </a:lnTo>
                <a:lnTo>
                  <a:pt x="2291" y="26"/>
                </a:lnTo>
                <a:lnTo>
                  <a:pt x="2241" y="26"/>
                </a:lnTo>
                <a:lnTo>
                  <a:pt x="2241" y="0"/>
                </a:lnTo>
                <a:moveTo>
                  <a:pt x="2342" y="0"/>
                </a:moveTo>
                <a:lnTo>
                  <a:pt x="2393" y="0"/>
                </a:lnTo>
                <a:lnTo>
                  <a:pt x="2393" y="26"/>
                </a:lnTo>
                <a:lnTo>
                  <a:pt x="2342" y="26"/>
                </a:lnTo>
                <a:lnTo>
                  <a:pt x="2342" y="0"/>
                </a:lnTo>
                <a:moveTo>
                  <a:pt x="2444" y="0"/>
                </a:moveTo>
                <a:lnTo>
                  <a:pt x="2495" y="0"/>
                </a:lnTo>
                <a:lnTo>
                  <a:pt x="2495" y="26"/>
                </a:lnTo>
                <a:lnTo>
                  <a:pt x="2444" y="26"/>
                </a:lnTo>
                <a:lnTo>
                  <a:pt x="2444" y="0"/>
                </a:lnTo>
                <a:moveTo>
                  <a:pt x="2546" y="0"/>
                </a:moveTo>
                <a:lnTo>
                  <a:pt x="2597" y="0"/>
                </a:lnTo>
                <a:lnTo>
                  <a:pt x="2597" y="26"/>
                </a:lnTo>
                <a:lnTo>
                  <a:pt x="2546" y="26"/>
                </a:lnTo>
                <a:lnTo>
                  <a:pt x="2546" y="0"/>
                </a:lnTo>
                <a:moveTo>
                  <a:pt x="2648" y="0"/>
                </a:moveTo>
                <a:lnTo>
                  <a:pt x="2700" y="0"/>
                </a:lnTo>
                <a:lnTo>
                  <a:pt x="2700" y="26"/>
                </a:lnTo>
                <a:lnTo>
                  <a:pt x="2648" y="26"/>
                </a:lnTo>
                <a:lnTo>
                  <a:pt x="2648" y="0"/>
                </a:lnTo>
                <a:moveTo>
                  <a:pt x="2751" y="0"/>
                </a:moveTo>
                <a:lnTo>
                  <a:pt x="2802" y="0"/>
                </a:lnTo>
                <a:lnTo>
                  <a:pt x="2802" y="26"/>
                </a:lnTo>
                <a:lnTo>
                  <a:pt x="2751" y="26"/>
                </a:lnTo>
                <a:lnTo>
                  <a:pt x="2751" y="0"/>
                </a:lnTo>
                <a:moveTo>
                  <a:pt x="2853" y="0"/>
                </a:moveTo>
                <a:lnTo>
                  <a:pt x="2904" y="0"/>
                </a:lnTo>
                <a:lnTo>
                  <a:pt x="2904" y="26"/>
                </a:lnTo>
                <a:lnTo>
                  <a:pt x="2853" y="26"/>
                </a:lnTo>
                <a:lnTo>
                  <a:pt x="2853" y="0"/>
                </a:lnTo>
                <a:moveTo>
                  <a:pt x="2954" y="0"/>
                </a:moveTo>
                <a:lnTo>
                  <a:pt x="3005" y="0"/>
                </a:lnTo>
                <a:lnTo>
                  <a:pt x="3005" y="26"/>
                </a:lnTo>
                <a:lnTo>
                  <a:pt x="2954" y="26"/>
                </a:lnTo>
                <a:lnTo>
                  <a:pt x="2954" y="0"/>
                </a:lnTo>
                <a:moveTo>
                  <a:pt x="3056" y="0"/>
                </a:moveTo>
                <a:lnTo>
                  <a:pt x="3107" y="0"/>
                </a:lnTo>
                <a:lnTo>
                  <a:pt x="3107" y="26"/>
                </a:lnTo>
                <a:lnTo>
                  <a:pt x="3056" y="26"/>
                </a:lnTo>
                <a:lnTo>
                  <a:pt x="3056" y="0"/>
                </a:lnTo>
                <a:moveTo>
                  <a:pt x="3158" y="0"/>
                </a:moveTo>
                <a:lnTo>
                  <a:pt x="3209" y="0"/>
                </a:lnTo>
                <a:lnTo>
                  <a:pt x="3209" y="26"/>
                </a:lnTo>
                <a:lnTo>
                  <a:pt x="3158" y="26"/>
                </a:lnTo>
                <a:lnTo>
                  <a:pt x="3158" y="0"/>
                </a:lnTo>
                <a:moveTo>
                  <a:pt x="3260" y="0"/>
                </a:moveTo>
                <a:lnTo>
                  <a:pt x="3311" y="0"/>
                </a:lnTo>
                <a:lnTo>
                  <a:pt x="3311" y="26"/>
                </a:lnTo>
                <a:lnTo>
                  <a:pt x="3260" y="26"/>
                </a:lnTo>
                <a:lnTo>
                  <a:pt x="3260" y="0"/>
                </a:lnTo>
                <a:moveTo>
                  <a:pt x="3362" y="0"/>
                </a:moveTo>
                <a:lnTo>
                  <a:pt x="3413" y="0"/>
                </a:lnTo>
                <a:lnTo>
                  <a:pt x="3413" y="26"/>
                </a:lnTo>
                <a:lnTo>
                  <a:pt x="3362" y="26"/>
                </a:lnTo>
                <a:lnTo>
                  <a:pt x="3362" y="0"/>
                </a:lnTo>
                <a:moveTo>
                  <a:pt x="3464" y="0"/>
                </a:moveTo>
                <a:lnTo>
                  <a:pt x="3515" y="0"/>
                </a:lnTo>
                <a:lnTo>
                  <a:pt x="3515" y="26"/>
                </a:lnTo>
                <a:lnTo>
                  <a:pt x="3464" y="26"/>
                </a:lnTo>
                <a:lnTo>
                  <a:pt x="3464" y="0"/>
                </a:lnTo>
                <a:moveTo>
                  <a:pt x="3566" y="0"/>
                </a:moveTo>
                <a:lnTo>
                  <a:pt x="3616" y="0"/>
                </a:lnTo>
                <a:lnTo>
                  <a:pt x="3616" y="26"/>
                </a:lnTo>
                <a:lnTo>
                  <a:pt x="3566" y="26"/>
                </a:lnTo>
                <a:lnTo>
                  <a:pt x="3566" y="0"/>
                </a:lnTo>
                <a:moveTo>
                  <a:pt x="3667" y="0"/>
                </a:moveTo>
                <a:lnTo>
                  <a:pt x="3718" y="0"/>
                </a:lnTo>
                <a:lnTo>
                  <a:pt x="3718" y="26"/>
                </a:lnTo>
                <a:lnTo>
                  <a:pt x="3667" y="26"/>
                </a:lnTo>
                <a:lnTo>
                  <a:pt x="3667" y="0"/>
                </a:lnTo>
                <a:moveTo>
                  <a:pt x="3769" y="0"/>
                </a:moveTo>
                <a:lnTo>
                  <a:pt x="3820" y="0"/>
                </a:lnTo>
                <a:lnTo>
                  <a:pt x="3820" y="26"/>
                </a:lnTo>
                <a:lnTo>
                  <a:pt x="3769" y="26"/>
                </a:lnTo>
                <a:lnTo>
                  <a:pt x="3769" y="0"/>
                </a:lnTo>
                <a:moveTo>
                  <a:pt x="3871" y="0"/>
                </a:moveTo>
                <a:lnTo>
                  <a:pt x="3922" y="0"/>
                </a:lnTo>
                <a:lnTo>
                  <a:pt x="3922" y="26"/>
                </a:lnTo>
                <a:lnTo>
                  <a:pt x="3871" y="26"/>
                </a:lnTo>
                <a:lnTo>
                  <a:pt x="3871" y="0"/>
                </a:lnTo>
                <a:moveTo>
                  <a:pt x="3973" y="0"/>
                </a:moveTo>
                <a:lnTo>
                  <a:pt x="4024" y="0"/>
                </a:lnTo>
                <a:lnTo>
                  <a:pt x="4024" y="26"/>
                </a:lnTo>
                <a:lnTo>
                  <a:pt x="3973" y="26"/>
                </a:lnTo>
                <a:lnTo>
                  <a:pt x="3973" y="0"/>
                </a:lnTo>
                <a:moveTo>
                  <a:pt x="4075" y="0"/>
                </a:moveTo>
                <a:lnTo>
                  <a:pt x="4126" y="0"/>
                </a:lnTo>
                <a:lnTo>
                  <a:pt x="4126" y="26"/>
                </a:lnTo>
                <a:lnTo>
                  <a:pt x="4075" y="26"/>
                </a:lnTo>
                <a:lnTo>
                  <a:pt x="4075" y="0"/>
                </a:lnTo>
                <a:moveTo>
                  <a:pt x="4177" y="0"/>
                </a:moveTo>
                <a:lnTo>
                  <a:pt x="4228" y="0"/>
                </a:lnTo>
                <a:lnTo>
                  <a:pt x="4228" y="26"/>
                </a:lnTo>
                <a:lnTo>
                  <a:pt x="4177" y="26"/>
                </a:lnTo>
                <a:lnTo>
                  <a:pt x="4177" y="0"/>
                </a:lnTo>
                <a:moveTo>
                  <a:pt x="4278" y="0"/>
                </a:moveTo>
                <a:lnTo>
                  <a:pt x="4329" y="0"/>
                </a:lnTo>
                <a:lnTo>
                  <a:pt x="4329" y="26"/>
                </a:lnTo>
                <a:lnTo>
                  <a:pt x="4278" y="26"/>
                </a:lnTo>
                <a:lnTo>
                  <a:pt x="4278" y="0"/>
                </a:lnTo>
                <a:moveTo>
                  <a:pt x="4380" y="0"/>
                </a:moveTo>
                <a:lnTo>
                  <a:pt x="4431" y="0"/>
                </a:lnTo>
                <a:lnTo>
                  <a:pt x="4431" y="26"/>
                </a:lnTo>
                <a:lnTo>
                  <a:pt x="4380" y="26"/>
                </a:lnTo>
                <a:lnTo>
                  <a:pt x="4380" y="0"/>
                </a:lnTo>
                <a:moveTo>
                  <a:pt x="4482" y="0"/>
                </a:moveTo>
                <a:lnTo>
                  <a:pt x="4533" y="0"/>
                </a:lnTo>
                <a:lnTo>
                  <a:pt x="4533" y="26"/>
                </a:lnTo>
                <a:lnTo>
                  <a:pt x="4482" y="26"/>
                </a:lnTo>
                <a:lnTo>
                  <a:pt x="4482" y="0"/>
                </a:lnTo>
                <a:moveTo>
                  <a:pt x="4584" y="0"/>
                </a:moveTo>
                <a:lnTo>
                  <a:pt x="4635" y="0"/>
                </a:lnTo>
                <a:lnTo>
                  <a:pt x="4635" y="26"/>
                </a:lnTo>
                <a:lnTo>
                  <a:pt x="4584" y="26"/>
                </a:lnTo>
                <a:lnTo>
                  <a:pt x="4584" y="0"/>
                </a:lnTo>
                <a:moveTo>
                  <a:pt x="4686" y="0"/>
                </a:moveTo>
                <a:lnTo>
                  <a:pt x="4737" y="0"/>
                </a:lnTo>
                <a:lnTo>
                  <a:pt x="4737" y="26"/>
                </a:lnTo>
                <a:lnTo>
                  <a:pt x="4686" y="26"/>
                </a:lnTo>
                <a:lnTo>
                  <a:pt x="4686" y="0"/>
                </a:lnTo>
                <a:moveTo>
                  <a:pt x="4788" y="0"/>
                </a:moveTo>
                <a:lnTo>
                  <a:pt x="4839" y="0"/>
                </a:lnTo>
                <a:lnTo>
                  <a:pt x="4839" y="26"/>
                </a:lnTo>
                <a:lnTo>
                  <a:pt x="4788" y="26"/>
                </a:lnTo>
                <a:lnTo>
                  <a:pt x="4788" y="0"/>
                </a:lnTo>
                <a:moveTo>
                  <a:pt x="4890" y="0"/>
                </a:moveTo>
                <a:lnTo>
                  <a:pt x="4940" y="0"/>
                </a:lnTo>
                <a:lnTo>
                  <a:pt x="4940" y="26"/>
                </a:lnTo>
                <a:lnTo>
                  <a:pt x="4890" y="26"/>
                </a:lnTo>
                <a:lnTo>
                  <a:pt x="4890" y="0"/>
                </a:lnTo>
                <a:moveTo>
                  <a:pt x="4991" y="0"/>
                </a:moveTo>
                <a:lnTo>
                  <a:pt x="5042" y="0"/>
                </a:lnTo>
                <a:lnTo>
                  <a:pt x="5042" y="26"/>
                </a:lnTo>
                <a:lnTo>
                  <a:pt x="4991" y="26"/>
                </a:lnTo>
                <a:lnTo>
                  <a:pt x="4991" y="0"/>
                </a:lnTo>
                <a:moveTo>
                  <a:pt x="5093" y="0"/>
                </a:moveTo>
                <a:lnTo>
                  <a:pt x="5144" y="0"/>
                </a:lnTo>
                <a:lnTo>
                  <a:pt x="5144" y="26"/>
                </a:lnTo>
                <a:lnTo>
                  <a:pt x="5093" y="26"/>
                </a:lnTo>
                <a:lnTo>
                  <a:pt x="5093" y="0"/>
                </a:lnTo>
                <a:moveTo>
                  <a:pt x="5195" y="0"/>
                </a:moveTo>
                <a:lnTo>
                  <a:pt x="5246" y="0"/>
                </a:lnTo>
                <a:lnTo>
                  <a:pt x="5246" y="26"/>
                </a:lnTo>
                <a:lnTo>
                  <a:pt x="5195" y="26"/>
                </a:lnTo>
                <a:lnTo>
                  <a:pt x="5195" y="0"/>
                </a:lnTo>
                <a:moveTo>
                  <a:pt x="5297" y="0"/>
                </a:moveTo>
                <a:lnTo>
                  <a:pt x="5348" y="0"/>
                </a:lnTo>
                <a:lnTo>
                  <a:pt x="5348" y="26"/>
                </a:lnTo>
                <a:lnTo>
                  <a:pt x="5297" y="26"/>
                </a:lnTo>
                <a:lnTo>
                  <a:pt x="5297" y="0"/>
                </a:lnTo>
                <a:moveTo>
                  <a:pt x="5399" y="0"/>
                </a:moveTo>
                <a:lnTo>
                  <a:pt x="5450" y="0"/>
                </a:lnTo>
                <a:lnTo>
                  <a:pt x="5450" y="26"/>
                </a:lnTo>
                <a:lnTo>
                  <a:pt x="5399" y="26"/>
                </a:lnTo>
                <a:lnTo>
                  <a:pt x="5399" y="0"/>
                </a:lnTo>
                <a:moveTo>
                  <a:pt x="5501" y="0"/>
                </a:moveTo>
                <a:lnTo>
                  <a:pt x="5552" y="0"/>
                </a:lnTo>
                <a:lnTo>
                  <a:pt x="5552" y="26"/>
                </a:lnTo>
                <a:lnTo>
                  <a:pt x="5501" y="26"/>
                </a:lnTo>
                <a:lnTo>
                  <a:pt x="5501" y="0"/>
                </a:lnTo>
                <a:moveTo>
                  <a:pt x="5602" y="0"/>
                </a:moveTo>
                <a:lnTo>
                  <a:pt x="5653" y="0"/>
                </a:lnTo>
                <a:lnTo>
                  <a:pt x="5653" y="26"/>
                </a:lnTo>
                <a:lnTo>
                  <a:pt x="5602" y="26"/>
                </a:lnTo>
                <a:lnTo>
                  <a:pt x="5602" y="0"/>
                </a:lnTo>
                <a:moveTo>
                  <a:pt x="5704" y="0"/>
                </a:moveTo>
                <a:lnTo>
                  <a:pt x="5755" y="0"/>
                </a:lnTo>
                <a:lnTo>
                  <a:pt x="5755" y="26"/>
                </a:lnTo>
                <a:lnTo>
                  <a:pt x="5704" y="26"/>
                </a:lnTo>
                <a:lnTo>
                  <a:pt x="5704" y="0"/>
                </a:lnTo>
                <a:moveTo>
                  <a:pt x="5806" y="0"/>
                </a:moveTo>
                <a:lnTo>
                  <a:pt x="5857" y="0"/>
                </a:lnTo>
                <a:lnTo>
                  <a:pt x="5857" y="26"/>
                </a:lnTo>
                <a:lnTo>
                  <a:pt x="5806" y="26"/>
                </a:lnTo>
                <a:lnTo>
                  <a:pt x="5806" y="0"/>
                </a:lnTo>
                <a:moveTo>
                  <a:pt x="5908" y="0"/>
                </a:moveTo>
                <a:lnTo>
                  <a:pt x="5959" y="0"/>
                </a:lnTo>
                <a:lnTo>
                  <a:pt x="5959" y="26"/>
                </a:lnTo>
                <a:lnTo>
                  <a:pt x="5908" y="26"/>
                </a:lnTo>
                <a:lnTo>
                  <a:pt x="5908" y="0"/>
                </a:lnTo>
                <a:moveTo>
                  <a:pt x="6010" y="0"/>
                </a:moveTo>
                <a:lnTo>
                  <a:pt x="6061" y="0"/>
                </a:lnTo>
                <a:lnTo>
                  <a:pt x="6061" y="26"/>
                </a:lnTo>
                <a:lnTo>
                  <a:pt x="6010" y="26"/>
                </a:lnTo>
                <a:lnTo>
                  <a:pt x="6010" y="0"/>
                </a:lnTo>
                <a:moveTo>
                  <a:pt x="6112" y="0"/>
                </a:moveTo>
                <a:lnTo>
                  <a:pt x="6163" y="0"/>
                </a:lnTo>
                <a:lnTo>
                  <a:pt x="6163" y="26"/>
                </a:lnTo>
                <a:lnTo>
                  <a:pt x="6112" y="26"/>
                </a:lnTo>
                <a:lnTo>
                  <a:pt x="6112" y="0"/>
                </a:lnTo>
                <a:moveTo>
                  <a:pt x="6214" y="0"/>
                </a:moveTo>
                <a:lnTo>
                  <a:pt x="6264" y="0"/>
                </a:lnTo>
                <a:lnTo>
                  <a:pt x="6264" y="26"/>
                </a:lnTo>
                <a:lnTo>
                  <a:pt x="6214" y="26"/>
                </a:lnTo>
                <a:lnTo>
                  <a:pt x="6214" y="0"/>
                </a:lnTo>
                <a:moveTo>
                  <a:pt x="6315" y="0"/>
                </a:moveTo>
                <a:lnTo>
                  <a:pt x="6366" y="0"/>
                </a:lnTo>
                <a:lnTo>
                  <a:pt x="6366" y="26"/>
                </a:lnTo>
                <a:lnTo>
                  <a:pt x="6315" y="26"/>
                </a:lnTo>
                <a:lnTo>
                  <a:pt x="6315" y="0"/>
                </a:lnTo>
                <a:moveTo>
                  <a:pt x="6417" y="0"/>
                </a:moveTo>
                <a:lnTo>
                  <a:pt x="6468" y="0"/>
                </a:lnTo>
                <a:lnTo>
                  <a:pt x="6468" y="26"/>
                </a:lnTo>
                <a:lnTo>
                  <a:pt x="6417" y="26"/>
                </a:lnTo>
                <a:lnTo>
                  <a:pt x="6417" y="0"/>
                </a:lnTo>
                <a:moveTo>
                  <a:pt x="6519" y="0"/>
                </a:moveTo>
                <a:lnTo>
                  <a:pt x="6538" y="0"/>
                </a:lnTo>
                <a:lnTo>
                  <a:pt x="6538" y="26"/>
                </a:lnTo>
                <a:lnTo>
                  <a:pt x="6519" y="26"/>
                </a:lnTo>
                <a:lnTo>
                  <a:pt x="6519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0" name=""/>
          <p:cNvSpPr txBox="1"/>
          <p:nvPr/>
        </p:nvSpPr>
        <p:spPr>
          <a:xfrm>
            <a:off x="5070240" y="3639960"/>
            <a:ext cx="1544400" cy="14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939" spc="-1" strike="noStrike">
                <a:solidFill>
                  <a:srgbClr val="000000"/>
                </a:solidFill>
                <a:latin typeface="Calibri"/>
                <a:ea typeface="Calibri"/>
              </a:rPr>
              <a:t>3. poll / subscribe for new Tasks</a:t>
            </a:r>
            <a:endParaRPr b="0" lang="en-AU" sz="93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" name=""/>
          <p:cNvSpPr/>
          <p:nvPr/>
        </p:nvSpPr>
        <p:spPr>
          <a:xfrm>
            <a:off x="4923360" y="4350600"/>
            <a:ext cx="92160" cy="73800"/>
          </a:xfrm>
          <a:custGeom>
            <a:avLst/>
            <a:gdLst/>
            <a:ahLst/>
            <a:rect l="0" t="0" r="r" b="b"/>
            <a:pathLst>
              <a:path w="256" h="205">
                <a:moveTo>
                  <a:pt x="256" y="0"/>
                </a:moveTo>
                <a:lnTo>
                  <a:pt x="0" y="102"/>
                </a:lnTo>
                <a:lnTo>
                  <a:pt x="256" y="205"/>
                </a:lnTo>
                <a:lnTo>
                  <a:pt x="153" y="102"/>
                </a:lnTo>
                <a:lnTo>
                  <a:pt x="256" y="0"/>
                </a:lnTo>
                <a:close/>
              </a:path>
            </a:pathLst>
          </a:custGeom>
          <a:solidFill>
            <a:srgbClr val="001d34"/>
          </a:solidFill>
          <a:ln w="9000">
            <a:solidFill>
              <a:srgbClr val="001d3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2" name=""/>
          <p:cNvSpPr/>
          <p:nvPr/>
        </p:nvSpPr>
        <p:spPr>
          <a:xfrm>
            <a:off x="4960080" y="4387320"/>
            <a:ext cx="2353320" cy="0"/>
          </a:xfrm>
          <a:prstGeom prst="line">
            <a:avLst/>
          </a:prstGeom>
          <a:ln w="9000">
            <a:solidFill>
              <a:srgbClr val="001d3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" name=""/>
          <p:cNvSpPr txBox="1"/>
          <p:nvPr/>
        </p:nvSpPr>
        <p:spPr>
          <a:xfrm>
            <a:off x="4978800" y="3930480"/>
            <a:ext cx="1658880" cy="14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939" spc="-1" strike="noStrike">
                <a:solidFill>
                  <a:srgbClr val="000000"/>
                </a:solidFill>
                <a:latin typeface="Calibri"/>
                <a:ea typeface="Calibri"/>
              </a:rPr>
              <a:t>Task (requested) + ServiceRequest</a:t>
            </a:r>
            <a:endParaRPr b="0" lang="en-AU" sz="93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" name=""/>
          <p:cNvSpPr txBox="1"/>
          <p:nvPr/>
        </p:nvSpPr>
        <p:spPr>
          <a:xfrm>
            <a:off x="5070240" y="4221000"/>
            <a:ext cx="1925640" cy="14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939" spc="-1" strike="noStrike">
                <a:solidFill>
                  <a:srgbClr val="000000"/>
                </a:solidFill>
                <a:latin typeface="Calibri"/>
                <a:ea typeface="Calibri"/>
              </a:rPr>
              <a:t>accept / reject / on-hold (coded reason)</a:t>
            </a:r>
            <a:endParaRPr b="0" lang="en-AU" sz="93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5" name=""/>
          <p:cNvSpPr txBox="1"/>
          <p:nvPr/>
        </p:nvSpPr>
        <p:spPr>
          <a:xfrm>
            <a:off x="666720" y="5774400"/>
            <a:ext cx="810684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Search the directory → raise the referral (ServiceRequest + Task) → ﬁller triages.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6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7" name=""/>
          <p:cNvSpPr txBox="1"/>
          <p:nvPr/>
        </p:nvSpPr>
        <p:spPr>
          <a:xfrm>
            <a:off x="11790360" y="6345000"/>
            <a:ext cx="2282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777777"/>
                </a:solidFill>
                <a:latin typeface="Calibri"/>
                <a:ea typeface="Calibri"/>
              </a:rPr>
              <a:t>5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1" name=""/>
          <p:cNvSpPr/>
          <p:nvPr/>
        </p:nvSpPr>
        <p:spPr>
          <a:xfrm>
            <a:off x="666720" y="1209600"/>
            <a:ext cx="10858680" cy="28800"/>
          </a:xfrm>
          <a:custGeom>
            <a:avLst/>
            <a:gdLst/>
            <a:ahLst/>
            <a:rect l="0" t="0" r="r" b="b"/>
            <a:pathLst>
              <a:path w="30163" h="80">
                <a:moveTo>
                  <a:pt x="0" y="0"/>
                </a:moveTo>
                <a:lnTo>
                  <a:pt x="30163" y="0"/>
                </a:lnTo>
                <a:lnTo>
                  <a:pt x="30163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2" name=""/>
          <p:cNvSpPr/>
          <p:nvPr/>
        </p:nvSpPr>
        <p:spPr>
          <a:xfrm>
            <a:off x="739440" y="3155760"/>
            <a:ext cx="6834960" cy="1464120"/>
          </a:xfrm>
          <a:custGeom>
            <a:avLst/>
            <a:gdLst/>
            <a:ahLst/>
            <a:rect l="0" t="0" r="r" b="b"/>
            <a:pathLst>
              <a:path w="18986" h="4067">
                <a:moveTo>
                  <a:pt x="0" y="0"/>
                </a:moveTo>
                <a:lnTo>
                  <a:pt x="18986" y="0"/>
                </a:lnTo>
                <a:lnTo>
                  <a:pt x="18986" y="4067"/>
                </a:lnTo>
                <a:lnTo>
                  <a:pt x="0" y="4067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000000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3" name=""/>
          <p:cNvSpPr/>
          <p:nvPr/>
        </p:nvSpPr>
        <p:spPr>
          <a:xfrm>
            <a:off x="1003320" y="2140920"/>
            <a:ext cx="58320" cy="2602800"/>
          </a:xfrm>
          <a:custGeom>
            <a:avLst/>
            <a:gdLst/>
            <a:ahLst/>
            <a:rect l="0" t="0" r="r" b="b"/>
            <a:pathLst>
              <a:path w="162" h="7230">
                <a:moveTo>
                  <a:pt x="0" y="0"/>
                </a:moveTo>
                <a:lnTo>
                  <a:pt x="162" y="0"/>
                </a:lnTo>
                <a:lnTo>
                  <a:pt x="162" y="7230"/>
                </a:lnTo>
                <a:lnTo>
                  <a:pt x="0" y="7230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4" name=""/>
          <p:cNvSpPr/>
          <p:nvPr/>
        </p:nvSpPr>
        <p:spPr>
          <a:xfrm>
            <a:off x="1028520" y="2140920"/>
            <a:ext cx="3960" cy="2582640"/>
          </a:xfrm>
          <a:custGeom>
            <a:avLst/>
            <a:gdLst/>
            <a:ahLst/>
            <a:rect l="0" t="0" r="r" b="b"/>
            <a:pathLst>
              <a:path w="11" h="7174">
                <a:moveTo>
                  <a:pt x="11" y="0"/>
                </a:moveTo>
                <a:lnTo>
                  <a:pt x="11" y="101"/>
                </a:lnTo>
                <a:lnTo>
                  <a:pt x="0" y="101"/>
                </a:lnTo>
                <a:lnTo>
                  <a:pt x="0" y="0"/>
                </a:lnTo>
                <a:lnTo>
                  <a:pt x="11" y="0"/>
                </a:lnTo>
                <a:moveTo>
                  <a:pt x="11" y="202"/>
                </a:moveTo>
                <a:lnTo>
                  <a:pt x="11" y="303"/>
                </a:lnTo>
                <a:lnTo>
                  <a:pt x="0" y="303"/>
                </a:lnTo>
                <a:lnTo>
                  <a:pt x="0" y="202"/>
                </a:lnTo>
                <a:lnTo>
                  <a:pt x="11" y="202"/>
                </a:lnTo>
                <a:moveTo>
                  <a:pt x="11" y="404"/>
                </a:moveTo>
                <a:lnTo>
                  <a:pt x="11" y="505"/>
                </a:lnTo>
                <a:lnTo>
                  <a:pt x="0" y="505"/>
                </a:lnTo>
                <a:lnTo>
                  <a:pt x="0" y="404"/>
                </a:lnTo>
                <a:lnTo>
                  <a:pt x="11" y="404"/>
                </a:lnTo>
                <a:moveTo>
                  <a:pt x="11" y="606"/>
                </a:moveTo>
                <a:lnTo>
                  <a:pt x="11" y="707"/>
                </a:lnTo>
                <a:lnTo>
                  <a:pt x="0" y="707"/>
                </a:lnTo>
                <a:lnTo>
                  <a:pt x="0" y="606"/>
                </a:lnTo>
                <a:lnTo>
                  <a:pt x="11" y="606"/>
                </a:lnTo>
                <a:moveTo>
                  <a:pt x="11" y="808"/>
                </a:moveTo>
                <a:lnTo>
                  <a:pt x="11" y="909"/>
                </a:lnTo>
                <a:lnTo>
                  <a:pt x="0" y="909"/>
                </a:lnTo>
                <a:lnTo>
                  <a:pt x="0" y="808"/>
                </a:lnTo>
                <a:lnTo>
                  <a:pt x="11" y="808"/>
                </a:lnTo>
                <a:moveTo>
                  <a:pt x="11" y="1010"/>
                </a:moveTo>
                <a:lnTo>
                  <a:pt x="11" y="1111"/>
                </a:lnTo>
                <a:lnTo>
                  <a:pt x="0" y="1111"/>
                </a:lnTo>
                <a:lnTo>
                  <a:pt x="0" y="1010"/>
                </a:lnTo>
                <a:lnTo>
                  <a:pt x="11" y="1010"/>
                </a:lnTo>
                <a:moveTo>
                  <a:pt x="11" y="1212"/>
                </a:moveTo>
                <a:lnTo>
                  <a:pt x="11" y="1313"/>
                </a:lnTo>
                <a:lnTo>
                  <a:pt x="0" y="1313"/>
                </a:lnTo>
                <a:lnTo>
                  <a:pt x="0" y="1212"/>
                </a:lnTo>
                <a:lnTo>
                  <a:pt x="11" y="1212"/>
                </a:lnTo>
                <a:moveTo>
                  <a:pt x="11" y="1414"/>
                </a:moveTo>
                <a:lnTo>
                  <a:pt x="11" y="1515"/>
                </a:lnTo>
                <a:lnTo>
                  <a:pt x="0" y="1515"/>
                </a:lnTo>
                <a:lnTo>
                  <a:pt x="0" y="1414"/>
                </a:lnTo>
                <a:lnTo>
                  <a:pt x="11" y="1414"/>
                </a:lnTo>
                <a:moveTo>
                  <a:pt x="11" y="1616"/>
                </a:moveTo>
                <a:lnTo>
                  <a:pt x="11" y="1717"/>
                </a:lnTo>
                <a:lnTo>
                  <a:pt x="0" y="1717"/>
                </a:lnTo>
                <a:lnTo>
                  <a:pt x="0" y="1616"/>
                </a:lnTo>
                <a:lnTo>
                  <a:pt x="11" y="1616"/>
                </a:lnTo>
                <a:moveTo>
                  <a:pt x="11" y="1818"/>
                </a:moveTo>
                <a:lnTo>
                  <a:pt x="11" y="1919"/>
                </a:lnTo>
                <a:lnTo>
                  <a:pt x="0" y="1919"/>
                </a:lnTo>
                <a:lnTo>
                  <a:pt x="0" y="1818"/>
                </a:lnTo>
                <a:lnTo>
                  <a:pt x="11" y="1818"/>
                </a:lnTo>
                <a:moveTo>
                  <a:pt x="11" y="2020"/>
                </a:moveTo>
                <a:lnTo>
                  <a:pt x="11" y="2121"/>
                </a:lnTo>
                <a:lnTo>
                  <a:pt x="0" y="2121"/>
                </a:lnTo>
                <a:lnTo>
                  <a:pt x="0" y="2020"/>
                </a:lnTo>
                <a:lnTo>
                  <a:pt x="11" y="2020"/>
                </a:lnTo>
                <a:moveTo>
                  <a:pt x="11" y="2222"/>
                </a:moveTo>
                <a:lnTo>
                  <a:pt x="11" y="2323"/>
                </a:lnTo>
                <a:lnTo>
                  <a:pt x="0" y="2323"/>
                </a:lnTo>
                <a:lnTo>
                  <a:pt x="0" y="2222"/>
                </a:lnTo>
                <a:lnTo>
                  <a:pt x="11" y="2222"/>
                </a:lnTo>
                <a:moveTo>
                  <a:pt x="11" y="2425"/>
                </a:moveTo>
                <a:lnTo>
                  <a:pt x="11" y="2526"/>
                </a:lnTo>
                <a:lnTo>
                  <a:pt x="0" y="2526"/>
                </a:lnTo>
                <a:lnTo>
                  <a:pt x="0" y="2425"/>
                </a:lnTo>
                <a:lnTo>
                  <a:pt x="11" y="2425"/>
                </a:lnTo>
                <a:moveTo>
                  <a:pt x="11" y="2627"/>
                </a:moveTo>
                <a:lnTo>
                  <a:pt x="11" y="2728"/>
                </a:lnTo>
                <a:lnTo>
                  <a:pt x="0" y="2728"/>
                </a:lnTo>
                <a:lnTo>
                  <a:pt x="0" y="2627"/>
                </a:lnTo>
                <a:lnTo>
                  <a:pt x="11" y="2627"/>
                </a:lnTo>
                <a:moveTo>
                  <a:pt x="11" y="2829"/>
                </a:moveTo>
                <a:lnTo>
                  <a:pt x="11" y="2930"/>
                </a:lnTo>
                <a:lnTo>
                  <a:pt x="0" y="2930"/>
                </a:lnTo>
                <a:lnTo>
                  <a:pt x="0" y="2829"/>
                </a:lnTo>
                <a:lnTo>
                  <a:pt x="11" y="2829"/>
                </a:lnTo>
                <a:moveTo>
                  <a:pt x="11" y="3031"/>
                </a:moveTo>
                <a:lnTo>
                  <a:pt x="11" y="3132"/>
                </a:lnTo>
                <a:lnTo>
                  <a:pt x="0" y="3132"/>
                </a:lnTo>
                <a:lnTo>
                  <a:pt x="0" y="3031"/>
                </a:lnTo>
                <a:lnTo>
                  <a:pt x="11" y="3031"/>
                </a:lnTo>
                <a:moveTo>
                  <a:pt x="11" y="3233"/>
                </a:moveTo>
                <a:lnTo>
                  <a:pt x="11" y="3334"/>
                </a:lnTo>
                <a:lnTo>
                  <a:pt x="0" y="3334"/>
                </a:lnTo>
                <a:lnTo>
                  <a:pt x="0" y="3233"/>
                </a:lnTo>
                <a:lnTo>
                  <a:pt x="11" y="3233"/>
                </a:lnTo>
                <a:moveTo>
                  <a:pt x="11" y="3435"/>
                </a:moveTo>
                <a:lnTo>
                  <a:pt x="11" y="3536"/>
                </a:lnTo>
                <a:lnTo>
                  <a:pt x="0" y="3536"/>
                </a:lnTo>
                <a:lnTo>
                  <a:pt x="0" y="3435"/>
                </a:lnTo>
                <a:lnTo>
                  <a:pt x="11" y="3435"/>
                </a:lnTo>
                <a:moveTo>
                  <a:pt x="11" y="3637"/>
                </a:moveTo>
                <a:lnTo>
                  <a:pt x="11" y="3738"/>
                </a:lnTo>
                <a:lnTo>
                  <a:pt x="0" y="3738"/>
                </a:lnTo>
                <a:lnTo>
                  <a:pt x="0" y="3637"/>
                </a:lnTo>
                <a:lnTo>
                  <a:pt x="11" y="3637"/>
                </a:lnTo>
                <a:moveTo>
                  <a:pt x="11" y="3839"/>
                </a:moveTo>
                <a:lnTo>
                  <a:pt x="11" y="3940"/>
                </a:lnTo>
                <a:lnTo>
                  <a:pt x="0" y="3940"/>
                </a:lnTo>
                <a:lnTo>
                  <a:pt x="0" y="3839"/>
                </a:lnTo>
                <a:lnTo>
                  <a:pt x="11" y="3839"/>
                </a:lnTo>
                <a:moveTo>
                  <a:pt x="11" y="4041"/>
                </a:moveTo>
                <a:lnTo>
                  <a:pt x="11" y="4142"/>
                </a:lnTo>
                <a:lnTo>
                  <a:pt x="0" y="4142"/>
                </a:lnTo>
                <a:lnTo>
                  <a:pt x="0" y="4041"/>
                </a:lnTo>
                <a:lnTo>
                  <a:pt x="11" y="4041"/>
                </a:lnTo>
                <a:moveTo>
                  <a:pt x="11" y="4243"/>
                </a:moveTo>
                <a:lnTo>
                  <a:pt x="11" y="4344"/>
                </a:lnTo>
                <a:lnTo>
                  <a:pt x="0" y="4344"/>
                </a:lnTo>
                <a:lnTo>
                  <a:pt x="0" y="4243"/>
                </a:lnTo>
                <a:lnTo>
                  <a:pt x="11" y="4243"/>
                </a:lnTo>
                <a:moveTo>
                  <a:pt x="11" y="4445"/>
                </a:moveTo>
                <a:lnTo>
                  <a:pt x="11" y="4546"/>
                </a:lnTo>
                <a:lnTo>
                  <a:pt x="0" y="4546"/>
                </a:lnTo>
                <a:lnTo>
                  <a:pt x="0" y="4445"/>
                </a:lnTo>
                <a:lnTo>
                  <a:pt x="11" y="4445"/>
                </a:lnTo>
                <a:moveTo>
                  <a:pt x="11" y="4647"/>
                </a:moveTo>
                <a:lnTo>
                  <a:pt x="11" y="4748"/>
                </a:lnTo>
                <a:lnTo>
                  <a:pt x="0" y="4748"/>
                </a:lnTo>
                <a:lnTo>
                  <a:pt x="0" y="4647"/>
                </a:lnTo>
                <a:lnTo>
                  <a:pt x="11" y="4647"/>
                </a:lnTo>
                <a:moveTo>
                  <a:pt x="11" y="4850"/>
                </a:moveTo>
                <a:lnTo>
                  <a:pt x="11" y="4952"/>
                </a:lnTo>
                <a:lnTo>
                  <a:pt x="0" y="4952"/>
                </a:lnTo>
                <a:lnTo>
                  <a:pt x="0" y="4850"/>
                </a:lnTo>
                <a:lnTo>
                  <a:pt x="11" y="4850"/>
                </a:lnTo>
                <a:moveTo>
                  <a:pt x="11" y="5053"/>
                </a:moveTo>
                <a:lnTo>
                  <a:pt x="11" y="5154"/>
                </a:lnTo>
                <a:lnTo>
                  <a:pt x="0" y="5154"/>
                </a:lnTo>
                <a:lnTo>
                  <a:pt x="0" y="5053"/>
                </a:lnTo>
                <a:lnTo>
                  <a:pt x="11" y="5053"/>
                </a:lnTo>
                <a:moveTo>
                  <a:pt x="11" y="5255"/>
                </a:moveTo>
                <a:lnTo>
                  <a:pt x="11" y="5356"/>
                </a:lnTo>
                <a:lnTo>
                  <a:pt x="0" y="5356"/>
                </a:lnTo>
                <a:lnTo>
                  <a:pt x="0" y="5255"/>
                </a:lnTo>
                <a:lnTo>
                  <a:pt x="11" y="5255"/>
                </a:lnTo>
                <a:moveTo>
                  <a:pt x="11" y="5457"/>
                </a:moveTo>
                <a:lnTo>
                  <a:pt x="11" y="5558"/>
                </a:lnTo>
                <a:lnTo>
                  <a:pt x="0" y="5558"/>
                </a:lnTo>
                <a:lnTo>
                  <a:pt x="0" y="5457"/>
                </a:lnTo>
                <a:lnTo>
                  <a:pt x="11" y="5457"/>
                </a:lnTo>
                <a:moveTo>
                  <a:pt x="11" y="5659"/>
                </a:moveTo>
                <a:lnTo>
                  <a:pt x="11" y="5760"/>
                </a:lnTo>
                <a:lnTo>
                  <a:pt x="0" y="5760"/>
                </a:lnTo>
                <a:lnTo>
                  <a:pt x="0" y="5659"/>
                </a:lnTo>
                <a:lnTo>
                  <a:pt x="11" y="5659"/>
                </a:lnTo>
                <a:moveTo>
                  <a:pt x="11" y="5861"/>
                </a:moveTo>
                <a:lnTo>
                  <a:pt x="11" y="5962"/>
                </a:lnTo>
                <a:lnTo>
                  <a:pt x="0" y="5962"/>
                </a:lnTo>
                <a:lnTo>
                  <a:pt x="0" y="5861"/>
                </a:lnTo>
                <a:lnTo>
                  <a:pt x="11" y="5861"/>
                </a:lnTo>
                <a:moveTo>
                  <a:pt x="11" y="6063"/>
                </a:moveTo>
                <a:lnTo>
                  <a:pt x="11" y="6164"/>
                </a:lnTo>
                <a:lnTo>
                  <a:pt x="0" y="6164"/>
                </a:lnTo>
                <a:lnTo>
                  <a:pt x="0" y="6063"/>
                </a:lnTo>
                <a:lnTo>
                  <a:pt x="11" y="6063"/>
                </a:lnTo>
                <a:moveTo>
                  <a:pt x="11" y="6265"/>
                </a:moveTo>
                <a:lnTo>
                  <a:pt x="11" y="6366"/>
                </a:lnTo>
                <a:lnTo>
                  <a:pt x="0" y="6366"/>
                </a:lnTo>
                <a:lnTo>
                  <a:pt x="0" y="6265"/>
                </a:lnTo>
                <a:lnTo>
                  <a:pt x="11" y="6265"/>
                </a:lnTo>
                <a:moveTo>
                  <a:pt x="11" y="6467"/>
                </a:moveTo>
                <a:lnTo>
                  <a:pt x="11" y="6568"/>
                </a:lnTo>
                <a:lnTo>
                  <a:pt x="0" y="6568"/>
                </a:lnTo>
                <a:lnTo>
                  <a:pt x="0" y="6467"/>
                </a:lnTo>
                <a:lnTo>
                  <a:pt x="11" y="6467"/>
                </a:lnTo>
                <a:moveTo>
                  <a:pt x="11" y="6669"/>
                </a:moveTo>
                <a:lnTo>
                  <a:pt x="11" y="6770"/>
                </a:lnTo>
                <a:lnTo>
                  <a:pt x="0" y="6770"/>
                </a:lnTo>
                <a:lnTo>
                  <a:pt x="0" y="6669"/>
                </a:lnTo>
                <a:lnTo>
                  <a:pt x="11" y="6669"/>
                </a:lnTo>
                <a:moveTo>
                  <a:pt x="11" y="6871"/>
                </a:moveTo>
                <a:lnTo>
                  <a:pt x="11" y="6972"/>
                </a:lnTo>
                <a:lnTo>
                  <a:pt x="0" y="6972"/>
                </a:lnTo>
                <a:lnTo>
                  <a:pt x="0" y="6871"/>
                </a:lnTo>
                <a:lnTo>
                  <a:pt x="11" y="6871"/>
                </a:lnTo>
                <a:moveTo>
                  <a:pt x="11" y="7073"/>
                </a:moveTo>
                <a:lnTo>
                  <a:pt x="11" y="7174"/>
                </a:lnTo>
                <a:lnTo>
                  <a:pt x="0" y="7174"/>
                </a:lnTo>
                <a:lnTo>
                  <a:pt x="0" y="7073"/>
                </a:lnTo>
                <a:lnTo>
                  <a:pt x="11" y="7073"/>
                </a:lnTo>
                <a:close/>
              </a:path>
            </a:pathLst>
          </a:custGeom>
          <a:solidFill>
            <a:srgbClr val="75757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5" name=""/>
          <p:cNvSpPr/>
          <p:nvPr/>
        </p:nvSpPr>
        <p:spPr>
          <a:xfrm>
            <a:off x="4253760" y="2140920"/>
            <a:ext cx="58320" cy="2602800"/>
          </a:xfrm>
          <a:custGeom>
            <a:avLst/>
            <a:gdLst/>
            <a:ahLst/>
            <a:rect l="0" t="0" r="r" b="b"/>
            <a:pathLst>
              <a:path w="162" h="7230">
                <a:moveTo>
                  <a:pt x="0" y="0"/>
                </a:moveTo>
                <a:lnTo>
                  <a:pt x="162" y="0"/>
                </a:lnTo>
                <a:lnTo>
                  <a:pt x="162" y="7230"/>
                </a:lnTo>
                <a:lnTo>
                  <a:pt x="0" y="7230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6" name=""/>
          <p:cNvSpPr/>
          <p:nvPr/>
        </p:nvSpPr>
        <p:spPr>
          <a:xfrm>
            <a:off x="4279680" y="2140920"/>
            <a:ext cx="3960" cy="2582640"/>
          </a:xfrm>
          <a:custGeom>
            <a:avLst/>
            <a:gdLst/>
            <a:ahLst/>
            <a:rect l="0" t="0" r="r" b="b"/>
            <a:pathLst>
              <a:path w="11" h="7174">
                <a:moveTo>
                  <a:pt x="11" y="0"/>
                </a:moveTo>
                <a:lnTo>
                  <a:pt x="11" y="101"/>
                </a:lnTo>
                <a:lnTo>
                  <a:pt x="0" y="101"/>
                </a:lnTo>
                <a:lnTo>
                  <a:pt x="0" y="0"/>
                </a:lnTo>
                <a:lnTo>
                  <a:pt x="11" y="0"/>
                </a:lnTo>
                <a:moveTo>
                  <a:pt x="11" y="202"/>
                </a:moveTo>
                <a:lnTo>
                  <a:pt x="11" y="303"/>
                </a:lnTo>
                <a:lnTo>
                  <a:pt x="0" y="303"/>
                </a:lnTo>
                <a:lnTo>
                  <a:pt x="0" y="202"/>
                </a:lnTo>
                <a:lnTo>
                  <a:pt x="11" y="202"/>
                </a:lnTo>
                <a:moveTo>
                  <a:pt x="11" y="404"/>
                </a:moveTo>
                <a:lnTo>
                  <a:pt x="11" y="505"/>
                </a:lnTo>
                <a:lnTo>
                  <a:pt x="0" y="505"/>
                </a:lnTo>
                <a:lnTo>
                  <a:pt x="0" y="404"/>
                </a:lnTo>
                <a:lnTo>
                  <a:pt x="11" y="404"/>
                </a:lnTo>
                <a:moveTo>
                  <a:pt x="11" y="606"/>
                </a:moveTo>
                <a:lnTo>
                  <a:pt x="11" y="707"/>
                </a:lnTo>
                <a:lnTo>
                  <a:pt x="0" y="707"/>
                </a:lnTo>
                <a:lnTo>
                  <a:pt x="0" y="606"/>
                </a:lnTo>
                <a:lnTo>
                  <a:pt x="11" y="606"/>
                </a:lnTo>
                <a:moveTo>
                  <a:pt x="11" y="808"/>
                </a:moveTo>
                <a:lnTo>
                  <a:pt x="11" y="909"/>
                </a:lnTo>
                <a:lnTo>
                  <a:pt x="0" y="909"/>
                </a:lnTo>
                <a:lnTo>
                  <a:pt x="0" y="808"/>
                </a:lnTo>
                <a:lnTo>
                  <a:pt x="11" y="808"/>
                </a:lnTo>
                <a:moveTo>
                  <a:pt x="11" y="1010"/>
                </a:moveTo>
                <a:lnTo>
                  <a:pt x="11" y="1111"/>
                </a:lnTo>
                <a:lnTo>
                  <a:pt x="0" y="1111"/>
                </a:lnTo>
                <a:lnTo>
                  <a:pt x="0" y="1010"/>
                </a:lnTo>
                <a:lnTo>
                  <a:pt x="11" y="1010"/>
                </a:lnTo>
                <a:moveTo>
                  <a:pt x="11" y="1212"/>
                </a:moveTo>
                <a:lnTo>
                  <a:pt x="11" y="1313"/>
                </a:lnTo>
                <a:lnTo>
                  <a:pt x="0" y="1313"/>
                </a:lnTo>
                <a:lnTo>
                  <a:pt x="0" y="1212"/>
                </a:lnTo>
                <a:lnTo>
                  <a:pt x="11" y="1212"/>
                </a:lnTo>
                <a:moveTo>
                  <a:pt x="11" y="1414"/>
                </a:moveTo>
                <a:lnTo>
                  <a:pt x="11" y="1515"/>
                </a:lnTo>
                <a:lnTo>
                  <a:pt x="0" y="1515"/>
                </a:lnTo>
                <a:lnTo>
                  <a:pt x="0" y="1414"/>
                </a:lnTo>
                <a:lnTo>
                  <a:pt x="11" y="1414"/>
                </a:lnTo>
                <a:moveTo>
                  <a:pt x="11" y="1616"/>
                </a:moveTo>
                <a:lnTo>
                  <a:pt x="11" y="1717"/>
                </a:lnTo>
                <a:lnTo>
                  <a:pt x="0" y="1717"/>
                </a:lnTo>
                <a:lnTo>
                  <a:pt x="0" y="1616"/>
                </a:lnTo>
                <a:lnTo>
                  <a:pt x="11" y="1616"/>
                </a:lnTo>
                <a:moveTo>
                  <a:pt x="11" y="1818"/>
                </a:moveTo>
                <a:lnTo>
                  <a:pt x="11" y="1919"/>
                </a:lnTo>
                <a:lnTo>
                  <a:pt x="0" y="1919"/>
                </a:lnTo>
                <a:lnTo>
                  <a:pt x="0" y="1818"/>
                </a:lnTo>
                <a:lnTo>
                  <a:pt x="11" y="1818"/>
                </a:lnTo>
                <a:moveTo>
                  <a:pt x="11" y="2020"/>
                </a:moveTo>
                <a:lnTo>
                  <a:pt x="11" y="2121"/>
                </a:lnTo>
                <a:lnTo>
                  <a:pt x="0" y="2121"/>
                </a:lnTo>
                <a:lnTo>
                  <a:pt x="0" y="2020"/>
                </a:lnTo>
                <a:lnTo>
                  <a:pt x="11" y="2020"/>
                </a:lnTo>
                <a:moveTo>
                  <a:pt x="11" y="2222"/>
                </a:moveTo>
                <a:lnTo>
                  <a:pt x="11" y="2323"/>
                </a:lnTo>
                <a:lnTo>
                  <a:pt x="0" y="2323"/>
                </a:lnTo>
                <a:lnTo>
                  <a:pt x="0" y="2222"/>
                </a:lnTo>
                <a:lnTo>
                  <a:pt x="11" y="2222"/>
                </a:lnTo>
                <a:moveTo>
                  <a:pt x="11" y="2425"/>
                </a:moveTo>
                <a:lnTo>
                  <a:pt x="11" y="2526"/>
                </a:lnTo>
                <a:lnTo>
                  <a:pt x="0" y="2526"/>
                </a:lnTo>
                <a:lnTo>
                  <a:pt x="0" y="2425"/>
                </a:lnTo>
                <a:lnTo>
                  <a:pt x="11" y="2425"/>
                </a:lnTo>
                <a:moveTo>
                  <a:pt x="11" y="2627"/>
                </a:moveTo>
                <a:lnTo>
                  <a:pt x="11" y="2728"/>
                </a:lnTo>
                <a:lnTo>
                  <a:pt x="0" y="2728"/>
                </a:lnTo>
                <a:lnTo>
                  <a:pt x="0" y="2627"/>
                </a:lnTo>
                <a:lnTo>
                  <a:pt x="11" y="2627"/>
                </a:lnTo>
                <a:moveTo>
                  <a:pt x="11" y="2829"/>
                </a:moveTo>
                <a:lnTo>
                  <a:pt x="11" y="2930"/>
                </a:lnTo>
                <a:lnTo>
                  <a:pt x="0" y="2930"/>
                </a:lnTo>
                <a:lnTo>
                  <a:pt x="0" y="2829"/>
                </a:lnTo>
                <a:lnTo>
                  <a:pt x="11" y="2829"/>
                </a:lnTo>
                <a:moveTo>
                  <a:pt x="11" y="3031"/>
                </a:moveTo>
                <a:lnTo>
                  <a:pt x="11" y="3132"/>
                </a:lnTo>
                <a:lnTo>
                  <a:pt x="0" y="3132"/>
                </a:lnTo>
                <a:lnTo>
                  <a:pt x="0" y="3031"/>
                </a:lnTo>
                <a:lnTo>
                  <a:pt x="11" y="3031"/>
                </a:lnTo>
                <a:moveTo>
                  <a:pt x="11" y="3233"/>
                </a:moveTo>
                <a:lnTo>
                  <a:pt x="11" y="3334"/>
                </a:lnTo>
                <a:lnTo>
                  <a:pt x="0" y="3334"/>
                </a:lnTo>
                <a:lnTo>
                  <a:pt x="0" y="3233"/>
                </a:lnTo>
                <a:lnTo>
                  <a:pt x="11" y="3233"/>
                </a:lnTo>
                <a:moveTo>
                  <a:pt x="11" y="3435"/>
                </a:moveTo>
                <a:lnTo>
                  <a:pt x="11" y="3536"/>
                </a:lnTo>
                <a:lnTo>
                  <a:pt x="0" y="3536"/>
                </a:lnTo>
                <a:lnTo>
                  <a:pt x="0" y="3435"/>
                </a:lnTo>
                <a:lnTo>
                  <a:pt x="11" y="3435"/>
                </a:lnTo>
                <a:moveTo>
                  <a:pt x="11" y="3637"/>
                </a:moveTo>
                <a:lnTo>
                  <a:pt x="11" y="3738"/>
                </a:lnTo>
                <a:lnTo>
                  <a:pt x="0" y="3738"/>
                </a:lnTo>
                <a:lnTo>
                  <a:pt x="0" y="3637"/>
                </a:lnTo>
                <a:lnTo>
                  <a:pt x="11" y="3637"/>
                </a:lnTo>
                <a:moveTo>
                  <a:pt x="11" y="3839"/>
                </a:moveTo>
                <a:lnTo>
                  <a:pt x="11" y="3940"/>
                </a:lnTo>
                <a:lnTo>
                  <a:pt x="0" y="3940"/>
                </a:lnTo>
                <a:lnTo>
                  <a:pt x="0" y="3839"/>
                </a:lnTo>
                <a:lnTo>
                  <a:pt x="11" y="3839"/>
                </a:lnTo>
                <a:moveTo>
                  <a:pt x="11" y="4041"/>
                </a:moveTo>
                <a:lnTo>
                  <a:pt x="11" y="4142"/>
                </a:lnTo>
                <a:lnTo>
                  <a:pt x="0" y="4142"/>
                </a:lnTo>
                <a:lnTo>
                  <a:pt x="0" y="4041"/>
                </a:lnTo>
                <a:lnTo>
                  <a:pt x="11" y="4041"/>
                </a:lnTo>
                <a:moveTo>
                  <a:pt x="11" y="4243"/>
                </a:moveTo>
                <a:lnTo>
                  <a:pt x="11" y="4344"/>
                </a:lnTo>
                <a:lnTo>
                  <a:pt x="0" y="4344"/>
                </a:lnTo>
                <a:lnTo>
                  <a:pt x="0" y="4243"/>
                </a:lnTo>
                <a:lnTo>
                  <a:pt x="11" y="4243"/>
                </a:lnTo>
                <a:moveTo>
                  <a:pt x="11" y="4445"/>
                </a:moveTo>
                <a:lnTo>
                  <a:pt x="11" y="4546"/>
                </a:lnTo>
                <a:lnTo>
                  <a:pt x="0" y="4546"/>
                </a:lnTo>
                <a:lnTo>
                  <a:pt x="0" y="4445"/>
                </a:lnTo>
                <a:lnTo>
                  <a:pt x="11" y="4445"/>
                </a:lnTo>
                <a:moveTo>
                  <a:pt x="11" y="4647"/>
                </a:moveTo>
                <a:lnTo>
                  <a:pt x="11" y="4748"/>
                </a:lnTo>
                <a:lnTo>
                  <a:pt x="0" y="4748"/>
                </a:lnTo>
                <a:lnTo>
                  <a:pt x="0" y="4647"/>
                </a:lnTo>
                <a:lnTo>
                  <a:pt x="11" y="4647"/>
                </a:lnTo>
                <a:moveTo>
                  <a:pt x="11" y="4850"/>
                </a:moveTo>
                <a:lnTo>
                  <a:pt x="11" y="4952"/>
                </a:lnTo>
                <a:lnTo>
                  <a:pt x="0" y="4952"/>
                </a:lnTo>
                <a:lnTo>
                  <a:pt x="0" y="4850"/>
                </a:lnTo>
                <a:lnTo>
                  <a:pt x="11" y="4850"/>
                </a:lnTo>
                <a:moveTo>
                  <a:pt x="11" y="5053"/>
                </a:moveTo>
                <a:lnTo>
                  <a:pt x="11" y="5154"/>
                </a:lnTo>
                <a:lnTo>
                  <a:pt x="0" y="5154"/>
                </a:lnTo>
                <a:lnTo>
                  <a:pt x="0" y="5053"/>
                </a:lnTo>
                <a:lnTo>
                  <a:pt x="11" y="5053"/>
                </a:lnTo>
                <a:moveTo>
                  <a:pt x="11" y="5255"/>
                </a:moveTo>
                <a:lnTo>
                  <a:pt x="11" y="5356"/>
                </a:lnTo>
                <a:lnTo>
                  <a:pt x="0" y="5356"/>
                </a:lnTo>
                <a:lnTo>
                  <a:pt x="0" y="5255"/>
                </a:lnTo>
                <a:lnTo>
                  <a:pt x="11" y="5255"/>
                </a:lnTo>
                <a:moveTo>
                  <a:pt x="11" y="5457"/>
                </a:moveTo>
                <a:lnTo>
                  <a:pt x="11" y="5558"/>
                </a:lnTo>
                <a:lnTo>
                  <a:pt x="0" y="5558"/>
                </a:lnTo>
                <a:lnTo>
                  <a:pt x="0" y="5457"/>
                </a:lnTo>
                <a:lnTo>
                  <a:pt x="11" y="5457"/>
                </a:lnTo>
                <a:moveTo>
                  <a:pt x="11" y="5659"/>
                </a:moveTo>
                <a:lnTo>
                  <a:pt x="11" y="5760"/>
                </a:lnTo>
                <a:lnTo>
                  <a:pt x="0" y="5760"/>
                </a:lnTo>
                <a:lnTo>
                  <a:pt x="0" y="5659"/>
                </a:lnTo>
                <a:lnTo>
                  <a:pt x="11" y="5659"/>
                </a:lnTo>
                <a:moveTo>
                  <a:pt x="11" y="5861"/>
                </a:moveTo>
                <a:lnTo>
                  <a:pt x="11" y="5962"/>
                </a:lnTo>
                <a:lnTo>
                  <a:pt x="0" y="5962"/>
                </a:lnTo>
                <a:lnTo>
                  <a:pt x="0" y="5861"/>
                </a:lnTo>
                <a:lnTo>
                  <a:pt x="11" y="5861"/>
                </a:lnTo>
                <a:moveTo>
                  <a:pt x="11" y="6063"/>
                </a:moveTo>
                <a:lnTo>
                  <a:pt x="11" y="6164"/>
                </a:lnTo>
                <a:lnTo>
                  <a:pt x="0" y="6164"/>
                </a:lnTo>
                <a:lnTo>
                  <a:pt x="0" y="6063"/>
                </a:lnTo>
                <a:lnTo>
                  <a:pt x="11" y="6063"/>
                </a:lnTo>
                <a:moveTo>
                  <a:pt x="11" y="6265"/>
                </a:moveTo>
                <a:lnTo>
                  <a:pt x="11" y="6366"/>
                </a:lnTo>
                <a:lnTo>
                  <a:pt x="0" y="6366"/>
                </a:lnTo>
                <a:lnTo>
                  <a:pt x="0" y="6265"/>
                </a:lnTo>
                <a:lnTo>
                  <a:pt x="11" y="6265"/>
                </a:lnTo>
                <a:moveTo>
                  <a:pt x="11" y="6467"/>
                </a:moveTo>
                <a:lnTo>
                  <a:pt x="11" y="6568"/>
                </a:lnTo>
                <a:lnTo>
                  <a:pt x="0" y="6568"/>
                </a:lnTo>
                <a:lnTo>
                  <a:pt x="0" y="6467"/>
                </a:lnTo>
                <a:lnTo>
                  <a:pt x="11" y="6467"/>
                </a:lnTo>
                <a:moveTo>
                  <a:pt x="11" y="6669"/>
                </a:moveTo>
                <a:lnTo>
                  <a:pt x="11" y="6770"/>
                </a:lnTo>
                <a:lnTo>
                  <a:pt x="0" y="6770"/>
                </a:lnTo>
                <a:lnTo>
                  <a:pt x="0" y="6669"/>
                </a:lnTo>
                <a:lnTo>
                  <a:pt x="11" y="6669"/>
                </a:lnTo>
                <a:moveTo>
                  <a:pt x="11" y="6871"/>
                </a:moveTo>
                <a:lnTo>
                  <a:pt x="11" y="6972"/>
                </a:lnTo>
                <a:lnTo>
                  <a:pt x="0" y="6972"/>
                </a:lnTo>
                <a:lnTo>
                  <a:pt x="0" y="6871"/>
                </a:lnTo>
                <a:lnTo>
                  <a:pt x="11" y="6871"/>
                </a:lnTo>
                <a:moveTo>
                  <a:pt x="11" y="7073"/>
                </a:moveTo>
                <a:lnTo>
                  <a:pt x="11" y="7174"/>
                </a:lnTo>
                <a:lnTo>
                  <a:pt x="0" y="7174"/>
                </a:lnTo>
                <a:lnTo>
                  <a:pt x="0" y="7073"/>
                </a:lnTo>
                <a:lnTo>
                  <a:pt x="11" y="7073"/>
                </a:lnTo>
                <a:close/>
              </a:path>
            </a:pathLst>
          </a:custGeom>
          <a:solidFill>
            <a:srgbClr val="75757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7" name=""/>
          <p:cNvSpPr/>
          <p:nvPr/>
        </p:nvSpPr>
        <p:spPr>
          <a:xfrm>
            <a:off x="7004880" y="2140920"/>
            <a:ext cx="58320" cy="2602800"/>
          </a:xfrm>
          <a:custGeom>
            <a:avLst/>
            <a:gdLst/>
            <a:ahLst/>
            <a:rect l="0" t="0" r="r" b="b"/>
            <a:pathLst>
              <a:path w="162" h="7230">
                <a:moveTo>
                  <a:pt x="0" y="0"/>
                </a:moveTo>
                <a:lnTo>
                  <a:pt x="162" y="0"/>
                </a:lnTo>
                <a:lnTo>
                  <a:pt x="162" y="7230"/>
                </a:lnTo>
                <a:lnTo>
                  <a:pt x="0" y="7230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8" name=""/>
          <p:cNvSpPr/>
          <p:nvPr/>
        </p:nvSpPr>
        <p:spPr>
          <a:xfrm>
            <a:off x="7030080" y="2140920"/>
            <a:ext cx="3960" cy="2582640"/>
          </a:xfrm>
          <a:custGeom>
            <a:avLst/>
            <a:gdLst/>
            <a:ahLst/>
            <a:rect l="0" t="0" r="r" b="b"/>
            <a:pathLst>
              <a:path w="11" h="7174">
                <a:moveTo>
                  <a:pt x="11" y="0"/>
                </a:moveTo>
                <a:lnTo>
                  <a:pt x="11" y="101"/>
                </a:lnTo>
                <a:lnTo>
                  <a:pt x="0" y="101"/>
                </a:lnTo>
                <a:lnTo>
                  <a:pt x="0" y="0"/>
                </a:lnTo>
                <a:lnTo>
                  <a:pt x="11" y="0"/>
                </a:lnTo>
                <a:moveTo>
                  <a:pt x="11" y="202"/>
                </a:moveTo>
                <a:lnTo>
                  <a:pt x="11" y="303"/>
                </a:lnTo>
                <a:lnTo>
                  <a:pt x="0" y="303"/>
                </a:lnTo>
                <a:lnTo>
                  <a:pt x="0" y="202"/>
                </a:lnTo>
                <a:lnTo>
                  <a:pt x="11" y="202"/>
                </a:lnTo>
                <a:moveTo>
                  <a:pt x="11" y="404"/>
                </a:moveTo>
                <a:lnTo>
                  <a:pt x="11" y="505"/>
                </a:lnTo>
                <a:lnTo>
                  <a:pt x="0" y="505"/>
                </a:lnTo>
                <a:lnTo>
                  <a:pt x="0" y="404"/>
                </a:lnTo>
                <a:lnTo>
                  <a:pt x="11" y="404"/>
                </a:lnTo>
                <a:moveTo>
                  <a:pt x="11" y="606"/>
                </a:moveTo>
                <a:lnTo>
                  <a:pt x="11" y="707"/>
                </a:lnTo>
                <a:lnTo>
                  <a:pt x="0" y="707"/>
                </a:lnTo>
                <a:lnTo>
                  <a:pt x="0" y="606"/>
                </a:lnTo>
                <a:lnTo>
                  <a:pt x="11" y="606"/>
                </a:lnTo>
                <a:moveTo>
                  <a:pt x="11" y="808"/>
                </a:moveTo>
                <a:lnTo>
                  <a:pt x="11" y="909"/>
                </a:lnTo>
                <a:lnTo>
                  <a:pt x="0" y="909"/>
                </a:lnTo>
                <a:lnTo>
                  <a:pt x="0" y="808"/>
                </a:lnTo>
                <a:lnTo>
                  <a:pt x="11" y="808"/>
                </a:lnTo>
                <a:moveTo>
                  <a:pt x="11" y="1010"/>
                </a:moveTo>
                <a:lnTo>
                  <a:pt x="11" y="1111"/>
                </a:lnTo>
                <a:lnTo>
                  <a:pt x="0" y="1111"/>
                </a:lnTo>
                <a:lnTo>
                  <a:pt x="0" y="1010"/>
                </a:lnTo>
                <a:lnTo>
                  <a:pt x="11" y="1010"/>
                </a:lnTo>
                <a:moveTo>
                  <a:pt x="11" y="1212"/>
                </a:moveTo>
                <a:lnTo>
                  <a:pt x="11" y="1313"/>
                </a:lnTo>
                <a:lnTo>
                  <a:pt x="0" y="1313"/>
                </a:lnTo>
                <a:lnTo>
                  <a:pt x="0" y="1212"/>
                </a:lnTo>
                <a:lnTo>
                  <a:pt x="11" y="1212"/>
                </a:lnTo>
                <a:moveTo>
                  <a:pt x="11" y="1414"/>
                </a:moveTo>
                <a:lnTo>
                  <a:pt x="11" y="1515"/>
                </a:lnTo>
                <a:lnTo>
                  <a:pt x="0" y="1515"/>
                </a:lnTo>
                <a:lnTo>
                  <a:pt x="0" y="1414"/>
                </a:lnTo>
                <a:lnTo>
                  <a:pt x="11" y="1414"/>
                </a:lnTo>
                <a:moveTo>
                  <a:pt x="11" y="1616"/>
                </a:moveTo>
                <a:lnTo>
                  <a:pt x="11" y="1717"/>
                </a:lnTo>
                <a:lnTo>
                  <a:pt x="0" y="1717"/>
                </a:lnTo>
                <a:lnTo>
                  <a:pt x="0" y="1616"/>
                </a:lnTo>
                <a:lnTo>
                  <a:pt x="11" y="1616"/>
                </a:lnTo>
                <a:moveTo>
                  <a:pt x="11" y="1818"/>
                </a:moveTo>
                <a:lnTo>
                  <a:pt x="11" y="1919"/>
                </a:lnTo>
                <a:lnTo>
                  <a:pt x="0" y="1919"/>
                </a:lnTo>
                <a:lnTo>
                  <a:pt x="0" y="1818"/>
                </a:lnTo>
                <a:lnTo>
                  <a:pt x="11" y="1818"/>
                </a:lnTo>
                <a:moveTo>
                  <a:pt x="11" y="2020"/>
                </a:moveTo>
                <a:lnTo>
                  <a:pt x="11" y="2121"/>
                </a:lnTo>
                <a:lnTo>
                  <a:pt x="0" y="2121"/>
                </a:lnTo>
                <a:lnTo>
                  <a:pt x="0" y="2020"/>
                </a:lnTo>
                <a:lnTo>
                  <a:pt x="11" y="2020"/>
                </a:lnTo>
                <a:moveTo>
                  <a:pt x="11" y="2222"/>
                </a:moveTo>
                <a:lnTo>
                  <a:pt x="11" y="2323"/>
                </a:lnTo>
                <a:lnTo>
                  <a:pt x="0" y="2323"/>
                </a:lnTo>
                <a:lnTo>
                  <a:pt x="0" y="2222"/>
                </a:lnTo>
                <a:lnTo>
                  <a:pt x="11" y="2222"/>
                </a:lnTo>
                <a:moveTo>
                  <a:pt x="11" y="2425"/>
                </a:moveTo>
                <a:lnTo>
                  <a:pt x="11" y="2526"/>
                </a:lnTo>
                <a:lnTo>
                  <a:pt x="0" y="2526"/>
                </a:lnTo>
                <a:lnTo>
                  <a:pt x="0" y="2425"/>
                </a:lnTo>
                <a:lnTo>
                  <a:pt x="11" y="2425"/>
                </a:lnTo>
                <a:moveTo>
                  <a:pt x="11" y="2627"/>
                </a:moveTo>
                <a:lnTo>
                  <a:pt x="11" y="2728"/>
                </a:lnTo>
                <a:lnTo>
                  <a:pt x="0" y="2728"/>
                </a:lnTo>
                <a:lnTo>
                  <a:pt x="0" y="2627"/>
                </a:lnTo>
                <a:lnTo>
                  <a:pt x="11" y="2627"/>
                </a:lnTo>
                <a:moveTo>
                  <a:pt x="11" y="2829"/>
                </a:moveTo>
                <a:lnTo>
                  <a:pt x="11" y="2930"/>
                </a:lnTo>
                <a:lnTo>
                  <a:pt x="0" y="2930"/>
                </a:lnTo>
                <a:lnTo>
                  <a:pt x="0" y="2829"/>
                </a:lnTo>
                <a:lnTo>
                  <a:pt x="11" y="2829"/>
                </a:lnTo>
                <a:moveTo>
                  <a:pt x="11" y="3031"/>
                </a:moveTo>
                <a:lnTo>
                  <a:pt x="11" y="3132"/>
                </a:lnTo>
                <a:lnTo>
                  <a:pt x="0" y="3132"/>
                </a:lnTo>
                <a:lnTo>
                  <a:pt x="0" y="3031"/>
                </a:lnTo>
                <a:lnTo>
                  <a:pt x="11" y="3031"/>
                </a:lnTo>
                <a:moveTo>
                  <a:pt x="11" y="3233"/>
                </a:moveTo>
                <a:lnTo>
                  <a:pt x="11" y="3334"/>
                </a:lnTo>
                <a:lnTo>
                  <a:pt x="0" y="3334"/>
                </a:lnTo>
                <a:lnTo>
                  <a:pt x="0" y="3233"/>
                </a:lnTo>
                <a:lnTo>
                  <a:pt x="11" y="3233"/>
                </a:lnTo>
                <a:moveTo>
                  <a:pt x="11" y="3435"/>
                </a:moveTo>
                <a:lnTo>
                  <a:pt x="11" y="3536"/>
                </a:lnTo>
                <a:lnTo>
                  <a:pt x="0" y="3536"/>
                </a:lnTo>
                <a:lnTo>
                  <a:pt x="0" y="3435"/>
                </a:lnTo>
                <a:lnTo>
                  <a:pt x="11" y="3435"/>
                </a:lnTo>
                <a:moveTo>
                  <a:pt x="11" y="3637"/>
                </a:moveTo>
                <a:lnTo>
                  <a:pt x="11" y="3738"/>
                </a:lnTo>
                <a:lnTo>
                  <a:pt x="0" y="3738"/>
                </a:lnTo>
                <a:lnTo>
                  <a:pt x="0" y="3637"/>
                </a:lnTo>
                <a:lnTo>
                  <a:pt x="11" y="3637"/>
                </a:lnTo>
                <a:moveTo>
                  <a:pt x="11" y="3839"/>
                </a:moveTo>
                <a:lnTo>
                  <a:pt x="11" y="3940"/>
                </a:lnTo>
                <a:lnTo>
                  <a:pt x="0" y="3940"/>
                </a:lnTo>
                <a:lnTo>
                  <a:pt x="0" y="3839"/>
                </a:lnTo>
                <a:lnTo>
                  <a:pt x="11" y="3839"/>
                </a:lnTo>
                <a:moveTo>
                  <a:pt x="11" y="4041"/>
                </a:moveTo>
                <a:lnTo>
                  <a:pt x="11" y="4142"/>
                </a:lnTo>
                <a:lnTo>
                  <a:pt x="0" y="4142"/>
                </a:lnTo>
                <a:lnTo>
                  <a:pt x="0" y="4041"/>
                </a:lnTo>
                <a:lnTo>
                  <a:pt x="11" y="4041"/>
                </a:lnTo>
                <a:moveTo>
                  <a:pt x="11" y="4243"/>
                </a:moveTo>
                <a:lnTo>
                  <a:pt x="11" y="4344"/>
                </a:lnTo>
                <a:lnTo>
                  <a:pt x="0" y="4344"/>
                </a:lnTo>
                <a:lnTo>
                  <a:pt x="0" y="4243"/>
                </a:lnTo>
                <a:lnTo>
                  <a:pt x="11" y="4243"/>
                </a:lnTo>
                <a:moveTo>
                  <a:pt x="11" y="4445"/>
                </a:moveTo>
                <a:lnTo>
                  <a:pt x="11" y="4546"/>
                </a:lnTo>
                <a:lnTo>
                  <a:pt x="0" y="4546"/>
                </a:lnTo>
                <a:lnTo>
                  <a:pt x="0" y="4445"/>
                </a:lnTo>
                <a:lnTo>
                  <a:pt x="11" y="4445"/>
                </a:lnTo>
                <a:moveTo>
                  <a:pt x="11" y="4647"/>
                </a:moveTo>
                <a:lnTo>
                  <a:pt x="11" y="4748"/>
                </a:lnTo>
                <a:lnTo>
                  <a:pt x="0" y="4748"/>
                </a:lnTo>
                <a:lnTo>
                  <a:pt x="0" y="4647"/>
                </a:lnTo>
                <a:lnTo>
                  <a:pt x="11" y="4647"/>
                </a:lnTo>
                <a:moveTo>
                  <a:pt x="11" y="4850"/>
                </a:moveTo>
                <a:lnTo>
                  <a:pt x="11" y="4952"/>
                </a:lnTo>
                <a:lnTo>
                  <a:pt x="0" y="4952"/>
                </a:lnTo>
                <a:lnTo>
                  <a:pt x="0" y="4850"/>
                </a:lnTo>
                <a:lnTo>
                  <a:pt x="11" y="4850"/>
                </a:lnTo>
                <a:moveTo>
                  <a:pt x="11" y="5053"/>
                </a:moveTo>
                <a:lnTo>
                  <a:pt x="11" y="5154"/>
                </a:lnTo>
                <a:lnTo>
                  <a:pt x="0" y="5154"/>
                </a:lnTo>
                <a:lnTo>
                  <a:pt x="0" y="5053"/>
                </a:lnTo>
                <a:lnTo>
                  <a:pt x="11" y="5053"/>
                </a:lnTo>
                <a:moveTo>
                  <a:pt x="11" y="5255"/>
                </a:moveTo>
                <a:lnTo>
                  <a:pt x="11" y="5356"/>
                </a:lnTo>
                <a:lnTo>
                  <a:pt x="0" y="5356"/>
                </a:lnTo>
                <a:lnTo>
                  <a:pt x="0" y="5255"/>
                </a:lnTo>
                <a:lnTo>
                  <a:pt x="11" y="5255"/>
                </a:lnTo>
                <a:moveTo>
                  <a:pt x="11" y="5457"/>
                </a:moveTo>
                <a:lnTo>
                  <a:pt x="11" y="5558"/>
                </a:lnTo>
                <a:lnTo>
                  <a:pt x="0" y="5558"/>
                </a:lnTo>
                <a:lnTo>
                  <a:pt x="0" y="5457"/>
                </a:lnTo>
                <a:lnTo>
                  <a:pt x="11" y="5457"/>
                </a:lnTo>
                <a:moveTo>
                  <a:pt x="11" y="5659"/>
                </a:moveTo>
                <a:lnTo>
                  <a:pt x="11" y="5760"/>
                </a:lnTo>
                <a:lnTo>
                  <a:pt x="0" y="5760"/>
                </a:lnTo>
                <a:lnTo>
                  <a:pt x="0" y="5659"/>
                </a:lnTo>
                <a:lnTo>
                  <a:pt x="11" y="5659"/>
                </a:lnTo>
                <a:moveTo>
                  <a:pt x="11" y="5861"/>
                </a:moveTo>
                <a:lnTo>
                  <a:pt x="11" y="5962"/>
                </a:lnTo>
                <a:lnTo>
                  <a:pt x="0" y="5962"/>
                </a:lnTo>
                <a:lnTo>
                  <a:pt x="0" y="5861"/>
                </a:lnTo>
                <a:lnTo>
                  <a:pt x="11" y="5861"/>
                </a:lnTo>
                <a:moveTo>
                  <a:pt x="11" y="6063"/>
                </a:moveTo>
                <a:lnTo>
                  <a:pt x="11" y="6164"/>
                </a:lnTo>
                <a:lnTo>
                  <a:pt x="0" y="6164"/>
                </a:lnTo>
                <a:lnTo>
                  <a:pt x="0" y="6063"/>
                </a:lnTo>
                <a:lnTo>
                  <a:pt x="11" y="6063"/>
                </a:lnTo>
                <a:moveTo>
                  <a:pt x="11" y="6265"/>
                </a:moveTo>
                <a:lnTo>
                  <a:pt x="11" y="6366"/>
                </a:lnTo>
                <a:lnTo>
                  <a:pt x="0" y="6366"/>
                </a:lnTo>
                <a:lnTo>
                  <a:pt x="0" y="6265"/>
                </a:lnTo>
                <a:lnTo>
                  <a:pt x="11" y="6265"/>
                </a:lnTo>
                <a:moveTo>
                  <a:pt x="11" y="6467"/>
                </a:moveTo>
                <a:lnTo>
                  <a:pt x="11" y="6568"/>
                </a:lnTo>
                <a:lnTo>
                  <a:pt x="0" y="6568"/>
                </a:lnTo>
                <a:lnTo>
                  <a:pt x="0" y="6467"/>
                </a:lnTo>
                <a:lnTo>
                  <a:pt x="11" y="6467"/>
                </a:lnTo>
                <a:moveTo>
                  <a:pt x="11" y="6669"/>
                </a:moveTo>
                <a:lnTo>
                  <a:pt x="11" y="6770"/>
                </a:lnTo>
                <a:lnTo>
                  <a:pt x="0" y="6770"/>
                </a:lnTo>
                <a:lnTo>
                  <a:pt x="0" y="6669"/>
                </a:lnTo>
                <a:lnTo>
                  <a:pt x="11" y="6669"/>
                </a:lnTo>
                <a:moveTo>
                  <a:pt x="11" y="6871"/>
                </a:moveTo>
                <a:lnTo>
                  <a:pt x="11" y="6972"/>
                </a:lnTo>
                <a:lnTo>
                  <a:pt x="0" y="6972"/>
                </a:lnTo>
                <a:lnTo>
                  <a:pt x="0" y="6871"/>
                </a:lnTo>
                <a:lnTo>
                  <a:pt x="11" y="6871"/>
                </a:lnTo>
                <a:moveTo>
                  <a:pt x="11" y="7073"/>
                </a:moveTo>
                <a:lnTo>
                  <a:pt x="11" y="7174"/>
                </a:lnTo>
                <a:lnTo>
                  <a:pt x="0" y="7174"/>
                </a:lnTo>
                <a:lnTo>
                  <a:pt x="0" y="7073"/>
                </a:lnTo>
                <a:lnTo>
                  <a:pt x="11" y="7073"/>
                </a:lnTo>
                <a:close/>
              </a:path>
            </a:pathLst>
          </a:custGeom>
          <a:solidFill>
            <a:srgbClr val="75757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9" name=""/>
          <p:cNvSpPr txBox="1"/>
          <p:nvPr/>
        </p:nvSpPr>
        <p:spPr>
          <a:xfrm>
            <a:off x="666720" y="739440"/>
            <a:ext cx="539100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550" spc="-1" strike="noStrike">
                <a:solidFill>
                  <a:srgbClr val="00a9ce"/>
                </a:solidFill>
                <a:latin typeface="Calibri"/>
                <a:ea typeface="Calibri"/>
              </a:rPr>
              <a:t>The ﬂow — 2. Track this request &amp; book</a:t>
            </a:r>
            <a:endParaRPr b="0" lang="en-AU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0" name=""/>
          <p:cNvSpPr txBox="1"/>
          <p:nvPr/>
        </p:nvSpPr>
        <p:spPr>
          <a:xfrm>
            <a:off x="812160" y="1875240"/>
            <a:ext cx="345240" cy="12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800" spc="-1" strike="noStrike">
                <a:solidFill>
                  <a:srgbClr val="000000"/>
                </a:solidFill>
                <a:latin typeface="Calibri"/>
                <a:ea typeface="Calibri"/>
              </a:rPr>
              <a:t>Referrer</a:t>
            </a:r>
            <a:endParaRPr b="0" lang="en-AU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1" name=""/>
          <p:cNvSpPr/>
          <p:nvPr/>
        </p:nvSpPr>
        <p:spPr>
          <a:xfrm>
            <a:off x="974160" y="1430640"/>
            <a:ext cx="116640" cy="116640"/>
          </a:xfrm>
          <a:custGeom>
            <a:avLst/>
            <a:gdLst/>
            <a:ahLst/>
            <a:rect l="0" t="0" r="r" b="b"/>
            <a:pathLst>
              <a:path w="324" h="324">
                <a:moveTo>
                  <a:pt x="324" y="162"/>
                </a:moveTo>
                <a:cubicBezTo>
                  <a:pt x="324" y="173"/>
                  <a:pt x="323" y="183"/>
                  <a:pt x="321" y="194"/>
                </a:cubicBezTo>
                <a:cubicBezTo>
                  <a:pt x="319" y="204"/>
                  <a:pt x="316" y="214"/>
                  <a:pt x="312" y="224"/>
                </a:cubicBezTo>
                <a:cubicBezTo>
                  <a:pt x="308" y="234"/>
                  <a:pt x="303" y="243"/>
                  <a:pt x="297" y="252"/>
                </a:cubicBezTo>
                <a:cubicBezTo>
                  <a:pt x="291" y="261"/>
                  <a:pt x="284" y="269"/>
                  <a:pt x="277" y="277"/>
                </a:cubicBezTo>
                <a:cubicBezTo>
                  <a:pt x="269" y="284"/>
                  <a:pt x="261" y="291"/>
                  <a:pt x="252" y="297"/>
                </a:cubicBezTo>
                <a:cubicBezTo>
                  <a:pt x="243" y="303"/>
                  <a:pt x="234" y="308"/>
                  <a:pt x="224" y="312"/>
                </a:cubicBezTo>
                <a:cubicBezTo>
                  <a:pt x="214" y="316"/>
                  <a:pt x="204" y="319"/>
                  <a:pt x="194" y="321"/>
                </a:cubicBezTo>
                <a:cubicBezTo>
                  <a:pt x="184" y="323"/>
                  <a:pt x="173" y="324"/>
                  <a:pt x="162" y="324"/>
                </a:cubicBezTo>
                <a:cubicBezTo>
                  <a:pt x="152" y="324"/>
                  <a:pt x="141" y="323"/>
                  <a:pt x="131" y="321"/>
                </a:cubicBezTo>
                <a:cubicBezTo>
                  <a:pt x="120" y="319"/>
                  <a:pt x="110" y="316"/>
                  <a:pt x="101" y="312"/>
                </a:cubicBezTo>
                <a:cubicBezTo>
                  <a:pt x="91" y="308"/>
                  <a:pt x="81" y="303"/>
                  <a:pt x="73" y="297"/>
                </a:cubicBezTo>
                <a:cubicBezTo>
                  <a:pt x="64" y="291"/>
                  <a:pt x="56" y="284"/>
                  <a:pt x="48" y="277"/>
                </a:cubicBezTo>
                <a:cubicBezTo>
                  <a:pt x="41" y="269"/>
                  <a:pt x="33" y="261"/>
                  <a:pt x="27" y="252"/>
                </a:cubicBezTo>
                <a:cubicBezTo>
                  <a:pt x="21" y="243"/>
                  <a:pt x="16" y="234"/>
                  <a:pt x="12" y="224"/>
                </a:cubicBezTo>
                <a:cubicBezTo>
                  <a:pt x="8" y="214"/>
                  <a:pt x="5" y="204"/>
                  <a:pt x="3" y="194"/>
                </a:cubicBezTo>
                <a:cubicBezTo>
                  <a:pt x="1" y="183"/>
                  <a:pt x="0" y="173"/>
                  <a:pt x="0" y="162"/>
                </a:cubicBezTo>
                <a:cubicBezTo>
                  <a:pt x="0" y="152"/>
                  <a:pt x="1" y="141"/>
                  <a:pt x="3" y="131"/>
                </a:cubicBezTo>
                <a:cubicBezTo>
                  <a:pt x="5" y="120"/>
                  <a:pt x="8" y="110"/>
                  <a:pt x="12" y="100"/>
                </a:cubicBezTo>
                <a:cubicBezTo>
                  <a:pt x="16" y="91"/>
                  <a:pt x="21" y="81"/>
                  <a:pt x="27" y="72"/>
                </a:cubicBezTo>
                <a:cubicBezTo>
                  <a:pt x="33" y="63"/>
                  <a:pt x="41" y="54"/>
                  <a:pt x="48" y="47"/>
                </a:cubicBezTo>
                <a:cubicBezTo>
                  <a:pt x="56" y="39"/>
                  <a:pt x="64" y="33"/>
                  <a:pt x="73" y="27"/>
                </a:cubicBezTo>
                <a:cubicBezTo>
                  <a:pt x="81" y="21"/>
                  <a:pt x="91" y="16"/>
                  <a:pt x="101" y="12"/>
                </a:cubicBezTo>
                <a:cubicBezTo>
                  <a:pt x="110" y="8"/>
                  <a:pt x="120" y="5"/>
                  <a:pt x="131" y="3"/>
                </a:cubicBezTo>
                <a:cubicBezTo>
                  <a:pt x="141" y="1"/>
                  <a:pt x="152" y="0"/>
                  <a:pt x="162" y="0"/>
                </a:cubicBezTo>
                <a:cubicBezTo>
                  <a:pt x="173" y="0"/>
                  <a:pt x="184" y="1"/>
                  <a:pt x="194" y="3"/>
                </a:cubicBezTo>
                <a:cubicBezTo>
                  <a:pt x="204" y="5"/>
                  <a:pt x="214" y="8"/>
                  <a:pt x="224" y="12"/>
                </a:cubicBezTo>
                <a:cubicBezTo>
                  <a:pt x="234" y="16"/>
                  <a:pt x="243" y="21"/>
                  <a:pt x="252" y="27"/>
                </a:cubicBezTo>
                <a:cubicBezTo>
                  <a:pt x="261" y="33"/>
                  <a:pt x="269" y="39"/>
                  <a:pt x="277" y="47"/>
                </a:cubicBezTo>
                <a:cubicBezTo>
                  <a:pt x="284" y="54"/>
                  <a:pt x="291" y="63"/>
                  <a:pt x="297" y="72"/>
                </a:cubicBezTo>
                <a:cubicBezTo>
                  <a:pt x="303" y="81"/>
                  <a:pt x="308" y="91"/>
                  <a:pt x="312" y="100"/>
                </a:cubicBezTo>
                <a:cubicBezTo>
                  <a:pt x="316" y="110"/>
                  <a:pt x="319" y="120"/>
                  <a:pt x="321" y="131"/>
                </a:cubicBezTo>
                <a:cubicBezTo>
                  <a:pt x="323" y="141"/>
                  <a:pt x="324" y="152"/>
                  <a:pt x="324" y="162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" name=""/>
          <p:cNvSpPr/>
          <p:nvPr/>
        </p:nvSpPr>
        <p:spPr>
          <a:xfrm>
            <a:off x="974160" y="1430640"/>
            <a:ext cx="116640" cy="116640"/>
          </a:xfrm>
          <a:custGeom>
            <a:avLst/>
            <a:gdLst/>
            <a:ahLst/>
            <a:rect l="0" t="0" r="r" b="b"/>
            <a:pathLst>
              <a:path w="324" h="324">
                <a:moveTo>
                  <a:pt x="324" y="162"/>
                </a:moveTo>
                <a:cubicBezTo>
                  <a:pt x="324" y="173"/>
                  <a:pt x="323" y="183"/>
                  <a:pt x="321" y="194"/>
                </a:cubicBezTo>
                <a:cubicBezTo>
                  <a:pt x="319" y="204"/>
                  <a:pt x="316" y="214"/>
                  <a:pt x="312" y="224"/>
                </a:cubicBezTo>
                <a:cubicBezTo>
                  <a:pt x="308" y="234"/>
                  <a:pt x="303" y="243"/>
                  <a:pt x="297" y="252"/>
                </a:cubicBezTo>
                <a:cubicBezTo>
                  <a:pt x="291" y="261"/>
                  <a:pt x="284" y="269"/>
                  <a:pt x="277" y="277"/>
                </a:cubicBezTo>
                <a:cubicBezTo>
                  <a:pt x="269" y="284"/>
                  <a:pt x="261" y="291"/>
                  <a:pt x="252" y="297"/>
                </a:cubicBezTo>
                <a:cubicBezTo>
                  <a:pt x="243" y="303"/>
                  <a:pt x="234" y="308"/>
                  <a:pt x="224" y="312"/>
                </a:cubicBezTo>
                <a:cubicBezTo>
                  <a:pt x="214" y="316"/>
                  <a:pt x="204" y="319"/>
                  <a:pt x="194" y="321"/>
                </a:cubicBezTo>
                <a:cubicBezTo>
                  <a:pt x="184" y="323"/>
                  <a:pt x="173" y="324"/>
                  <a:pt x="162" y="324"/>
                </a:cubicBezTo>
                <a:cubicBezTo>
                  <a:pt x="152" y="324"/>
                  <a:pt x="141" y="323"/>
                  <a:pt x="131" y="321"/>
                </a:cubicBezTo>
                <a:cubicBezTo>
                  <a:pt x="120" y="319"/>
                  <a:pt x="110" y="316"/>
                  <a:pt x="101" y="312"/>
                </a:cubicBezTo>
                <a:cubicBezTo>
                  <a:pt x="91" y="308"/>
                  <a:pt x="81" y="303"/>
                  <a:pt x="73" y="297"/>
                </a:cubicBezTo>
                <a:cubicBezTo>
                  <a:pt x="64" y="291"/>
                  <a:pt x="56" y="284"/>
                  <a:pt x="48" y="277"/>
                </a:cubicBezTo>
                <a:cubicBezTo>
                  <a:pt x="41" y="269"/>
                  <a:pt x="33" y="261"/>
                  <a:pt x="27" y="252"/>
                </a:cubicBezTo>
                <a:cubicBezTo>
                  <a:pt x="21" y="243"/>
                  <a:pt x="16" y="234"/>
                  <a:pt x="12" y="224"/>
                </a:cubicBezTo>
                <a:cubicBezTo>
                  <a:pt x="8" y="214"/>
                  <a:pt x="5" y="204"/>
                  <a:pt x="3" y="194"/>
                </a:cubicBezTo>
                <a:cubicBezTo>
                  <a:pt x="1" y="183"/>
                  <a:pt x="0" y="173"/>
                  <a:pt x="0" y="162"/>
                </a:cubicBezTo>
                <a:cubicBezTo>
                  <a:pt x="0" y="152"/>
                  <a:pt x="1" y="141"/>
                  <a:pt x="3" y="131"/>
                </a:cubicBezTo>
                <a:cubicBezTo>
                  <a:pt x="5" y="120"/>
                  <a:pt x="8" y="110"/>
                  <a:pt x="12" y="100"/>
                </a:cubicBezTo>
                <a:cubicBezTo>
                  <a:pt x="16" y="91"/>
                  <a:pt x="21" y="81"/>
                  <a:pt x="27" y="72"/>
                </a:cubicBezTo>
                <a:cubicBezTo>
                  <a:pt x="33" y="63"/>
                  <a:pt x="41" y="54"/>
                  <a:pt x="48" y="47"/>
                </a:cubicBezTo>
                <a:cubicBezTo>
                  <a:pt x="56" y="39"/>
                  <a:pt x="64" y="33"/>
                  <a:pt x="73" y="27"/>
                </a:cubicBezTo>
                <a:cubicBezTo>
                  <a:pt x="81" y="21"/>
                  <a:pt x="91" y="16"/>
                  <a:pt x="101" y="12"/>
                </a:cubicBezTo>
                <a:cubicBezTo>
                  <a:pt x="110" y="8"/>
                  <a:pt x="120" y="5"/>
                  <a:pt x="131" y="3"/>
                </a:cubicBezTo>
                <a:cubicBezTo>
                  <a:pt x="141" y="1"/>
                  <a:pt x="152" y="0"/>
                  <a:pt x="162" y="0"/>
                </a:cubicBezTo>
                <a:cubicBezTo>
                  <a:pt x="173" y="0"/>
                  <a:pt x="184" y="1"/>
                  <a:pt x="194" y="3"/>
                </a:cubicBezTo>
                <a:cubicBezTo>
                  <a:pt x="204" y="5"/>
                  <a:pt x="214" y="8"/>
                  <a:pt x="224" y="12"/>
                </a:cubicBezTo>
                <a:cubicBezTo>
                  <a:pt x="234" y="16"/>
                  <a:pt x="243" y="21"/>
                  <a:pt x="252" y="27"/>
                </a:cubicBezTo>
                <a:cubicBezTo>
                  <a:pt x="261" y="33"/>
                  <a:pt x="269" y="39"/>
                  <a:pt x="277" y="47"/>
                </a:cubicBezTo>
                <a:cubicBezTo>
                  <a:pt x="284" y="54"/>
                  <a:pt x="291" y="63"/>
                  <a:pt x="297" y="72"/>
                </a:cubicBezTo>
                <a:cubicBezTo>
                  <a:pt x="303" y="81"/>
                  <a:pt x="308" y="91"/>
                  <a:pt x="312" y="100"/>
                </a:cubicBezTo>
                <a:cubicBezTo>
                  <a:pt x="316" y="110"/>
                  <a:pt x="319" y="120"/>
                  <a:pt x="321" y="131"/>
                </a:cubicBezTo>
                <a:cubicBezTo>
                  <a:pt x="323" y="141"/>
                  <a:pt x="324" y="152"/>
                  <a:pt x="324" y="162"/>
                </a:cubicBezTo>
                <a:close/>
              </a:path>
            </a:pathLst>
          </a:custGeom>
          <a:noFill/>
          <a:ln w="3600">
            <a:solidFill>
              <a:srgbClr val="00a9c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" name=""/>
          <p:cNvSpPr/>
          <p:nvPr/>
        </p:nvSpPr>
        <p:spPr>
          <a:xfrm>
            <a:off x="937800" y="1546920"/>
            <a:ext cx="189360" cy="306000"/>
          </a:xfrm>
          <a:custGeom>
            <a:avLst/>
            <a:gdLst/>
            <a:ahLst/>
            <a:rect l="0" t="0" r="r" b="b"/>
            <a:pathLst>
              <a:path fill="none" w="526" h="850">
                <a:moveTo>
                  <a:pt x="262" y="0"/>
                </a:moveTo>
                <a:lnTo>
                  <a:pt x="262" y="547"/>
                </a:lnTo>
                <a:moveTo>
                  <a:pt x="0" y="162"/>
                </a:moveTo>
                <a:lnTo>
                  <a:pt x="526" y="162"/>
                </a:lnTo>
                <a:moveTo>
                  <a:pt x="262" y="547"/>
                </a:moveTo>
                <a:lnTo>
                  <a:pt x="0" y="850"/>
                </a:lnTo>
                <a:moveTo>
                  <a:pt x="262" y="547"/>
                </a:moveTo>
                <a:lnTo>
                  <a:pt x="526" y="850"/>
                </a:lnTo>
              </a:path>
            </a:pathLst>
          </a:custGeom>
          <a:ln w="3600">
            <a:solidFill>
              <a:srgbClr val="00a9c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" name=""/>
          <p:cNvSpPr txBox="1"/>
          <p:nvPr/>
        </p:nvSpPr>
        <p:spPr>
          <a:xfrm>
            <a:off x="833400" y="2014200"/>
            <a:ext cx="316080" cy="12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800" spc="-1" strike="noStrike">
                <a:solidFill>
                  <a:srgbClr val="000000"/>
                </a:solidFill>
                <a:latin typeface="Calibri"/>
                <a:ea typeface="Calibri"/>
              </a:rPr>
              <a:t>(Placer)</a:t>
            </a:r>
            <a:endParaRPr b="0" lang="en-AU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" name=""/>
          <p:cNvSpPr txBox="1"/>
          <p:nvPr/>
        </p:nvSpPr>
        <p:spPr>
          <a:xfrm>
            <a:off x="812160" y="4748040"/>
            <a:ext cx="345240" cy="12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800" spc="-1" strike="noStrike">
                <a:solidFill>
                  <a:srgbClr val="000000"/>
                </a:solidFill>
                <a:latin typeface="Calibri"/>
                <a:ea typeface="Calibri"/>
              </a:rPr>
              <a:t>Referrer</a:t>
            </a:r>
            <a:endParaRPr b="0" lang="en-AU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6" name=""/>
          <p:cNvSpPr/>
          <p:nvPr/>
        </p:nvSpPr>
        <p:spPr>
          <a:xfrm>
            <a:off x="974160" y="5016960"/>
            <a:ext cx="116640" cy="117000"/>
          </a:xfrm>
          <a:custGeom>
            <a:avLst/>
            <a:gdLst/>
            <a:ahLst/>
            <a:rect l="0" t="0" r="r" b="b"/>
            <a:pathLst>
              <a:path w="324" h="325">
                <a:moveTo>
                  <a:pt x="324" y="163"/>
                </a:moveTo>
                <a:cubicBezTo>
                  <a:pt x="324" y="174"/>
                  <a:pt x="323" y="184"/>
                  <a:pt x="321" y="195"/>
                </a:cubicBezTo>
                <a:cubicBezTo>
                  <a:pt x="319" y="205"/>
                  <a:pt x="316" y="215"/>
                  <a:pt x="312" y="225"/>
                </a:cubicBezTo>
                <a:cubicBezTo>
                  <a:pt x="308" y="235"/>
                  <a:pt x="303" y="244"/>
                  <a:pt x="297" y="253"/>
                </a:cubicBezTo>
                <a:cubicBezTo>
                  <a:pt x="291" y="262"/>
                  <a:pt x="284" y="270"/>
                  <a:pt x="277" y="277"/>
                </a:cubicBezTo>
                <a:cubicBezTo>
                  <a:pt x="269" y="285"/>
                  <a:pt x="261" y="292"/>
                  <a:pt x="252" y="298"/>
                </a:cubicBezTo>
                <a:cubicBezTo>
                  <a:pt x="243" y="303"/>
                  <a:pt x="234" y="308"/>
                  <a:pt x="224" y="313"/>
                </a:cubicBezTo>
                <a:cubicBezTo>
                  <a:pt x="214" y="317"/>
                  <a:pt x="204" y="320"/>
                  <a:pt x="194" y="322"/>
                </a:cubicBezTo>
                <a:cubicBezTo>
                  <a:pt x="184" y="324"/>
                  <a:pt x="173" y="325"/>
                  <a:pt x="162" y="325"/>
                </a:cubicBezTo>
                <a:cubicBezTo>
                  <a:pt x="152" y="325"/>
                  <a:pt x="141" y="324"/>
                  <a:pt x="131" y="322"/>
                </a:cubicBezTo>
                <a:cubicBezTo>
                  <a:pt x="120" y="320"/>
                  <a:pt x="110" y="317"/>
                  <a:pt x="101" y="313"/>
                </a:cubicBezTo>
                <a:cubicBezTo>
                  <a:pt x="91" y="308"/>
                  <a:pt x="81" y="303"/>
                  <a:pt x="73" y="298"/>
                </a:cubicBezTo>
                <a:cubicBezTo>
                  <a:pt x="64" y="292"/>
                  <a:pt x="56" y="285"/>
                  <a:pt x="48" y="277"/>
                </a:cubicBezTo>
                <a:cubicBezTo>
                  <a:pt x="41" y="270"/>
                  <a:pt x="33" y="262"/>
                  <a:pt x="27" y="253"/>
                </a:cubicBezTo>
                <a:cubicBezTo>
                  <a:pt x="21" y="244"/>
                  <a:pt x="16" y="235"/>
                  <a:pt x="12" y="225"/>
                </a:cubicBezTo>
                <a:cubicBezTo>
                  <a:pt x="8" y="215"/>
                  <a:pt x="5" y="205"/>
                  <a:pt x="3" y="195"/>
                </a:cubicBezTo>
                <a:cubicBezTo>
                  <a:pt x="1" y="184"/>
                  <a:pt x="0" y="174"/>
                  <a:pt x="0" y="163"/>
                </a:cubicBezTo>
                <a:cubicBezTo>
                  <a:pt x="0" y="153"/>
                  <a:pt x="1" y="142"/>
                  <a:pt x="3" y="132"/>
                </a:cubicBezTo>
                <a:cubicBezTo>
                  <a:pt x="5" y="121"/>
                  <a:pt x="8" y="110"/>
                  <a:pt x="12" y="100"/>
                </a:cubicBezTo>
                <a:cubicBezTo>
                  <a:pt x="16" y="90"/>
                  <a:pt x="21" y="81"/>
                  <a:pt x="27" y="72"/>
                </a:cubicBezTo>
                <a:cubicBezTo>
                  <a:pt x="33" y="64"/>
                  <a:pt x="41" y="55"/>
                  <a:pt x="48" y="48"/>
                </a:cubicBezTo>
                <a:cubicBezTo>
                  <a:pt x="56" y="40"/>
                  <a:pt x="64" y="34"/>
                  <a:pt x="73" y="28"/>
                </a:cubicBezTo>
                <a:cubicBezTo>
                  <a:pt x="81" y="22"/>
                  <a:pt x="91" y="17"/>
                  <a:pt x="101" y="13"/>
                </a:cubicBezTo>
                <a:cubicBezTo>
                  <a:pt x="110" y="9"/>
                  <a:pt x="120" y="6"/>
                  <a:pt x="131" y="4"/>
                </a:cubicBezTo>
                <a:cubicBezTo>
                  <a:pt x="141" y="2"/>
                  <a:pt x="152" y="0"/>
                  <a:pt x="162" y="0"/>
                </a:cubicBezTo>
                <a:cubicBezTo>
                  <a:pt x="173" y="0"/>
                  <a:pt x="184" y="2"/>
                  <a:pt x="194" y="4"/>
                </a:cubicBezTo>
                <a:cubicBezTo>
                  <a:pt x="204" y="6"/>
                  <a:pt x="214" y="9"/>
                  <a:pt x="224" y="13"/>
                </a:cubicBezTo>
                <a:cubicBezTo>
                  <a:pt x="234" y="17"/>
                  <a:pt x="243" y="22"/>
                  <a:pt x="252" y="28"/>
                </a:cubicBezTo>
                <a:cubicBezTo>
                  <a:pt x="261" y="34"/>
                  <a:pt x="269" y="40"/>
                  <a:pt x="277" y="48"/>
                </a:cubicBezTo>
                <a:cubicBezTo>
                  <a:pt x="284" y="55"/>
                  <a:pt x="291" y="64"/>
                  <a:pt x="297" y="72"/>
                </a:cubicBezTo>
                <a:cubicBezTo>
                  <a:pt x="303" y="81"/>
                  <a:pt x="308" y="90"/>
                  <a:pt x="312" y="100"/>
                </a:cubicBezTo>
                <a:cubicBezTo>
                  <a:pt x="316" y="110"/>
                  <a:pt x="319" y="121"/>
                  <a:pt x="321" y="132"/>
                </a:cubicBezTo>
                <a:cubicBezTo>
                  <a:pt x="323" y="142"/>
                  <a:pt x="324" y="153"/>
                  <a:pt x="324" y="163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7" name=""/>
          <p:cNvSpPr/>
          <p:nvPr/>
        </p:nvSpPr>
        <p:spPr>
          <a:xfrm>
            <a:off x="974160" y="5016960"/>
            <a:ext cx="116640" cy="117000"/>
          </a:xfrm>
          <a:custGeom>
            <a:avLst/>
            <a:gdLst/>
            <a:ahLst/>
            <a:rect l="0" t="0" r="r" b="b"/>
            <a:pathLst>
              <a:path w="324" h="325">
                <a:moveTo>
                  <a:pt x="324" y="163"/>
                </a:moveTo>
                <a:cubicBezTo>
                  <a:pt x="324" y="174"/>
                  <a:pt x="323" y="184"/>
                  <a:pt x="321" y="195"/>
                </a:cubicBezTo>
                <a:cubicBezTo>
                  <a:pt x="319" y="205"/>
                  <a:pt x="316" y="215"/>
                  <a:pt x="312" y="225"/>
                </a:cubicBezTo>
                <a:cubicBezTo>
                  <a:pt x="308" y="235"/>
                  <a:pt x="303" y="244"/>
                  <a:pt x="297" y="253"/>
                </a:cubicBezTo>
                <a:cubicBezTo>
                  <a:pt x="291" y="262"/>
                  <a:pt x="284" y="270"/>
                  <a:pt x="277" y="277"/>
                </a:cubicBezTo>
                <a:cubicBezTo>
                  <a:pt x="269" y="285"/>
                  <a:pt x="261" y="292"/>
                  <a:pt x="252" y="298"/>
                </a:cubicBezTo>
                <a:cubicBezTo>
                  <a:pt x="243" y="303"/>
                  <a:pt x="234" y="308"/>
                  <a:pt x="224" y="313"/>
                </a:cubicBezTo>
                <a:cubicBezTo>
                  <a:pt x="214" y="317"/>
                  <a:pt x="204" y="320"/>
                  <a:pt x="194" y="322"/>
                </a:cubicBezTo>
                <a:cubicBezTo>
                  <a:pt x="184" y="324"/>
                  <a:pt x="173" y="325"/>
                  <a:pt x="162" y="325"/>
                </a:cubicBezTo>
                <a:cubicBezTo>
                  <a:pt x="152" y="325"/>
                  <a:pt x="141" y="324"/>
                  <a:pt x="131" y="322"/>
                </a:cubicBezTo>
                <a:cubicBezTo>
                  <a:pt x="120" y="320"/>
                  <a:pt x="110" y="317"/>
                  <a:pt x="101" y="313"/>
                </a:cubicBezTo>
                <a:cubicBezTo>
                  <a:pt x="91" y="308"/>
                  <a:pt x="81" y="303"/>
                  <a:pt x="73" y="298"/>
                </a:cubicBezTo>
                <a:cubicBezTo>
                  <a:pt x="64" y="292"/>
                  <a:pt x="56" y="285"/>
                  <a:pt x="48" y="277"/>
                </a:cubicBezTo>
                <a:cubicBezTo>
                  <a:pt x="41" y="270"/>
                  <a:pt x="33" y="262"/>
                  <a:pt x="27" y="253"/>
                </a:cubicBezTo>
                <a:cubicBezTo>
                  <a:pt x="21" y="244"/>
                  <a:pt x="16" y="235"/>
                  <a:pt x="12" y="225"/>
                </a:cubicBezTo>
                <a:cubicBezTo>
                  <a:pt x="8" y="215"/>
                  <a:pt x="5" y="205"/>
                  <a:pt x="3" y="195"/>
                </a:cubicBezTo>
                <a:cubicBezTo>
                  <a:pt x="1" y="184"/>
                  <a:pt x="0" y="174"/>
                  <a:pt x="0" y="163"/>
                </a:cubicBezTo>
                <a:cubicBezTo>
                  <a:pt x="0" y="153"/>
                  <a:pt x="1" y="142"/>
                  <a:pt x="3" y="132"/>
                </a:cubicBezTo>
                <a:cubicBezTo>
                  <a:pt x="5" y="121"/>
                  <a:pt x="8" y="110"/>
                  <a:pt x="12" y="100"/>
                </a:cubicBezTo>
                <a:cubicBezTo>
                  <a:pt x="16" y="90"/>
                  <a:pt x="21" y="81"/>
                  <a:pt x="27" y="72"/>
                </a:cubicBezTo>
                <a:cubicBezTo>
                  <a:pt x="33" y="64"/>
                  <a:pt x="41" y="55"/>
                  <a:pt x="48" y="48"/>
                </a:cubicBezTo>
                <a:cubicBezTo>
                  <a:pt x="56" y="40"/>
                  <a:pt x="64" y="34"/>
                  <a:pt x="73" y="28"/>
                </a:cubicBezTo>
                <a:cubicBezTo>
                  <a:pt x="81" y="22"/>
                  <a:pt x="91" y="17"/>
                  <a:pt x="101" y="13"/>
                </a:cubicBezTo>
                <a:cubicBezTo>
                  <a:pt x="110" y="9"/>
                  <a:pt x="120" y="6"/>
                  <a:pt x="131" y="4"/>
                </a:cubicBezTo>
                <a:cubicBezTo>
                  <a:pt x="141" y="2"/>
                  <a:pt x="152" y="0"/>
                  <a:pt x="162" y="0"/>
                </a:cubicBezTo>
                <a:cubicBezTo>
                  <a:pt x="173" y="0"/>
                  <a:pt x="184" y="2"/>
                  <a:pt x="194" y="4"/>
                </a:cubicBezTo>
                <a:cubicBezTo>
                  <a:pt x="204" y="6"/>
                  <a:pt x="214" y="9"/>
                  <a:pt x="224" y="13"/>
                </a:cubicBezTo>
                <a:cubicBezTo>
                  <a:pt x="234" y="17"/>
                  <a:pt x="243" y="22"/>
                  <a:pt x="252" y="28"/>
                </a:cubicBezTo>
                <a:cubicBezTo>
                  <a:pt x="261" y="34"/>
                  <a:pt x="269" y="40"/>
                  <a:pt x="277" y="48"/>
                </a:cubicBezTo>
                <a:cubicBezTo>
                  <a:pt x="284" y="55"/>
                  <a:pt x="291" y="64"/>
                  <a:pt x="297" y="72"/>
                </a:cubicBezTo>
                <a:cubicBezTo>
                  <a:pt x="303" y="81"/>
                  <a:pt x="308" y="90"/>
                  <a:pt x="312" y="100"/>
                </a:cubicBezTo>
                <a:cubicBezTo>
                  <a:pt x="316" y="110"/>
                  <a:pt x="319" y="121"/>
                  <a:pt x="321" y="132"/>
                </a:cubicBezTo>
                <a:cubicBezTo>
                  <a:pt x="323" y="142"/>
                  <a:pt x="324" y="153"/>
                  <a:pt x="324" y="163"/>
                </a:cubicBezTo>
                <a:close/>
              </a:path>
            </a:pathLst>
          </a:custGeom>
          <a:noFill/>
          <a:ln w="3600">
            <a:solidFill>
              <a:srgbClr val="00a9c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8" name=""/>
          <p:cNvSpPr/>
          <p:nvPr/>
        </p:nvSpPr>
        <p:spPr>
          <a:xfrm>
            <a:off x="937800" y="5133600"/>
            <a:ext cx="189360" cy="306000"/>
          </a:xfrm>
          <a:custGeom>
            <a:avLst/>
            <a:gdLst/>
            <a:ahLst/>
            <a:rect l="0" t="0" r="r" b="b"/>
            <a:pathLst>
              <a:path fill="none" w="526" h="850">
                <a:moveTo>
                  <a:pt x="262" y="0"/>
                </a:moveTo>
                <a:lnTo>
                  <a:pt x="262" y="545"/>
                </a:lnTo>
                <a:moveTo>
                  <a:pt x="0" y="161"/>
                </a:moveTo>
                <a:lnTo>
                  <a:pt x="526" y="161"/>
                </a:lnTo>
                <a:moveTo>
                  <a:pt x="262" y="545"/>
                </a:moveTo>
                <a:lnTo>
                  <a:pt x="0" y="850"/>
                </a:lnTo>
                <a:moveTo>
                  <a:pt x="262" y="545"/>
                </a:moveTo>
                <a:lnTo>
                  <a:pt x="526" y="850"/>
                </a:lnTo>
              </a:path>
            </a:pathLst>
          </a:custGeom>
          <a:ln w="3600">
            <a:solidFill>
              <a:srgbClr val="00a9c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9" name=""/>
          <p:cNvSpPr/>
          <p:nvPr/>
        </p:nvSpPr>
        <p:spPr>
          <a:xfrm>
            <a:off x="4041360" y="1754280"/>
            <a:ext cx="483120" cy="379440"/>
          </a:xfrm>
          <a:custGeom>
            <a:avLst/>
            <a:gdLst/>
            <a:ahLst/>
            <a:rect l="0" t="0" r="r" b="b"/>
            <a:pathLst>
              <a:path w="1342" h="1054">
                <a:moveTo>
                  <a:pt x="51" y="0"/>
                </a:moveTo>
                <a:lnTo>
                  <a:pt x="1291" y="0"/>
                </a:lnTo>
                <a:cubicBezTo>
                  <a:pt x="1298" y="0"/>
                  <a:pt x="1304" y="1"/>
                  <a:pt x="1310" y="4"/>
                </a:cubicBezTo>
                <a:cubicBezTo>
                  <a:pt x="1317" y="6"/>
                  <a:pt x="1322" y="10"/>
                  <a:pt x="1327" y="15"/>
                </a:cubicBezTo>
                <a:cubicBezTo>
                  <a:pt x="1332" y="19"/>
                  <a:pt x="1335" y="25"/>
                  <a:pt x="1338" y="31"/>
                </a:cubicBezTo>
                <a:cubicBezTo>
                  <a:pt x="1340" y="37"/>
                  <a:pt x="1342" y="44"/>
                  <a:pt x="1342" y="50"/>
                </a:cubicBezTo>
                <a:lnTo>
                  <a:pt x="1342" y="1004"/>
                </a:lnTo>
                <a:cubicBezTo>
                  <a:pt x="1342" y="1011"/>
                  <a:pt x="1340" y="1017"/>
                  <a:pt x="1338" y="1023"/>
                </a:cubicBezTo>
                <a:cubicBezTo>
                  <a:pt x="1335" y="1029"/>
                  <a:pt x="1332" y="1035"/>
                  <a:pt x="1327" y="1040"/>
                </a:cubicBezTo>
                <a:cubicBezTo>
                  <a:pt x="1322" y="1044"/>
                  <a:pt x="1317" y="1048"/>
                  <a:pt x="1310" y="1051"/>
                </a:cubicBezTo>
                <a:cubicBezTo>
                  <a:pt x="1304" y="1053"/>
                  <a:pt x="1298" y="1054"/>
                  <a:pt x="1291" y="1054"/>
                </a:cubicBezTo>
                <a:lnTo>
                  <a:pt x="51" y="1054"/>
                </a:lnTo>
                <a:cubicBezTo>
                  <a:pt x="44" y="1054"/>
                  <a:pt x="38" y="1053"/>
                  <a:pt x="31" y="1051"/>
                </a:cubicBezTo>
                <a:cubicBezTo>
                  <a:pt x="25" y="1048"/>
                  <a:pt x="20" y="1044"/>
                  <a:pt x="15" y="1040"/>
                </a:cubicBezTo>
                <a:cubicBezTo>
                  <a:pt x="10" y="1035"/>
                  <a:pt x="7" y="1029"/>
                  <a:pt x="4" y="1023"/>
                </a:cubicBezTo>
                <a:cubicBezTo>
                  <a:pt x="1" y="1017"/>
                  <a:pt x="0" y="1011"/>
                  <a:pt x="0" y="1004"/>
                </a:cubicBezTo>
                <a:lnTo>
                  <a:pt x="0" y="50"/>
                </a:lnTo>
                <a:cubicBezTo>
                  <a:pt x="0" y="44"/>
                  <a:pt x="1" y="37"/>
                  <a:pt x="4" y="31"/>
                </a:cubicBezTo>
                <a:cubicBezTo>
                  <a:pt x="7" y="25"/>
                  <a:pt x="10" y="19"/>
                  <a:pt x="15" y="15"/>
                </a:cubicBezTo>
                <a:cubicBezTo>
                  <a:pt x="20" y="10"/>
                  <a:pt x="25" y="6"/>
                  <a:pt x="31" y="4"/>
                </a:cubicBezTo>
                <a:cubicBezTo>
                  <a:pt x="38" y="1"/>
                  <a:pt x="44" y="0"/>
                  <a:pt x="51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0" name=""/>
          <p:cNvSpPr/>
          <p:nvPr/>
        </p:nvSpPr>
        <p:spPr>
          <a:xfrm>
            <a:off x="4041360" y="1754280"/>
            <a:ext cx="483120" cy="379440"/>
          </a:xfrm>
          <a:custGeom>
            <a:avLst/>
            <a:gdLst/>
            <a:ahLst/>
            <a:rect l="0" t="0" r="r" b="b"/>
            <a:pathLst>
              <a:path w="1342" h="1054">
                <a:moveTo>
                  <a:pt x="51" y="0"/>
                </a:moveTo>
                <a:lnTo>
                  <a:pt x="1291" y="0"/>
                </a:lnTo>
                <a:cubicBezTo>
                  <a:pt x="1298" y="0"/>
                  <a:pt x="1304" y="1"/>
                  <a:pt x="1310" y="4"/>
                </a:cubicBezTo>
                <a:cubicBezTo>
                  <a:pt x="1317" y="6"/>
                  <a:pt x="1322" y="10"/>
                  <a:pt x="1327" y="15"/>
                </a:cubicBezTo>
                <a:cubicBezTo>
                  <a:pt x="1332" y="19"/>
                  <a:pt x="1335" y="25"/>
                  <a:pt x="1338" y="31"/>
                </a:cubicBezTo>
                <a:cubicBezTo>
                  <a:pt x="1340" y="37"/>
                  <a:pt x="1342" y="44"/>
                  <a:pt x="1342" y="50"/>
                </a:cubicBezTo>
                <a:lnTo>
                  <a:pt x="1342" y="1004"/>
                </a:lnTo>
                <a:cubicBezTo>
                  <a:pt x="1342" y="1011"/>
                  <a:pt x="1340" y="1017"/>
                  <a:pt x="1338" y="1023"/>
                </a:cubicBezTo>
                <a:cubicBezTo>
                  <a:pt x="1335" y="1029"/>
                  <a:pt x="1332" y="1035"/>
                  <a:pt x="1327" y="1040"/>
                </a:cubicBezTo>
                <a:cubicBezTo>
                  <a:pt x="1322" y="1044"/>
                  <a:pt x="1317" y="1048"/>
                  <a:pt x="1310" y="1051"/>
                </a:cubicBezTo>
                <a:cubicBezTo>
                  <a:pt x="1304" y="1053"/>
                  <a:pt x="1298" y="1054"/>
                  <a:pt x="1291" y="1054"/>
                </a:cubicBezTo>
                <a:lnTo>
                  <a:pt x="51" y="1054"/>
                </a:lnTo>
                <a:cubicBezTo>
                  <a:pt x="44" y="1054"/>
                  <a:pt x="38" y="1053"/>
                  <a:pt x="31" y="1051"/>
                </a:cubicBezTo>
                <a:cubicBezTo>
                  <a:pt x="25" y="1048"/>
                  <a:pt x="20" y="1044"/>
                  <a:pt x="15" y="1040"/>
                </a:cubicBezTo>
                <a:cubicBezTo>
                  <a:pt x="10" y="1035"/>
                  <a:pt x="7" y="1029"/>
                  <a:pt x="4" y="1023"/>
                </a:cubicBezTo>
                <a:cubicBezTo>
                  <a:pt x="1" y="1017"/>
                  <a:pt x="0" y="1011"/>
                  <a:pt x="0" y="1004"/>
                </a:cubicBezTo>
                <a:lnTo>
                  <a:pt x="0" y="50"/>
                </a:lnTo>
                <a:cubicBezTo>
                  <a:pt x="0" y="44"/>
                  <a:pt x="1" y="37"/>
                  <a:pt x="4" y="31"/>
                </a:cubicBezTo>
                <a:cubicBezTo>
                  <a:pt x="7" y="25"/>
                  <a:pt x="10" y="19"/>
                  <a:pt x="15" y="15"/>
                </a:cubicBezTo>
                <a:cubicBezTo>
                  <a:pt x="20" y="10"/>
                  <a:pt x="25" y="6"/>
                  <a:pt x="31" y="4"/>
                </a:cubicBezTo>
                <a:cubicBezTo>
                  <a:pt x="38" y="1"/>
                  <a:pt x="44" y="0"/>
                  <a:pt x="51" y="0"/>
                </a:cubicBezTo>
                <a:close/>
              </a:path>
            </a:pathLst>
          </a:custGeom>
          <a:noFill/>
          <a:ln w="3600">
            <a:solidFill>
              <a:srgbClr val="00a9c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1" name=""/>
          <p:cNvSpPr txBox="1"/>
          <p:nvPr/>
        </p:nvSpPr>
        <p:spPr>
          <a:xfrm>
            <a:off x="833400" y="4887000"/>
            <a:ext cx="316080" cy="12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800" spc="-1" strike="noStrike">
                <a:solidFill>
                  <a:srgbClr val="000000"/>
                </a:solidFill>
                <a:latin typeface="Calibri"/>
                <a:ea typeface="Calibri"/>
              </a:rPr>
              <a:t>(Placer)</a:t>
            </a:r>
            <a:endParaRPr b="0" lang="en-AU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2" name=""/>
          <p:cNvSpPr txBox="1"/>
          <p:nvPr/>
        </p:nvSpPr>
        <p:spPr>
          <a:xfrm>
            <a:off x="4092480" y="1817280"/>
            <a:ext cx="354240" cy="12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800" spc="-1" strike="noStrike">
                <a:solidFill>
                  <a:srgbClr val="001d34"/>
                </a:solidFill>
                <a:latin typeface="Calibri"/>
                <a:ea typeface="Calibri"/>
              </a:rPr>
              <a:t>Refe rral</a:t>
            </a:r>
            <a:endParaRPr b="0" lang="en-AU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3" name=""/>
          <p:cNvSpPr/>
          <p:nvPr/>
        </p:nvSpPr>
        <p:spPr>
          <a:xfrm>
            <a:off x="4041360" y="4736160"/>
            <a:ext cx="483120" cy="379440"/>
          </a:xfrm>
          <a:custGeom>
            <a:avLst/>
            <a:gdLst/>
            <a:ahLst/>
            <a:rect l="0" t="0" r="r" b="b"/>
            <a:pathLst>
              <a:path w="1342" h="1054">
                <a:moveTo>
                  <a:pt x="51" y="0"/>
                </a:moveTo>
                <a:lnTo>
                  <a:pt x="1291" y="0"/>
                </a:lnTo>
                <a:cubicBezTo>
                  <a:pt x="1298" y="0"/>
                  <a:pt x="1304" y="1"/>
                  <a:pt x="1310" y="4"/>
                </a:cubicBezTo>
                <a:cubicBezTo>
                  <a:pt x="1317" y="6"/>
                  <a:pt x="1322" y="11"/>
                  <a:pt x="1327" y="16"/>
                </a:cubicBezTo>
                <a:cubicBezTo>
                  <a:pt x="1332" y="20"/>
                  <a:pt x="1335" y="26"/>
                  <a:pt x="1338" y="32"/>
                </a:cubicBezTo>
                <a:cubicBezTo>
                  <a:pt x="1340" y="38"/>
                  <a:pt x="1342" y="45"/>
                  <a:pt x="1342" y="51"/>
                </a:cubicBezTo>
                <a:lnTo>
                  <a:pt x="1342" y="1004"/>
                </a:lnTo>
                <a:cubicBezTo>
                  <a:pt x="1342" y="1010"/>
                  <a:pt x="1340" y="1017"/>
                  <a:pt x="1338" y="1023"/>
                </a:cubicBezTo>
                <a:cubicBezTo>
                  <a:pt x="1335" y="1029"/>
                  <a:pt x="1332" y="1035"/>
                  <a:pt x="1327" y="1039"/>
                </a:cubicBezTo>
                <a:cubicBezTo>
                  <a:pt x="1322" y="1044"/>
                  <a:pt x="1317" y="1048"/>
                  <a:pt x="1310" y="1050"/>
                </a:cubicBezTo>
                <a:cubicBezTo>
                  <a:pt x="1304" y="1053"/>
                  <a:pt x="1298" y="1054"/>
                  <a:pt x="1291" y="1054"/>
                </a:cubicBezTo>
                <a:lnTo>
                  <a:pt x="51" y="1054"/>
                </a:lnTo>
                <a:cubicBezTo>
                  <a:pt x="44" y="1054"/>
                  <a:pt x="38" y="1053"/>
                  <a:pt x="31" y="1050"/>
                </a:cubicBezTo>
                <a:cubicBezTo>
                  <a:pt x="25" y="1048"/>
                  <a:pt x="20" y="1044"/>
                  <a:pt x="15" y="1039"/>
                </a:cubicBezTo>
                <a:cubicBezTo>
                  <a:pt x="10" y="1035"/>
                  <a:pt x="7" y="1029"/>
                  <a:pt x="4" y="1023"/>
                </a:cubicBezTo>
                <a:cubicBezTo>
                  <a:pt x="1" y="1017"/>
                  <a:pt x="0" y="1010"/>
                  <a:pt x="0" y="1004"/>
                </a:cubicBezTo>
                <a:lnTo>
                  <a:pt x="0" y="51"/>
                </a:lnTo>
                <a:cubicBezTo>
                  <a:pt x="0" y="45"/>
                  <a:pt x="1" y="38"/>
                  <a:pt x="4" y="32"/>
                </a:cubicBezTo>
                <a:cubicBezTo>
                  <a:pt x="7" y="26"/>
                  <a:pt x="10" y="20"/>
                  <a:pt x="15" y="16"/>
                </a:cubicBezTo>
                <a:cubicBezTo>
                  <a:pt x="20" y="11"/>
                  <a:pt x="25" y="6"/>
                  <a:pt x="31" y="4"/>
                </a:cubicBezTo>
                <a:cubicBezTo>
                  <a:pt x="38" y="1"/>
                  <a:pt x="44" y="0"/>
                  <a:pt x="51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4" name=""/>
          <p:cNvSpPr/>
          <p:nvPr/>
        </p:nvSpPr>
        <p:spPr>
          <a:xfrm>
            <a:off x="4041360" y="4736160"/>
            <a:ext cx="483120" cy="379440"/>
          </a:xfrm>
          <a:custGeom>
            <a:avLst/>
            <a:gdLst/>
            <a:ahLst/>
            <a:rect l="0" t="0" r="r" b="b"/>
            <a:pathLst>
              <a:path w="1342" h="1054">
                <a:moveTo>
                  <a:pt x="51" y="0"/>
                </a:moveTo>
                <a:lnTo>
                  <a:pt x="1291" y="0"/>
                </a:lnTo>
                <a:cubicBezTo>
                  <a:pt x="1298" y="0"/>
                  <a:pt x="1304" y="1"/>
                  <a:pt x="1310" y="4"/>
                </a:cubicBezTo>
                <a:cubicBezTo>
                  <a:pt x="1317" y="6"/>
                  <a:pt x="1322" y="11"/>
                  <a:pt x="1327" y="16"/>
                </a:cubicBezTo>
                <a:cubicBezTo>
                  <a:pt x="1332" y="20"/>
                  <a:pt x="1335" y="26"/>
                  <a:pt x="1338" y="32"/>
                </a:cubicBezTo>
                <a:cubicBezTo>
                  <a:pt x="1340" y="38"/>
                  <a:pt x="1342" y="45"/>
                  <a:pt x="1342" y="51"/>
                </a:cubicBezTo>
                <a:lnTo>
                  <a:pt x="1342" y="1004"/>
                </a:lnTo>
                <a:cubicBezTo>
                  <a:pt x="1342" y="1010"/>
                  <a:pt x="1340" y="1017"/>
                  <a:pt x="1338" y="1023"/>
                </a:cubicBezTo>
                <a:cubicBezTo>
                  <a:pt x="1335" y="1029"/>
                  <a:pt x="1332" y="1035"/>
                  <a:pt x="1327" y="1039"/>
                </a:cubicBezTo>
                <a:cubicBezTo>
                  <a:pt x="1322" y="1044"/>
                  <a:pt x="1317" y="1048"/>
                  <a:pt x="1310" y="1050"/>
                </a:cubicBezTo>
                <a:cubicBezTo>
                  <a:pt x="1304" y="1053"/>
                  <a:pt x="1298" y="1054"/>
                  <a:pt x="1291" y="1054"/>
                </a:cubicBezTo>
                <a:lnTo>
                  <a:pt x="51" y="1054"/>
                </a:lnTo>
                <a:cubicBezTo>
                  <a:pt x="44" y="1054"/>
                  <a:pt x="38" y="1053"/>
                  <a:pt x="31" y="1050"/>
                </a:cubicBezTo>
                <a:cubicBezTo>
                  <a:pt x="25" y="1048"/>
                  <a:pt x="20" y="1044"/>
                  <a:pt x="15" y="1039"/>
                </a:cubicBezTo>
                <a:cubicBezTo>
                  <a:pt x="10" y="1035"/>
                  <a:pt x="7" y="1029"/>
                  <a:pt x="4" y="1023"/>
                </a:cubicBezTo>
                <a:cubicBezTo>
                  <a:pt x="1" y="1017"/>
                  <a:pt x="0" y="1010"/>
                  <a:pt x="0" y="1004"/>
                </a:cubicBezTo>
                <a:lnTo>
                  <a:pt x="0" y="51"/>
                </a:lnTo>
                <a:cubicBezTo>
                  <a:pt x="0" y="45"/>
                  <a:pt x="1" y="38"/>
                  <a:pt x="4" y="32"/>
                </a:cubicBezTo>
                <a:cubicBezTo>
                  <a:pt x="7" y="26"/>
                  <a:pt x="10" y="20"/>
                  <a:pt x="15" y="16"/>
                </a:cubicBezTo>
                <a:cubicBezTo>
                  <a:pt x="20" y="11"/>
                  <a:pt x="25" y="6"/>
                  <a:pt x="31" y="4"/>
                </a:cubicBezTo>
                <a:cubicBezTo>
                  <a:pt x="38" y="1"/>
                  <a:pt x="44" y="0"/>
                  <a:pt x="51" y="0"/>
                </a:cubicBezTo>
                <a:close/>
              </a:path>
            </a:pathLst>
          </a:custGeom>
          <a:noFill/>
          <a:ln w="3600">
            <a:solidFill>
              <a:srgbClr val="00a9c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5" name=""/>
          <p:cNvSpPr txBox="1"/>
          <p:nvPr/>
        </p:nvSpPr>
        <p:spPr>
          <a:xfrm>
            <a:off x="4129560" y="1955880"/>
            <a:ext cx="288720" cy="12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800" spc="-1" strike="noStrike">
                <a:solidFill>
                  <a:srgbClr val="001d34"/>
                </a:solidFill>
                <a:latin typeface="Calibri"/>
                <a:ea typeface="Calibri"/>
              </a:rPr>
              <a:t>Ser ver</a:t>
            </a:r>
            <a:endParaRPr b="0" lang="en-AU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" name=""/>
          <p:cNvSpPr txBox="1"/>
          <p:nvPr/>
        </p:nvSpPr>
        <p:spPr>
          <a:xfrm>
            <a:off x="4092480" y="4799160"/>
            <a:ext cx="354240" cy="12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800" spc="-1" strike="noStrike">
                <a:solidFill>
                  <a:srgbClr val="001d34"/>
                </a:solidFill>
                <a:latin typeface="Calibri"/>
                <a:ea typeface="Calibri"/>
              </a:rPr>
              <a:t>Refe rral</a:t>
            </a:r>
            <a:endParaRPr b="0" lang="en-AU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7" name=""/>
          <p:cNvSpPr/>
          <p:nvPr/>
        </p:nvSpPr>
        <p:spPr>
          <a:xfrm>
            <a:off x="6566400" y="1754280"/>
            <a:ext cx="935280" cy="379440"/>
          </a:xfrm>
          <a:custGeom>
            <a:avLst/>
            <a:gdLst/>
            <a:ahLst/>
            <a:rect l="0" t="0" r="r" b="b"/>
            <a:pathLst>
              <a:path w="2598" h="1054">
                <a:moveTo>
                  <a:pt x="50" y="0"/>
                </a:moveTo>
                <a:lnTo>
                  <a:pt x="2547" y="0"/>
                </a:lnTo>
                <a:cubicBezTo>
                  <a:pt x="2554" y="0"/>
                  <a:pt x="2561" y="1"/>
                  <a:pt x="2567" y="4"/>
                </a:cubicBezTo>
                <a:cubicBezTo>
                  <a:pt x="2573" y="6"/>
                  <a:pt x="2578" y="10"/>
                  <a:pt x="2583" y="15"/>
                </a:cubicBezTo>
                <a:cubicBezTo>
                  <a:pt x="2588" y="19"/>
                  <a:pt x="2592" y="25"/>
                  <a:pt x="2594" y="31"/>
                </a:cubicBezTo>
                <a:cubicBezTo>
                  <a:pt x="2597" y="37"/>
                  <a:pt x="2598" y="44"/>
                  <a:pt x="2598" y="50"/>
                </a:cubicBezTo>
                <a:lnTo>
                  <a:pt x="2598" y="1004"/>
                </a:lnTo>
                <a:cubicBezTo>
                  <a:pt x="2598" y="1011"/>
                  <a:pt x="2597" y="1017"/>
                  <a:pt x="2594" y="1023"/>
                </a:cubicBezTo>
                <a:cubicBezTo>
                  <a:pt x="2592" y="1029"/>
                  <a:pt x="2588" y="1035"/>
                  <a:pt x="2583" y="1040"/>
                </a:cubicBezTo>
                <a:cubicBezTo>
                  <a:pt x="2578" y="1044"/>
                  <a:pt x="2573" y="1048"/>
                  <a:pt x="2567" y="1051"/>
                </a:cubicBezTo>
                <a:cubicBezTo>
                  <a:pt x="2561" y="1053"/>
                  <a:pt x="2554" y="1054"/>
                  <a:pt x="2547" y="1054"/>
                </a:cubicBezTo>
                <a:lnTo>
                  <a:pt x="50" y="1054"/>
                </a:lnTo>
                <a:cubicBezTo>
                  <a:pt x="44" y="1054"/>
                  <a:pt x="37" y="1053"/>
                  <a:pt x="31" y="1051"/>
                </a:cubicBezTo>
                <a:cubicBezTo>
                  <a:pt x="25" y="1048"/>
                  <a:pt x="19" y="1044"/>
                  <a:pt x="15" y="1040"/>
                </a:cubicBezTo>
                <a:cubicBezTo>
                  <a:pt x="10" y="1035"/>
                  <a:pt x="6" y="1029"/>
                  <a:pt x="4" y="1023"/>
                </a:cubicBezTo>
                <a:cubicBezTo>
                  <a:pt x="1" y="1017"/>
                  <a:pt x="0" y="1011"/>
                  <a:pt x="0" y="1004"/>
                </a:cubicBezTo>
                <a:lnTo>
                  <a:pt x="0" y="50"/>
                </a:lnTo>
                <a:cubicBezTo>
                  <a:pt x="0" y="44"/>
                  <a:pt x="1" y="37"/>
                  <a:pt x="4" y="31"/>
                </a:cubicBezTo>
                <a:cubicBezTo>
                  <a:pt x="6" y="25"/>
                  <a:pt x="10" y="19"/>
                  <a:pt x="15" y="15"/>
                </a:cubicBezTo>
                <a:cubicBezTo>
                  <a:pt x="19" y="10"/>
                  <a:pt x="25" y="6"/>
                  <a:pt x="31" y="4"/>
                </a:cubicBezTo>
                <a:cubicBezTo>
                  <a:pt x="37" y="1"/>
                  <a:pt x="44" y="0"/>
                  <a:pt x="50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8" name=""/>
          <p:cNvSpPr/>
          <p:nvPr/>
        </p:nvSpPr>
        <p:spPr>
          <a:xfrm>
            <a:off x="6566400" y="1754280"/>
            <a:ext cx="935280" cy="379440"/>
          </a:xfrm>
          <a:custGeom>
            <a:avLst/>
            <a:gdLst/>
            <a:ahLst/>
            <a:rect l="0" t="0" r="r" b="b"/>
            <a:pathLst>
              <a:path w="2598" h="1054">
                <a:moveTo>
                  <a:pt x="50" y="0"/>
                </a:moveTo>
                <a:lnTo>
                  <a:pt x="2547" y="0"/>
                </a:lnTo>
                <a:cubicBezTo>
                  <a:pt x="2554" y="0"/>
                  <a:pt x="2561" y="1"/>
                  <a:pt x="2567" y="4"/>
                </a:cubicBezTo>
                <a:cubicBezTo>
                  <a:pt x="2573" y="6"/>
                  <a:pt x="2578" y="10"/>
                  <a:pt x="2583" y="15"/>
                </a:cubicBezTo>
                <a:cubicBezTo>
                  <a:pt x="2588" y="19"/>
                  <a:pt x="2592" y="25"/>
                  <a:pt x="2594" y="31"/>
                </a:cubicBezTo>
                <a:cubicBezTo>
                  <a:pt x="2597" y="37"/>
                  <a:pt x="2598" y="44"/>
                  <a:pt x="2598" y="50"/>
                </a:cubicBezTo>
                <a:lnTo>
                  <a:pt x="2598" y="1004"/>
                </a:lnTo>
                <a:cubicBezTo>
                  <a:pt x="2598" y="1011"/>
                  <a:pt x="2597" y="1017"/>
                  <a:pt x="2594" y="1023"/>
                </a:cubicBezTo>
                <a:cubicBezTo>
                  <a:pt x="2592" y="1029"/>
                  <a:pt x="2588" y="1035"/>
                  <a:pt x="2583" y="1040"/>
                </a:cubicBezTo>
                <a:cubicBezTo>
                  <a:pt x="2578" y="1044"/>
                  <a:pt x="2573" y="1048"/>
                  <a:pt x="2567" y="1051"/>
                </a:cubicBezTo>
                <a:cubicBezTo>
                  <a:pt x="2561" y="1053"/>
                  <a:pt x="2554" y="1054"/>
                  <a:pt x="2547" y="1054"/>
                </a:cubicBezTo>
                <a:lnTo>
                  <a:pt x="50" y="1054"/>
                </a:lnTo>
                <a:cubicBezTo>
                  <a:pt x="44" y="1054"/>
                  <a:pt x="37" y="1053"/>
                  <a:pt x="31" y="1051"/>
                </a:cubicBezTo>
                <a:cubicBezTo>
                  <a:pt x="25" y="1048"/>
                  <a:pt x="19" y="1044"/>
                  <a:pt x="15" y="1040"/>
                </a:cubicBezTo>
                <a:cubicBezTo>
                  <a:pt x="10" y="1035"/>
                  <a:pt x="6" y="1029"/>
                  <a:pt x="4" y="1023"/>
                </a:cubicBezTo>
                <a:cubicBezTo>
                  <a:pt x="1" y="1017"/>
                  <a:pt x="0" y="1011"/>
                  <a:pt x="0" y="1004"/>
                </a:cubicBezTo>
                <a:lnTo>
                  <a:pt x="0" y="50"/>
                </a:lnTo>
                <a:cubicBezTo>
                  <a:pt x="0" y="44"/>
                  <a:pt x="1" y="37"/>
                  <a:pt x="4" y="31"/>
                </a:cubicBezTo>
                <a:cubicBezTo>
                  <a:pt x="6" y="25"/>
                  <a:pt x="10" y="19"/>
                  <a:pt x="15" y="15"/>
                </a:cubicBezTo>
                <a:cubicBezTo>
                  <a:pt x="19" y="10"/>
                  <a:pt x="25" y="6"/>
                  <a:pt x="31" y="4"/>
                </a:cubicBezTo>
                <a:cubicBezTo>
                  <a:pt x="37" y="1"/>
                  <a:pt x="44" y="0"/>
                  <a:pt x="50" y="0"/>
                </a:cubicBezTo>
                <a:close/>
              </a:path>
            </a:pathLst>
          </a:custGeom>
          <a:noFill/>
          <a:ln w="3600">
            <a:solidFill>
              <a:srgbClr val="00a9c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9" name=""/>
          <p:cNvSpPr txBox="1"/>
          <p:nvPr/>
        </p:nvSpPr>
        <p:spPr>
          <a:xfrm>
            <a:off x="4129560" y="4937760"/>
            <a:ext cx="288720" cy="12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800" spc="-1" strike="noStrike">
                <a:solidFill>
                  <a:srgbClr val="001d34"/>
                </a:solidFill>
                <a:latin typeface="Calibri"/>
                <a:ea typeface="Calibri"/>
              </a:rPr>
              <a:t>Ser ver</a:t>
            </a:r>
            <a:endParaRPr b="0" lang="en-AU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0" name=""/>
          <p:cNvSpPr txBox="1"/>
          <p:nvPr/>
        </p:nvSpPr>
        <p:spPr>
          <a:xfrm>
            <a:off x="6617520" y="1817280"/>
            <a:ext cx="704880" cy="12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800" spc="-1" strike="noStrike">
                <a:solidFill>
                  <a:srgbClr val="001d34"/>
                </a:solidFill>
                <a:latin typeface="Calibri"/>
                <a:ea typeface="Calibri"/>
              </a:rPr>
              <a:t>Imaging Provider</a:t>
            </a:r>
            <a:endParaRPr b="0" lang="en-AU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1" name=""/>
          <p:cNvSpPr/>
          <p:nvPr/>
        </p:nvSpPr>
        <p:spPr>
          <a:xfrm>
            <a:off x="6566400" y="4736160"/>
            <a:ext cx="935280" cy="379440"/>
          </a:xfrm>
          <a:custGeom>
            <a:avLst/>
            <a:gdLst/>
            <a:ahLst/>
            <a:rect l="0" t="0" r="r" b="b"/>
            <a:pathLst>
              <a:path w="2598" h="1054">
                <a:moveTo>
                  <a:pt x="50" y="0"/>
                </a:moveTo>
                <a:lnTo>
                  <a:pt x="2547" y="0"/>
                </a:lnTo>
                <a:cubicBezTo>
                  <a:pt x="2554" y="0"/>
                  <a:pt x="2561" y="1"/>
                  <a:pt x="2567" y="4"/>
                </a:cubicBezTo>
                <a:cubicBezTo>
                  <a:pt x="2573" y="6"/>
                  <a:pt x="2578" y="11"/>
                  <a:pt x="2583" y="16"/>
                </a:cubicBezTo>
                <a:cubicBezTo>
                  <a:pt x="2588" y="20"/>
                  <a:pt x="2592" y="26"/>
                  <a:pt x="2594" y="32"/>
                </a:cubicBezTo>
                <a:cubicBezTo>
                  <a:pt x="2597" y="38"/>
                  <a:pt x="2598" y="45"/>
                  <a:pt x="2598" y="51"/>
                </a:cubicBezTo>
                <a:lnTo>
                  <a:pt x="2598" y="1004"/>
                </a:lnTo>
                <a:cubicBezTo>
                  <a:pt x="2598" y="1010"/>
                  <a:pt x="2597" y="1017"/>
                  <a:pt x="2594" y="1023"/>
                </a:cubicBezTo>
                <a:cubicBezTo>
                  <a:pt x="2592" y="1029"/>
                  <a:pt x="2588" y="1035"/>
                  <a:pt x="2583" y="1039"/>
                </a:cubicBezTo>
                <a:cubicBezTo>
                  <a:pt x="2578" y="1044"/>
                  <a:pt x="2573" y="1048"/>
                  <a:pt x="2567" y="1050"/>
                </a:cubicBezTo>
                <a:cubicBezTo>
                  <a:pt x="2561" y="1053"/>
                  <a:pt x="2554" y="1054"/>
                  <a:pt x="2547" y="1054"/>
                </a:cubicBezTo>
                <a:lnTo>
                  <a:pt x="50" y="1054"/>
                </a:lnTo>
                <a:cubicBezTo>
                  <a:pt x="44" y="1054"/>
                  <a:pt x="37" y="1053"/>
                  <a:pt x="31" y="1050"/>
                </a:cubicBezTo>
                <a:cubicBezTo>
                  <a:pt x="25" y="1048"/>
                  <a:pt x="19" y="1044"/>
                  <a:pt x="15" y="1039"/>
                </a:cubicBezTo>
                <a:cubicBezTo>
                  <a:pt x="10" y="1035"/>
                  <a:pt x="6" y="1029"/>
                  <a:pt x="4" y="1023"/>
                </a:cubicBezTo>
                <a:cubicBezTo>
                  <a:pt x="1" y="1017"/>
                  <a:pt x="0" y="1010"/>
                  <a:pt x="0" y="1004"/>
                </a:cubicBezTo>
                <a:lnTo>
                  <a:pt x="0" y="51"/>
                </a:lnTo>
                <a:cubicBezTo>
                  <a:pt x="0" y="45"/>
                  <a:pt x="1" y="38"/>
                  <a:pt x="4" y="32"/>
                </a:cubicBezTo>
                <a:cubicBezTo>
                  <a:pt x="6" y="26"/>
                  <a:pt x="10" y="20"/>
                  <a:pt x="15" y="16"/>
                </a:cubicBezTo>
                <a:cubicBezTo>
                  <a:pt x="19" y="11"/>
                  <a:pt x="25" y="6"/>
                  <a:pt x="31" y="4"/>
                </a:cubicBezTo>
                <a:cubicBezTo>
                  <a:pt x="37" y="1"/>
                  <a:pt x="44" y="0"/>
                  <a:pt x="50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2" name=""/>
          <p:cNvSpPr/>
          <p:nvPr/>
        </p:nvSpPr>
        <p:spPr>
          <a:xfrm>
            <a:off x="6566400" y="4736160"/>
            <a:ext cx="935280" cy="379440"/>
          </a:xfrm>
          <a:custGeom>
            <a:avLst/>
            <a:gdLst/>
            <a:ahLst/>
            <a:rect l="0" t="0" r="r" b="b"/>
            <a:pathLst>
              <a:path w="2598" h="1054">
                <a:moveTo>
                  <a:pt x="50" y="0"/>
                </a:moveTo>
                <a:lnTo>
                  <a:pt x="2547" y="0"/>
                </a:lnTo>
                <a:cubicBezTo>
                  <a:pt x="2554" y="0"/>
                  <a:pt x="2561" y="1"/>
                  <a:pt x="2567" y="4"/>
                </a:cubicBezTo>
                <a:cubicBezTo>
                  <a:pt x="2573" y="6"/>
                  <a:pt x="2578" y="11"/>
                  <a:pt x="2583" y="16"/>
                </a:cubicBezTo>
                <a:cubicBezTo>
                  <a:pt x="2588" y="20"/>
                  <a:pt x="2592" y="26"/>
                  <a:pt x="2594" y="32"/>
                </a:cubicBezTo>
                <a:cubicBezTo>
                  <a:pt x="2597" y="38"/>
                  <a:pt x="2598" y="45"/>
                  <a:pt x="2598" y="51"/>
                </a:cubicBezTo>
                <a:lnTo>
                  <a:pt x="2598" y="1004"/>
                </a:lnTo>
                <a:cubicBezTo>
                  <a:pt x="2598" y="1010"/>
                  <a:pt x="2597" y="1017"/>
                  <a:pt x="2594" y="1023"/>
                </a:cubicBezTo>
                <a:cubicBezTo>
                  <a:pt x="2592" y="1029"/>
                  <a:pt x="2588" y="1035"/>
                  <a:pt x="2583" y="1039"/>
                </a:cubicBezTo>
                <a:cubicBezTo>
                  <a:pt x="2578" y="1044"/>
                  <a:pt x="2573" y="1048"/>
                  <a:pt x="2567" y="1050"/>
                </a:cubicBezTo>
                <a:cubicBezTo>
                  <a:pt x="2561" y="1053"/>
                  <a:pt x="2554" y="1054"/>
                  <a:pt x="2547" y="1054"/>
                </a:cubicBezTo>
                <a:lnTo>
                  <a:pt x="50" y="1054"/>
                </a:lnTo>
                <a:cubicBezTo>
                  <a:pt x="44" y="1054"/>
                  <a:pt x="37" y="1053"/>
                  <a:pt x="31" y="1050"/>
                </a:cubicBezTo>
                <a:cubicBezTo>
                  <a:pt x="25" y="1048"/>
                  <a:pt x="19" y="1044"/>
                  <a:pt x="15" y="1039"/>
                </a:cubicBezTo>
                <a:cubicBezTo>
                  <a:pt x="10" y="1035"/>
                  <a:pt x="6" y="1029"/>
                  <a:pt x="4" y="1023"/>
                </a:cubicBezTo>
                <a:cubicBezTo>
                  <a:pt x="1" y="1017"/>
                  <a:pt x="0" y="1010"/>
                  <a:pt x="0" y="1004"/>
                </a:cubicBezTo>
                <a:lnTo>
                  <a:pt x="0" y="51"/>
                </a:lnTo>
                <a:cubicBezTo>
                  <a:pt x="0" y="45"/>
                  <a:pt x="1" y="38"/>
                  <a:pt x="4" y="32"/>
                </a:cubicBezTo>
                <a:cubicBezTo>
                  <a:pt x="6" y="26"/>
                  <a:pt x="10" y="20"/>
                  <a:pt x="15" y="16"/>
                </a:cubicBezTo>
                <a:cubicBezTo>
                  <a:pt x="19" y="11"/>
                  <a:pt x="25" y="6"/>
                  <a:pt x="31" y="4"/>
                </a:cubicBezTo>
                <a:cubicBezTo>
                  <a:pt x="37" y="1"/>
                  <a:pt x="44" y="0"/>
                  <a:pt x="50" y="0"/>
                </a:cubicBezTo>
                <a:close/>
              </a:path>
            </a:pathLst>
          </a:custGeom>
          <a:noFill/>
          <a:ln w="3600">
            <a:solidFill>
              <a:srgbClr val="00a9c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3" name=""/>
          <p:cNvSpPr txBox="1"/>
          <p:nvPr/>
        </p:nvSpPr>
        <p:spPr>
          <a:xfrm>
            <a:off x="6887880" y="1955880"/>
            <a:ext cx="266040" cy="12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800" spc="-1" strike="noStrike">
                <a:solidFill>
                  <a:srgbClr val="001d34"/>
                </a:solidFill>
                <a:latin typeface="Calibri"/>
                <a:ea typeface="Calibri"/>
              </a:rPr>
              <a:t>(Filler)</a:t>
            </a:r>
            <a:endParaRPr b="0" lang="en-AU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4" name=""/>
          <p:cNvSpPr txBox="1"/>
          <p:nvPr/>
        </p:nvSpPr>
        <p:spPr>
          <a:xfrm>
            <a:off x="6617520" y="4799160"/>
            <a:ext cx="704880" cy="12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800" spc="-1" strike="noStrike">
                <a:solidFill>
                  <a:srgbClr val="001d34"/>
                </a:solidFill>
                <a:latin typeface="Calibri"/>
                <a:ea typeface="Calibri"/>
              </a:rPr>
              <a:t>Imaging Provider</a:t>
            </a:r>
            <a:endParaRPr b="0" lang="en-AU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5" name=""/>
          <p:cNvSpPr/>
          <p:nvPr/>
        </p:nvSpPr>
        <p:spPr>
          <a:xfrm>
            <a:off x="819360" y="2250000"/>
            <a:ext cx="3673440" cy="582120"/>
          </a:xfrm>
          <a:custGeom>
            <a:avLst/>
            <a:gdLst/>
            <a:ahLst/>
            <a:rect l="0" t="0" r="r" b="b"/>
            <a:pathLst>
              <a:path w="10204" h="1617">
                <a:moveTo>
                  <a:pt x="0" y="0"/>
                </a:moveTo>
                <a:lnTo>
                  <a:pt x="0" y="1617"/>
                </a:lnTo>
                <a:lnTo>
                  <a:pt x="10204" y="1617"/>
                </a:lnTo>
                <a:lnTo>
                  <a:pt x="10204" y="202"/>
                </a:lnTo>
                <a:lnTo>
                  <a:pt x="10002" y="0"/>
                </a:lnTo>
                <a:lnTo>
                  <a:pt x="0" y="0"/>
                </a:lnTo>
                <a:close/>
              </a:path>
            </a:pathLst>
          </a:custGeom>
          <a:solidFill>
            <a:srgbClr val="feff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6" name=""/>
          <p:cNvSpPr/>
          <p:nvPr/>
        </p:nvSpPr>
        <p:spPr>
          <a:xfrm>
            <a:off x="819360" y="2250000"/>
            <a:ext cx="3673440" cy="582120"/>
          </a:xfrm>
          <a:custGeom>
            <a:avLst/>
            <a:gdLst/>
            <a:ahLst/>
            <a:rect l="0" t="0" r="r" b="b"/>
            <a:pathLst>
              <a:path fill="none" w="10204" h="1617">
                <a:moveTo>
                  <a:pt x="0" y="0"/>
                </a:moveTo>
                <a:lnTo>
                  <a:pt x="0" y="1617"/>
                </a:lnTo>
                <a:lnTo>
                  <a:pt x="10204" y="1617"/>
                </a:lnTo>
                <a:lnTo>
                  <a:pt x="10204" y="202"/>
                </a:lnTo>
                <a:lnTo>
                  <a:pt x="10002" y="0"/>
                </a:lnTo>
                <a:lnTo>
                  <a:pt x="0" y="0"/>
                </a:lnTo>
              </a:path>
            </a:pathLst>
          </a:custGeom>
          <a:ln w="3600">
            <a:solidFill>
              <a:srgbClr val="181818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7" name=""/>
          <p:cNvSpPr/>
          <p:nvPr/>
        </p:nvSpPr>
        <p:spPr>
          <a:xfrm>
            <a:off x="4419720" y="2250000"/>
            <a:ext cx="73080" cy="73080"/>
          </a:xfrm>
          <a:custGeom>
            <a:avLst/>
            <a:gdLst/>
            <a:ahLst/>
            <a:rect l="0" t="0" r="r" b="b"/>
            <a:pathLst>
              <a:path w="203" h="203">
                <a:moveTo>
                  <a:pt x="0" y="0"/>
                </a:moveTo>
                <a:lnTo>
                  <a:pt x="0" y="203"/>
                </a:lnTo>
                <a:lnTo>
                  <a:pt x="203" y="203"/>
                </a:lnTo>
                <a:lnTo>
                  <a:pt x="0" y="0"/>
                </a:lnTo>
                <a:close/>
              </a:path>
            </a:pathLst>
          </a:custGeom>
          <a:solidFill>
            <a:srgbClr val="feff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8" name=""/>
          <p:cNvSpPr/>
          <p:nvPr/>
        </p:nvSpPr>
        <p:spPr>
          <a:xfrm>
            <a:off x="4419720" y="2250000"/>
            <a:ext cx="73080" cy="73080"/>
          </a:xfrm>
          <a:custGeom>
            <a:avLst/>
            <a:gdLst/>
            <a:ahLst/>
            <a:rect l="0" t="0" r="r" b="b"/>
            <a:pathLst>
              <a:path fill="none" w="203" h="203">
                <a:moveTo>
                  <a:pt x="0" y="0"/>
                </a:moveTo>
                <a:lnTo>
                  <a:pt x="0" y="203"/>
                </a:lnTo>
                <a:lnTo>
                  <a:pt x="203" y="203"/>
                </a:lnTo>
                <a:lnTo>
                  <a:pt x="0" y="0"/>
                </a:lnTo>
              </a:path>
            </a:pathLst>
          </a:custGeom>
          <a:ln w="3600">
            <a:solidFill>
              <a:srgbClr val="181818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9" name=""/>
          <p:cNvSpPr txBox="1"/>
          <p:nvPr/>
        </p:nvSpPr>
        <p:spPr>
          <a:xfrm>
            <a:off x="6887880" y="4937760"/>
            <a:ext cx="266040" cy="12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800" spc="-1" strike="noStrike">
                <a:solidFill>
                  <a:srgbClr val="001d34"/>
                </a:solidFill>
                <a:latin typeface="Calibri"/>
                <a:ea typeface="Calibri"/>
              </a:rPr>
              <a:t>(Filler)</a:t>
            </a:r>
            <a:endParaRPr b="0" lang="en-AU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0" name=""/>
          <p:cNvSpPr txBox="1"/>
          <p:nvPr/>
        </p:nvSpPr>
        <p:spPr>
          <a:xfrm>
            <a:off x="1218960" y="2297520"/>
            <a:ext cx="2402640" cy="116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750" spc="-1" strike="noStrike">
                <a:solidFill>
                  <a:srgbClr val="000000"/>
                </a:solidFill>
                <a:latin typeface="Calibri"/>
                <a:ea typeface="Calibri"/>
              </a:rPr>
              <a:t>Track</a:t>
            </a:r>
            <a:r>
              <a:rPr b="1" lang="en-AU" sz="750" spc="-1" strike="noStrike">
                <a:solidFill>
                  <a:srgbClr val="000000"/>
                </a:solidFill>
                <a:latin typeface="Calibri"/>
                <a:ea typeface="Calibri"/>
              </a:rPr>
              <a:t> this referral's Task</a:t>
            </a:r>
            <a:r>
              <a:rPr b="0" lang="en-AU" sz="750" spc="-1" strike="noStrike">
                <a:solidFill>
                  <a:srgbClr val="000000"/>
                </a:solidFill>
                <a:latin typeface="Calibri"/>
                <a:ea typeface="Calibri"/>
              </a:rPr>
              <a:t> — Task?focus=ServiceRequest/{id} —</a:t>
            </a:r>
            <a:endParaRPr b="0" lang="en-AU" sz="7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1" name=""/>
          <p:cNvSpPr txBox="1"/>
          <p:nvPr/>
        </p:nvSpPr>
        <p:spPr>
          <a:xfrm>
            <a:off x="1218960" y="2426400"/>
            <a:ext cx="2204280" cy="116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750" spc="-1" strike="noStrike">
                <a:solidFill>
                  <a:srgbClr val="000000"/>
                </a:solidFill>
                <a:latin typeface="Calibri"/>
                <a:ea typeface="Calibri"/>
              </a:rPr>
              <a:t>to know whether</a:t>
            </a:r>
            <a:r>
              <a:rPr b="1" lang="en-AU" sz="750" spc="-1" strike="noStrike">
                <a:solidFill>
                  <a:srgbClr val="000000"/>
                </a:solidFill>
                <a:latin typeface="Calibri"/>
                <a:ea typeface="Calibri"/>
              </a:rPr>
              <a:t> this speciﬁc request</a:t>
            </a:r>
            <a:r>
              <a:rPr b="0" lang="en-AU" sz="750" spc="-1" strike="noStrike">
                <a:solidFill>
                  <a:srgbClr val="000000"/>
                </a:solidFill>
                <a:latin typeface="Calibri"/>
                <a:ea typeface="Calibri"/>
              </a:rPr>
              <a:t> has been acted on,</a:t>
            </a:r>
            <a:endParaRPr b="0" lang="en-AU" sz="7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2" name=""/>
          <p:cNvSpPr txBox="1"/>
          <p:nvPr/>
        </p:nvSpPr>
        <p:spPr>
          <a:xfrm>
            <a:off x="1218960" y="2555280"/>
            <a:ext cx="2234880" cy="116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750" spc="-1" strike="noStrike">
                <a:solidFill>
                  <a:srgbClr val="000000"/>
                </a:solidFill>
                <a:latin typeface="Calibri"/>
                <a:ea typeface="Calibri"/>
              </a:rPr>
              <a:t>not generic Slot availability. The ﬁller publishes availability</a:t>
            </a:r>
            <a:endParaRPr b="0" lang="en-AU" sz="7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3" name=""/>
          <p:cNvSpPr/>
          <p:nvPr/>
        </p:nvSpPr>
        <p:spPr>
          <a:xfrm>
            <a:off x="4195440" y="3017520"/>
            <a:ext cx="73080" cy="58680"/>
          </a:xfrm>
          <a:custGeom>
            <a:avLst/>
            <a:gdLst/>
            <a:ahLst/>
            <a:rect l="0" t="0" r="r" b="b"/>
            <a:pathLst>
              <a:path w="203" h="163">
                <a:moveTo>
                  <a:pt x="0" y="0"/>
                </a:moveTo>
                <a:lnTo>
                  <a:pt x="203" y="82"/>
                </a:lnTo>
                <a:lnTo>
                  <a:pt x="0" y="163"/>
                </a:lnTo>
                <a:lnTo>
                  <a:pt x="81" y="82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7200">
            <a:solidFill>
              <a:srgbClr val="001d3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4" name=""/>
          <p:cNvSpPr/>
          <p:nvPr/>
        </p:nvSpPr>
        <p:spPr>
          <a:xfrm>
            <a:off x="1032120" y="3046680"/>
            <a:ext cx="3206880" cy="0"/>
          </a:xfrm>
          <a:prstGeom prst="line">
            <a:avLst/>
          </a:prstGeom>
          <a:ln w="7200">
            <a:solidFill>
              <a:srgbClr val="001d3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600" rIns="3600" tIns="-3600" bIns="-36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5" name=""/>
          <p:cNvSpPr txBox="1"/>
          <p:nvPr/>
        </p:nvSpPr>
        <p:spPr>
          <a:xfrm>
            <a:off x="1218960" y="2683800"/>
            <a:ext cx="579960" cy="116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750" spc="-1" strike="noStrike">
                <a:solidFill>
                  <a:srgbClr val="000000"/>
                </a:solidFill>
                <a:latin typeface="Calibri"/>
                <a:ea typeface="Calibri"/>
              </a:rPr>
              <a:t>independently.</a:t>
            </a:r>
            <a:endParaRPr b="0" lang="en-AU" sz="7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6" name=""/>
          <p:cNvSpPr/>
          <p:nvPr/>
        </p:nvSpPr>
        <p:spPr>
          <a:xfrm>
            <a:off x="739440" y="3155760"/>
            <a:ext cx="454680" cy="143640"/>
          </a:xfrm>
          <a:custGeom>
            <a:avLst/>
            <a:gdLst/>
            <a:ahLst/>
            <a:rect l="0" t="0" r="r" b="b"/>
            <a:pathLst>
              <a:path w="1263" h="399">
                <a:moveTo>
                  <a:pt x="0" y="0"/>
                </a:moveTo>
                <a:lnTo>
                  <a:pt x="1263" y="0"/>
                </a:lnTo>
                <a:lnTo>
                  <a:pt x="1263" y="197"/>
                </a:lnTo>
                <a:lnTo>
                  <a:pt x="1059" y="399"/>
                </a:lnTo>
                <a:lnTo>
                  <a:pt x="0" y="399"/>
                </a:lnTo>
                <a:lnTo>
                  <a:pt x="0" y="0"/>
                </a:lnTo>
                <a:close/>
              </a:path>
            </a:pathLst>
          </a:custGeom>
          <a:solidFill>
            <a:srgbClr val="eeeee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7" name=""/>
          <p:cNvSpPr/>
          <p:nvPr/>
        </p:nvSpPr>
        <p:spPr>
          <a:xfrm>
            <a:off x="739440" y="3155760"/>
            <a:ext cx="454680" cy="143640"/>
          </a:xfrm>
          <a:custGeom>
            <a:avLst/>
            <a:gdLst/>
            <a:ahLst/>
            <a:rect l="0" t="0" r="r" b="b"/>
            <a:pathLst>
              <a:path fill="none" w="1263" h="399">
                <a:moveTo>
                  <a:pt x="0" y="0"/>
                </a:moveTo>
                <a:lnTo>
                  <a:pt x="1263" y="0"/>
                </a:lnTo>
                <a:lnTo>
                  <a:pt x="1263" y="197"/>
                </a:lnTo>
                <a:lnTo>
                  <a:pt x="1059" y="399"/>
                </a:lnTo>
                <a:lnTo>
                  <a:pt x="0" y="399"/>
                </a:lnTo>
                <a:lnTo>
                  <a:pt x="0" y="0"/>
                </a:lnTo>
              </a:path>
            </a:pathLst>
          </a:custGeom>
          <a:ln w="10800">
            <a:solidFill>
              <a:srgbClr val="000000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8" name=""/>
          <p:cNvSpPr/>
          <p:nvPr/>
        </p:nvSpPr>
        <p:spPr>
          <a:xfrm>
            <a:off x="739440" y="3155760"/>
            <a:ext cx="6834960" cy="1464120"/>
          </a:xfrm>
          <a:custGeom>
            <a:avLst/>
            <a:gdLst/>
            <a:ahLst/>
            <a:rect l="0" t="0" r="r" b="b"/>
            <a:pathLst>
              <a:path w="18986" h="4067">
                <a:moveTo>
                  <a:pt x="0" y="0"/>
                </a:moveTo>
                <a:lnTo>
                  <a:pt x="18986" y="0"/>
                </a:lnTo>
                <a:lnTo>
                  <a:pt x="18986" y="4067"/>
                </a:lnTo>
                <a:lnTo>
                  <a:pt x="0" y="4067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000000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9" name=""/>
          <p:cNvSpPr txBox="1"/>
          <p:nvPr/>
        </p:nvSpPr>
        <p:spPr>
          <a:xfrm>
            <a:off x="1083240" y="2914560"/>
            <a:ext cx="2106720" cy="116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750" spc="-1" strike="noStrike">
                <a:solidFill>
                  <a:srgbClr val="000000"/>
                </a:solidFill>
                <a:latin typeface="Calibri"/>
                <a:ea typeface="Calibri"/>
              </a:rPr>
              <a:t>GET Task?focus=ServiceRequest/{id} (poll or subscribe)</a:t>
            </a:r>
            <a:endParaRPr b="0" lang="en-AU" sz="7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0" name=""/>
          <p:cNvSpPr txBox="1"/>
          <p:nvPr/>
        </p:nvSpPr>
        <p:spPr>
          <a:xfrm>
            <a:off x="848520" y="3174120"/>
            <a:ext cx="145440" cy="116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750" spc="-1" strike="noStrike">
                <a:solidFill>
                  <a:srgbClr val="000000"/>
                </a:solidFill>
                <a:latin typeface="Calibri"/>
                <a:ea typeface="Calibri"/>
              </a:rPr>
              <a:t>a l t</a:t>
            </a:r>
            <a:endParaRPr b="0" lang="en-AU" sz="7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1" name=""/>
          <p:cNvSpPr/>
          <p:nvPr/>
        </p:nvSpPr>
        <p:spPr>
          <a:xfrm>
            <a:off x="1039680" y="3442680"/>
            <a:ext cx="73080" cy="58320"/>
          </a:xfrm>
          <a:custGeom>
            <a:avLst/>
            <a:gdLst/>
            <a:ahLst/>
            <a:rect l="0" t="0" r="r" b="b"/>
            <a:pathLst>
              <a:path w="203" h="162">
                <a:moveTo>
                  <a:pt x="203" y="0"/>
                </a:moveTo>
                <a:lnTo>
                  <a:pt x="0" y="81"/>
                </a:lnTo>
                <a:lnTo>
                  <a:pt x="203" y="162"/>
                </a:lnTo>
                <a:lnTo>
                  <a:pt x="122" y="81"/>
                </a:lnTo>
                <a:lnTo>
                  <a:pt x="203" y="0"/>
                </a:lnTo>
                <a:close/>
              </a:path>
            </a:pathLst>
          </a:custGeom>
          <a:solidFill>
            <a:srgbClr val="001d34"/>
          </a:solidFill>
          <a:ln w="7200">
            <a:solidFill>
              <a:srgbClr val="001d3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2" name=""/>
          <p:cNvSpPr/>
          <p:nvPr/>
        </p:nvSpPr>
        <p:spPr>
          <a:xfrm>
            <a:off x="1068480" y="3467880"/>
            <a:ext cx="3207240" cy="7920"/>
          </a:xfrm>
          <a:custGeom>
            <a:avLst/>
            <a:gdLst/>
            <a:ahLst/>
            <a:rect l="0" t="0" r="r" b="b"/>
            <a:pathLst>
              <a:path w="8909" h="22">
                <a:moveTo>
                  <a:pt x="0" y="0"/>
                </a:moveTo>
                <a:lnTo>
                  <a:pt x="41" y="0"/>
                </a:lnTo>
                <a:lnTo>
                  <a:pt x="41" y="22"/>
                </a:lnTo>
                <a:lnTo>
                  <a:pt x="0" y="22"/>
                </a:lnTo>
                <a:lnTo>
                  <a:pt x="0" y="0"/>
                </a:lnTo>
                <a:moveTo>
                  <a:pt x="81" y="0"/>
                </a:moveTo>
                <a:lnTo>
                  <a:pt x="122" y="0"/>
                </a:lnTo>
                <a:lnTo>
                  <a:pt x="122" y="22"/>
                </a:lnTo>
                <a:lnTo>
                  <a:pt x="81" y="22"/>
                </a:lnTo>
                <a:lnTo>
                  <a:pt x="81" y="0"/>
                </a:lnTo>
                <a:moveTo>
                  <a:pt x="162" y="0"/>
                </a:moveTo>
                <a:lnTo>
                  <a:pt x="202" y="0"/>
                </a:lnTo>
                <a:lnTo>
                  <a:pt x="202" y="22"/>
                </a:lnTo>
                <a:lnTo>
                  <a:pt x="162" y="22"/>
                </a:lnTo>
                <a:lnTo>
                  <a:pt x="162" y="0"/>
                </a:lnTo>
                <a:moveTo>
                  <a:pt x="243" y="0"/>
                </a:moveTo>
                <a:lnTo>
                  <a:pt x="283" y="0"/>
                </a:lnTo>
                <a:lnTo>
                  <a:pt x="283" y="22"/>
                </a:lnTo>
                <a:lnTo>
                  <a:pt x="243" y="22"/>
                </a:lnTo>
                <a:lnTo>
                  <a:pt x="243" y="0"/>
                </a:lnTo>
                <a:moveTo>
                  <a:pt x="324" y="0"/>
                </a:moveTo>
                <a:lnTo>
                  <a:pt x="364" y="0"/>
                </a:lnTo>
                <a:lnTo>
                  <a:pt x="364" y="22"/>
                </a:lnTo>
                <a:lnTo>
                  <a:pt x="324" y="22"/>
                </a:lnTo>
                <a:lnTo>
                  <a:pt x="324" y="0"/>
                </a:lnTo>
                <a:moveTo>
                  <a:pt x="404" y="0"/>
                </a:moveTo>
                <a:lnTo>
                  <a:pt x="445" y="0"/>
                </a:lnTo>
                <a:lnTo>
                  <a:pt x="445" y="22"/>
                </a:lnTo>
                <a:lnTo>
                  <a:pt x="404" y="22"/>
                </a:lnTo>
                <a:lnTo>
                  <a:pt x="404" y="0"/>
                </a:lnTo>
                <a:moveTo>
                  <a:pt x="485" y="0"/>
                </a:moveTo>
                <a:lnTo>
                  <a:pt x="526" y="0"/>
                </a:lnTo>
                <a:lnTo>
                  <a:pt x="526" y="22"/>
                </a:lnTo>
                <a:lnTo>
                  <a:pt x="485" y="22"/>
                </a:lnTo>
                <a:lnTo>
                  <a:pt x="485" y="0"/>
                </a:lnTo>
                <a:moveTo>
                  <a:pt x="566" y="0"/>
                </a:moveTo>
                <a:lnTo>
                  <a:pt x="607" y="0"/>
                </a:lnTo>
                <a:lnTo>
                  <a:pt x="607" y="22"/>
                </a:lnTo>
                <a:lnTo>
                  <a:pt x="566" y="22"/>
                </a:lnTo>
                <a:lnTo>
                  <a:pt x="566" y="0"/>
                </a:lnTo>
                <a:moveTo>
                  <a:pt x="647" y="0"/>
                </a:moveTo>
                <a:lnTo>
                  <a:pt x="687" y="0"/>
                </a:lnTo>
                <a:lnTo>
                  <a:pt x="687" y="22"/>
                </a:lnTo>
                <a:lnTo>
                  <a:pt x="647" y="22"/>
                </a:lnTo>
                <a:lnTo>
                  <a:pt x="647" y="0"/>
                </a:lnTo>
                <a:moveTo>
                  <a:pt x="728" y="0"/>
                </a:moveTo>
                <a:lnTo>
                  <a:pt x="768" y="0"/>
                </a:lnTo>
                <a:lnTo>
                  <a:pt x="768" y="22"/>
                </a:lnTo>
                <a:lnTo>
                  <a:pt x="728" y="22"/>
                </a:lnTo>
                <a:lnTo>
                  <a:pt x="728" y="0"/>
                </a:lnTo>
                <a:moveTo>
                  <a:pt x="809" y="0"/>
                </a:moveTo>
                <a:lnTo>
                  <a:pt x="849" y="0"/>
                </a:lnTo>
                <a:lnTo>
                  <a:pt x="849" y="22"/>
                </a:lnTo>
                <a:lnTo>
                  <a:pt x="809" y="22"/>
                </a:lnTo>
                <a:lnTo>
                  <a:pt x="809" y="0"/>
                </a:lnTo>
                <a:moveTo>
                  <a:pt x="889" y="0"/>
                </a:moveTo>
                <a:lnTo>
                  <a:pt x="930" y="0"/>
                </a:lnTo>
                <a:lnTo>
                  <a:pt x="930" y="22"/>
                </a:lnTo>
                <a:lnTo>
                  <a:pt x="889" y="22"/>
                </a:lnTo>
                <a:lnTo>
                  <a:pt x="889" y="0"/>
                </a:lnTo>
                <a:moveTo>
                  <a:pt x="970" y="0"/>
                </a:moveTo>
                <a:lnTo>
                  <a:pt x="1011" y="0"/>
                </a:lnTo>
                <a:lnTo>
                  <a:pt x="1011" y="22"/>
                </a:lnTo>
                <a:lnTo>
                  <a:pt x="970" y="22"/>
                </a:lnTo>
                <a:lnTo>
                  <a:pt x="970" y="0"/>
                </a:lnTo>
                <a:moveTo>
                  <a:pt x="1051" y="0"/>
                </a:moveTo>
                <a:lnTo>
                  <a:pt x="1091" y="0"/>
                </a:lnTo>
                <a:lnTo>
                  <a:pt x="1091" y="22"/>
                </a:lnTo>
                <a:lnTo>
                  <a:pt x="1051" y="22"/>
                </a:lnTo>
                <a:lnTo>
                  <a:pt x="1051" y="0"/>
                </a:lnTo>
                <a:moveTo>
                  <a:pt x="1132" y="0"/>
                </a:moveTo>
                <a:lnTo>
                  <a:pt x="1172" y="0"/>
                </a:lnTo>
                <a:lnTo>
                  <a:pt x="1172" y="22"/>
                </a:lnTo>
                <a:lnTo>
                  <a:pt x="1132" y="22"/>
                </a:lnTo>
                <a:lnTo>
                  <a:pt x="1132" y="0"/>
                </a:lnTo>
                <a:moveTo>
                  <a:pt x="1213" y="0"/>
                </a:moveTo>
                <a:lnTo>
                  <a:pt x="1253" y="0"/>
                </a:lnTo>
                <a:lnTo>
                  <a:pt x="1253" y="22"/>
                </a:lnTo>
                <a:lnTo>
                  <a:pt x="1213" y="22"/>
                </a:lnTo>
                <a:lnTo>
                  <a:pt x="1213" y="0"/>
                </a:lnTo>
                <a:moveTo>
                  <a:pt x="1293" y="0"/>
                </a:moveTo>
                <a:lnTo>
                  <a:pt x="1334" y="0"/>
                </a:lnTo>
                <a:lnTo>
                  <a:pt x="1334" y="22"/>
                </a:lnTo>
                <a:lnTo>
                  <a:pt x="1293" y="22"/>
                </a:lnTo>
                <a:lnTo>
                  <a:pt x="1293" y="0"/>
                </a:lnTo>
                <a:moveTo>
                  <a:pt x="1374" y="0"/>
                </a:moveTo>
                <a:lnTo>
                  <a:pt x="1415" y="0"/>
                </a:lnTo>
                <a:lnTo>
                  <a:pt x="1415" y="22"/>
                </a:lnTo>
                <a:lnTo>
                  <a:pt x="1374" y="22"/>
                </a:lnTo>
                <a:lnTo>
                  <a:pt x="1374" y="0"/>
                </a:lnTo>
                <a:moveTo>
                  <a:pt x="1455" y="0"/>
                </a:moveTo>
                <a:lnTo>
                  <a:pt x="1496" y="0"/>
                </a:lnTo>
                <a:lnTo>
                  <a:pt x="1496" y="22"/>
                </a:lnTo>
                <a:lnTo>
                  <a:pt x="1455" y="22"/>
                </a:lnTo>
                <a:lnTo>
                  <a:pt x="1455" y="0"/>
                </a:lnTo>
                <a:moveTo>
                  <a:pt x="1537" y="0"/>
                </a:moveTo>
                <a:lnTo>
                  <a:pt x="1577" y="0"/>
                </a:lnTo>
                <a:lnTo>
                  <a:pt x="1577" y="22"/>
                </a:lnTo>
                <a:lnTo>
                  <a:pt x="1537" y="22"/>
                </a:lnTo>
                <a:lnTo>
                  <a:pt x="1537" y="0"/>
                </a:lnTo>
                <a:moveTo>
                  <a:pt x="1618" y="0"/>
                </a:moveTo>
                <a:lnTo>
                  <a:pt x="1658" y="0"/>
                </a:lnTo>
                <a:lnTo>
                  <a:pt x="1658" y="22"/>
                </a:lnTo>
                <a:lnTo>
                  <a:pt x="1618" y="22"/>
                </a:lnTo>
                <a:lnTo>
                  <a:pt x="1618" y="0"/>
                </a:lnTo>
                <a:moveTo>
                  <a:pt x="1699" y="0"/>
                </a:moveTo>
                <a:lnTo>
                  <a:pt x="1739" y="0"/>
                </a:lnTo>
                <a:lnTo>
                  <a:pt x="1739" y="22"/>
                </a:lnTo>
                <a:lnTo>
                  <a:pt x="1699" y="22"/>
                </a:lnTo>
                <a:lnTo>
                  <a:pt x="1699" y="0"/>
                </a:lnTo>
                <a:moveTo>
                  <a:pt x="1779" y="0"/>
                </a:moveTo>
                <a:lnTo>
                  <a:pt x="1820" y="0"/>
                </a:lnTo>
                <a:lnTo>
                  <a:pt x="1820" y="22"/>
                </a:lnTo>
                <a:lnTo>
                  <a:pt x="1779" y="22"/>
                </a:lnTo>
                <a:lnTo>
                  <a:pt x="1779" y="0"/>
                </a:lnTo>
                <a:moveTo>
                  <a:pt x="1860" y="0"/>
                </a:moveTo>
                <a:lnTo>
                  <a:pt x="1901" y="0"/>
                </a:lnTo>
                <a:lnTo>
                  <a:pt x="1901" y="22"/>
                </a:lnTo>
                <a:lnTo>
                  <a:pt x="1860" y="22"/>
                </a:lnTo>
                <a:lnTo>
                  <a:pt x="1860" y="0"/>
                </a:lnTo>
                <a:moveTo>
                  <a:pt x="1941" y="0"/>
                </a:moveTo>
                <a:lnTo>
                  <a:pt x="1981" y="0"/>
                </a:lnTo>
                <a:lnTo>
                  <a:pt x="1981" y="22"/>
                </a:lnTo>
                <a:lnTo>
                  <a:pt x="1941" y="22"/>
                </a:lnTo>
                <a:lnTo>
                  <a:pt x="1941" y="0"/>
                </a:lnTo>
                <a:moveTo>
                  <a:pt x="2022" y="0"/>
                </a:moveTo>
                <a:lnTo>
                  <a:pt x="2062" y="0"/>
                </a:lnTo>
                <a:lnTo>
                  <a:pt x="2062" y="22"/>
                </a:lnTo>
                <a:lnTo>
                  <a:pt x="2022" y="22"/>
                </a:lnTo>
                <a:lnTo>
                  <a:pt x="2022" y="0"/>
                </a:lnTo>
                <a:moveTo>
                  <a:pt x="2103" y="0"/>
                </a:moveTo>
                <a:lnTo>
                  <a:pt x="2143" y="0"/>
                </a:lnTo>
                <a:lnTo>
                  <a:pt x="2143" y="22"/>
                </a:lnTo>
                <a:lnTo>
                  <a:pt x="2103" y="22"/>
                </a:lnTo>
                <a:lnTo>
                  <a:pt x="2103" y="0"/>
                </a:lnTo>
                <a:moveTo>
                  <a:pt x="2183" y="0"/>
                </a:moveTo>
                <a:lnTo>
                  <a:pt x="2224" y="0"/>
                </a:lnTo>
                <a:lnTo>
                  <a:pt x="2224" y="22"/>
                </a:lnTo>
                <a:lnTo>
                  <a:pt x="2183" y="22"/>
                </a:lnTo>
                <a:lnTo>
                  <a:pt x="2183" y="0"/>
                </a:lnTo>
                <a:moveTo>
                  <a:pt x="2264" y="0"/>
                </a:moveTo>
                <a:lnTo>
                  <a:pt x="2305" y="0"/>
                </a:lnTo>
                <a:lnTo>
                  <a:pt x="2305" y="22"/>
                </a:lnTo>
                <a:lnTo>
                  <a:pt x="2264" y="22"/>
                </a:lnTo>
                <a:lnTo>
                  <a:pt x="2264" y="0"/>
                </a:lnTo>
                <a:moveTo>
                  <a:pt x="2345" y="0"/>
                </a:moveTo>
                <a:lnTo>
                  <a:pt x="2385" y="0"/>
                </a:lnTo>
                <a:lnTo>
                  <a:pt x="2385" y="22"/>
                </a:lnTo>
                <a:lnTo>
                  <a:pt x="2345" y="22"/>
                </a:lnTo>
                <a:lnTo>
                  <a:pt x="2345" y="0"/>
                </a:lnTo>
                <a:moveTo>
                  <a:pt x="2426" y="0"/>
                </a:moveTo>
                <a:lnTo>
                  <a:pt x="2466" y="0"/>
                </a:lnTo>
                <a:lnTo>
                  <a:pt x="2466" y="22"/>
                </a:lnTo>
                <a:lnTo>
                  <a:pt x="2426" y="22"/>
                </a:lnTo>
                <a:lnTo>
                  <a:pt x="2426" y="0"/>
                </a:lnTo>
                <a:moveTo>
                  <a:pt x="2507" y="0"/>
                </a:moveTo>
                <a:lnTo>
                  <a:pt x="2547" y="0"/>
                </a:lnTo>
                <a:lnTo>
                  <a:pt x="2547" y="22"/>
                </a:lnTo>
                <a:lnTo>
                  <a:pt x="2507" y="22"/>
                </a:lnTo>
                <a:lnTo>
                  <a:pt x="2507" y="0"/>
                </a:lnTo>
                <a:moveTo>
                  <a:pt x="2587" y="0"/>
                </a:moveTo>
                <a:lnTo>
                  <a:pt x="2628" y="0"/>
                </a:lnTo>
                <a:lnTo>
                  <a:pt x="2628" y="22"/>
                </a:lnTo>
                <a:lnTo>
                  <a:pt x="2587" y="22"/>
                </a:lnTo>
                <a:lnTo>
                  <a:pt x="2587" y="0"/>
                </a:lnTo>
                <a:moveTo>
                  <a:pt x="2668" y="0"/>
                </a:moveTo>
                <a:lnTo>
                  <a:pt x="2709" y="0"/>
                </a:lnTo>
                <a:lnTo>
                  <a:pt x="2709" y="22"/>
                </a:lnTo>
                <a:lnTo>
                  <a:pt x="2668" y="22"/>
                </a:lnTo>
                <a:lnTo>
                  <a:pt x="2668" y="0"/>
                </a:lnTo>
                <a:moveTo>
                  <a:pt x="2749" y="0"/>
                </a:moveTo>
                <a:lnTo>
                  <a:pt x="2790" y="0"/>
                </a:lnTo>
                <a:lnTo>
                  <a:pt x="2790" y="22"/>
                </a:lnTo>
                <a:lnTo>
                  <a:pt x="2749" y="22"/>
                </a:lnTo>
                <a:lnTo>
                  <a:pt x="2749" y="0"/>
                </a:lnTo>
                <a:moveTo>
                  <a:pt x="2830" y="0"/>
                </a:moveTo>
                <a:lnTo>
                  <a:pt x="2870" y="0"/>
                </a:lnTo>
                <a:lnTo>
                  <a:pt x="2870" y="22"/>
                </a:lnTo>
                <a:lnTo>
                  <a:pt x="2830" y="22"/>
                </a:lnTo>
                <a:lnTo>
                  <a:pt x="2830" y="0"/>
                </a:lnTo>
                <a:moveTo>
                  <a:pt x="2911" y="0"/>
                </a:moveTo>
                <a:lnTo>
                  <a:pt x="2951" y="0"/>
                </a:lnTo>
                <a:lnTo>
                  <a:pt x="2951" y="22"/>
                </a:lnTo>
                <a:lnTo>
                  <a:pt x="2911" y="22"/>
                </a:lnTo>
                <a:lnTo>
                  <a:pt x="2911" y="0"/>
                </a:lnTo>
                <a:moveTo>
                  <a:pt x="2992" y="0"/>
                </a:moveTo>
                <a:lnTo>
                  <a:pt x="3032" y="0"/>
                </a:lnTo>
                <a:lnTo>
                  <a:pt x="3032" y="22"/>
                </a:lnTo>
                <a:lnTo>
                  <a:pt x="2992" y="22"/>
                </a:lnTo>
                <a:lnTo>
                  <a:pt x="2992" y="0"/>
                </a:lnTo>
                <a:moveTo>
                  <a:pt x="3072" y="0"/>
                </a:moveTo>
                <a:lnTo>
                  <a:pt x="3113" y="0"/>
                </a:lnTo>
                <a:lnTo>
                  <a:pt x="3113" y="22"/>
                </a:lnTo>
                <a:lnTo>
                  <a:pt x="3072" y="22"/>
                </a:lnTo>
                <a:lnTo>
                  <a:pt x="3072" y="0"/>
                </a:lnTo>
                <a:moveTo>
                  <a:pt x="3153" y="0"/>
                </a:moveTo>
                <a:lnTo>
                  <a:pt x="3194" y="0"/>
                </a:lnTo>
                <a:lnTo>
                  <a:pt x="3194" y="22"/>
                </a:lnTo>
                <a:lnTo>
                  <a:pt x="3153" y="22"/>
                </a:lnTo>
                <a:lnTo>
                  <a:pt x="3153" y="0"/>
                </a:lnTo>
                <a:moveTo>
                  <a:pt x="3234" y="0"/>
                </a:moveTo>
                <a:lnTo>
                  <a:pt x="3274" y="0"/>
                </a:lnTo>
                <a:lnTo>
                  <a:pt x="3274" y="22"/>
                </a:lnTo>
                <a:lnTo>
                  <a:pt x="3234" y="22"/>
                </a:lnTo>
                <a:lnTo>
                  <a:pt x="3234" y="0"/>
                </a:lnTo>
                <a:moveTo>
                  <a:pt x="3315" y="0"/>
                </a:moveTo>
                <a:lnTo>
                  <a:pt x="3355" y="0"/>
                </a:lnTo>
                <a:lnTo>
                  <a:pt x="3355" y="22"/>
                </a:lnTo>
                <a:lnTo>
                  <a:pt x="3315" y="22"/>
                </a:lnTo>
                <a:lnTo>
                  <a:pt x="3315" y="0"/>
                </a:lnTo>
                <a:moveTo>
                  <a:pt x="3396" y="0"/>
                </a:moveTo>
                <a:lnTo>
                  <a:pt x="3436" y="0"/>
                </a:lnTo>
                <a:lnTo>
                  <a:pt x="3436" y="22"/>
                </a:lnTo>
                <a:lnTo>
                  <a:pt x="3396" y="22"/>
                </a:lnTo>
                <a:lnTo>
                  <a:pt x="3396" y="0"/>
                </a:lnTo>
                <a:moveTo>
                  <a:pt x="3476" y="0"/>
                </a:moveTo>
                <a:lnTo>
                  <a:pt x="3517" y="0"/>
                </a:lnTo>
                <a:lnTo>
                  <a:pt x="3517" y="22"/>
                </a:lnTo>
                <a:lnTo>
                  <a:pt x="3476" y="22"/>
                </a:lnTo>
                <a:lnTo>
                  <a:pt x="3476" y="0"/>
                </a:lnTo>
                <a:moveTo>
                  <a:pt x="3557" y="0"/>
                </a:moveTo>
                <a:lnTo>
                  <a:pt x="3598" y="0"/>
                </a:lnTo>
                <a:lnTo>
                  <a:pt x="3598" y="22"/>
                </a:lnTo>
                <a:lnTo>
                  <a:pt x="3557" y="22"/>
                </a:lnTo>
                <a:lnTo>
                  <a:pt x="3557" y="0"/>
                </a:lnTo>
                <a:moveTo>
                  <a:pt x="3638" y="0"/>
                </a:moveTo>
                <a:lnTo>
                  <a:pt x="3678" y="0"/>
                </a:lnTo>
                <a:lnTo>
                  <a:pt x="3678" y="22"/>
                </a:lnTo>
                <a:lnTo>
                  <a:pt x="3638" y="22"/>
                </a:lnTo>
                <a:lnTo>
                  <a:pt x="3638" y="0"/>
                </a:lnTo>
                <a:moveTo>
                  <a:pt x="3719" y="0"/>
                </a:moveTo>
                <a:lnTo>
                  <a:pt x="3759" y="0"/>
                </a:lnTo>
                <a:lnTo>
                  <a:pt x="3759" y="22"/>
                </a:lnTo>
                <a:lnTo>
                  <a:pt x="3719" y="22"/>
                </a:lnTo>
                <a:lnTo>
                  <a:pt x="3719" y="0"/>
                </a:lnTo>
                <a:moveTo>
                  <a:pt x="3800" y="0"/>
                </a:moveTo>
                <a:lnTo>
                  <a:pt x="3840" y="0"/>
                </a:lnTo>
                <a:lnTo>
                  <a:pt x="3840" y="22"/>
                </a:lnTo>
                <a:lnTo>
                  <a:pt x="3800" y="22"/>
                </a:lnTo>
                <a:lnTo>
                  <a:pt x="3800" y="0"/>
                </a:lnTo>
                <a:moveTo>
                  <a:pt x="3880" y="0"/>
                </a:moveTo>
                <a:lnTo>
                  <a:pt x="3921" y="0"/>
                </a:lnTo>
                <a:lnTo>
                  <a:pt x="3921" y="22"/>
                </a:lnTo>
                <a:lnTo>
                  <a:pt x="3880" y="22"/>
                </a:lnTo>
                <a:lnTo>
                  <a:pt x="3880" y="0"/>
                </a:lnTo>
                <a:moveTo>
                  <a:pt x="3961" y="0"/>
                </a:moveTo>
                <a:lnTo>
                  <a:pt x="4002" y="0"/>
                </a:lnTo>
                <a:lnTo>
                  <a:pt x="4002" y="22"/>
                </a:lnTo>
                <a:lnTo>
                  <a:pt x="3961" y="22"/>
                </a:lnTo>
                <a:lnTo>
                  <a:pt x="3961" y="0"/>
                </a:lnTo>
                <a:moveTo>
                  <a:pt x="4042" y="0"/>
                </a:moveTo>
                <a:lnTo>
                  <a:pt x="4083" y="0"/>
                </a:lnTo>
                <a:lnTo>
                  <a:pt x="4083" y="22"/>
                </a:lnTo>
                <a:lnTo>
                  <a:pt x="4042" y="22"/>
                </a:lnTo>
                <a:lnTo>
                  <a:pt x="4042" y="0"/>
                </a:lnTo>
                <a:moveTo>
                  <a:pt x="4123" y="0"/>
                </a:moveTo>
                <a:lnTo>
                  <a:pt x="4163" y="0"/>
                </a:lnTo>
                <a:lnTo>
                  <a:pt x="4163" y="22"/>
                </a:lnTo>
                <a:lnTo>
                  <a:pt x="4123" y="22"/>
                </a:lnTo>
                <a:lnTo>
                  <a:pt x="4123" y="0"/>
                </a:lnTo>
                <a:moveTo>
                  <a:pt x="4204" y="0"/>
                </a:moveTo>
                <a:lnTo>
                  <a:pt x="4244" y="0"/>
                </a:lnTo>
                <a:lnTo>
                  <a:pt x="4244" y="22"/>
                </a:lnTo>
                <a:lnTo>
                  <a:pt x="4204" y="22"/>
                </a:lnTo>
                <a:lnTo>
                  <a:pt x="4204" y="0"/>
                </a:lnTo>
                <a:moveTo>
                  <a:pt x="4285" y="0"/>
                </a:moveTo>
                <a:lnTo>
                  <a:pt x="4325" y="0"/>
                </a:lnTo>
                <a:lnTo>
                  <a:pt x="4325" y="22"/>
                </a:lnTo>
                <a:lnTo>
                  <a:pt x="4285" y="22"/>
                </a:lnTo>
                <a:lnTo>
                  <a:pt x="4285" y="0"/>
                </a:lnTo>
                <a:moveTo>
                  <a:pt x="4365" y="0"/>
                </a:moveTo>
                <a:lnTo>
                  <a:pt x="4406" y="0"/>
                </a:lnTo>
                <a:lnTo>
                  <a:pt x="4406" y="22"/>
                </a:lnTo>
                <a:lnTo>
                  <a:pt x="4365" y="22"/>
                </a:lnTo>
                <a:lnTo>
                  <a:pt x="4365" y="0"/>
                </a:lnTo>
                <a:moveTo>
                  <a:pt x="4446" y="0"/>
                </a:moveTo>
                <a:lnTo>
                  <a:pt x="4487" y="0"/>
                </a:lnTo>
                <a:lnTo>
                  <a:pt x="4487" y="22"/>
                </a:lnTo>
                <a:lnTo>
                  <a:pt x="4446" y="22"/>
                </a:lnTo>
                <a:lnTo>
                  <a:pt x="4446" y="0"/>
                </a:lnTo>
                <a:moveTo>
                  <a:pt x="4527" y="0"/>
                </a:moveTo>
                <a:lnTo>
                  <a:pt x="4567" y="0"/>
                </a:lnTo>
                <a:lnTo>
                  <a:pt x="4567" y="22"/>
                </a:lnTo>
                <a:lnTo>
                  <a:pt x="4527" y="22"/>
                </a:lnTo>
                <a:lnTo>
                  <a:pt x="4527" y="0"/>
                </a:lnTo>
                <a:moveTo>
                  <a:pt x="4608" y="0"/>
                </a:moveTo>
                <a:lnTo>
                  <a:pt x="4648" y="0"/>
                </a:lnTo>
                <a:lnTo>
                  <a:pt x="4648" y="22"/>
                </a:lnTo>
                <a:lnTo>
                  <a:pt x="4608" y="22"/>
                </a:lnTo>
                <a:lnTo>
                  <a:pt x="4608" y="0"/>
                </a:lnTo>
                <a:moveTo>
                  <a:pt x="4689" y="0"/>
                </a:moveTo>
                <a:lnTo>
                  <a:pt x="4729" y="0"/>
                </a:lnTo>
                <a:lnTo>
                  <a:pt x="4729" y="22"/>
                </a:lnTo>
                <a:lnTo>
                  <a:pt x="4689" y="22"/>
                </a:lnTo>
                <a:lnTo>
                  <a:pt x="4689" y="0"/>
                </a:lnTo>
                <a:moveTo>
                  <a:pt x="4769" y="0"/>
                </a:moveTo>
                <a:lnTo>
                  <a:pt x="4810" y="0"/>
                </a:lnTo>
                <a:lnTo>
                  <a:pt x="4810" y="22"/>
                </a:lnTo>
                <a:lnTo>
                  <a:pt x="4769" y="22"/>
                </a:lnTo>
                <a:lnTo>
                  <a:pt x="4769" y="0"/>
                </a:lnTo>
                <a:moveTo>
                  <a:pt x="4850" y="0"/>
                </a:moveTo>
                <a:lnTo>
                  <a:pt x="4891" y="0"/>
                </a:lnTo>
                <a:lnTo>
                  <a:pt x="4891" y="22"/>
                </a:lnTo>
                <a:lnTo>
                  <a:pt x="4850" y="22"/>
                </a:lnTo>
                <a:lnTo>
                  <a:pt x="4850" y="0"/>
                </a:lnTo>
                <a:moveTo>
                  <a:pt x="4931" y="0"/>
                </a:moveTo>
                <a:lnTo>
                  <a:pt x="4971" y="0"/>
                </a:lnTo>
                <a:lnTo>
                  <a:pt x="4971" y="22"/>
                </a:lnTo>
                <a:lnTo>
                  <a:pt x="4931" y="22"/>
                </a:lnTo>
                <a:lnTo>
                  <a:pt x="4931" y="0"/>
                </a:lnTo>
                <a:moveTo>
                  <a:pt x="5012" y="0"/>
                </a:moveTo>
                <a:lnTo>
                  <a:pt x="5052" y="0"/>
                </a:lnTo>
                <a:lnTo>
                  <a:pt x="5052" y="22"/>
                </a:lnTo>
                <a:lnTo>
                  <a:pt x="5012" y="22"/>
                </a:lnTo>
                <a:lnTo>
                  <a:pt x="5012" y="0"/>
                </a:lnTo>
                <a:moveTo>
                  <a:pt x="5093" y="0"/>
                </a:moveTo>
                <a:lnTo>
                  <a:pt x="5133" y="0"/>
                </a:lnTo>
                <a:lnTo>
                  <a:pt x="5133" y="22"/>
                </a:lnTo>
                <a:lnTo>
                  <a:pt x="5093" y="22"/>
                </a:lnTo>
                <a:lnTo>
                  <a:pt x="5093" y="0"/>
                </a:lnTo>
                <a:moveTo>
                  <a:pt x="5174" y="0"/>
                </a:moveTo>
                <a:lnTo>
                  <a:pt x="5214" y="0"/>
                </a:lnTo>
                <a:lnTo>
                  <a:pt x="5214" y="22"/>
                </a:lnTo>
                <a:lnTo>
                  <a:pt x="5174" y="22"/>
                </a:lnTo>
                <a:lnTo>
                  <a:pt x="5174" y="0"/>
                </a:lnTo>
                <a:moveTo>
                  <a:pt x="5254" y="0"/>
                </a:moveTo>
                <a:lnTo>
                  <a:pt x="5295" y="0"/>
                </a:lnTo>
                <a:lnTo>
                  <a:pt x="5295" y="22"/>
                </a:lnTo>
                <a:lnTo>
                  <a:pt x="5254" y="22"/>
                </a:lnTo>
                <a:lnTo>
                  <a:pt x="5254" y="0"/>
                </a:lnTo>
                <a:moveTo>
                  <a:pt x="5335" y="0"/>
                </a:moveTo>
                <a:lnTo>
                  <a:pt x="5376" y="0"/>
                </a:lnTo>
                <a:lnTo>
                  <a:pt x="5376" y="22"/>
                </a:lnTo>
                <a:lnTo>
                  <a:pt x="5335" y="22"/>
                </a:lnTo>
                <a:lnTo>
                  <a:pt x="5335" y="0"/>
                </a:lnTo>
                <a:moveTo>
                  <a:pt x="5416" y="0"/>
                </a:moveTo>
                <a:lnTo>
                  <a:pt x="5456" y="0"/>
                </a:lnTo>
                <a:lnTo>
                  <a:pt x="5456" y="22"/>
                </a:lnTo>
                <a:lnTo>
                  <a:pt x="5416" y="22"/>
                </a:lnTo>
                <a:lnTo>
                  <a:pt x="5416" y="0"/>
                </a:lnTo>
                <a:moveTo>
                  <a:pt x="5497" y="0"/>
                </a:moveTo>
                <a:lnTo>
                  <a:pt x="5537" y="0"/>
                </a:lnTo>
                <a:lnTo>
                  <a:pt x="5537" y="22"/>
                </a:lnTo>
                <a:lnTo>
                  <a:pt x="5497" y="22"/>
                </a:lnTo>
                <a:lnTo>
                  <a:pt x="5497" y="0"/>
                </a:lnTo>
                <a:moveTo>
                  <a:pt x="5578" y="0"/>
                </a:moveTo>
                <a:lnTo>
                  <a:pt x="5618" y="0"/>
                </a:lnTo>
                <a:lnTo>
                  <a:pt x="5618" y="22"/>
                </a:lnTo>
                <a:lnTo>
                  <a:pt x="5578" y="22"/>
                </a:lnTo>
                <a:lnTo>
                  <a:pt x="5578" y="0"/>
                </a:lnTo>
                <a:moveTo>
                  <a:pt x="5658" y="0"/>
                </a:moveTo>
                <a:lnTo>
                  <a:pt x="5699" y="0"/>
                </a:lnTo>
                <a:lnTo>
                  <a:pt x="5699" y="22"/>
                </a:lnTo>
                <a:lnTo>
                  <a:pt x="5658" y="22"/>
                </a:lnTo>
                <a:lnTo>
                  <a:pt x="5658" y="0"/>
                </a:lnTo>
                <a:moveTo>
                  <a:pt x="5739" y="0"/>
                </a:moveTo>
                <a:lnTo>
                  <a:pt x="5780" y="0"/>
                </a:lnTo>
                <a:lnTo>
                  <a:pt x="5780" y="22"/>
                </a:lnTo>
                <a:lnTo>
                  <a:pt x="5739" y="22"/>
                </a:lnTo>
                <a:lnTo>
                  <a:pt x="5739" y="0"/>
                </a:lnTo>
                <a:moveTo>
                  <a:pt x="5820" y="0"/>
                </a:moveTo>
                <a:lnTo>
                  <a:pt x="5860" y="0"/>
                </a:lnTo>
                <a:lnTo>
                  <a:pt x="5860" y="22"/>
                </a:lnTo>
                <a:lnTo>
                  <a:pt x="5820" y="22"/>
                </a:lnTo>
                <a:lnTo>
                  <a:pt x="5820" y="0"/>
                </a:lnTo>
                <a:moveTo>
                  <a:pt x="5901" y="0"/>
                </a:moveTo>
                <a:lnTo>
                  <a:pt x="5941" y="0"/>
                </a:lnTo>
                <a:lnTo>
                  <a:pt x="5941" y="22"/>
                </a:lnTo>
                <a:lnTo>
                  <a:pt x="5901" y="22"/>
                </a:lnTo>
                <a:lnTo>
                  <a:pt x="5901" y="0"/>
                </a:lnTo>
                <a:moveTo>
                  <a:pt x="5982" y="0"/>
                </a:moveTo>
                <a:lnTo>
                  <a:pt x="6022" y="0"/>
                </a:lnTo>
                <a:lnTo>
                  <a:pt x="6022" y="22"/>
                </a:lnTo>
                <a:lnTo>
                  <a:pt x="5982" y="22"/>
                </a:lnTo>
                <a:lnTo>
                  <a:pt x="5982" y="0"/>
                </a:lnTo>
                <a:moveTo>
                  <a:pt x="6062" y="0"/>
                </a:moveTo>
                <a:lnTo>
                  <a:pt x="6103" y="0"/>
                </a:lnTo>
                <a:lnTo>
                  <a:pt x="6103" y="22"/>
                </a:lnTo>
                <a:lnTo>
                  <a:pt x="6062" y="22"/>
                </a:lnTo>
                <a:lnTo>
                  <a:pt x="6062" y="0"/>
                </a:lnTo>
                <a:moveTo>
                  <a:pt x="6143" y="0"/>
                </a:moveTo>
                <a:lnTo>
                  <a:pt x="6184" y="0"/>
                </a:lnTo>
                <a:lnTo>
                  <a:pt x="6184" y="22"/>
                </a:lnTo>
                <a:lnTo>
                  <a:pt x="6143" y="22"/>
                </a:lnTo>
                <a:lnTo>
                  <a:pt x="6143" y="0"/>
                </a:lnTo>
                <a:moveTo>
                  <a:pt x="6224" y="0"/>
                </a:moveTo>
                <a:lnTo>
                  <a:pt x="6265" y="0"/>
                </a:lnTo>
                <a:lnTo>
                  <a:pt x="6265" y="22"/>
                </a:lnTo>
                <a:lnTo>
                  <a:pt x="6224" y="22"/>
                </a:lnTo>
                <a:lnTo>
                  <a:pt x="6224" y="0"/>
                </a:lnTo>
                <a:moveTo>
                  <a:pt x="6305" y="0"/>
                </a:moveTo>
                <a:lnTo>
                  <a:pt x="6345" y="0"/>
                </a:lnTo>
                <a:lnTo>
                  <a:pt x="6345" y="22"/>
                </a:lnTo>
                <a:lnTo>
                  <a:pt x="6305" y="22"/>
                </a:lnTo>
                <a:lnTo>
                  <a:pt x="6305" y="0"/>
                </a:lnTo>
                <a:moveTo>
                  <a:pt x="6386" y="0"/>
                </a:moveTo>
                <a:lnTo>
                  <a:pt x="6426" y="0"/>
                </a:lnTo>
                <a:lnTo>
                  <a:pt x="6426" y="22"/>
                </a:lnTo>
                <a:lnTo>
                  <a:pt x="6386" y="22"/>
                </a:lnTo>
                <a:lnTo>
                  <a:pt x="6386" y="0"/>
                </a:lnTo>
                <a:moveTo>
                  <a:pt x="6467" y="0"/>
                </a:moveTo>
                <a:lnTo>
                  <a:pt x="6507" y="0"/>
                </a:lnTo>
                <a:lnTo>
                  <a:pt x="6507" y="22"/>
                </a:lnTo>
                <a:lnTo>
                  <a:pt x="6467" y="22"/>
                </a:lnTo>
                <a:lnTo>
                  <a:pt x="6467" y="0"/>
                </a:lnTo>
                <a:moveTo>
                  <a:pt x="6547" y="0"/>
                </a:moveTo>
                <a:lnTo>
                  <a:pt x="6588" y="0"/>
                </a:lnTo>
                <a:lnTo>
                  <a:pt x="6588" y="22"/>
                </a:lnTo>
                <a:lnTo>
                  <a:pt x="6547" y="22"/>
                </a:lnTo>
                <a:lnTo>
                  <a:pt x="6547" y="0"/>
                </a:lnTo>
                <a:moveTo>
                  <a:pt x="6628" y="0"/>
                </a:moveTo>
                <a:lnTo>
                  <a:pt x="6669" y="0"/>
                </a:lnTo>
                <a:lnTo>
                  <a:pt x="6669" y="22"/>
                </a:lnTo>
                <a:lnTo>
                  <a:pt x="6628" y="22"/>
                </a:lnTo>
                <a:lnTo>
                  <a:pt x="6628" y="0"/>
                </a:lnTo>
                <a:moveTo>
                  <a:pt x="6709" y="0"/>
                </a:moveTo>
                <a:lnTo>
                  <a:pt x="6749" y="0"/>
                </a:lnTo>
                <a:lnTo>
                  <a:pt x="6749" y="22"/>
                </a:lnTo>
                <a:lnTo>
                  <a:pt x="6709" y="22"/>
                </a:lnTo>
                <a:lnTo>
                  <a:pt x="6709" y="0"/>
                </a:lnTo>
                <a:moveTo>
                  <a:pt x="6790" y="0"/>
                </a:moveTo>
                <a:lnTo>
                  <a:pt x="6830" y="0"/>
                </a:lnTo>
                <a:lnTo>
                  <a:pt x="6830" y="22"/>
                </a:lnTo>
                <a:lnTo>
                  <a:pt x="6790" y="22"/>
                </a:lnTo>
                <a:lnTo>
                  <a:pt x="6790" y="0"/>
                </a:lnTo>
                <a:moveTo>
                  <a:pt x="6871" y="0"/>
                </a:moveTo>
                <a:lnTo>
                  <a:pt x="6911" y="0"/>
                </a:lnTo>
                <a:lnTo>
                  <a:pt x="6911" y="22"/>
                </a:lnTo>
                <a:lnTo>
                  <a:pt x="6871" y="22"/>
                </a:lnTo>
                <a:lnTo>
                  <a:pt x="6871" y="0"/>
                </a:lnTo>
                <a:moveTo>
                  <a:pt x="6951" y="0"/>
                </a:moveTo>
                <a:lnTo>
                  <a:pt x="6992" y="0"/>
                </a:lnTo>
                <a:lnTo>
                  <a:pt x="6992" y="22"/>
                </a:lnTo>
                <a:lnTo>
                  <a:pt x="6951" y="22"/>
                </a:lnTo>
                <a:lnTo>
                  <a:pt x="6951" y="0"/>
                </a:lnTo>
                <a:moveTo>
                  <a:pt x="7032" y="0"/>
                </a:moveTo>
                <a:lnTo>
                  <a:pt x="7073" y="0"/>
                </a:lnTo>
                <a:lnTo>
                  <a:pt x="7073" y="22"/>
                </a:lnTo>
                <a:lnTo>
                  <a:pt x="7032" y="22"/>
                </a:lnTo>
                <a:lnTo>
                  <a:pt x="7032" y="0"/>
                </a:lnTo>
                <a:moveTo>
                  <a:pt x="7113" y="0"/>
                </a:moveTo>
                <a:lnTo>
                  <a:pt x="7153" y="0"/>
                </a:lnTo>
                <a:lnTo>
                  <a:pt x="7153" y="22"/>
                </a:lnTo>
                <a:lnTo>
                  <a:pt x="7113" y="22"/>
                </a:lnTo>
                <a:lnTo>
                  <a:pt x="7113" y="0"/>
                </a:lnTo>
                <a:moveTo>
                  <a:pt x="7194" y="0"/>
                </a:moveTo>
                <a:lnTo>
                  <a:pt x="7234" y="0"/>
                </a:lnTo>
                <a:lnTo>
                  <a:pt x="7234" y="22"/>
                </a:lnTo>
                <a:lnTo>
                  <a:pt x="7194" y="22"/>
                </a:lnTo>
                <a:lnTo>
                  <a:pt x="7194" y="0"/>
                </a:lnTo>
                <a:moveTo>
                  <a:pt x="7275" y="0"/>
                </a:moveTo>
                <a:lnTo>
                  <a:pt x="7315" y="0"/>
                </a:lnTo>
                <a:lnTo>
                  <a:pt x="7315" y="22"/>
                </a:lnTo>
                <a:lnTo>
                  <a:pt x="7275" y="22"/>
                </a:lnTo>
                <a:lnTo>
                  <a:pt x="7275" y="0"/>
                </a:lnTo>
                <a:moveTo>
                  <a:pt x="7356" y="0"/>
                </a:moveTo>
                <a:lnTo>
                  <a:pt x="7396" y="0"/>
                </a:lnTo>
                <a:lnTo>
                  <a:pt x="7396" y="22"/>
                </a:lnTo>
                <a:lnTo>
                  <a:pt x="7356" y="22"/>
                </a:lnTo>
                <a:lnTo>
                  <a:pt x="7356" y="0"/>
                </a:lnTo>
                <a:moveTo>
                  <a:pt x="7436" y="0"/>
                </a:moveTo>
                <a:lnTo>
                  <a:pt x="7477" y="0"/>
                </a:lnTo>
                <a:lnTo>
                  <a:pt x="7477" y="22"/>
                </a:lnTo>
                <a:lnTo>
                  <a:pt x="7436" y="22"/>
                </a:lnTo>
                <a:lnTo>
                  <a:pt x="7436" y="0"/>
                </a:lnTo>
                <a:moveTo>
                  <a:pt x="7517" y="0"/>
                </a:moveTo>
                <a:lnTo>
                  <a:pt x="7558" y="0"/>
                </a:lnTo>
                <a:lnTo>
                  <a:pt x="7558" y="22"/>
                </a:lnTo>
                <a:lnTo>
                  <a:pt x="7517" y="22"/>
                </a:lnTo>
                <a:lnTo>
                  <a:pt x="7517" y="0"/>
                </a:lnTo>
                <a:moveTo>
                  <a:pt x="7598" y="0"/>
                </a:moveTo>
                <a:lnTo>
                  <a:pt x="7638" y="0"/>
                </a:lnTo>
                <a:lnTo>
                  <a:pt x="7638" y="22"/>
                </a:lnTo>
                <a:lnTo>
                  <a:pt x="7598" y="22"/>
                </a:lnTo>
                <a:lnTo>
                  <a:pt x="7598" y="0"/>
                </a:lnTo>
                <a:moveTo>
                  <a:pt x="7679" y="0"/>
                </a:moveTo>
                <a:lnTo>
                  <a:pt x="7719" y="0"/>
                </a:lnTo>
                <a:lnTo>
                  <a:pt x="7719" y="22"/>
                </a:lnTo>
                <a:lnTo>
                  <a:pt x="7679" y="22"/>
                </a:lnTo>
                <a:lnTo>
                  <a:pt x="7679" y="0"/>
                </a:lnTo>
                <a:moveTo>
                  <a:pt x="7760" y="0"/>
                </a:moveTo>
                <a:lnTo>
                  <a:pt x="7800" y="0"/>
                </a:lnTo>
                <a:lnTo>
                  <a:pt x="7800" y="22"/>
                </a:lnTo>
                <a:lnTo>
                  <a:pt x="7760" y="22"/>
                </a:lnTo>
                <a:lnTo>
                  <a:pt x="7760" y="0"/>
                </a:lnTo>
                <a:moveTo>
                  <a:pt x="7840" y="0"/>
                </a:moveTo>
                <a:lnTo>
                  <a:pt x="7881" y="0"/>
                </a:lnTo>
                <a:lnTo>
                  <a:pt x="7881" y="22"/>
                </a:lnTo>
                <a:lnTo>
                  <a:pt x="7840" y="22"/>
                </a:lnTo>
                <a:lnTo>
                  <a:pt x="7840" y="0"/>
                </a:lnTo>
                <a:moveTo>
                  <a:pt x="7921" y="0"/>
                </a:moveTo>
                <a:lnTo>
                  <a:pt x="7962" y="0"/>
                </a:lnTo>
                <a:lnTo>
                  <a:pt x="7962" y="22"/>
                </a:lnTo>
                <a:lnTo>
                  <a:pt x="7921" y="22"/>
                </a:lnTo>
                <a:lnTo>
                  <a:pt x="7921" y="0"/>
                </a:lnTo>
                <a:moveTo>
                  <a:pt x="8002" y="0"/>
                </a:moveTo>
                <a:lnTo>
                  <a:pt x="8042" y="0"/>
                </a:lnTo>
                <a:lnTo>
                  <a:pt x="8042" y="22"/>
                </a:lnTo>
                <a:lnTo>
                  <a:pt x="8002" y="22"/>
                </a:lnTo>
                <a:lnTo>
                  <a:pt x="8002" y="0"/>
                </a:lnTo>
                <a:moveTo>
                  <a:pt x="8083" y="0"/>
                </a:moveTo>
                <a:lnTo>
                  <a:pt x="8123" y="0"/>
                </a:lnTo>
                <a:lnTo>
                  <a:pt x="8123" y="22"/>
                </a:lnTo>
                <a:lnTo>
                  <a:pt x="8083" y="22"/>
                </a:lnTo>
                <a:lnTo>
                  <a:pt x="8083" y="0"/>
                </a:lnTo>
                <a:moveTo>
                  <a:pt x="8164" y="0"/>
                </a:moveTo>
                <a:lnTo>
                  <a:pt x="8204" y="0"/>
                </a:lnTo>
                <a:lnTo>
                  <a:pt x="8204" y="22"/>
                </a:lnTo>
                <a:lnTo>
                  <a:pt x="8164" y="22"/>
                </a:lnTo>
                <a:lnTo>
                  <a:pt x="8164" y="0"/>
                </a:lnTo>
                <a:moveTo>
                  <a:pt x="8244" y="0"/>
                </a:moveTo>
                <a:lnTo>
                  <a:pt x="8285" y="0"/>
                </a:lnTo>
                <a:lnTo>
                  <a:pt x="8285" y="22"/>
                </a:lnTo>
                <a:lnTo>
                  <a:pt x="8244" y="22"/>
                </a:lnTo>
                <a:lnTo>
                  <a:pt x="8244" y="0"/>
                </a:lnTo>
                <a:moveTo>
                  <a:pt x="8325" y="0"/>
                </a:moveTo>
                <a:lnTo>
                  <a:pt x="8366" y="0"/>
                </a:lnTo>
                <a:lnTo>
                  <a:pt x="8366" y="22"/>
                </a:lnTo>
                <a:lnTo>
                  <a:pt x="8325" y="22"/>
                </a:lnTo>
                <a:lnTo>
                  <a:pt x="8325" y="0"/>
                </a:lnTo>
                <a:moveTo>
                  <a:pt x="8406" y="0"/>
                </a:moveTo>
                <a:lnTo>
                  <a:pt x="8446" y="0"/>
                </a:lnTo>
                <a:lnTo>
                  <a:pt x="8446" y="22"/>
                </a:lnTo>
                <a:lnTo>
                  <a:pt x="8406" y="22"/>
                </a:lnTo>
                <a:lnTo>
                  <a:pt x="8406" y="0"/>
                </a:lnTo>
                <a:moveTo>
                  <a:pt x="8487" y="0"/>
                </a:moveTo>
                <a:lnTo>
                  <a:pt x="8527" y="0"/>
                </a:lnTo>
                <a:lnTo>
                  <a:pt x="8527" y="22"/>
                </a:lnTo>
                <a:lnTo>
                  <a:pt x="8487" y="22"/>
                </a:lnTo>
                <a:lnTo>
                  <a:pt x="8487" y="0"/>
                </a:lnTo>
                <a:moveTo>
                  <a:pt x="8568" y="0"/>
                </a:moveTo>
                <a:lnTo>
                  <a:pt x="8608" y="0"/>
                </a:lnTo>
                <a:lnTo>
                  <a:pt x="8608" y="22"/>
                </a:lnTo>
                <a:lnTo>
                  <a:pt x="8568" y="22"/>
                </a:lnTo>
                <a:lnTo>
                  <a:pt x="8568" y="0"/>
                </a:lnTo>
                <a:moveTo>
                  <a:pt x="8649" y="0"/>
                </a:moveTo>
                <a:lnTo>
                  <a:pt x="8689" y="0"/>
                </a:lnTo>
                <a:lnTo>
                  <a:pt x="8689" y="22"/>
                </a:lnTo>
                <a:lnTo>
                  <a:pt x="8649" y="22"/>
                </a:lnTo>
                <a:lnTo>
                  <a:pt x="8649" y="0"/>
                </a:lnTo>
                <a:moveTo>
                  <a:pt x="8729" y="0"/>
                </a:moveTo>
                <a:lnTo>
                  <a:pt x="8770" y="0"/>
                </a:lnTo>
                <a:lnTo>
                  <a:pt x="8770" y="22"/>
                </a:lnTo>
                <a:lnTo>
                  <a:pt x="8729" y="22"/>
                </a:lnTo>
                <a:lnTo>
                  <a:pt x="8729" y="0"/>
                </a:lnTo>
                <a:moveTo>
                  <a:pt x="8810" y="0"/>
                </a:moveTo>
                <a:lnTo>
                  <a:pt x="8851" y="0"/>
                </a:lnTo>
                <a:lnTo>
                  <a:pt x="8851" y="22"/>
                </a:lnTo>
                <a:lnTo>
                  <a:pt x="8810" y="22"/>
                </a:lnTo>
                <a:lnTo>
                  <a:pt x="8810" y="0"/>
                </a:lnTo>
                <a:moveTo>
                  <a:pt x="8891" y="0"/>
                </a:moveTo>
                <a:lnTo>
                  <a:pt x="8909" y="0"/>
                </a:lnTo>
                <a:lnTo>
                  <a:pt x="8909" y="22"/>
                </a:lnTo>
                <a:lnTo>
                  <a:pt x="8891" y="22"/>
                </a:lnTo>
                <a:lnTo>
                  <a:pt x="8891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1302840" y="3179880"/>
            <a:ext cx="1582560" cy="97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630" spc="-1" strike="noStrike">
                <a:solidFill>
                  <a:srgbClr val="000000"/>
                </a:solidFill>
                <a:latin typeface="Calibri"/>
                <a:ea typeface="Calibri"/>
              </a:rPr>
              <a:t>[Task accepted / scheduled — request acted on]</a:t>
            </a:r>
            <a:endParaRPr b="0" lang="en-AU" sz="6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4" name=""/>
          <p:cNvSpPr/>
          <p:nvPr/>
        </p:nvSpPr>
        <p:spPr>
          <a:xfrm>
            <a:off x="4195440" y="3673080"/>
            <a:ext cx="73080" cy="58680"/>
          </a:xfrm>
          <a:custGeom>
            <a:avLst/>
            <a:gdLst/>
            <a:ahLst/>
            <a:rect l="0" t="0" r="r" b="b"/>
            <a:pathLst>
              <a:path w="203" h="163">
                <a:moveTo>
                  <a:pt x="0" y="0"/>
                </a:moveTo>
                <a:lnTo>
                  <a:pt x="203" y="82"/>
                </a:lnTo>
                <a:lnTo>
                  <a:pt x="0" y="163"/>
                </a:lnTo>
                <a:lnTo>
                  <a:pt x="81" y="82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7200">
            <a:solidFill>
              <a:srgbClr val="001d3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5" name=""/>
          <p:cNvSpPr/>
          <p:nvPr/>
        </p:nvSpPr>
        <p:spPr>
          <a:xfrm>
            <a:off x="1032120" y="3702240"/>
            <a:ext cx="3206880" cy="0"/>
          </a:xfrm>
          <a:prstGeom prst="line">
            <a:avLst/>
          </a:prstGeom>
          <a:ln w="7200">
            <a:solidFill>
              <a:srgbClr val="001d3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600" rIns="3600" tIns="-3600" bIns="-36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6" name=""/>
          <p:cNvSpPr txBox="1"/>
          <p:nvPr/>
        </p:nvSpPr>
        <p:spPr>
          <a:xfrm>
            <a:off x="1155960" y="3339360"/>
            <a:ext cx="1126800" cy="116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750" spc="-1" strike="noStrike">
                <a:solidFill>
                  <a:srgbClr val="000000"/>
                </a:solidFill>
                <a:latin typeface="Calibri"/>
                <a:ea typeface="Calibri"/>
              </a:rPr>
              <a:t>Task (accepted) + linked Slots</a:t>
            </a:r>
            <a:endParaRPr b="0" lang="en-AU" sz="7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7" name=""/>
          <p:cNvSpPr/>
          <p:nvPr/>
        </p:nvSpPr>
        <p:spPr>
          <a:xfrm>
            <a:off x="4290120" y="3903840"/>
            <a:ext cx="73080" cy="58680"/>
          </a:xfrm>
          <a:custGeom>
            <a:avLst/>
            <a:gdLst/>
            <a:ahLst/>
            <a:rect l="0" t="0" r="r" b="b"/>
            <a:pathLst>
              <a:path w="203" h="163">
                <a:moveTo>
                  <a:pt x="203" y="0"/>
                </a:moveTo>
                <a:lnTo>
                  <a:pt x="0" y="82"/>
                </a:lnTo>
                <a:lnTo>
                  <a:pt x="203" y="163"/>
                </a:lnTo>
                <a:lnTo>
                  <a:pt x="122" y="82"/>
                </a:lnTo>
                <a:lnTo>
                  <a:pt x="203" y="0"/>
                </a:lnTo>
                <a:close/>
              </a:path>
            </a:pathLst>
          </a:custGeom>
          <a:solidFill>
            <a:srgbClr val="001d34"/>
          </a:solidFill>
          <a:ln w="7200">
            <a:solidFill>
              <a:srgbClr val="001d3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8" name=""/>
          <p:cNvSpPr/>
          <p:nvPr/>
        </p:nvSpPr>
        <p:spPr>
          <a:xfrm>
            <a:off x="4318920" y="3933000"/>
            <a:ext cx="2707560" cy="0"/>
          </a:xfrm>
          <a:prstGeom prst="line">
            <a:avLst/>
          </a:prstGeom>
          <a:ln w="7200">
            <a:solidFill>
              <a:srgbClr val="001d3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600" rIns="3600" tIns="-3600" bIns="-36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9" name=""/>
          <p:cNvSpPr txBox="1"/>
          <p:nvPr/>
        </p:nvSpPr>
        <p:spPr>
          <a:xfrm>
            <a:off x="1083240" y="3570120"/>
            <a:ext cx="2670840" cy="116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750" spc="-1" strike="noStrike">
                <a:solidFill>
                  <a:srgbClr val="000000"/>
                </a:solidFill>
                <a:latin typeface="Calibri"/>
                <a:ea typeface="Calibri"/>
              </a:rPr>
              <a:t>search Slot / POST Appointment (proposed, basedOn ServiceRequest)</a:t>
            </a:r>
            <a:endParaRPr b="0" lang="en-AU" sz="7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0" name=""/>
          <p:cNvSpPr/>
          <p:nvPr/>
        </p:nvSpPr>
        <p:spPr>
          <a:xfrm>
            <a:off x="739440" y="3994920"/>
            <a:ext cx="6822720" cy="7560"/>
          </a:xfrm>
          <a:custGeom>
            <a:avLst/>
            <a:gdLst/>
            <a:ahLst/>
            <a:rect l="0" t="0" r="r" b="b"/>
            <a:pathLst>
              <a:path w="18952" h="21">
                <a:moveTo>
                  <a:pt x="0" y="0"/>
                </a:moveTo>
                <a:lnTo>
                  <a:pt x="40" y="0"/>
                </a:lnTo>
                <a:lnTo>
                  <a:pt x="40" y="21"/>
                </a:lnTo>
                <a:lnTo>
                  <a:pt x="0" y="21"/>
                </a:lnTo>
                <a:lnTo>
                  <a:pt x="0" y="0"/>
                </a:lnTo>
                <a:moveTo>
                  <a:pt x="80" y="0"/>
                </a:moveTo>
                <a:lnTo>
                  <a:pt x="121" y="0"/>
                </a:lnTo>
                <a:lnTo>
                  <a:pt x="121" y="21"/>
                </a:lnTo>
                <a:lnTo>
                  <a:pt x="80" y="21"/>
                </a:lnTo>
                <a:lnTo>
                  <a:pt x="80" y="0"/>
                </a:lnTo>
                <a:moveTo>
                  <a:pt x="161" y="0"/>
                </a:moveTo>
                <a:lnTo>
                  <a:pt x="202" y="0"/>
                </a:lnTo>
                <a:lnTo>
                  <a:pt x="202" y="21"/>
                </a:lnTo>
                <a:lnTo>
                  <a:pt x="161" y="21"/>
                </a:lnTo>
                <a:lnTo>
                  <a:pt x="161" y="0"/>
                </a:lnTo>
                <a:moveTo>
                  <a:pt x="242" y="0"/>
                </a:moveTo>
                <a:lnTo>
                  <a:pt x="282" y="0"/>
                </a:lnTo>
                <a:lnTo>
                  <a:pt x="282" y="21"/>
                </a:lnTo>
                <a:lnTo>
                  <a:pt x="242" y="21"/>
                </a:lnTo>
                <a:lnTo>
                  <a:pt x="242" y="0"/>
                </a:lnTo>
                <a:moveTo>
                  <a:pt x="323" y="0"/>
                </a:moveTo>
                <a:lnTo>
                  <a:pt x="363" y="0"/>
                </a:lnTo>
                <a:lnTo>
                  <a:pt x="363" y="21"/>
                </a:lnTo>
                <a:lnTo>
                  <a:pt x="323" y="21"/>
                </a:lnTo>
                <a:lnTo>
                  <a:pt x="323" y="0"/>
                </a:lnTo>
                <a:moveTo>
                  <a:pt x="404" y="0"/>
                </a:moveTo>
                <a:lnTo>
                  <a:pt x="444" y="0"/>
                </a:lnTo>
                <a:lnTo>
                  <a:pt x="444" y="21"/>
                </a:lnTo>
                <a:lnTo>
                  <a:pt x="404" y="21"/>
                </a:lnTo>
                <a:lnTo>
                  <a:pt x="404" y="0"/>
                </a:lnTo>
                <a:moveTo>
                  <a:pt x="485" y="0"/>
                </a:moveTo>
                <a:lnTo>
                  <a:pt x="525" y="0"/>
                </a:lnTo>
                <a:lnTo>
                  <a:pt x="525" y="21"/>
                </a:lnTo>
                <a:lnTo>
                  <a:pt x="485" y="21"/>
                </a:lnTo>
                <a:lnTo>
                  <a:pt x="485" y="0"/>
                </a:lnTo>
                <a:moveTo>
                  <a:pt x="565" y="0"/>
                </a:moveTo>
                <a:lnTo>
                  <a:pt x="606" y="0"/>
                </a:lnTo>
                <a:lnTo>
                  <a:pt x="606" y="21"/>
                </a:lnTo>
                <a:lnTo>
                  <a:pt x="565" y="21"/>
                </a:lnTo>
                <a:lnTo>
                  <a:pt x="565" y="0"/>
                </a:lnTo>
                <a:moveTo>
                  <a:pt x="646" y="0"/>
                </a:moveTo>
                <a:lnTo>
                  <a:pt x="687" y="0"/>
                </a:lnTo>
                <a:lnTo>
                  <a:pt x="687" y="21"/>
                </a:lnTo>
                <a:lnTo>
                  <a:pt x="646" y="21"/>
                </a:lnTo>
                <a:lnTo>
                  <a:pt x="646" y="0"/>
                </a:lnTo>
                <a:moveTo>
                  <a:pt x="727" y="0"/>
                </a:moveTo>
                <a:lnTo>
                  <a:pt x="767" y="0"/>
                </a:lnTo>
                <a:lnTo>
                  <a:pt x="767" y="21"/>
                </a:lnTo>
                <a:lnTo>
                  <a:pt x="727" y="21"/>
                </a:lnTo>
                <a:lnTo>
                  <a:pt x="727" y="0"/>
                </a:lnTo>
                <a:moveTo>
                  <a:pt x="808" y="0"/>
                </a:moveTo>
                <a:lnTo>
                  <a:pt x="848" y="0"/>
                </a:lnTo>
                <a:lnTo>
                  <a:pt x="848" y="21"/>
                </a:lnTo>
                <a:lnTo>
                  <a:pt x="808" y="21"/>
                </a:lnTo>
                <a:lnTo>
                  <a:pt x="808" y="0"/>
                </a:lnTo>
                <a:moveTo>
                  <a:pt x="889" y="0"/>
                </a:moveTo>
                <a:lnTo>
                  <a:pt x="929" y="0"/>
                </a:lnTo>
                <a:lnTo>
                  <a:pt x="929" y="21"/>
                </a:lnTo>
                <a:lnTo>
                  <a:pt x="889" y="21"/>
                </a:lnTo>
                <a:lnTo>
                  <a:pt x="889" y="0"/>
                </a:lnTo>
                <a:moveTo>
                  <a:pt x="969" y="0"/>
                </a:moveTo>
                <a:lnTo>
                  <a:pt x="1010" y="0"/>
                </a:lnTo>
                <a:lnTo>
                  <a:pt x="1010" y="21"/>
                </a:lnTo>
                <a:lnTo>
                  <a:pt x="969" y="21"/>
                </a:lnTo>
                <a:lnTo>
                  <a:pt x="969" y="0"/>
                </a:lnTo>
                <a:moveTo>
                  <a:pt x="1050" y="0"/>
                </a:moveTo>
                <a:lnTo>
                  <a:pt x="1091" y="0"/>
                </a:lnTo>
                <a:lnTo>
                  <a:pt x="1091" y="21"/>
                </a:lnTo>
                <a:lnTo>
                  <a:pt x="1050" y="21"/>
                </a:lnTo>
                <a:lnTo>
                  <a:pt x="1050" y="0"/>
                </a:lnTo>
                <a:moveTo>
                  <a:pt x="1131" y="0"/>
                </a:moveTo>
                <a:lnTo>
                  <a:pt x="1171" y="0"/>
                </a:lnTo>
                <a:lnTo>
                  <a:pt x="1171" y="21"/>
                </a:lnTo>
                <a:lnTo>
                  <a:pt x="1131" y="21"/>
                </a:lnTo>
                <a:lnTo>
                  <a:pt x="1131" y="0"/>
                </a:lnTo>
                <a:moveTo>
                  <a:pt x="1212" y="0"/>
                </a:moveTo>
                <a:lnTo>
                  <a:pt x="1252" y="0"/>
                </a:lnTo>
                <a:lnTo>
                  <a:pt x="1252" y="21"/>
                </a:lnTo>
                <a:lnTo>
                  <a:pt x="1212" y="21"/>
                </a:lnTo>
                <a:lnTo>
                  <a:pt x="1212" y="0"/>
                </a:lnTo>
                <a:moveTo>
                  <a:pt x="1293" y="0"/>
                </a:moveTo>
                <a:lnTo>
                  <a:pt x="1333" y="0"/>
                </a:lnTo>
                <a:lnTo>
                  <a:pt x="1333" y="21"/>
                </a:lnTo>
                <a:lnTo>
                  <a:pt x="1293" y="21"/>
                </a:lnTo>
                <a:lnTo>
                  <a:pt x="1293" y="0"/>
                </a:lnTo>
                <a:moveTo>
                  <a:pt x="1373" y="0"/>
                </a:moveTo>
                <a:lnTo>
                  <a:pt x="1414" y="0"/>
                </a:lnTo>
                <a:lnTo>
                  <a:pt x="1414" y="21"/>
                </a:lnTo>
                <a:lnTo>
                  <a:pt x="1373" y="21"/>
                </a:lnTo>
                <a:lnTo>
                  <a:pt x="1373" y="0"/>
                </a:lnTo>
                <a:moveTo>
                  <a:pt x="1454" y="0"/>
                </a:moveTo>
                <a:lnTo>
                  <a:pt x="1495" y="0"/>
                </a:lnTo>
                <a:lnTo>
                  <a:pt x="1495" y="21"/>
                </a:lnTo>
                <a:lnTo>
                  <a:pt x="1454" y="21"/>
                </a:lnTo>
                <a:lnTo>
                  <a:pt x="1454" y="0"/>
                </a:lnTo>
                <a:moveTo>
                  <a:pt x="1535" y="0"/>
                </a:moveTo>
                <a:lnTo>
                  <a:pt x="1575" y="0"/>
                </a:lnTo>
                <a:lnTo>
                  <a:pt x="1575" y="21"/>
                </a:lnTo>
                <a:lnTo>
                  <a:pt x="1535" y="21"/>
                </a:lnTo>
                <a:lnTo>
                  <a:pt x="1535" y="0"/>
                </a:lnTo>
                <a:moveTo>
                  <a:pt x="1616" y="0"/>
                </a:moveTo>
                <a:lnTo>
                  <a:pt x="1656" y="0"/>
                </a:lnTo>
                <a:lnTo>
                  <a:pt x="1656" y="21"/>
                </a:lnTo>
                <a:lnTo>
                  <a:pt x="1616" y="21"/>
                </a:lnTo>
                <a:lnTo>
                  <a:pt x="1616" y="0"/>
                </a:lnTo>
                <a:moveTo>
                  <a:pt x="1697" y="0"/>
                </a:moveTo>
                <a:lnTo>
                  <a:pt x="1737" y="0"/>
                </a:lnTo>
                <a:lnTo>
                  <a:pt x="1737" y="21"/>
                </a:lnTo>
                <a:lnTo>
                  <a:pt x="1697" y="21"/>
                </a:lnTo>
                <a:lnTo>
                  <a:pt x="1697" y="0"/>
                </a:lnTo>
                <a:moveTo>
                  <a:pt x="1778" y="0"/>
                </a:moveTo>
                <a:lnTo>
                  <a:pt x="1818" y="0"/>
                </a:lnTo>
                <a:lnTo>
                  <a:pt x="1818" y="21"/>
                </a:lnTo>
                <a:lnTo>
                  <a:pt x="1778" y="21"/>
                </a:lnTo>
                <a:lnTo>
                  <a:pt x="1778" y="0"/>
                </a:lnTo>
                <a:moveTo>
                  <a:pt x="1858" y="0"/>
                </a:moveTo>
                <a:lnTo>
                  <a:pt x="1899" y="0"/>
                </a:lnTo>
                <a:lnTo>
                  <a:pt x="1899" y="21"/>
                </a:lnTo>
                <a:lnTo>
                  <a:pt x="1858" y="21"/>
                </a:lnTo>
                <a:lnTo>
                  <a:pt x="1858" y="0"/>
                </a:lnTo>
                <a:moveTo>
                  <a:pt x="1939" y="0"/>
                </a:moveTo>
                <a:lnTo>
                  <a:pt x="1980" y="0"/>
                </a:lnTo>
                <a:lnTo>
                  <a:pt x="1980" y="21"/>
                </a:lnTo>
                <a:lnTo>
                  <a:pt x="1939" y="21"/>
                </a:lnTo>
                <a:lnTo>
                  <a:pt x="1939" y="0"/>
                </a:lnTo>
                <a:moveTo>
                  <a:pt x="2020" y="0"/>
                </a:moveTo>
                <a:lnTo>
                  <a:pt x="2060" y="0"/>
                </a:lnTo>
                <a:lnTo>
                  <a:pt x="2060" y="21"/>
                </a:lnTo>
                <a:lnTo>
                  <a:pt x="2020" y="21"/>
                </a:lnTo>
                <a:lnTo>
                  <a:pt x="2020" y="0"/>
                </a:lnTo>
                <a:moveTo>
                  <a:pt x="2101" y="0"/>
                </a:moveTo>
                <a:lnTo>
                  <a:pt x="2141" y="0"/>
                </a:lnTo>
                <a:lnTo>
                  <a:pt x="2141" y="21"/>
                </a:lnTo>
                <a:lnTo>
                  <a:pt x="2101" y="21"/>
                </a:lnTo>
                <a:lnTo>
                  <a:pt x="2101" y="0"/>
                </a:lnTo>
                <a:moveTo>
                  <a:pt x="2182" y="0"/>
                </a:moveTo>
                <a:lnTo>
                  <a:pt x="2222" y="0"/>
                </a:lnTo>
                <a:lnTo>
                  <a:pt x="2222" y="21"/>
                </a:lnTo>
                <a:lnTo>
                  <a:pt x="2182" y="21"/>
                </a:lnTo>
                <a:lnTo>
                  <a:pt x="2182" y="0"/>
                </a:lnTo>
                <a:moveTo>
                  <a:pt x="2262" y="0"/>
                </a:moveTo>
                <a:lnTo>
                  <a:pt x="2303" y="0"/>
                </a:lnTo>
                <a:lnTo>
                  <a:pt x="2303" y="21"/>
                </a:lnTo>
                <a:lnTo>
                  <a:pt x="2262" y="21"/>
                </a:lnTo>
                <a:lnTo>
                  <a:pt x="2262" y="0"/>
                </a:lnTo>
                <a:moveTo>
                  <a:pt x="2343" y="0"/>
                </a:moveTo>
                <a:lnTo>
                  <a:pt x="2384" y="0"/>
                </a:lnTo>
                <a:lnTo>
                  <a:pt x="2384" y="21"/>
                </a:lnTo>
                <a:lnTo>
                  <a:pt x="2343" y="21"/>
                </a:lnTo>
                <a:lnTo>
                  <a:pt x="2343" y="0"/>
                </a:lnTo>
                <a:moveTo>
                  <a:pt x="2424" y="0"/>
                </a:moveTo>
                <a:lnTo>
                  <a:pt x="2464" y="0"/>
                </a:lnTo>
                <a:lnTo>
                  <a:pt x="2464" y="21"/>
                </a:lnTo>
                <a:lnTo>
                  <a:pt x="2424" y="21"/>
                </a:lnTo>
                <a:lnTo>
                  <a:pt x="2424" y="0"/>
                </a:lnTo>
                <a:moveTo>
                  <a:pt x="2505" y="0"/>
                </a:moveTo>
                <a:lnTo>
                  <a:pt x="2545" y="0"/>
                </a:lnTo>
                <a:lnTo>
                  <a:pt x="2545" y="21"/>
                </a:lnTo>
                <a:lnTo>
                  <a:pt x="2505" y="21"/>
                </a:lnTo>
                <a:lnTo>
                  <a:pt x="2505" y="0"/>
                </a:lnTo>
                <a:moveTo>
                  <a:pt x="2586" y="0"/>
                </a:moveTo>
                <a:lnTo>
                  <a:pt x="2626" y="0"/>
                </a:lnTo>
                <a:lnTo>
                  <a:pt x="2626" y="21"/>
                </a:lnTo>
                <a:lnTo>
                  <a:pt x="2586" y="21"/>
                </a:lnTo>
                <a:lnTo>
                  <a:pt x="2586" y="0"/>
                </a:lnTo>
                <a:moveTo>
                  <a:pt x="2666" y="0"/>
                </a:moveTo>
                <a:lnTo>
                  <a:pt x="2707" y="0"/>
                </a:lnTo>
                <a:lnTo>
                  <a:pt x="2707" y="21"/>
                </a:lnTo>
                <a:lnTo>
                  <a:pt x="2666" y="21"/>
                </a:lnTo>
                <a:lnTo>
                  <a:pt x="2666" y="0"/>
                </a:lnTo>
                <a:moveTo>
                  <a:pt x="2747" y="0"/>
                </a:moveTo>
                <a:lnTo>
                  <a:pt x="2788" y="0"/>
                </a:lnTo>
                <a:lnTo>
                  <a:pt x="2788" y="21"/>
                </a:lnTo>
                <a:lnTo>
                  <a:pt x="2747" y="21"/>
                </a:lnTo>
                <a:lnTo>
                  <a:pt x="2747" y="0"/>
                </a:lnTo>
                <a:moveTo>
                  <a:pt x="2828" y="0"/>
                </a:moveTo>
                <a:lnTo>
                  <a:pt x="2869" y="0"/>
                </a:lnTo>
                <a:lnTo>
                  <a:pt x="2869" y="21"/>
                </a:lnTo>
                <a:lnTo>
                  <a:pt x="2828" y="21"/>
                </a:lnTo>
                <a:lnTo>
                  <a:pt x="2828" y="0"/>
                </a:lnTo>
                <a:moveTo>
                  <a:pt x="2909" y="0"/>
                </a:moveTo>
                <a:lnTo>
                  <a:pt x="2949" y="0"/>
                </a:lnTo>
                <a:lnTo>
                  <a:pt x="2949" y="21"/>
                </a:lnTo>
                <a:lnTo>
                  <a:pt x="2909" y="21"/>
                </a:lnTo>
                <a:lnTo>
                  <a:pt x="2909" y="0"/>
                </a:lnTo>
                <a:moveTo>
                  <a:pt x="2990" y="0"/>
                </a:moveTo>
                <a:lnTo>
                  <a:pt x="3030" y="0"/>
                </a:lnTo>
                <a:lnTo>
                  <a:pt x="3030" y="21"/>
                </a:lnTo>
                <a:lnTo>
                  <a:pt x="2990" y="21"/>
                </a:lnTo>
                <a:lnTo>
                  <a:pt x="2990" y="0"/>
                </a:lnTo>
                <a:moveTo>
                  <a:pt x="3071" y="0"/>
                </a:moveTo>
                <a:lnTo>
                  <a:pt x="3111" y="0"/>
                </a:lnTo>
                <a:lnTo>
                  <a:pt x="3111" y="21"/>
                </a:lnTo>
                <a:lnTo>
                  <a:pt x="3071" y="21"/>
                </a:lnTo>
                <a:lnTo>
                  <a:pt x="3071" y="0"/>
                </a:lnTo>
                <a:moveTo>
                  <a:pt x="3151" y="0"/>
                </a:moveTo>
                <a:lnTo>
                  <a:pt x="3192" y="0"/>
                </a:lnTo>
                <a:lnTo>
                  <a:pt x="3192" y="21"/>
                </a:lnTo>
                <a:lnTo>
                  <a:pt x="3151" y="21"/>
                </a:lnTo>
                <a:lnTo>
                  <a:pt x="3151" y="0"/>
                </a:lnTo>
                <a:moveTo>
                  <a:pt x="3232" y="0"/>
                </a:moveTo>
                <a:lnTo>
                  <a:pt x="3273" y="0"/>
                </a:lnTo>
                <a:lnTo>
                  <a:pt x="3273" y="21"/>
                </a:lnTo>
                <a:lnTo>
                  <a:pt x="3232" y="21"/>
                </a:lnTo>
                <a:lnTo>
                  <a:pt x="3232" y="0"/>
                </a:lnTo>
                <a:moveTo>
                  <a:pt x="3313" y="0"/>
                </a:moveTo>
                <a:lnTo>
                  <a:pt x="3353" y="0"/>
                </a:lnTo>
                <a:lnTo>
                  <a:pt x="3353" y="21"/>
                </a:lnTo>
                <a:lnTo>
                  <a:pt x="3313" y="21"/>
                </a:lnTo>
                <a:lnTo>
                  <a:pt x="3313" y="0"/>
                </a:lnTo>
                <a:moveTo>
                  <a:pt x="3394" y="0"/>
                </a:moveTo>
                <a:lnTo>
                  <a:pt x="3434" y="0"/>
                </a:lnTo>
                <a:lnTo>
                  <a:pt x="3434" y="21"/>
                </a:lnTo>
                <a:lnTo>
                  <a:pt x="3394" y="21"/>
                </a:lnTo>
                <a:lnTo>
                  <a:pt x="3394" y="0"/>
                </a:lnTo>
                <a:moveTo>
                  <a:pt x="3475" y="0"/>
                </a:moveTo>
                <a:lnTo>
                  <a:pt x="3515" y="0"/>
                </a:lnTo>
                <a:lnTo>
                  <a:pt x="3515" y="21"/>
                </a:lnTo>
                <a:lnTo>
                  <a:pt x="3475" y="21"/>
                </a:lnTo>
                <a:lnTo>
                  <a:pt x="3475" y="0"/>
                </a:lnTo>
                <a:moveTo>
                  <a:pt x="3555" y="0"/>
                </a:moveTo>
                <a:lnTo>
                  <a:pt x="3596" y="0"/>
                </a:lnTo>
                <a:lnTo>
                  <a:pt x="3596" y="21"/>
                </a:lnTo>
                <a:lnTo>
                  <a:pt x="3555" y="21"/>
                </a:lnTo>
                <a:lnTo>
                  <a:pt x="3555" y="0"/>
                </a:lnTo>
                <a:moveTo>
                  <a:pt x="3636" y="0"/>
                </a:moveTo>
                <a:lnTo>
                  <a:pt x="3677" y="0"/>
                </a:lnTo>
                <a:lnTo>
                  <a:pt x="3677" y="21"/>
                </a:lnTo>
                <a:lnTo>
                  <a:pt x="3636" y="21"/>
                </a:lnTo>
                <a:lnTo>
                  <a:pt x="3636" y="0"/>
                </a:lnTo>
                <a:moveTo>
                  <a:pt x="3717" y="0"/>
                </a:moveTo>
                <a:lnTo>
                  <a:pt x="3757" y="0"/>
                </a:lnTo>
                <a:lnTo>
                  <a:pt x="3757" y="21"/>
                </a:lnTo>
                <a:lnTo>
                  <a:pt x="3717" y="21"/>
                </a:lnTo>
                <a:lnTo>
                  <a:pt x="3717" y="0"/>
                </a:lnTo>
                <a:moveTo>
                  <a:pt x="3798" y="0"/>
                </a:moveTo>
                <a:lnTo>
                  <a:pt x="3838" y="0"/>
                </a:lnTo>
                <a:lnTo>
                  <a:pt x="3838" y="21"/>
                </a:lnTo>
                <a:lnTo>
                  <a:pt x="3798" y="21"/>
                </a:lnTo>
                <a:lnTo>
                  <a:pt x="3798" y="0"/>
                </a:lnTo>
                <a:moveTo>
                  <a:pt x="3879" y="0"/>
                </a:moveTo>
                <a:lnTo>
                  <a:pt x="3919" y="0"/>
                </a:lnTo>
                <a:lnTo>
                  <a:pt x="3919" y="21"/>
                </a:lnTo>
                <a:lnTo>
                  <a:pt x="3879" y="21"/>
                </a:lnTo>
                <a:lnTo>
                  <a:pt x="3879" y="0"/>
                </a:lnTo>
                <a:moveTo>
                  <a:pt x="3960" y="0"/>
                </a:moveTo>
                <a:lnTo>
                  <a:pt x="4000" y="0"/>
                </a:lnTo>
                <a:lnTo>
                  <a:pt x="4000" y="21"/>
                </a:lnTo>
                <a:lnTo>
                  <a:pt x="3960" y="21"/>
                </a:lnTo>
                <a:lnTo>
                  <a:pt x="3960" y="0"/>
                </a:lnTo>
                <a:moveTo>
                  <a:pt x="4040" y="0"/>
                </a:moveTo>
                <a:lnTo>
                  <a:pt x="4081" y="0"/>
                </a:lnTo>
                <a:lnTo>
                  <a:pt x="4081" y="21"/>
                </a:lnTo>
                <a:lnTo>
                  <a:pt x="4040" y="21"/>
                </a:lnTo>
                <a:lnTo>
                  <a:pt x="4040" y="0"/>
                </a:lnTo>
                <a:moveTo>
                  <a:pt x="4121" y="0"/>
                </a:moveTo>
                <a:lnTo>
                  <a:pt x="4162" y="0"/>
                </a:lnTo>
                <a:lnTo>
                  <a:pt x="4162" y="21"/>
                </a:lnTo>
                <a:lnTo>
                  <a:pt x="4121" y="21"/>
                </a:lnTo>
                <a:lnTo>
                  <a:pt x="4121" y="0"/>
                </a:lnTo>
                <a:moveTo>
                  <a:pt x="4202" y="0"/>
                </a:moveTo>
                <a:lnTo>
                  <a:pt x="4242" y="0"/>
                </a:lnTo>
                <a:lnTo>
                  <a:pt x="4242" y="21"/>
                </a:lnTo>
                <a:lnTo>
                  <a:pt x="4202" y="21"/>
                </a:lnTo>
                <a:lnTo>
                  <a:pt x="4202" y="0"/>
                </a:lnTo>
                <a:moveTo>
                  <a:pt x="4283" y="0"/>
                </a:moveTo>
                <a:lnTo>
                  <a:pt x="4323" y="0"/>
                </a:lnTo>
                <a:lnTo>
                  <a:pt x="4323" y="21"/>
                </a:lnTo>
                <a:lnTo>
                  <a:pt x="4283" y="21"/>
                </a:lnTo>
                <a:lnTo>
                  <a:pt x="4283" y="0"/>
                </a:lnTo>
                <a:moveTo>
                  <a:pt x="4364" y="0"/>
                </a:moveTo>
                <a:lnTo>
                  <a:pt x="4404" y="0"/>
                </a:lnTo>
                <a:lnTo>
                  <a:pt x="4404" y="21"/>
                </a:lnTo>
                <a:lnTo>
                  <a:pt x="4364" y="21"/>
                </a:lnTo>
                <a:lnTo>
                  <a:pt x="4364" y="0"/>
                </a:lnTo>
                <a:moveTo>
                  <a:pt x="4444" y="0"/>
                </a:moveTo>
                <a:lnTo>
                  <a:pt x="4485" y="0"/>
                </a:lnTo>
                <a:lnTo>
                  <a:pt x="4485" y="21"/>
                </a:lnTo>
                <a:lnTo>
                  <a:pt x="4444" y="21"/>
                </a:lnTo>
                <a:lnTo>
                  <a:pt x="4444" y="0"/>
                </a:lnTo>
                <a:moveTo>
                  <a:pt x="4525" y="0"/>
                </a:moveTo>
                <a:lnTo>
                  <a:pt x="4566" y="0"/>
                </a:lnTo>
                <a:lnTo>
                  <a:pt x="4566" y="21"/>
                </a:lnTo>
                <a:lnTo>
                  <a:pt x="4525" y="21"/>
                </a:lnTo>
                <a:lnTo>
                  <a:pt x="4525" y="0"/>
                </a:lnTo>
                <a:moveTo>
                  <a:pt x="4606" y="0"/>
                </a:moveTo>
                <a:lnTo>
                  <a:pt x="4646" y="0"/>
                </a:lnTo>
                <a:lnTo>
                  <a:pt x="4646" y="21"/>
                </a:lnTo>
                <a:lnTo>
                  <a:pt x="4606" y="21"/>
                </a:lnTo>
                <a:lnTo>
                  <a:pt x="4606" y="0"/>
                </a:lnTo>
                <a:moveTo>
                  <a:pt x="4687" y="0"/>
                </a:moveTo>
                <a:lnTo>
                  <a:pt x="4727" y="0"/>
                </a:lnTo>
                <a:lnTo>
                  <a:pt x="4727" y="21"/>
                </a:lnTo>
                <a:lnTo>
                  <a:pt x="4687" y="21"/>
                </a:lnTo>
                <a:lnTo>
                  <a:pt x="4687" y="0"/>
                </a:lnTo>
                <a:moveTo>
                  <a:pt x="4768" y="0"/>
                </a:moveTo>
                <a:lnTo>
                  <a:pt x="4808" y="0"/>
                </a:lnTo>
                <a:lnTo>
                  <a:pt x="4808" y="21"/>
                </a:lnTo>
                <a:lnTo>
                  <a:pt x="4768" y="21"/>
                </a:lnTo>
                <a:lnTo>
                  <a:pt x="4768" y="0"/>
                </a:lnTo>
                <a:moveTo>
                  <a:pt x="4848" y="0"/>
                </a:moveTo>
                <a:lnTo>
                  <a:pt x="4889" y="0"/>
                </a:lnTo>
                <a:lnTo>
                  <a:pt x="4889" y="21"/>
                </a:lnTo>
                <a:lnTo>
                  <a:pt x="4848" y="21"/>
                </a:lnTo>
                <a:lnTo>
                  <a:pt x="4848" y="0"/>
                </a:lnTo>
                <a:moveTo>
                  <a:pt x="4929" y="0"/>
                </a:moveTo>
                <a:lnTo>
                  <a:pt x="4970" y="0"/>
                </a:lnTo>
                <a:lnTo>
                  <a:pt x="4970" y="21"/>
                </a:lnTo>
                <a:lnTo>
                  <a:pt x="4929" y="21"/>
                </a:lnTo>
                <a:lnTo>
                  <a:pt x="4929" y="0"/>
                </a:lnTo>
                <a:moveTo>
                  <a:pt x="5010" y="0"/>
                </a:moveTo>
                <a:lnTo>
                  <a:pt x="5051" y="0"/>
                </a:lnTo>
                <a:lnTo>
                  <a:pt x="5051" y="21"/>
                </a:lnTo>
                <a:lnTo>
                  <a:pt x="5010" y="21"/>
                </a:lnTo>
                <a:lnTo>
                  <a:pt x="5010" y="0"/>
                </a:lnTo>
                <a:moveTo>
                  <a:pt x="5091" y="0"/>
                </a:moveTo>
                <a:lnTo>
                  <a:pt x="5131" y="0"/>
                </a:lnTo>
                <a:lnTo>
                  <a:pt x="5131" y="21"/>
                </a:lnTo>
                <a:lnTo>
                  <a:pt x="5091" y="21"/>
                </a:lnTo>
                <a:lnTo>
                  <a:pt x="5091" y="0"/>
                </a:lnTo>
                <a:moveTo>
                  <a:pt x="5172" y="0"/>
                </a:moveTo>
                <a:lnTo>
                  <a:pt x="5212" y="0"/>
                </a:lnTo>
                <a:lnTo>
                  <a:pt x="5212" y="21"/>
                </a:lnTo>
                <a:lnTo>
                  <a:pt x="5172" y="21"/>
                </a:lnTo>
                <a:lnTo>
                  <a:pt x="5172" y="0"/>
                </a:lnTo>
                <a:moveTo>
                  <a:pt x="5253" y="0"/>
                </a:moveTo>
                <a:lnTo>
                  <a:pt x="5293" y="0"/>
                </a:lnTo>
                <a:lnTo>
                  <a:pt x="5293" y="21"/>
                </a:lnTo>
                <a:lnTo>
                  <a:pt x="5253" y="21"/>
                </a:lnTo>
                <a:lnTo>
                  <a:pt x="5253" y="0"/>
                </a:lnTo>
                <a:moveTo>
                  <a:pt x="5333" y="0"/>
                </a:moveTo>
                <a:lnTo>
                  <a:pt x="5374" y="0"/>
                </a:lnTo>
                <a:lnTo>
                  <a:pt x="5374" y="21"/>
                </a:lnTo>
                <a:lnTo>
                  <a:pt x="5333" y="21"/>
                </a:lnTo>
                <a:lnTo>
                  <a:pt x="5333" y="0"/>
                </a:lnTo>
                <a:moveTo>
                  <a:pt x="5414" y="0"/>
                </a:moveTo>
                <a:lnTo>
                  <a:pt x="5455" y="0"/>
                </a:lnTo>
                <a:lnTo>
                  <a:pt x="5455" y="21"/>
                </a:lnTo>
                <a:lnTo>
                  <a:pt x="5414" y="21"/>
                </a:lnTo>
                <a:lnTo>
                  <a:pt x="5414" y="0"/>
                </a:lnTo>
                <a:moveTo>
                  <a:pt x="5495" y="0"/>
                </a:moveTo>
                <a:lnTo>
                  <a:pt x="5535" y="0"/>
                </a:lnTo>
                <a:lnTo>
                  <a:pt x="5535" y="21"/>
                </a:lnTo>
                <a:lnTo>
                  <a:pt x="5495" y="21"/>
                </a:lnTo>
                <a:lnTo>
                  <a:pt x="5495" y="0"/>
                </a:lnTo>
                <a:moveTo>
                  <a:pt x="5576" y="0"/>
                </a:moveTo>
                <a:lnTo>
                  <a:pt x="5616" y="0"/>
                </a:lnTo>
                <a:lnTo>
                  <a:pt x="5616" y="21"/>
                </a:lnTo>
                <a:lnTo>
                  <a:pt x="5576" y="21"/>
                </a:lnTo>
                <a:lnTo>
                  <a:pt x="5576" y="0"/>
                </a:lnTo>
                <a:moveTo>
                  <a:pt x="5657" y="0"/>
                </a:moveTo>
                <a:lnTo>
                  <a:pt x="5697" y="0"/>
                </a:lnTo>
                <a:lnTo>
                  <a:pt x="5697" y="21"/>
                </a:lnTo>
                <a:lnTo>
                  <a:pt x="5657" y="21"/>
                </a:lnTo>
                <a:lnTo>
                  <a:pt x="5657" y="0"/>
                </a:lnTo>
                <a:moveTo>
                  <a:pt x="5737" y="0"/>
                </a:moveTo>
                <a:lnTo>
                  <a:pt x="5778" y="0"/>
                </a:lnTo>
                <a:lnTo>
                  <a:pt x="5778" y="21"/>
                </a:lnTo>
                <a:lnTo>
                  <a:pt x="5737" y="21"/>
                </a:lnTo>
                <a:lnTo>
                  <a:pt x="5737" y="0"/>
                </a:lnTo>
                <a:moveTo>
                  <a:pt x="5818" y="0"/>
                </a:moveTo>
                <a:lnTo>
                  <a:pt x="5859" y="0"/>
                </a:lnTo>
                <a:lnTo>
                  <a:pt x="5859" y="21"/>
                </a:lnTo>
                <a:lnTo>
                  <a:pt x="5818" y="21"/>
                </a:lnTo>
                <a:lnTo>
                  <a:pt x="5818" y="0"/>
                </a:lnTo>
                <a:moveTo>
                  <a:pt x="5899" y="0"/>
                </a:moveTo>
                <a:lnTo>
                  <a:pt x="5939" y="0"/>
                </a:lnTo>
                <a:lnTo>
                  <a:pt x="5939" y="21"/>
                </a:lnTo>
                <a:lnTo>
                  <a:pt x="5899" y="21"/>
                </a:lnTo>
                <a:lnTo>
                  <a:pt x="5899" y="0"/>
                </a:lnTo>
                <a:moveTo>
                  <a:pt x="5980" y="0"/>
                </a:moveTo>
                <a:lnTo>
                  <a:pt x="6020" y="0"/>
                </a:lnTo>
                <a:lnTo>
                  <a:pt x="6020" y="21"/>
                </a:lnTo>
                <a:lnTo>
                  <a:pt x="5980" y="21"/>
                </a:lnTo>
                <a:lnTo>
                  <a:pt x="5980" y="0"/>
                </a:lnTo>
                <a:moveTo>
                  <a:pt x="6061" y="0"/>
                </a:moveTo>
                <a:lnTo>
                  <a:pt x="6101" y="0"/>
                </a:lnTo>
                <a:lnTo>
                  <a:pt x="6101" y="21"/>
                </a:lnTo>
                <a:lnTo>
                  <a:pt x="6061" y="21"/>
                </a:lnTo>
                <a:lnTo>
                  <a:pt x="6061" y="0"/>
                </a:lnTo>
                <a:moveTo>
                  <a:pt x="6141" y="0"/>
                </a:moveTo>
                <a:lnTo>
                  <a:pt x="6182" y="0"/>
                </a:lnTo>
                <a:lnTo>
                  <a:pt x="6182" y="21"/>
                </a:lnTo>
                <a:lnTo>
                  <a:pt x="6141" y="21"/>
                </a:lnTo>
                <a:lnTo>
                  <a:pt x="6141" y="0"/>
                </a:lnTo>
                <a:moveTo>
                  <a:pt x="6222" y="0"/>
                </a:moveTo>
                <a:lnTo>
                  <a:pt x="6263" y="0"/>
                </a:lnTo>
                <a:lnTo>
                  <a:pt x="6263" y="21"/>
                </a:lnTo>
                <a:lnTo>
                  <a:pt x="6222" y="21"/>
                </a:lnTo>
                <a:lnTo>
                  <a:pt x="6222" y="0"/>
                </a:lnTo>
                <a:moveTo>
                  <a:pt x="6303" y="0"/>
                </a:moveTo>
                <a:lnTo>
                  <a:pt x="6344" y="0"/>
                </a:lnTo>
                <a:lnTo>
                  <a:pt x="6344" y="21"/>
                </a:lnTo>
                <a:lnTo>
                  <a:pt x="6303" y="21"/>
                </a:lnTo>
                <a:lnTo>
                  <a:pt x="6303" y="0"/>
                </a:lnTo>
                <a:moveTo>
                  <a:pt x="6384" y="0"/>
                </a:moveTo>
                <a:lnTo>
                  <a:pt x="6424" y="0"/>
                </a:lnTo>
                <a:lnTo>
                  <a:pt x="6424" y="21"/>
                </a:lnTo>
                <a:lnTo>
                  <a:pt x="6384" y="21"/>
                </a:lnTo>
                <a:lnTo>
                  <a:pt x="6384" y="0"/>
                </a:lnTo>
                <a:moveTo>
                  <a:pt x="6465" y="0"/>
                </a:moveTo>
                <a:lnTo>
                  <a:pt x="6505" y="0"/>
                </a:lnTo>
                <a:lnTo>
                  <a:pt x="6505" y="21"/>
                </a:lnTo>
                <a:lnTo>
                  <a:pt x="6465" y="21"/>
                </a:lnTo>
                <a:lnTo>
                  <a:pt x="6465" y="0"/>
                </a:lnTo>
                <a:moveTo>
                  <a:pt x="6546" y="0"/>
                </a:moveTo>
                <a:lnTo>
                  <a:pt x="6586" y="0"/>
                </a:lnTo>
                <a:lnTo>
                  <a:pt x="6586" y="21"/>
                </a:lnTo>
                <a:lnTo>
                  <a:pt x="6546" y="21"/>
                </a:lnTo>
                <a:lnTo>
                  <a:pt x="6546" y="0"/>
                </a:lnTo>
                <a:moveTo>
                  <a:pt x="6626" y="0"/>
                </a:moveTo>
                <a:lnTo>
                  <a:pt x="6667" y="0"/>
                </a:lnTo>
                <a:lnTo>
                  <a:pt x="6667" y="21"/>
                </a:lnTo>
                <a:lnTo>
                  <a:pt x="6626" y="21"/>
                </a:lnTo>
                <a:lnTo>
                  <a:pt x="6626" y="0"/>
                </a:lnTo>
                <a:moveTo>
                  <a:pt x="6707" y="0"/>
                </a:moveTo>
                <a:lnTo>
                  <a:pt x="6748" y="0"/>
                </a:lnTo>
                <a:lnTo>
                  <a:pt x="6748" y="21"/>
                </a:lnTo>
                <a:lnTo>
                  <a:pt x="6707" y="21"/>
                </a:lnTo>
                <a:lnTo>
                  <a:pt x="6707" y="0"/>
                </a:lnTo>
                <a:moveTo>
                  <a:pt x="6788" y="0"/>
                </a:moveTo>
                <a:lnTo>
                  <a:pt x="6828" y="0"/>
                </a:lnTo>
                <a:lnTo>
                  <a:pt x="6828" y="21"/>
                </a:lnTo>
                <a:lnTo>
                  <a:pt x="6788" y="21"/>
                </a:lnTo>
                <a:lnTo>
                  <a:pt x="6788" y="0"/>
                </a:lnTo>
                <a:moveTo>
                  <a:pt x="6869" y="0"/>
                </a:moveTo>
                <a:lnTo>
                  <a:pt x="6909" y="0"/>
                </a:lnTo>
                <a:lnTo>
                  <a:pt x="6909" y="21"/>
                </a:lnTo>
                <a:lnTo>
                  <a:pt x="6869" y="21"/>
                </a:lnTo>
                <a:lnTo>
                  <a:pt x="6869" y="0"/>
                </a:lnTo>
                <a:moveTo>
                  <a:pt x="6950" y="0"/>
                </a:moveTo>
                <a:lnTo>
                  <a:pt x="6990" y="0"/>
                </a:lnTo>
                <a:lnTo>
                  <a:pt x="6990" y="21"/>
                </a:lnTo>
                <a:lnTo>
                  <a:pt x="6950" y="21"/>
                </a:lnTo>
                <a:lnTo>
                  <a:pt x="6950" y="0"/>
                </a:lnTo>
                <a:moveTo>
                  <a:pt x="7030" y="0"/>
                </a:moveTo>
                <a:lnTo>
                  <a:pt x="7071" y="0"/>
                </a:lnTo>
                <a:lnTo>
                  <a:pt x="7071" y="21"/>
                </a:lnTo>
                <a:lnTo>
                  <a:pt x="7030" y="21"/>
                </a:lnTo>
                <a:lnTo>
                  <a:pt x="7030" y="0"/>
                </a:lnTo>
                <a:moveTo>
                  <a:pt x="7111" y="0"/>
                </a:moveTo>
                <a:lnTo>
                  <a:pt x="7152" y="0"/>
                </a:lnTo>
                <a:lnTo>
                  <a:pt x="7152" y="21"/>
                </a:lnTo>
                <a:lnTo>
                  <a:pt x="7111" y="21"/>
                </a:lnTo>
                <a:lnTo>
                  <a:pt x="7111" y="0"/>
                </a:lnTo>
                <a:moveTo>
                  <a:pt x="7192" y="0"/>
                </a:moveTo>
                <a:lnTo>
                  <a:pt x="7232" y="0"/>
                </a:lnTo>
                <a:lnTo>
                  <a:pt x="7232" y="21"/>
                </a:lnTo>
                <a:lnTo>
                  <a:pt x="7192" y="21"/>
                </a:lnTo>
                <a:lnTo>
                  <a:pt x="7192" y="0"/>
                </a:lnTo>
                <a:moveTo>
                  <a:pt x="7273" y="0"/>
                </a:moveTo>
                <a:lnTo>
                  <a:pt x="7313" y="0"/>
                </a:lnTo>
                <a:lnTo>
                  <a:pt x="7313" y="21"/>
                </a:lnTo>
                <a:lnTo>
                  <a:pt x="7273" y="21"/>
                </a:lnTo>
                <a:lnTo>
                  <a:pt x="7273" y="0"/>
                </a:lnTo>
                <a:moveTo>
                  <a:pt x="7354" y="0"/>
                </a:moveTo>
                <a:lnTo>
                  <a:pt x="7394" y="0"/>
                </a:lnTo>
                <a:lnTo>
                  <a:pt x="7394" y="21"/>
                </a:lnTo>
                <a:lnTo>
                  <a:pt x="7354" y="21"/>
                </a:lnTo>
                <a:lnTo>
                  <a:pt x="7354" y="0"/>
                </a:lnTo>
                <a:moveTo>
                  <a:pt x="7436" y="0"/>
                </a:moveTo>
                <a:lnTo>
                  <a:pt x="7476" y="0"/>
                </a:lnTo>
                <a:lnTo>
                  <a:pt x="7476" y="21"/>
                </a:lnTo>
                <a:lnTo>
                  <a:pt x="7436" y="21"/>
                </a:lnTo>
                <a:lnTo>
                  <a:pt x="7436" y="0"/>
                </a:lnTo>
                <a:moveTo>
                  <a:pt x="7516" y="0"/>
                </a:moveTo>
                <a:lnTo>
                  <a:pt x="7557" y="0"/>
                </a:lnTo>
                <a:lnTo>
                  <a:pt x="7557" y="21"/>
                </a:lnTo>
                <a:lnTo>
                  <a:pt x="7516" y="21"/>
                </a:lnTo>
                <a:lnTo>
                  <a:pt x="7516" y="0"/>
                </a:lnTo>
                <a:moveTo>
                  <a:pt x="7597" y="0"/>
                </a:moveTo>
                <a:lnTo>
                  <a:pt x="7638" y="0"/>
                </a:lnTo>
                <a:lnTo>
                  <a:pt x="7638" y="21"/>
                </a:lnTo>
                <a:lnTo>
                  <a:pt x="7597" y="21"/>
                </a:lnTo>
                <a:lnTo>
                  <a:pt x="7597" y="0"/>
                </a:lnTo>
                <a:moveTo>
                  <a:pt x="7678" y="0"/>
                </a:moveTo>
                <a:lnTo>
                  <a:pt x="7718" y="0"/>
                </a:lnTo>
                <a:lnTo>
                  <a:pt x="7718" y="21"/>
                </a:lnTo>
                <a:lnTo>
                  <a:pt x="7678" y="21"/>
                </a:lnTo>
                <a:lnTo>
                  <a:pt x="7678" y="0"/>
                </a:lnTo>
                <a:moveTo>
                  <a:pt x="7759" y="0"/>
                </a:moveTo>
                <a:lnTo>
                  <a:pt x="7799" y="0"/>
                </a:lnTo>
                <a:lnTo>
                  <a:pt x="7799" y="21"/>
                </a:lnTo>
                <a:lnTo>
                  <a:pt x="7759" y="21"/>
                </a:lnTo>
                <a:lnTo>
                  <a:pt x="7759" y="0"/>
                </a:lnTo>
                <a:moveTo>
                  <a:pt x="7840" y="0"/>
                </a:moveTo>
                <a:lnTo>
                  <a:pt x="7880" y="0"/>
                </a:lnTo>
                <a:lnTo>
                  <a:pt x="7880" y="21"/>
                </a:lnTo>
                <a:lnTo>
                  <a:pt x="7840" y="21"/>
                </a:lnTo>
                <a:lnTo>
                  <a:pt x="7840" y="0"/>
                </a:lnTo>
                <a:moveTo>
                  <a:pt x="7920" y="0"/>
                </a:moveTo>
                <a:lnTo>
                  <a:pt x="7961" y="0"/>
                </a:lnTo>
                <a:lnTo>
                  <a:pt x="7961" y="21"/>
                </a:lnTo>
                <a:lnTo>
                  <a:pt x="7920" y="21"/>
                </a:lnTo>
                <a:lnTo>
                  <a:pt x="7920" y="0"/>
                </a:lnTo>
                <a:moveTo>
                  <a:pt x="8001" y="0"/>
                </a:moveTo>
                <a:lnTo>
                  <a:pt x="8042" y="0"/>
                </a:lnTo>
                <a:lnTo>
                  <a:pt x="8042" y="21"/>
                </a:lnTo>
                <a:lnTo>
                  <a:pt x="8001" y="21"/>
                </a:lnTo>
                <a:lnTo>
                  <a:pt x="8001" y="0"/>
                </a:lnTo>
                <a:moveTo>
                  <a:pt x="8082" y="0"/>
                </a:moveTo>
                <a:lnTo>
                  <a:pt x="8122" y="0"/>
                </a:lnTo>
                <a:lnTo>
                  <a:pt x="8122" y="21"/>
                </a:lnTo>
                <a:lnTo>
                  <a:pt x="8082" y="21"/>
                </a:lnTo>
                <a:lnTo>
                  <a:pt x="8082" y="0"/>
                </a:lnTo>
                <a:moveTo>
                  <a:pt x="8163" y="0"/>
                </a:moveTo>
                <a:lnTo>
                  <a:pt x="8203" y="0"/>
                </a:lnTo>
                <a:lnTo>
                  <a:pt x="8203" y="21"/>
                </a:lnTo>
                <a:lnTo>
                  <a:pt x="8163" y="21"/>
                </a:lnTo>
                <a:lnTo>
                  <a:pt x="8163" y="0"/>
                </a:lnTo>
                <a:moveTo>
                  <a:pt x="8244" y="0"/>
                </a:moveTo>
                <a:lnTo>
                  <a:pt x="8284" y="0"/>
                </a:lnTo>
                <a:lnTo>
                  <a:pt x="8284" y="21"/>
                </a:lnTo>
                <a:lnTo>
                  <a:pt x="8244" y="21"/>
                </a:lnTo>
                <a:lnTo>
                  <a:pt x="8244" y="0"/>
                </a:lnTo>
                <a:moveTo>
                  <a:pt x="8324" y="0"/>
                </a:moveTo>
                <a:lnTo>
                  <a:pt x="8365" y="0"/>
                </a:lnTo>
                <a:lnTo>
                  <a:pt x="8365" y="21"/>
                </a:lnTo>
                <a:lnTo>
                  <a:pt x="8324" y="21"/>
                </a:lnTo>
                <a:lnTo>
                  <a:pt x="8324" y="0"/>
                </a:lnTo>
                <a:moveTo>
                  <a:pt x="8405" y="0"/>
                </a:moveTo>
                <a:lnTo>
                  <a:pt x="8446" y="0"/>
                </a:lnTo>
                <a:lnTo>
                  <a:pt x="8446" y="21"/>
                </a:lnTo>
                <a:lnTo>
                  <a:pt x="8405" y="21"/>
                </a:lnTo>
                <a:lnTo>
                  <a:pt x="8405" y="0"/>
                </a:lnTo>
                <a:moveTo>
                  <a:pt x="8486" y="0"/>
                </a:moveTo>
                <a:lnTo>
                  <a:pt x="8527" y="0"/>
                </a:lnTo>
                <a:lnTo>
                  <a:pt x="8527" y="21"/>
                </a:lnTo>
                <a:lnTo>
                  <a:pt x="8486" y="21"/>
                </a:lnTo>
                <a:lnTo>
                  <a:pt x="8486" y="0"/>
                </a:lnTo>
                <a:moveTo>
                  <a:pt x="8567" y="0"/>
                </a:moveTo>
                <a:lnTo>
                  <a:pt x="8607" y="0"/>
                </a:lnTo>
                <a:lnTo>
                  <a:pt x="8607" y="21"/>
                </a:lnTo>
                <a:lnTo>
                  <a:pt x="8567" y="21"/>
                </a:lnTo>
                <a:lnTo>
                  <a:pt x="8567" y="0"/>
                </a:lnTo>
                <a:moveTo>
                  <a:pt x="8648" y="0"/>
                </a:moveTo>
                <a:lnTo>
                  <a:pt x="8688" y="0"/>
                </a:lnTo>
                <a:lnTo>
                  <a:pt x="8688" y="21"/>
                </a:lnTo>
                <a:lnTo>
                  <a:pt x="8648" y="21"/>
                </a:lnTo>
                <a:lnTo>
                  <a:pt x="8648" y="0"/>
                </a:lnTo>
                <a:moveTo>
                  <a:pt x="8729" y="0"/>
                </a:moveTo>
                <a:lnTo>
                  <a:pt x="8769" y="0"/>
                </a:lnTo>
                <a:lnTo>
                  <a:pt x="8769" y="21"/>
                </a:lnTo>
                <a:lnTo>
                  <a:pt x="8729" y="21"/>
                </a:lnTo>
                <a:lnTo>
                  <a:pt x="8729" y="0"/>
                </a:lnTo>
                <a:moveTo>
                  <a:pt x="8809" y="0"/>
                </a:moveTo>
                <a:lnTo>
                  <a:pt x="8850" y="0"/>
                </a:lnTo>
                <a:lnTo>
                  <a:pt x="8850" y="21"/>
                </a:lnTo>
                <a:lnTo>
                  <a:pt x="8809" y="21"/>
                </a:lnTo>
                <a:lnTo>
                  <a:pt x="8809" y="0"/>
                </a:lnTo>
                <a:moveTo>
                  <a:pt x="8890" y="0"/>
                </a:moveTo>
                <a:lnTo>
                  <a:pt x="8931" y="0"/>
                </a:lnTo>
                <a:lnTo>
                  <a:pt x="8931" y="21"/>
                </a:lnTo>
                <a:lnTo>
                  <a:pt x="8890" y="21"/>
                </a:lnTo>
                <a:lnTo>
                  <a:pt x="8890" y="0"/>
                </a:lnTo>
                <a:moveTo>
                  <a:pt x="8971" y="0"/>
                </a:moveTo>
                <a:lnTo>
                  <a:pt x="9011" y="0"/>
                </a:lnTo>
                <a:lnTo>
                  <a:pt x="9011" y="21"/>
                </a:lnTo>
                <a:lnTo>
                  <a:pt x="8971" y="21"/>
                </a:lnTo>
                <a:lnTo>
                  <a:pt x="8971" y="0"/>
                </a:lnTo>
                <a:moveTo>
                  <a:pt x="9052" y="0"/>
                </a:moveTo>
                <a:lnTo>
                  <a:pt x="9092" y="0"/>
                </a:lnTo>
                <a:lnTo>
                  <a:pt x="9092" y="21"/>
                </a:lnTo>
                <a:lnTo>
                  <a:pt x="9052" y="21"/>
                </a:lnTo>
                <a:lnTo>
                  <a:pt x="9052" y="0"/>
                </a:lnTo>
                <a:moveTo>
                  <a:pt x="9133" y="0"/>
                </a:moveTo>
                <a:lnTo>
                  <a:pt x="9173" y="0"/>
                </a:lnTo>
                <a:lnTo>
                  <a:pt x="9173" y="21"/>
                </a:lnTo>
                <a:lnTo>
                  <a:pt x="9133" y="21"/>
                </a:lnTo>
                <a:lnTo>
                  <a:pt x="9133" y="0"/>
                </a:lnTo>
                <a:moveTo>
                  <a:pt x="9213" y="0"/>
                </a:moveTo>
                <a:lnTo>
                  <a:pt x="9254" y="0"/>
                </a:lnTo>
                <a:lnTo>
                  <a:pt x="9254" y="21"/>
                </a:lnTo>
                <a:lnTo>
                  <a:pt x="9213" y="21"/>
                </a:lnTo>
                <a:lnTo>
                  <a:pt x="9213" y="0"/>
                </a:lnTo>
                <a:moveTo>
                  <a:pt x="9294" y="0"/>
                </a:moveTo>
                <a:lnTo>
                  <a:pt x="9335" y="0"/>
                </a:lnTo>
                <a:lnTo>
                  <a:pt x="9335" y="21"/>
                </a:lnTo>
                <a:lnTo>
                  <a:pt x="9294" y="21"/>
                </a:lnTo>
                <a:lnTo>
                  <a:pt x="9294" y="0"/>
                </a:lnTo>
                <a:moveTo>
                  <a:pt x="9375" y="0"/>
                </a:moveTo>
                <a:lnTo>
                  <a:pt x="9415" y="0"/>
                </a:lnTo>
                <a:lnTo>
                  <a:pt x="9415" y="21"/>
                </a:lnTo>
                <a:lnTo>
                  <a:pt x="9375" y="21"/>
                </a:lnTo>
                <a:lnTo>
                  <a:pt x="9375" y="0"/>
                </a:lnTo>
                <a:moveTo>
                  <a:pt x="9456" y="0"/>
                </a:moveTo>
                <a:lnTo>
                  <a:pt x="9496" y="0"/>
                </a:lnTo>
                <a:lnTo>
                  <a:pt x="9496" y="21"/>
                </a:lnTo>
                <a:lnTo>
                  <a:pt x="9456" y="21"/>
                </a:lnTo>
                <a:lnTo>
                  <a:pt x="9456" y="0"/>
                </a:lnTo>
                <a:moveTo>
                  <a:pt x="9537" y="0"/>
                </a:moveTo>
                <a:lnTo>
                  <a:pt x="9577" y="0"/>
                </a:lnTo>
                <a:lnTo>
                  <a:pt x="9577" y="21"/>
                </a:lnTo>
                <a:lnTo>
                  <a:pt x="9537" y="21"/>
                </a:lnTo>
                <a:lnTo>
                  <a:pt x="9537" y="0"/>
                </a:lnTo>
                <a:moveTo>
                  <a:pt x="9618" y="0"/>
                </a:moveTo>
                <a:lnTo>
                  <a:pt x="9658" y="0"/>
                </a:lnTo>
                <a:lnTo>
                  <a:pt x="9658" y="21"/>
                </a:lnTo>
                <a:lnTo>
                  <a:pt x="9618" y="21"/>
                </a:lnTo>
                <a:lnTo>
                  <a:pt x="9618" y="0"/>
                </a:lnTo>
                <a:moveTo>
                  <a:pt x="9698" y="0"/>
                </a:moveTo>
                <a:lnTo>
                  <a:pt x="9739" y="0"/>
                </a:lnTo>
                <a:lnTo>
                  <a:pt x="9739" y="21"/>
                </a:lnTo>
                <a:lnTo>
                  <a:pt x="9698" y="21"/>
                </a:lnTo>
                <a:lnTo>
                  <a:pt x="9698" y="0"/>
                </a:lnTo>
                <a:moveTo>
                  <a:pt x="9779" y="0"/>
                </a:moveTo>
                <a:lnTo>
                  <a:pt x="9820" y="0"/>
                </a:lnTo>
                <a:lnTo>
                  <a:pt x="9820" y="21"/>
                </a:lnTo>
                <a:lnTo>
                  <a:pt x="9779" y="21"/>
                </a:lnTo>
                <a:lnTo>
                  <a:pt x="9779" y="0"/>
                </a:lnTo>
                <a:moveTo>
                  <a:pt x="9860" y="0"/>
                </a:moveTo>
                <a:lnTo>
                  <a:pt x="9900" y="0"/>
                </a:lnTo>
                <a:lnTo>
                  <a:pt x="9900" y="21"/>
                </a:lnTo>
                <a:lnTo>
                  <a:pt x="9860" y="21"/>
                </a:lnTo>
                <a:lnTo>
                  <a:pt x="9860" y="0"/>
                </a:lnTo>
                <a:moveTo>
                  <a:pt x="9941" y="0"/>
                </a:moveTo>
                <a:lnTo>
                  <a:pt x="9981" y="0"/>
                </a:lnTo>
                <a:lnTo>
                  <a:pt x="9981" y="21"/>
                </a:lnTo>
                <a:lnTo>
                  <a:pt x="9941" y="21"/>
                </a:lnTo>
                <a:lnTo>
                  <a:pt x="9941" y="0"/>
                </a:lnTo>
                <a:moveTo>
                  <a:pt x="10022" y="0"/>
                </a:moveTo>
                <a:lnTo>
                  <a:pt x="10062" y="0"/>
                </a:lnTo>
                <a:lnTo>
                  <a:pt x="10062" y="21"/>
                </a:lnTo>
                <a:lnTo>
                  <a:pt x="10022" y="21"/>
                </a:lnTo>
                <a:lnTo>
                  <a:pt x="10022" y="0"/>
                </a:lnTo>
                <a:moveTo>
                  <a:pt x="10102" y="0"/>
                </a:moveTo>
                <a:lnTo>
                  <a:pt x="10143" y="0"/>
                </a:lnTo>
                <a:lnTo>
                  <a:pt x="10143" y="21"/>
                </a:lnTo>
                <a:lnTo>
                  <a:pt x="10102" y="21"/>
                </a:lnTo>
                <a:lnTo>
                  <a:pt x="10102" y="0"/>
                </a:lnTo>
                <a:moveTo>
                  <a:pt x="10183" y="0"/>
                </a:moveTo>
                <a:lnTo>
                  <a:pt x="10224" y="0"/>
                </a:lnTo>
                <a:lnTo>
                  <a:pt x="10224" y="21"/>
                </a:lnTo>
                <a:lnTo>
                  <a:pt x="10183" y="21"/>
                </a:lnTo>
                <a:lnTo>
                  <a:pt x="10183" y="0"/>
                </a:lnTo>
                <a:moveTo>
                  <a:pt x="10264" y="0"/>
                </a:moveTo>
                <a:lnTo>
                  <a:pt x="10304" y="0"/>
                </a:lnTo>
                <a:lnTo>
                  <a:pt x="10304" y="21"/>
                </a:lnTo>
                <a:lnTo>
                  <a:pt x="10264" y="21"/>
                </a:lnTo>
                <a:lnTo>
                  <a:pt x="10264" y="0"/>
                </a:lnTo>
                <a:moveTo>
                  <a:pt x="10345" y="0"/>
                </a:moveTo>
                <a:lnTo>
                  <a:pt x="10385" y="0"/>
                </a:lnTo>
                <a:lnTo>
                  <a:pt x="10385" y="21"/>
                </a:lnTo>
                <a:lnTo>
                  <a:pt x="10345" y="21"/>
                </a:lnTo>
                <a:lnTo>
                  <a:pt x="10345" y="0"/>
                </a:lnTo>
                <a:moveTo>
                  <a:pt x="10426" y="0"/>
                </a:moveTo>
                <a:lnTo>
                  <a:pt x="10466" y="0"/>
                </a:lnTo>
                <a:lnTo>
                  <a:pt x="10466" y="21"/>
                </a:lnTo>
                <a:lnTo>
                  <a:pt x="10426" y="21"/>
                </a:lnTo>
                <a:lnTo>
                  <a:pt x="10426" y="0"/>
                </a:lnTo>
                <a:moveTo>
                  <a:pt x="10506" y="0"/>
                </a:moveTo>
                <a:lnTo>
                  <a:pt x="10547" y="0"/>
                </a:lnTo>
                <a:lnTo>
                  <a:pt x="10547" y="21"/>
                </a:lnTo>
                <a:lnTo>
                  <a:pt x="10506" y="21"/>
                </a:lnTo>
                <a:lnTo>
                  <a:pt x="10506" y="0"/>
                </a:lnTo>
                <a:moveTo>
                  <a:pt x="10587" y="0"/>
                </a:moveTo>
                <a:lnTo>
                  <a:pt x="10628" y="0"/>
                </a:lnTo>
                <a:lnTo>
                  <a:pt x="10628" y="21"/>
                </a:lnTo>
                <a:lnTo>
                  <a:pt x="10587" y="21"/>
                </a:lnTo>
                <a:lnTo>
                  <a:pt x="10587" y="0"/>
                </a:lnTo>
                <a:moveTo>
                  <a:pt x="10668" y="0"/>
                </a:moveTo>
                <a:lnTo>
                  <a:pt x="10708" y="0"/>
                </a:lnTo>
                <a:lnTo>
                  <a:pt x="10708" y="21"/>
                </a:lnTo>
                <a:lnTo>
                  <a:pt x="10668" y="21"/>
                </a:lnTo>
                <a:lnTo>
                  <a:pt x="10668" y="0"/>
                </a:lnTo>
                <a:moveTo>
                  <a:pt x="10749" y="0"/>
                </a:moveTo>
                <a:lnTo>
                  <a:pt x="10789" y="0"/>
                </a:lnTo>
                <a:lnTo>
                  <a:pt x="10789" y="21"/>
                </a:lnTo>
                <a:lnTo>
                  <a:pt x="10749" y="21"/>
                </a:lnTo>
                <a:lnTo>
                  <a:pt x="10749" y="0"/>
                </a:lnTo>
                <a:moveTo>
                  <a:pt x="10830" y="0"/>
                </a:moveTo>
                <a:lnTo>
                  <a:pt x="10870" y="0"/>
                </a:lnTo>
                <a:lnTo>
                  <a:pt x="10870" y="21"/>
                </a:lnTo>
                <a:lnTo>
                  <a:pt x="10830" y="21"/>
                </a:lnTo>
                <a:lnTo>
                  <a:pt x="10830" y="0"/>
                </a:lnTo>
                <a:moveTo>
                  <a:pt x="10911" y="0"/>
                </a:moveTo>
                <a:lnTo>
                  <a:pt x="10951" y="0"/>
                </a:lnTo>
                <a:lnTo>
                  <a:pt x="10951" y="21"/>
                </a:lnTo>
                <a:lnTo>
                  <a:pt x="10911" y="21"/>
                </a:lnTo>
                <a:lnTo>
                  <a:pt x="10911" y="0"/>
                </a:lnTo>
                <a:moveTo>
                  <a:pt x="10991" y="0"/>
                </a:moveTo>
                <a:lnTo>
                  <a:pt x="11032" y="0"/>
                </a:lnTo>
                <a:lnTo>
                  <a:pt x="11032" y="21"/>
                </a:lnTo>
                <a:lnTo>
                  <a:pt x="10991" y="21"/>
                </a:lnTo>
                <a:lnTo>
                  <a:pt x="10991" y="0"/>
                </a:lnTo>
                <a:moveTo>
                  <a:pt x="11072" y="0"/>
                </a:moveTo>
                <a:lnTo>
                  <a:pt x="11113" y="0"/>
                </a:lnTo>
                <a:lnTo>
                  <a:pt x="11113" y="21"/>
                </a:lnTo>
                <a:lnTo>
                  <a:pt x="11072" y="21"/>
                </a:lnTo>
                <a:lnTo>
                  <a:pt x="11072" y="0"/>
                </a:lnTo>
                <a:moveTo>
                  <a:pt x="11153" y="0"/>
                </a:moveTo>
                <a:lnTo>
                  <a:pt x="11193" y="0"/>
                </a:lnTo>
                <a:lnTo>
                  <a:pt x="11193" y="21"/>
                </a:lnTo>
                <a:lnTo>
                  <a:pt x="11153" y="21"/>
                </a:lnTo>
                <a:lnTo>
                  <a:pt x="11153" y="0"/>
                </a:lnTo>
                <a:moveTo>
                  <a:pt x="11234" y="0"/>
                </a:moveTo>
                <a:lnTo>
                  <a:pt x="11274" y="0"/>
                </a:lnTo>
                <a:lnTo>
                  <a:pt x="11274" y="21"/>
                </a:lnTo>
                <a:lnTo>
                  <a:pt x="11234" y="21"/>
                </a:lnTo>
                <a:lnTo>
                  <a:pt x="11234" y="0"/>
                </a:lnTo>
                <a:moveTo>
                  <a:pt x="11315" y="0"/>
                </a:moveTo>
                <a:lnTo>
                  <a:pt x="11355" y="0"/>
                </a:lnTo>
                <a:lnTo>
                  <a:pt x="11355" y="21"/>
                </a:lnTo>
                <a:lnTo>
                  <a:pt x="11315" y="21"/>
                </a:lnTo>
                <a:lnTo>
                  <a:pt x="11315" y="0"/>
                </a:lnTo>
                <a:moveTo>
                  <a:pt x="11395" y="0"/>
                </a:moveTo>
                <a:lnTo>
                  <a:pt x="11436" y="0"/>
                </a:lnTo>
                <a:lnTo>
                  <a:pt x="11436" y="21"/>
                </a:lnTo>
                <a:lnTo>
                  <a:pt x="11395" y="21"/>
                </a:lnTo>
                <a:lnTo>
                  <a:pt x="11395" y="0"/>
                </a:lnTo>
                <a:moveTo>
                  <a:pt x="11476" y="0"/>
                </a:moveTo>
                <a:lnTo>
                  <a:pt x="11517" y="0"/>
                </a:lnTo>
                <a:lnTo>
                  <a:pt x="11517" y="21"/>
                </a:lnTo>
                <a:lnTo>
                  <a:pt x="11476" y="21"/>
                </a:lnTo>
                <a:lnTo>
                  <a:pt x="11476" y="0"/>
                </a:lnTo>
                <a:moveTo>
                  <a:pt x="11557" y="0"/>
                </a:moveTo>
                <a:lnTo>
                  <a:pt x="11597" y="0"/>
                </a:lnTo>
                <a:lnTo>
                  <a:pt x="11597" y="21"/>
                </a:lnTo>
                <a:lnTo>
                  <a:pt x="11557" y="21"/>
                </a:lnTo>
                <a:lnTo>
                  <a:pt x="11557" y="0"/>
                </a:lnTo>
                <a:moveTo>
                  <a:pt x="11638" y="0"/>
                </a:moveTo>
                <a:lnTo>
                  <a:pt x="11678" y="0"/>
                </a:lnTo>
                <a:lnTo>
                  <a:pt x="11678" y="21"/>
                </a:lnTo>
                <a:lnTo>
                  <a:pt x="11638" y="21"/>
                </a:lnTo>
                <a:lnTo>
                  <a:pt x="11638" y="0"/>
                </a:lnTo>
                <a:moveTo>
                  <a:pt x="11719" y="0"/>
                </a:moveTo>
                <a:lnTo>
                  <a:pt x="11759" y="0"/>
                </a:lnTo>
                <a:lnTo>
                  <a:pt x="11759" y="21"/>
                </a:lnTo>
                <a:lnTo>
                  <a:pt x="11719" y="21"/>
                </a:lnTo>
                <a:lnTo>
                  <a:pt x="11719" y="0"/>
                </a:lnTo>
                <a:moveTo>
                  <a:pt x="11799" y="0"/>
                </a:moveTo>
                <a:lnTo>
                  <a:pt x="11840" y="0"/>
                </a:lnTo>
                <a:lnTo>
                  <a:pt x="11840" y="21"/>
                </a:lnTo>
                <a:lnTo>
                  <a:pt x="11799" y="21"/>
                </a:lnTo>
                <a:lnTo>
                  <a:pt x="11799" y="0"/>
                </a:lnTo>
                <a:moveTo>
                  <a:pt x="11880" y="0"/>
                </a:moveTo>
                <a:lnTo>
                  <a:pt x="11921" y="0"/>
                </a:lnTo>
                <a:lnTo>
                  <a:pt x="11921" y="21"/>
                </a:lnTo>
                <a:lnTo>
                  <a:pt x="11880" y="21"/>
                </a:lnTo>
                <a:lnTo>
                  <a:pt x="11880" y="0"/>
                </a:lnTo>
                <a:moveTo>
                  <a:pt x="11961" y="0"/>
                </a:moveTo>
                <a:lnTo>
                  <a:pt x="12002" y="0"/>
                </a:lnTo>
                <a:lnTo>
                  <a:pt x="12002" y="21"/>
                </a:lnTo>
                <a:lnTo>
                  <a:pt x="11961" y="21"/>
                </a:lnTo>
                <a:lnTo>
                  <a:pt x="11961" y="0"/>
                </a:lnTo>
                <a:moveTo>
                  <a:pt x="12042" y="0"/>
                </a:moveTo>
                <a:lnTo>
                  <a:pt x="12082" y="0"/>
                </a:lnTo>
                <a:lnTo>
                  <a:pt x="12082" y="21"/>
                </a:lnTo>
                <a:lnTo>
                  <a:pt x="12042" y="21"/>
                </a:lnTo>
                <a:lnTo>
                  <a:pt x="12042" y="0"/>
                </a:lnTo>
                <a:moveTo>
                  <a:pt x="12123" y="0"/>
                </a:moveTo>
                <a:lnTo>
                  <a:pt x="12163" y="0"/>
                </a:lnTo>
                <a:lnTo>
                  <a:pt x="12163" y="21"/>
                </a:lnTo>
                <a:lnTo>
                  <a:pt x="12123" y="21"/>
                </a:lnTo>
                <a:lnTo>
                  <a:pt x="12123" y="0"/>
                </a:lnTo>
                <a:moveTo>
                  <a:pt x="12204" y="0"/>
                </a:moveTo>
                <a:lnTo>
                  <a:pt x="12244" y="0"/>
                </a:lnTo>
                <a:lnTo>
                  <a:pt x="12244" y="21"/>
                </a:lnTo>
                <a:lnTo>
                  <a:pt x="12204" y="21"/>
                </a:lnTo>
                <a:lnTo>
                  <a:pt x="12204" y="0"/>
                </a:lnTo>
                <a:moveTo>
                  <a:pt x="12284" y="0"/>
                </a:moveTo>
                <a:lnTo>
                  <a:pt x="12325" y="0"/>
                </a:lnTo>
                <a:lnTo>
                  <a:pt x="12325" y="21"/>
                </a:lnTo>
                <a:lnTo>
                  <a:pt x="12284" y="21"/>
                </a:lnTo>
                <a:lnTo>
                  <a:pt x="12284" y="0"/>
                </a:lnTo>
                <a:moveTo>
                  <a:pt x="12365" y="0"/>
                </a:moveTo>
                <a:lnTo>
                  <a:pt x="12406" y="0"/>
                </a:lnTo>
                <a:lnTo>
                  <a:pt x="12406" y="21"/>
                </a:lnTo>
                <a:lnTo>
                  <a:pt x="12365" y="21"/>
                </a:lnTo>
                <a:lnTo>
                  <a:pt x="12365" y="0"/>
                </a:lnTo>
                <a:moveTo>
                  <a:pt x="12446" y="0"/>
                </a:moveTo>
                <a:lnTo>
                  <a:pt x="12486" y="0"/>
                </a:lnTo>
                <a:lnTo>
                  <a:pt x="12486" y="21"/>
                </a:lnTo>
                <a:lnTo>
                  <a:pt x="12446" y="21"/>
                </a:lnTo>
                <a:lnTo>
                  <a:pt x="12446" y="0"/>
                </a:lnTo>
                <a:moveTo>
                  <a:pt x="12527" y="0"/>
                </a:moveTo>
                <a:lnTo>
                  <a:pt x="12567" y="0"/>
                </a:lnTo>
                <a:lnTo>
                  <a:pt x="12567" y="21"/>
                </a:lnTo>
                <a:lnTo>
                  <a:pt x="12527" y="21"/>
                </a:lnTo>
                <a:lnTo>
                  <a:pt x="12527" y="0"/>
                </a:lnTo>
                <a:moveTo>
                  <a:pt x="12608" y="0"/>
                </a:moveTo>
                <a:lnTo>
                  <a:pt x="12648" y="0"/>
                </a:lnTo>
                <a:lnTo>
                  <a:pt x="12648" y="21"/>
                </a:lnTo>
                <a:lnTo>
                  <a:pt x="12608" y="21"/>
                </a:lnTo>
                <a:lnTo>
                  <a:pt x="12608" y="0"/>
                </a:lnTo>
                <a:moveTo>
                  <a:pt x="12688" y="0"/>
                </a:moveTo>
                <a:lnTo>
                  <a:pt x="12729" y="0"/>
                </a:lnTo>
                <a:lnTo>
                  <a:pt x="12729" y="21"/>
                </a:lnTo>
                <a:lnTo>
                  <a:pt x="12688" y="21"/>
                </a:lnTo>
                <a:lnTo>
                  <a:pt x="12688" y="0"/>
                </a:lnTo>
                <a:moveTo>
                  <a:pt x="12769" y="0"/>
                </a:moveTo>
                <a:lnTo>
                  <a:pt x="12810" y="0"/>
                </a:lnTo>
                <a:lnTo>
                  <a:pt x="12810" y="21"/>
                </a:lnTo>
                <a:lnTo>
                  <a:pt x="12769" y="21"/>
                </a:lnTo>
                <a:lnTo>
                  <a:pt x="12769" y="0"/>
                </a:lnTo>
                <a:moveTo>
                  <a:pt x="12850" y="0"/>
                </a:moveTo>
                <a:lnTo>
                  <a:pt x="12890" y="0"/>
                </a:lnTo>
                <a:lnTo>
                  <a:pt x="12890" y="21"/>
                </a:lnTo>
                <a:lnTo>
                  <a:pt x="12850" y="21"/>
                </a:lnTo>
                <a:lnTo>
                  <a:pt x="12850" y="0"/>
                </a:lnTo>
                <a:moveTo>
                  <a:pt x="12931" y="0"/>
                </a:moveTo>
                <a:lnTo>
                  <a:pt x="12971" y="0"/>
                </a:lnTo>
                <a:lnTo>
                  <a:pt x="12971" y="21"/>
                </a:lnTo>
                <a:lnTo>
                  <a:pt x="12931" y="21"/>
                </a:lnTo>
                <a:lnTo>
                  <a:pt x="12931" y="0"/>
                </a:lnTo>
                <a:moveTo>
                  <a:pt x="13012" y="0"/>
                </a:moveTo>
                <a:lnTo>
                  <a:pt x="13052" y="0"/>
                </a:lnTo>
                <a:lnTo>
                  <a:pt x="13052" y="21"/>
                </a:lnTo>
                <a:lnTo>
                  <a:pt x="13012" y="21"/>
                </a:lnTo>
                <a:lnTo>
                  <a:pt x="13012" y="0"/>
                </a:lnTo>
                <a:moveTo>
                  <a:pt x="13093" y="0"/>
                </a:moveTo>
                <a:lnTo>
                  <a:pt x="13133" y="0"/>
                </a:lnTo>
                <a:lnTo>
                  <a:pt x="13133" y="21"/>
                </a:lnTo>
                <a:lnTo>
                  <a:pt x="13093" y="21"/>
                </a:lnTo>
                <a:lnTo>
                  <a:pt x="13093" y="0"/>
                </a:lnTo>
                <a:moveTo>
                  <a:pt x="13173" y="0"/>
                </a:moveTo>
                <a:lnTo>
                  <a:pt x="13214" y="0"/>
                </a:lnTo>
                <a:lnTo>
                  <a:pt x="13214" y="21"/>
                </a:lnTo>
                <a:lnTo>
                  <a:pt x="13173" y="21"/>
                </a:lnTo>
                <a:lnTo>
                  <a:pt x="13173" y="0"/>
                </a:lnTo>
                <a:moveTo>
                  <a:pt x="13254" y="0"/>
                </a:moveTo>
                <a:lnTo>
                  <a:pt x="13295" y="0"/>
                </a:lnTo>
                <a:lnTo>
                  <a:pt x="13295" y="21"/>
                </a:lnTo>
                <a:lnTo>
                  <a:pt x="13254" y="21"/>
                </a:lnTo>
                <a:lnTo>
                  <a:pt x="13254" y="0"/>
                </a:lnTo>
                <a:moveTo>
                  <a:pt x="13335" y="0"/>
                </a:moveTo>
                <a:lnTo>
                  <a:pt x="13375" y="0"/>
                </a:lnTo>
                <a:lnTo>
                  <a:pt x="13375" y="21"/>
                </a:lnTo>
                <a:lnTo>
                  <a:pt x="13335" y="21"/>
                </a:lnTo>
                <a:lnTo>
                  <a:pt x="13335" y="0"/>
                </a:lnTo>
                <a:moveTo>
                  <a:pt x="13416" y="0"/>
                </a:moveTo>
                <a:lnTo>
                  <a:pt x="13456" y="0"/>
                </a:lnTo>
                <a:lnTo>
                  <a:pt x="13456" y="21"/>
                </a:lnTo>
                <a:lnTo>
                  <a:pt x="13416" y="21"/>
                </a:lnTo>
                <a:lnTo>
                  <a:pt x="13416" y="0"/>
                </a:lnTo>
                <a:moveTo>
                  <a:pt x="13497" y="0"/>
                </a:moveTo>
                <a:lnTo>
                  <a:pt x="13537" y="0"/>
                </a:lnTo>
                <a:lnTo>
                  <a:pt x="13537" y="21"/>
                </a:lnTo>
                <a:lnTo>
                  <a:pt x="13497" y="21"/>
                </a:lnTo>
                <a:lnTo>
                  <a:pt x="13497" y="0"/>
                </a:lnTo>
                <a:moveTo>
                  <a:pt x="13577" y="0"/>
                </a:moveTo>
                <a:lnTo>
                  <a:pt x="13618" y="0"/>
                </a:lnTo>
                <a:lnTo>
                  <a:pt x="13618" y="21"/>
                </a:lnTo>
                <a:lnTo>
                  <a:pt x="13577" y="21"/>
                </a:lnTo>
                <a:lnTo>
                  <a:pt x="13577" y="0"/>
                </a:lnTo>
                <a:moveTo>
                  <a:pt x="13658" y="0"/>
                </a:moveTo>
                <a:lnTo>
                  <a:pt x="13699" y="0"/>
                </a:lnTo>
                <a:lnTo>
                  <a:pt x="13699" y="21"/>
                </a:lnTo>
                <a:lnTo>
                  <a:pt x="13658" y="21"/>
                </a:lnTo>
                <a:lnTo>
                  <a:pt x="13658" y="0"/>
                </a:lnTo>
                <a:moveTo>
                  <a:pt x="13739" y="0"/>
                </a:moveTo>
                <a:lnTo>
                  <a:pt x="13779" y="0"/>
                </a:lnTo>
                <a:lnTo>
                  <a:pt x="13779" y="21"/>
                </a:lnTo>
                <a:lnTo>
                  <a:pt x="13739" y="21"/>
                </a:lnTo>
                <a:lnTo>
                  <a:pt x="13739" y="0"/>
                </a:lnTo>
                <a:moveTo>
                  <a:pt x="13820" y="0"/>
                </a:moveTo>
                <a:lnTo>
                  <a:pt x="13860" y="0"/>
                </a:lnTo>
                <a:lnTo>
                  <a:pt x="13860" y="21"/>
                </a:lnTo>
                <a:lnTo>
                  <a:pt x="13820" y="21"/>
                </a:lnTo>
                <a:lnTo>
                  <a:pt x="13820" y="0"/>
                </a:lnTo>
                <a:moveTo>
                  <a:pt x="13901" y="0"/>
                </a:moveTo>
                <a:lnTo>
                  <a:pt x="13941" y="0"/>
                </a:lnTo>
                <a:lnTo>
                  <a:pt x="13941" y="21"/>
                </a:lnTo>
                <a:lnTo>
                  <a:pt x="13901" y="21"/>
                </a:lnTo>
                <a:lnTo>
                  <a:pt x="13901" y="0"/>
                </a:lnTo>
                <a:moveTo>
                  <a:pt x="13981" y="0"/>
                </a:moveTo>
                <a:lnTo>
                  <a:pt x="14022" y="0"/>
                </a:lnTo>
                <a:lnTo>
                  <a:pt x="14022" y="21"/>
                </a:lnTo>
                <a:lnTo>
                  <a:pt x="13981" y="21"/>
                </a:lnTo>
                <a:lnTo>
                  <a:pt x="13981" y="0"/>
                </a:lnTo>
                <a:moveTo>
                  <a:pt x="14062" y="0"/>
                </a:moveTo>
                <a:lnTo>
                  <a:pt x="14103" y="0"/>
                </a:lnTo>
                <a:lnTo>
                  <a:pt x="14103" y="21"/>
                </a:lnTo>
                <a:lnTo>
                  <a:pt x="14062" y="21"/>
                </a:lnTo>
                <a:lnTo>
                  <a:pt x="14062" y="0"/>
                </a:lnTo>
                <a:moveTo>
                  <a:pt x="14143" y="0"/>
                </a:moveTo>
                <a:lnTo>
                  <a:pt x="14184" y="0"/>
                </a:lnTo>
                <a:lnTo>
                  <a:pt x="14184" y="21"/>
                </a:lnTo>
                <a:lnTo>
                  <a:pt x="14143" y="21"/>
                </a:lnTo>
                <a:lnTo>
                  <a:pt x="14143" y="0"/>
                </a:lnTo>
                <a:moveTo>
                  <a:pt x="14224" y="0"/>
                </a:moveTo>
                <a:lnTo>
                  <a:pt x="14264" y="0"/>
                </a:lnTo>
                <a:lnTo>
                  <a:pt x="14264" y="21"/>
                </a:lnTo>
                <a:lnTo>
                  <a:pt x="14224" y="21"/>
                </a:lnTo>
                <a:lnTo>
                  <a:pt x="14224" y="0"/>
                </a:lnTo>
                <a:moveTo>
                  <a:pt x="14305" y="0"/>
                </a:moveTo>
                <a:lnTo>
                  <a:pt x="14345" y="0"/>
                </a:lnTo>
                <a:lnTo>
                  <a:pt x="14345" y="21"/>
                </a:lnTo>
                <a:lnTo>
                  <a:pt x="14305" y="21"/>
                </a:lnTo>
                <a:lnTo>
                  <a:pt x="14305" y="0"/>
                </a:lnTo>
                <a:moveTo>
                  <a:pt x="14386" y="0"/>
                </a:moveTo>
                <a:lnTo>
                  <a:pt x="14426" y="0"/>
                </a:lnTo>
                <a:lnTo>
                  <a:pt x="14426" y="21"/>
                </a:lnTo>
                <a:lnTo>
                  <a:pt x="14386" y="21"/>
                </a:lnTo>
                <a:lnTo>
                  <a:pt x="14386" y="0"/>
                </a:lnTo>
                <a:moveTo>
                  <a:pt x="14466" y="0"/>
                </a:moveTo>
                <a:lnTo>
                  <a:pt x="14507" y="0"/>
                </a:lnTo>
                <a:lnTo>
                  <a:pt x="14507" y="21"/>
                </a:lnTo>
                <a:lnTo>
                  <a:pt x="14466" y="21"/>
                </a:lnTo>
                <a:lnTo>
                  <a:pt x="14466" y="0"/>
                </a:lnTo>
                <a:moveTo>
                  <a:pt x="14547" y="0"/>
                </a:moveTo>
                <a:lnTo>
                  <a:pt x="14588" y="0"/>
                </a:lnTo>
                <a:lnTo>
                  <a:pt x="14588" y="21"/>
                </a:lnTo>
                <a:lnTo>
                  <a:pt x="14547" y="21"/>
                </a:lnTo>
                <a:lnTo>
                  <a:pt x="14547" y="0"/>
                </a:lnTo>
                <a:moveTo>
                  <a:pt x="14628" y="0"/>
                </a:moveTo>
                <a:lnTo>
                  <a:pt x="14668" y="0"/>
                </a:lnTo>
                <a:lnTo>
                  <a:pt x="14668" y="21"/>
                </a:lnTo>
                <a:lnTo>
                  <a:pt x="14628" y="21"/>
                </a:lnTo>
                <a:lnTo>
                  <a:pt x="14628" y="0"/>
                </a:lnTo>
                <a:moveTo>
                  <a:pt x="14709" y="0"/>
                </a:moveTo>
                <a:lnTo>
                  <a:pt x="14749" y="0"/>
                </a:lnTo>
                <a:lnTo>
                  <a:pt x="14749" y="21"/>
                </a:lnTo>
                <a:lnTo>
                  <a:pt x="14709" y="21"/>
                </a:lnTo>
                <a:lnTo>
                  <a:pt x="14709" y="0"/>
                </a:lnTo>
                <a:moveTo>
                  <a:pt x="14790" y="0"/>
                </a:moveTo>
                <a:lnTo>
                  <a:pt x="14830" y="0"/>
                </a:lnTo>
                <a:lnTo>
                  <a:pt x="14830" y="21"/>
                </a:lnTo>
                <a:lnTo>
                  <a:pt x="14790" y="21"/>
                </a:lnTo>
                <a:lnTo>
                  <a:pt x="14790" y="0"/>
                </a:lnTo>
                <a:moveTo>
                  <a:pt x="14870" y="0"/>
                </a:moveTo>
                <a:lnTo>
                  <a:pt x="14911" y="0"/>
                </a:lnTo>
                <a:lnTo>
                  <a:pt x="14911" y="21"/>
                </a:lnTo>
                <a:lnTo>
                  <a:pt x="14870" y="21"/>
                </a:lnTo>
                <a:lnTo>
                  <a:pt x="14870" y="0"/>
                </a:lnTo>
                <a:moveTo>
                  <a:pt x="14951" y="0"/>
                </a:moveTo>
                <a:lnTo>
                  <a:pt x="14992" y="0"/>
                </a:lnTo>
                <a:lnTo>
                  <a:pt x="14992" y="21"/>
                </a:lnTo>
                <a:lnTo>
                  <a:pt x="14951" y="21"/>
                </a:lnTo>
                <a:lnTo>
                  <a:pt x="14951" y="0"/>
                </a:lnTo>
                <a:moveTo>
                  <a:pt x="15032" y="0"/>
                </a:moveTo>
                <a:lnTo>
                  <a:pt x="15072" y="0"/>
                </a:lnTo>
                <a:lnTo>
                  <a:pt x="15072" y="21"/>
                </a:lnTo>
                <a:lnTo>
                  <a:pt x="15032" y="21"/>
                </a:lnTo>
                <a:lnTo>
                  <a:pt x="15032" y="0"/>
                </a:lnTo>
                <a:moveTo>
                  <a:pt x="15113" y="0"/>
                </a:moveTo>
                <a:lnTo>
                  <a:pt x="15153" y="0"/>
                </a:lnTo>
                <a:lnTo>
                  <a:pt x="15153" y="21"/>
                </a:lnTo>
                <a:lnTo>
                  <a:pt x="15113" y="21"/>
                </a:lnTo>
                <a:lnTo>
                  <a:pt x="15113" y="0"/>
                </a:lnTo>
                <a:moveTo>
                  <a:pt x="15194" y="0"/>
                </a:moveTo>
                <a:lnTo>
                  <a:pt x="15234" y="0"/>
                </a:lnTo>
                <a:lnTo>
                  <a:pt x="15234" y="21"/>
                </a:lnTo>
                <a:lnTo>
                  <a:pt x="15194" y="21"/>
                </a:lnTo>
                <a:lnTo>
                  <a:pt x="15194" y="0"/>
                </a:lnTo>
                <a:moveTo>
                  <a:pt x="15274" y="0"/>
                </a:moveTo>
                <a:lnTo>
                  <a:pt x="15315" y="0"/>
                </a:lnTo>
                <a:lnTo>
                  <a:pt x="15315" y="21"/>
                </a:lnTo>
                <a:lnTo>
                  <a:pt x="15274" y="21"/>
                </a:lnTo>
                <a:lnTo>
                  <a:pt x="15274" y="0"/>
                </a:lnTo>
                <a:moveTo>
                  <a:pt x="15355" y="0"/>
                </a:moveTo>
                <a:lnTo>
                  <a:pt x="15396" y="0"/>
                </a:lnTo>
                <a:lnTo>
                  <a:pt x="15396" y="21"/>
                </a:lnTo>
                <a:lnTo>
                  <a:pt x="15355" y="21"/>
                </a:lnTo>
                <a:lnTo>
                  <a:pt x="15355" y="0"/>
                </a:lnTo>
                <a:moveTo>
                  <a:pt x="15436" y="0"/>
                </a:moveTo>
                <a:lnTo>
                  <a:pt x="15477" y="0"/>
                </a:lnTo>
                <a:lnTo>
                  <a:pt x="15477" y="21"/>
                </a:lnTo>
                <a:lnTo>
                  <a:pt x="15436" y="21"/>
                </a:lnTo>
                <a:lnTo>
                  <a:pt x="15436" y="0"/>
                </a:lnTo>
                <a:moveTo>
                  <a:pt x="15517" y="0"/>
                </a:moveTo>
                <a:lnTo>
                  <a:pt x="15557" y="0"/>
                </a:lnTo>
                <a:lnTo>
                  <a:pt x="15557" y="21"/>
                </a:lnTo>
                <a:lnTo>
                  <a:pt x="15517" y="21"/>
                </a:lnTo>
                <a:lnTo>
                  <a:pt x="15517" y="0"/>
                </a:lnTo>
                <a:moveTo>
                  <a:pt x="15598" y="0"/>
                </a:moveTo>
                <a:lnTo>
                  <a:pt x="15638" y="0"/>
                </a:lnTo>
                <a:lnTo>
                  <a:pt x="15638" y="21"/>
                </a:lnTo>
                <a:lnTo>
                  <a:pt x="15598" y="21"/>
                </a:lnTo>
                <a:lnTo>
                  <a:pt x="15598" y="0"/>
                </a:lnTo>
                <a:moveTo>
                  <a:pt x="15679" y="0"/>
                </a:moveTo>
                <a:lnTo>
                  <a:pt x="15719" y="0"/>
                </a:lnTo>
                <a:lnTo>
                  <a:pt x="15719" y="21"/>
                </a:lnTo>
                <a:lnTo>
                  <a:pt x="15679" y="21"/>
                </a:lnTo>
                <a:lnTo>
                  <a:pt x="15679" y="0"/>
                </a:lnTo>
                <a:moveTo>
                  <a:pt x="15759" y="0"/>
                </a:moveTo>
                <a:lnTo>
                  <a:pt x="15800" y="0"/>
                </a:lnTo>
                <a:lnTo>
                  <a:pt x="15800" y="21"/>
                </a:lnTo>
                <a:lnTo>
                  <a:pt x="15759" y="21"/>
                </a:lnTo>
                <a:lnTo>
                  <a:pt x="15759" y="0"/>
                </a:lnTo>
                <a:moveTo>
                  <a:pt x="15840" y="0"/>
                </a:moveTo>
                <a:lnTo>
                  <a:pt x="15881" y="0"/>
                </a:lnTo>
                <a:lnTo>
                  <a:pt x="15881" y="21"/>
                </a:lnTo>
                <a:lnTo>
                  <a:pt x="15840" y="21"/>
                </a:lnTo>
                <a:lnTo>
                  <a:pt x="15840" y="0"/>
                </a:lnTo>
                <a:moveTo>
                  <a:pt x="15921" y="0"/>
                </a:moveTo>
                <a:lnTo>
                  <a:pt x="15961" y="0"/>
                </a:lnTo>
                <a:lnTo>
                  <a:pt x="15961" y="21"/>
                </a:lnTo>
                <a:lnTo>
                  <a:pt x="15921" y="21"/>
                </a:lnTo>
                <a:lnTo>
                  <a:pt x="15921" y="0"/>
                </a:lnTo>
                <a:moveTo>
                  <a:pt x="16002" y="0"/>
                </a:moveTo>
                <a:lnTo>
                  <a:pt x="16042" y="0"/>
                </a:lnTo>
                <a:lnTo>
                  <a:pt x="16042" y="21"/>
                </a:lnTo>
                <a:lnTo>
                  <a:pt x="16002" y="21"/>
                </a:lnTo>
                <a:lnTo>
                  <a:pt x="16002" y="0"/>
                </a:lnTo>
                <a:moveTo>
                  <a:pt x="16083" y="0"/>
                </a:moveTo>
                <a:lnTo>
                  <a:pt x="16123" y="0"/>
                </a:lnTo>
                <a:lnTo>
                  <a:pt x="16123" y="21"/>
                </a:lnTo>
                <a:lnTo>
                  <a:pt x="16083" y="21"/>
                </a:lnTo>
                <a:lnTo>
                  <a:pt x="16083" y="0"/>
                </a:lnTo>
                <a:moveTo>
                  <a:pt x="16163" y="0"/>
                </a:moveTo>
                <a:lnTo>
                  <a:pt x="16204" y="0"/>
                </a:lnTo>
                <a:lnTo>
                  <a:pt x="16204" y="21"/>
                </a:lnTo>
                <a:lnTo>
                  <a:pt x="16163" y="21"/>
                </a:lnTo>
                <a:lnTo>
                  <a:pt x="16163" y="0"/>
                </a:lnTo>
                <a:moveTo>
                  <a:pt x="16244" y="0"/>
                </a:moveTo>
                <a:lnTo>
                  <a:pt x="16285" y="0"/>
                </a:lnTo>
                <a:lnTo>
                  <a:pt x="16285" y="21"/>
                </a:lnTo>
                <a:lnTo>
                  <a:pt x="16244" y="21"/>
                </a:lnTo>
                <a:lnTo>
                  <a:pt x="16244" y="0"/>
                </a:lnTo>
                <a:moveTo>
                  <a:pt x="16325" y="0"/>
                </a:moveTo>
                <a:lnTo>
                  <a:pt x="16365" y="0"/>
                </a:lnTo>
                <a:lnTo>
                  <a:pt x="16365" y="21"/>
                </a:lnTo>
                <a:lnTo>
                  <a:pt x="16325" y="21"/>
                </a:lnTo>
                <a:lnTo>
                  <a:pt x="16325" y="0"/>
                </a:lnTo>
                <a:moveTo>
                  <a:pt x="16406" y="0"/>
                </a:moveTo>
                <a:lnTo>
                  <a:pt x="16446" y="0"/>
                </a:lnTo>
                <a:lnTo>
                  <a:pt x="16446" y="21"/>
                </a:lnTo>
                <a:lnTo>
                  <a:pt x="16406" y="21"/>
                </a:lnTo>
                <a:lnTo>
                  <a:pt x="16406" y="0"/>
                </a:lnTo>
                <a:moveTo>
                  <a:pt x="16487" y="0"/>
                </a:moveTo>
                <a:lnTo>
                  <a:pt x="16527" y="0"/>
                </a:lnTo>
                <a:lnTo>
                  <a:pt x="16527" y="21"/>
                </a:lnTo>
                <a:lnTo>
                  <a:pt x="16487" y="21"/>
                </a:lnTo>
                <a:lnTo>
                  <a:pt x="16487" y="0"/>
                </a:lnTo>
                <a:moveTo>
                  <a:pt x="16568" y="0"/>
                </a:moveTo>
                <a:lnTo>
                  <a:pt x="16608" y="0"/>
                </a:lnTo>
                <a:lnTo>
                  <a:pt x="16608" y="21"/>
                </a:lnTo>
                <a:lnTo>
                  <a:pt x="16568" y="21"/>
                </a:lnTo>
                <a:lnTo>
                  <a:pt x="16568" y="0"/>
                </a:lnTo>
                <a:moveTo>
                  <a:pt x="16648" y="0"/>
                </a:moveTo>
                <a:lnTo>
                  <a:pt x="16689" y="0"/>
                </a:lnTo>
                <a:lnTo>
                  <a:pt x="16689" y="21"/>
                </a:lnTo>
                <a:lnTo>
                  <a:pt x="16648" y="21"/>
                </a:lnTo>
                <a:lnTo>
                  <a:pt x="16648" y="0"/>
                </a:lnTo>
                <a:moveTo>
                  <a:pt x="16729" y="0"/>
                </a:moveTo>
                <a:lnTo>
                  <a:pt x="16770" y="0"/>
                </a:lnTo>
                <a:lnTo>
                  <a:pt x="16770" y="21"/>
                </a:lnTo>
                <a:lnTo>
                  <a:pt x="16729" y="21"/>
                </a:lnTo>
                <a:lnTo>
                  <a:pt x="16729" y="0"/>
                </a:lnTo>
                <a:moveTo>
                  <a:pt x="16810" y="0"/>
                </a:moveTo>
                <a:lnTo>
                  <a:pt x="16850" y="0"/>
                </a:lnTo>
                <a:lnTo>
                  <a:pt x="16850" y="21"/>
                </a:lnTo>
                <a:lnTo>
                  <a:pt x="16810" y="21"/>
                </a:lnTo>
                <a:lnTo>
                  <a:pt x="16810" y="0"/>
                </a:lnTo>
                <a:moveTo>
                  <a:pt x="16891" y="0"/>
                </a:moveTo>
                <a:lnTo>
                  <a:pt x="16931" y="0"/>
                </a:lnTo>
                <a:lnTo>
                  <a:pt x="16931" y="21"/>
                </a:lnTo>
                <a:lnTo>
                  <a:pt x="16891" y="21"/>
                </a:lnTo>
                <a:lnTo>
                  <a:pt x="16891" y="0"/>
                </a:lnTo>
                <a:moveTo>
                  <a:pt x="16972" y="0"/>
                </a:moveTo>
                <a:lnTo>
                  <a:pt x="17012" y="0"/>
                </a:lnTo>
                <a:lnTo>
                  <a:pt x="17012" y="21"/>
                </a:lnTo>
                <a:lnTo>
                  <a:pt x="16972" y="21"/>
                </a:lnTo>
                <a:lnTo>
                  <a:pt x="16972" y="0"/>
                </a:lnTo>
                <a:moveTo>
                  <a:pt x="17052" y="0"/>
                </a:moveTo>
                <a:lnTo>
                  <a:pt x="17093" y="0"/>
                </a:lnTo>
                <a:lnTo>
                  <a:pt x="17093" y="21"/>
                </a:lnTo>
                <a:lnTo>
                  <a:pt x="17052" y="21"/>
                </a:lnTo>
                <a:lnTo>
                  <a:pt x="17052" y="0"/>
                </a:lnTo>
                <a:moveTo>
                  <a:pt x="17133" y="0"/>
                </a:moveTo>
                <a:lnTo>
                  <a:pt x="17174" y="0"/>
                </a:lnTo>
                <a:lnTo>
                  <a:pt x="17174" y="21"/>
                </a:lnTo>
                <a:lnTo>
                  <a:pt x="17133" y="21"/>
                </a:lnTo>
                <a:lnTo>
                  <a:pt x="17133" y="0"/>
                </a:lnTo>
                <a:moveTo>
                  <a:pt x="17214" y="0"/>
                </a:moveTo>
                <a:lnTo>
                  <a:pt x="17254" y="0"/>
                </a:lnTo>
                <a:lnTo>
                  <a:pt x="17254" y="21"/>
                </a:lnTo>
                <a:lnTo>
                  <a:pt x="17214" y="21"/>
                </a:lnTo>
                <a:lnTo>
                  <a:pt x="17214" y="0"/>
                </a:lnTo>
                <a:moveTo>
                  <a:pt x="17295" y="0"/>
                </a:moveTo>
                <a:lnTo>
                  <a:pt x="17335" y="0"/>
                </a:lnTo>
                <a:lnTo>
                  <a:pt x="17335" y="21"/>
                </a:lnTo>
                <a:lnTo>
                  <a:pt x="17295" y="21"/>
                </a:lnTo>
                <a:lnTo>
                  <a:pt x="17295" y="0"/>
                </a:lnTo>
                <a:moveTo>
                  <a:pt x="17376" y="0"/>
                </a:moveTo>
                <a:lnTo>
                  <a:pt x="17416" y="0"/>
                </a:lnTo>
                <a:lnTo>
                  <a:pt x="17416" y="21"/>
                </a:lnTo>
                <a:lnTo>
                  <a:pt x="17376" y="21"/>
                </a:lnTo>
                <a:lnTo>
                  <a:pt x="17376" y="0"/>
                </a:lnTo>
                <a:moveTo>
                  <a:pt x="17456" y="0"/>
                </a:moveTo>
                <a:lnTo>
                  <a:pt x="17497" y="0"/>
                </a:lnTo>
                <a:lnTo>
                  <a:pt x="17497" y="21"/>
                </a:lnTo>
                <a:lnTo>
                  <a:pt x="17456" y="21"/>
                </a:lnTo>
                <a:lnTo>
                  <a:pt x="17456" y="0"/>
                </a:lnTo>
                <a:moveTo>
                  <a:pt x="17537" y="0"/>
                </a:moveTo>
                <a:lnTo>
                  <a:pt x="17578" y="0"/>
                </a:lnTo>
                <a:lnTo>
                  <a:pt x="17578" y="21"/>
                </a:lnTo>
                <a:lnTo>
                  <a:pt x="17537" y="21"/>
                </a:lnTo>
                <a:lnTo>
                  <a:pt x="17537" y="0"/>
                </a:lnTo>
                <a:moveTo>
                  <a:pt x="17618" y="0"/>
                </a:moveTo>
                <a:lnTo>
                  <a:pt x="17659" y="0"/>
                </a:lnTo>
                <a:lnTo>
                  <a:pt x="17659" y="21"/>
                </a:lnTo>
                <a:lnTo>
                  <a:pt x="17618" y="21"/>
                </a:lnTo>
                <a:lnTo>
                  <a:pt x="17618" y="0"/>
                </a:lnTo>
                <a:moveTo>
                  <a:pt x="17699" y="0"/>
                </a:moveTo>
                <a:lnTo>
                  <a:pt x="17739" y="0"/>
                </a:lnTo>
                <a:lnTo>
                  <a:pt x="17739" y="21"/>
                </a:lnTo>
                <a:lnTo>
                  <a:pt x="17699" y="21"/>
                </a:lnTo>
                <a:lnTo>
                  <a:pt x="17699" y="0"/>
                </a:lnTo>
                <a:moveTo>
                  <a:pt x="17780" y="0"/>
                </a:moveTo>
                <a:lnTo>
                  <a:pt x="17820" y="0"/>
                </a:lnTo>
                <a:lnTo>
                  <a:pt x="17820" y="21"/>
                </a:lnTo>
                <a:lnTo>
                  <a:pt x="17780" y="21"/>
                </a:lnTo>
                <a:lnTo>
                  <a:pt x="17780" y="0"/>
                </a:lnTo>
                <a:moveTo>
                  <a:pt x="17861" y="0"/>
                </a:moveTo>
                <a:lnTo>
                  <a:pt x="17901" y="0"/>
                </a:lnTo>
                <a:lnTo>
                  <a:pt x="17901" y="21"/>
                </a:lnTo>
                <a:lnTo>
                  <a:pt x="17861" y="21"/>
                </a:lnTo>
                <a:lnTo>
                  <a:pt x="17861" y="0"/>
                </a:lnTo>
                <a:moveTo>
                  <a:pt x="17941" y="0"/>
                </a:moveTo>
                <a:lnTo>
                  <a:pt x="17982" y="0"/>
                </a:lnTo>
                <a:lnTo>
                  <a:pt x="17982" y="21"/>
                </a:lnTo>
                <a:lnTo>
                  <a:pt x="17941" y="21"/>
                </a:lnTo>
                <a:lnTo>
                  <a:pt x="17941" y="0"/>
                </a:lnTo>
                <a:moveTo>
                  <a:pt x="18022" y="0"/>
                </a:moveTo>
                <a:lnTo>
                  <a:pt x="18063" y="0"/>
                </a:lnTo>
                <a:lnTo>
                  <a:pt x="18063" y="21"/>
                </a:lnTo>
                <a:lnTo>
                  <a:pt x="18022" y="21"/>
                </a:lnTo>
                <a:lnTo>
                  <a:pt x="18022" y="0"/>
                </a:lnTo>
                <a:moveTo>
                  <a:pt x="18103" y="0"/>
                </a:moveTo>
                <a:lnTo>
                  <a:pt x="18143" y="0"/>
                </a:lnTo>
                <a:lnTo>
                  <a:pt x="18143" y="21"/>
                </a:lnTo>
                <a:lnTo>
                  <a:pt x="18103" y="21"/>
                </a:lnTo>
                <a:lnTo>
                  <a:pt x="18103" y="0"/>
                </a:lnTo>
                <a:moveTo>
                  <a:pt x="18184" y="0"/>
                </a:moveTo>
                <a:lnTo>
                  <a:pt x="18224" y="0"/>
                </a:lnTo>
                <a:lnTo>
                  <a:pt x="18224" y="21"/>
                </a:lnTo>
                <a:lnTo>
                  <a:pt x="18184" y="21"/>
                </a:lnTo>
                <a:lnTo>
                  <a:pt x="18184" y="0"/>
                </a:lnTo>
                <a:moveTo>
                  <a:pt x="18265" y="0"/>
                </a:moveTo>
                <a:lnTo>
                  <a:pt x="18305" y="0"/>
                </a:lnTo>
                <a:lnTo>
                  <a:pt x="18305" y="21"/>
                </a:lnTo>
                <a:lnTo>
                  <a:pt x="18265" y="21"/>
                </a:lnTo>
                <a:lnTo>
                  <a:pt x="18265" y="0"/>
                </a:lnTo>
                <a:moveTo>
                  <a:pt x="18345" y="0"/>
                </a:moveTo>
                <a:lnTo>
                  <a:pt x="18386" y="0"/>
                </a:lnTo>
                <a:lnTo>
                  <a:pt x="18386" y="21"/>
                </a:lnTo>
                <a:lnTo>
                  <a:pt x="18345" y="21"/>
                </a:lnTo>
                <a:lnTo>
                  <a:pt x="18345" y="0"/>
                </a:lnTo>
                <a:moveTo>
                  <a:pt x="18426" y="0"/>
                </a:moveTo>
                <a:lnTo>
                  <a:pt x="18467" y="0"/>
                </a:lnTo>
                <a:lnTo>
                  <a:pt x="18467" y="21"/>
                </a:lnTo>
                <a:lnTo>
                  <a:pt x="18426" y="21"/>
                </a:lnTo>
                <a:lnTo>
                  <a:pt x="18426" y="0"/>
                </a:lnTo>
                <a:moveTo>
                  <a:pt x="18507" y="0"/>
                </a:moveTo>
                <a:lnTo>
                  <a:pt x="18547" y="0"/>
                </a:lnTo>
                <a:lnTo>
                  <a:pt x="18547" y="21"/>
                </a:lnTo>
                <a:lnTo>
                  <a:pt x="18507" y="21"/>
                </a:lnTo>
                <a:lnTo>
                  <a:pt x="18507" y="0"/>
                </a:lnTo>
                <a:moveTo>
                  <a:pt x="18588" y="0"/>
                </a:moveTo>
                <a:lnTo>
                  <a:pt x="18628" y="0"/>
                </a:lnTo>
                <a:lnTo>
                  <a:pt x="18628" y="21"/>
                </a:lnTo>
                <a:lnTo>
                  <a:pt x="18588" y="21"/>
                </a:lnTo>
                <a:lnTo>
                  <a:pt x="18588" y="0"/>
                </a:lnTo>
                <a:moveTo>
                  <a:pt x="18669" y="0"/>
                </a:moveTo>
                <a:lnTo>
                  <a:pt x="18709" y="0"/>
                </a:lnTo>
                <a:lnTo>
                  <a:pt x="18709" y="21"/>
                </a:lnTo>
                <a:lnTo>
                  <a:pt x="18669" y="21"/>
                </a:lnTo>
                <a:lnTo>
                  <a:pt x="18669" y="0"/>
                </a:lnTo>
                <a:moveTo>
                  <a:pt x="18750" y="0"/>
                </a:moveTo>
                <a:lnTo>
                  <a:pt x="18790" y="0"/>
                </a:lnTo>
                <a:lnTo>
                  <a:pt x="18790" y="21"/>
                </a:lnTo>
                <a:lnTo>
                  <a:pt x="18750" y="21"/>
                </a:lnTo>
                <a:lnTo>
                  <a:pt x="18750" y="0"/>
                </a:lnTo>
                <a:moveTo>
                  <a:pt x="18830" y="0"/>
                </a:moveTo>
                <a:lnTo>
                  <a:pt x="18871" y="0"/>
                </a:lnTo>
                <a:lnTo>
                  <a:pt x="18871" y="21"/>
                </a:lnTo>
                <a:lnTo>
                  <a:pt x="18830" y="21"/>
                </a:lnTo>
                <a:lnTo>
                  <a:pt x="18830" y="0"/>
                </a:lnTo>
                <a:moveTo>
                  <a:pt x="18911" y="0"/>
                </a:moveTo>
                <a:lnTo>
                  <a:pt x="18952" y="0"/>
                </a:lnTo>
                <a:lnTo>
                  <a:pt x="18952" y="21"/>
                </a:lnTo>
                <a:lnTo>
                  <a:pt x="18911" y="21"/>
                </a:lnTo>
                <a:lnTo>
                  <a:pt x="18911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1" name=""/>
          <p:cNvSpPr txBox="1"/>
          <p:nvPr/>
        </p:nvSpPr>
        <p:spPr>
          <a:xfrm>
            <a:off x="4406400" y="3800880"/>
            <a:ext cx="2225880" cy="116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750" spc="-1" strike="noStrike">
                <a:solidFill>
                  <a:srgbClr val="000000"/>
                </a:solidFill>
                <a:latin typeface="Calibri"/>
                <a:ea typeface="Calibri"/>
              </a:rPr>
              <a:t>conﬁrm: Appointment booked, Slot busy, Task in-progress</a:t>
            </a:r>
            <a:endParaRPr b="0" lang="en-AU" sz="7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2" name=""/>
          <p:cNvSpPr txBox="1"/>
          <p:nvPr/>
        </p:nvSpPr>
        <p:spPr>
          <a:xfrm>
            <a:off x="775800" y="4007880"/>
            <a:ext cx="223200" cy="97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630" spc="-1" strike="noStrike">
                <a:solidFill>
                  <a:srgbClr val="000000"/>
                </a:solidFill>
                <a:latin typeface="Calibri"/>
                <a:ea typeface="Calibri"/>
              </a:rPr>
              <a:t>[Task s</a:t>
            </a:r>
            <a:endParaRPr b="0" lang="en-AU" sz="6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3" name=""/>
          <p:cNvSpPr/>
          <p:nvPr/>
        </p:nvSpPr>
        <p:spPr>
          <a:xfrm>
            <a:off x="1039680" y="4258080"/>
            <a:ext cx="73080" cy="58680"/>
          </a:xfrm>
          <a:custGeom>
            <a:avLst/>
            <a:gdLst/>
            <a:ahLst/>
            <a:rect l="0" t="0" r="r" b="b"/>
            <a:pathLst>
              <a:path w="203" h="163">
                <a:moveTo>
                  <a:pt x="203" y="0"/>
                </a:moveTo>
                <a:lnTo>
                  <a:pt x="0" y="82"/>
                </a:lnTo>
                <a:lnTo>
                  <a:pt x="203" y="163"/>
                </a:lnTo>
                <a:lnTo>
                  <a:pt x="122" y="82"/>
                </a:lnTo>
                <a:lnTo>
                  <a:pt x="203" y="0"/>
                </a:lnTo>
                <a:close/>
              </a:path>
            </a:pathLst>
          </a:custGeom>
          <a:solidFill>
            <a:srgbClr val="001d34"/>
          </a:solidFill>
          <a:ln w="7200">
            <a:solidFill>
              <a:srgbClr val="001d3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4" name=""/>
          <p:cNvSpPr/>
          <p:nvPr/>
        </p:nvSpPr>
        <p:spPr>
          <a:xfrm>
            <a:off x="1068480" y="4283640"/>
            <a:ext cx="3207240" cy="7560"/>
          </a:xfrm>
          <a:custGeom>
            <a:avLst/>
            <a:gdLst/>
            <a:ahLst/>
            <a:rect l="0" t="0" r="r" b="b"/>
            <a:pathLst>
              <a:path w="8909" h="21">
                <a:moveTo>
                  <a:pt x="0" y="0"/>
                </a:moveTo>
                <a:lnTo>
                  <a:pt x="41" y="0"/>
                </a:lnTo>
                <a:lnTo>
                  <a:pt x="41" y="21"/>
                </a:lnTo>
                <a:lnTo>
                  <a:pt x="0" y="21"/>
                </a:lnTo>
                <a:lnTo>
                  <a:pt x="0" y="0"/>
                </a:lnTo>
                <a:moveTo>
                  <a:pt x="81" y="0"/>
                </a:moveTo>
                <a:lnTo>
                  <a:pt x="122" y="0"/>
                </a:lnTo>
                <a:lnTo>
                  <a:pt x="122" y="21"/>
                </a:lnTo>
                <a:lnTo>
                  <a:pt x="81" y="21"/>
                </a:lnTo>
                <a:lnTo>
                  <a:pt x="81" y="0"/>
                </a:lnTo>
                <a:moveTo>
                  <a:pt x="162" y="0"/>
                </a:moveTo>
                <a:lnTo>
                  <a:pt x="202" y="0"/>
                </a:lnTo>
                <a:lnTo>
                  <a:pt x="202" y="21"/>
                </a:lnTo>
                <a:lnTo>
                  <a:pt x="162" y="21"/>
                </a:lnTo>
                <a:lnTo>
                  <a:pt x="162" y="0"/>
                </a:lnTo>
                <a:moveTo>
                  <a:pt x="243" y="0"/>
                </a:moveTo>
                <a:lnTo>
                  <a:pt x="283" y="0"/>
                </a:lnTo>
                <a:lnTo>
                  <a:pt x="283" y="21"/>
                </a:lnTo>
                <a:lnTo>
                  <a:pt x="243" y="21"/>
                </a:lnTo>
                <a:lnTo>
                  <a:pt x="243" y="0"/>
                </a:lnTo>
                <a:moveTo>
                  <a:pt x="324" y="0"/>
                </a:moveTo>
                <a:lnTo>
                  <a:pt x="364" y="0"/>
                </a:lnTo>
                <a:lnTo>
                  <a:pt x="364" y="21"/>
                </a:lnTo>
                <a:lnTo>
                  <a:pt x="324" y="21"/>
                </a:lnTo>
                <a:lnTo>
                  <a:pt x="324" y="0"/>
                </a:lnTo>
                <a:moveTo>
                  <a:pt x="404" y="0"/>
                </a:moveTo>
                <a:lnTo>
                  <a:pt x="445" y="0"/>
                </a:lnTo>
                <a:lnTo>
                  <a:pt x="445" y="21"/>
                </a:lnTo>
                <a:lnTo>
                  <a:pt x="404" y="21"/>
                </a:lnTo>
                <a:lnTo>
                  <a:pt x="404" y="0"/>
                </a:lnTo>
                <a:moveTo>
                  <a:pt x="485" y="0"/>
                </a:moveTo>
                <a:lnTo>
                  <a:pt x="526" y="0"/>
                </a:lnTo>
                <a:lnTo>
                  <a:pt x="526" y="21"/>
                </a:lnTo>
                <a:lnTo>
                  <a:pt x="485" y="21"/>
                </a:lnTo>
                <a:lnTo>
                  <a:pt x="485" y="0"/>
                </a:lnTo>
                <a:moveTo>
                  <a:pt x="566" y="0"/>
                </a:moveTo>
                <a:lnTo>
                  <a:pt x="607" y="0"/>
                </a:lnTo>
                <a:lnTo>
                  <a:pt x="607" y="21"/>
                </a:lnTo>
                <a:lnTo>
                  <a:pt x="566" y="21"/>
                </a:lnTo>
                <a:lnTo>
                  <a:pt x="566" y="0"/>
                </a:lnTo>
                <a:moveTo>
                  <a:pt x="647" y="0"/>
                </a:moveTo>
                <a:lnTo>
                  <a:pt x="687" y="0"/>
                </a:lnTo>
                <a:lnTo>
                  <a:pt x="687" y="21"/>
                </a:lnTo>
                <a:lnTo>
                  <a:pt x="647" y="21"/>
                </a:lnTo>
                <a:lnTo>
                  <a:pt x="647" y="0"/>
                </a:lnTo>
                <a:moveTo>
                  <a:pt x="728" y="0"/>
                </a:moveTo>
                <a:lnTo>
                  <a:pt x="768" y="0"/>
                </a:lnTo>
                <a:lnTo>
                  <a:pt x="768" y="21"/>
                </a:lnTo>
                <a:lnTo>
                  <a:pt x="728" y="21"/>
                </a:lnTo>
                <a:lnTo>
                  <a:pt x="728" y="0"/>
                </a:lnTo>
                <a:moveTo>
                  <a:pt x="809" y="0"/>
                </a:moveTo>
                <a:lnTo>
                  <a:pt x="849" y="0"/>
                </a:lnTo>
                <a:lnTo>
                  <a:pt x="849" y="21"/>
                </a:lnTo>
                <a:lnTo>
                  <a:pt x="809" y="21"/>
                </a:lnTo>
                <a:lnTo>
                  <a:pt x="809" y="0"/>
                </a:lnTo>
                <a:moveTo>
                  <a:pt x="889" y="0"/>
                </a:moveTo>
                <a:lnTo>
                  <a:pt x="930" y="0"/>
                </a:lnTo>
                <a:lnTo>
                  <a:pt x="930" y="21"/>
                </a:lnTo>
                <a:lnTo>
                  <a:pt x="889" y="21"/>
                </a:lnTo>
                <a:lnTo>
                  <a:pt x="889" y="0"/>
                </a:lnTo>
                <a:moveTo>
                  <a:pt x="970" y="0"/>
                </a:moveTo>
                <a:lnTo>
                  <a:pt x="1011" y="0"/>
                </a:lnTo>
                <a:lnTo>
                  <a:pt x="1011" y="21"/>
                </a:lnTo>
                <a:lnTo>
                  <a:pt x="970" y="21"/>
                </a:lnTo>
                <a:lnTo>
                  <a:pt x="970" y="0"/>
                </a:lnTo>
                <a:moveTo>
                  <a:pt x="1051" y="0"/>
                </a:moveTo>
                <a:lnTo>
                  <a:pt x="1091" y="0"/>
                </a:lnTo>
                <a:lnTo>
                  <a:pt x="1091" y="21"/>
                </a:lnTo>
                <a:lnTo>
                  <a:pt x="1051" y="21"/>
                </a:lnTo>
                <a:lnTo>
                  <a:pt x="1051" y="0"/>
                </a:lnTo>
                <a:moveTo>
                  <a:pt x="1132" y="0"/>
                </a:moveTo>
                <a:lnTo>
                  <a:pt x="1172" y="0"/>
                </a:lnTo>
                <a:lnTo>
                  <a:pt x="1172" y="21"/>
                </a:lnTo>
                <a:lnTo>
                  <a:pt x="1132" y="21"/>
                </a:lnTo>
                <a:lnTo>
                  <a:pt x="1132" y="0"/>
                </a:lnTo>
                <a:moveTo>
                  <a:pt x="1213" y="0"/>
                </a:moveTo>
                <a:lnTo>
                  <a:pt x="1253" y="0"/>
                </a:lnTo>
                <a:lnTo>
                  <a:pt x="1253" y="21"/>
                </a:lnTo>
                <a:lnTo>
                  <a:pt x="1213" y="21"/>
                </a:lnTo>
                <a:lnTo>
                  <a:pt x="1213" y="0"/>
                </a:lnTo>
                <a:moveTo>
                  <a:pt x="1293" y="0"/>
                </a:moveTo>
                <a:lnTo>
                  <a:pt x="1334" y="0"/>
                </a:lnTo>
                <a:lnTo>
                  <a:pt x="1334" y="21"/>
                </a:lnTo>
                <a:lnTo>
                  <a:pt x="1293" y="21"/>
                </a:lnTo>
                <a:lnTo>
                  <a:pt x="1293" y="0"/>
                </a:lnTo>
                <a:moveTo>
                  <a:pt x="1374" y="0"/>
                </a:moveTo>
                <a:lnTo>
                  <a:pt x="1415" y="0"/>
                </a:lnTo>
                <a:lnTo>
                  <a:pt x="1415" y="21"/>
                </a:lnTo>
                <a:lnTo>
                  <a:pt x="1374" y="21"/>
                </a:lnTo>
                <a:lnTo>
                  <a:pt x="1374" y="0"/>
                </a:lnTo>
                <a:moveTo>
                  <a:pt x="1455" y="0"/>
                </a:moveTo>
                <a:lnTo>
                  <a:pt x="1496" y="0"/>
                </a:lnTo>
                <a:lnTo>
                  <a:pt x="1496" y="21"/>
                </a:lnTo>
                <a:lnTo>
                  <a:pt x="1455" y="21"/>
                </a:lnTo>
                <a:lnTo>
                  <a:pt x="1455" y="0"/>
                </a:lnTo>
                <a:moveTo>
                  <a:pt x="1537" y="0"/>
                </a:moveTo>
                <a:lnTo>
                  <a:pt x="1577" y="0"/>
                </a:lnTo>
                <a:lnTo>
                  <a:pt x="1577" y="21"/>
                </a:lnTo>
                <a:lnTo>
                  <a:pt x="1537" y="21"/>
                </a:lnTo>
                <a:lnTo>
                  <a:pt x="1537" y="0"/>
                </a:lnTo>
                <a:moveTo>
                  <a:pt x="1618" y="0"/>
                </a:moveTo>
                <a:lnTo>
                  <a:pt x="1658" y="0"/>
                </a:lnTo>
                <a:lnTo>
                  <a:pt x="1658" y="21"/>
                </a:lnTo>
                <a:lnTo>
                  <a:pt x="1618" y="21"/>
                </a:lnTo>
                <a:lnTo>
                  <a:pt x="1618" y="0"/>
                </a:lnTo>
                <a:moveTo>
                  <a:pt x="1699" y="0"/>
                </a:moveTo>
                <a:lnTo>
                  <a:pt x="1739" y="0"/>
                </a:lnTo>
                <a:lnTo>
                  <a:pt x="1739" y="21"/>
                </a:lnTo>
                <a:lnTo>
                  <a:pt x="1699" y="21"/>
                </a:lnTo>
                <a:lnTo>
                  <a:pt x="1699" y="0"/>
                </a:lnTo>
                <a:moveTo>
                  <a:pt x="1779" y="0"/>
                </a:moveTo>
                <a:lnTo>
                  <a:pt x="1820" y="0"/>
                </a:lnTo>
                <a:lnTo>
                  <a:pt x="1820" y="21"/>
                </a:lnTo>
                <a:lnTo>
                  <a:pt x="1779" y="21"/>
                </a:lnTo>
                <a:lnTo>
                  <a:pt x="1779" y="0"/>
                </a:lnTo>
                <a:moveTo>
                  <a:pt x="1860" y="0"/>
                </a:moveTo>
                <a:lnTo>
                  <a:pt x="1901" y="0"/>
                </a:lnTo>
                <a:lnTo>
                  <a:pt x="1901" y="21"/>
                </a:lnTo>
                <a:lnTo>
                  <a:pt x="1860" y="21"/>
                </a:lnTo>
                <a:lnTo>
                  <a:pt x="1860" y="0"/>
                </a:lnTo>
                <a:moveTo>
                  <a:pt x="1941" y="0"/>
                </a:moveTo>
                <a:lnTo>
                  <a:pt x="1981" y="0"/>
                </a:lnTo>
                <a:lnTo>
                  <a:pt x="1981" y="21"/>
                </a:lnTo>
                <a:lnTo>
                  <a:pt x="1941" y="21"/>
                </a:lnTo>
                <a:lnTo>
                  <a:pt x="1941" y="0"/>
                </a:lnTo>
                <a:moveTo>
                  <a:pt x="2022" y="0"/>
                </a:moveTo>
                <a:lnTo>
                  <a:pt x="2062" y="0"/>
                </a:lnTo>
                <a:lnTo>
                  <a:pt x="2062" y="21"/>
                </a:lnTo>
                <a:lnTo>
                  <a:pt x="2022" y="21"/>
                </a:lnTo>
                <a:lnTo>
                  <a:pt x="2022" y="0"/>
                </a:lnTo>
                <a:moveTo>
                  <a:pt x="2103" y="0"/>
                </a:moveTo>
                <a:lnTo>
                  <a:pt x="2143" y="0"/>
                </a:lnTo>
                <a:lnTo>
                  <a:pt x="2143" y="21"/>
                </a:lnTo>
                <a:lnTo>
                  <a:pt x="2103" y="21"/>
                </a:lnTo>
                <a:lnTo>
                  <a:pt x="2103" y="0"/>
                </a:lnTo>
                <a:moveTo>
                  <a:pt x="2183" y="0"/>
                </a:moveTo>
                <a:lnTo>
                  <a:pt x="2224" y="0"/>
                </a:lnTo>
                <a:lnTo>
                  <a:pt x="2224" y="21"/>
                </a:lnTo>
                <a:lnTo>
                  <a:pt x="2183" y="21"/>
                </a:lnTo>
                <a:lnTo>
                  <a:pt x="2183" y="0"/>
                </a:lnTo>
                <a:moveTo>
                  <a:pt x="2264" y="0"/>
                </a:moveTo>
                <a:lnTo>
                  <a:pt x="2305" y="0"/>
                </a:lnTo>
                <a:lnTo>
                  <a:pt x="2305" y="21"/>
                </a:lnTo>
                <a:lnTo>
                  <a:pt x="2264" y="21"/>
                </a:lnTo>
                <a:lnTo>
                  <a:pt x="2264" y="0"/>
                </a:lnTo>
                <a:moveTo>
                  <a:pt x="2345" y="0"/>
                </a:moveTo>
                <a:lnTo>
                  <a:pt x="2385" y="0"/>
                </a:lnTo>
                <a:lnTo>
                  <a:pt x="2385" y="21"/>
                </a:lnTo>
                <a:lnTo>
                  <a:pt x="2345" y="21"/>
                </a:lnTo>
                <a:lnTo>
                  <a:pt x="2345" y="0"/>
                </a:lnTo>
                <a:moveTo>
                  <a:pt x="2426" y="0"/>
                </a:moveTo>
                <a:lnTo>
                  <a:pt x="2466" y="0"/>
                </a:lnTo>
                <a:lnTo>
                  <a:pt x="2466" y="21"/>
                </a:lnTo>
                <a:lnTo>
                  <a:pt x="2426" y="21"/>
                </a:lnTo>
                <a:lnTo>
                  <a:pt x="2426" y="0"/>
                </a:lnTo>
                <a:moveTo>
                  <a:pt x="2507" y="0"/>
                </a:moveTo>
                <a:lnTo>
                  <a:pt x="2547" y="0"/>
                </a:lnTo>
                <a:lnTo>
                  <a:pt x="2547" y="21"/>
                </a:lnTo>
                <a:lnTo>
                  <a:pt x="2507" y="21"/>
                </a:lnTo>
                <a:lnTo>
                  <a:pt x="2507" y="0"/>
                </a:lnTo>
                <a:moveTo>
                  <a:pt x="2587" y="0"/>
                </a:moveTo>
                <a:lnTo>
                  <a:pt x="2628" y="0"/>
                </a:lnTo>
                <a:lnTo>
                  <a:pt x="2628" y="21"/>
                </a:lnTo>
                <a:lnTo>
                  <a:pt x="2587" y="21"/>
                </a:lnTo>
                <a:lnTo>
                  <a:pt x="2587" y="0"/>
                </a:lnTo>
                <a:moveTo>
                  <a:pt x="2668" y="0"/>
                </a:moveTo>
                <a:lnTo>
                  <a:pt x="2709" y="0"/>
                </a:lnTo>
                <a:lnTo>
                  <a:pt x="2709" y="21"/>
                </a:lnTo>
                <a:lnTo>
                  <a:pt x="2668" y="21"/>
                </a:lnTo>
                <a:lnTo>
                  <a:pt x="2668" y="0"/>
                </a:lnTo>
                <a:moveTo>
                  <a:pt x="2749" y="0"/>
                </a:moveTo>
                <a:lnTo>
                  <a:pt x="2790" y="0"/>
                </a:lnTo>
                <a:lnTo>
                  <a:pt x="2790" y="21"/>
                </a:lnTo>
                <a:lnTo>
                  <a:pt x="2749" y="21"/>
                </a:lnTo>
                <a:lnTo>
                  <a:pt x="2749" y="0"/>
                </a:lnTo>
                <a:moveTo>
                  <a:pt x="2830" y="0"/>
                </a:moveTo>
                <a:lnTo>
                  <a:pt x="2870" y="0"/>
                </a:lnTo>
                <a:lnTo>
                  <a:pt x="2870" y="21"/>
                </a:lnTo>
                <a:lnTo>
                  <a:pt x="2830" y="21"/>
                </a:lnTo>
                <a:lnTo>
                  <a:pt x="2830" y="0"/>
                </a:lnTo>
                <a:moveTo>
                  <a:pt x="2911" y="0"/>
                </a:moveTo>
                <a:lnTo>
                  <a:pt x="2951" y="0"/>
                </a:lnTo>
                <a:lnTo>
                  <a:pt x="2951" y="21"/>
                </a:lnTo>
                <a:lnTo>
                  <a:pt x="2911" y="21"/>
                </a:lnTo>
                <a:lnTo>
                  <a:pt x="2911" y="0"/>
                </a:lnTo>
                <a:moveTo>
                  <a:pt x="2992" y="0"/>
                </a:moveTo>
                <a:lnTo>
                  <a:pt x="3032" y="0"/>
                </a:lnTo>
                <a:lnTo>
                  <a:pt x="3032" y="21"/>
                </a:lnTo>
                <a:lnTo>
                  <a:pt x="2992" y="21"/>
                </a:lnTo>
                <a:lnTo>
                  <a:pt x="2992" y="0"/>
                </a:lnTo>
                <a:moveTo>
                  <a:pt x="3072" y="0"/>
                </a:moveTo>
                <a:lnTo>
                  <a:pt x="3113" y="0"/>
                </a:lnTo>
                <a:lnTo>
                  <a:pt x="3113" y="21"/>
                </a:lnTo>
                <a:lnTo>
                  <a:pt x="3072" y="21"/>
                </a:lnTo>
                <a:lnTo>
                  <a:pt x="3072" y="0"/>
                </a:lnTo>
                <a:moveTo>
                  <a:pt x="3153" y="0"/>
                </a:moveTo>
                <a:lnTo>
                  <a:pt x="3194" y="0"/>
                </a:lnTo>
                <a:lnTo>
                  <a:pt x="3194" y="21"/>
                </a:lnTo>
                <a:lnTo>
                  <a:pt x="3153" y="21"/>
                </a:lnTo>
                <a:lnTo>
                  <a:pt x="3153" y="0"/>
                </a:lnTo>
                <a:moveTo>
                  <a:pt x="3234" y="0"/>
                </a:moveTo>
                <a:lnTo>
                  <a:pt x="3274" y="0"/>
                </a:lnTo>
                <a:lnTo>
                  <a:pt x="3274" y="21"/>
                </a:lnTo>
                <a:lnTo>
                  <a:pt x="3234" y="21"/>
                </a:lnTo>
                <a:lnTo>
                  <a:pt x="3234" y="0"/>
                </a:lnTo>
                <a:moveTo>
                  <a:pt x="3315" y="0"/>
                </a:moveTo>
                <a:lnTo>
                  <a:pt x="3355" y="0"/>
                </a:lnTo>
                <a:lnTo>
                  <a:pt x="3355" y="21"/>
                </a:lnTo>
                <a:lnTo>
                  <a:pt x="3315" y="21"/>
                </a:lnTo>
                <a:lnTo>
                  <a:pt x="3315" y="0"/>
                </a:lnTo>
                <a:moveTo>
                  <a:pt x="3396" y="0"/>
                </a:moveTo>
                <a:lnTo>
                  <a:pt x="3436" y="0"/>
                </a:lnTo>
                <a:lnTo>
                  <a:pt x="3436" y="21"/>
                </a:lnTo>
                <a:lnTo>
                  <a:pt x="3396" y="21"/>
                </a:lnTo>
                <a:lnTo>
                  <a:pt x="3396" y="0"/>
                </a:lnTo>
                <a:moveTo>
                  <a:pt x="3476" y="0"/>
                </a:moveTo>
                <a:lnTo>
                  <a:pt x="3517" y="0"/>
                </a:lnTo>
                <a:lnTo>
                  <a:pt x="3517" y="21"/>
                </a:lnTo>
                <a:lnTo>
                  <a:pt x="3476" y="21"/>
                </a:lnTo>
                <a:lnTo>
                  <a:pt x="3476" y="0"/>
                </a:lnTo>
                <a:moveTo>
                  <a:pt x="3557" y="0"/>
                </a:moveTo>
                <a:lnTo>
                  <a:pt x="3598" y="0"/>
                </a:lnTo>
                <a:lnTo>
                  <a:pt x="3598" y="21"/>
                </a:lnTo>
                <a:lnTo>
                  <a:pt x="3557" y="21"/>
                </a:lnTo>
                <a:lnTo>
                  <a:pt x="3557" y="0"/>
                </a:lnTo>
                <a:moveTo>
                  <a:pt x="3638" y="0"/>
                </a:moveTo>
                <a:lnTo>
                  <a:pt x="3678" y="0"/>
                </a:lnTo>
                <a:lnTo>
                  <a:pt x="3678" y="21"/>
                </a:lnTo>
                <a:lnTo>
                  <a:pt x="3638" y="21"/>
                </a:lnTo>
                <a:lnTo>
                  <a:pt x="3638" y="0"/>
                </a:lnTo>
                <a:moveTo>
                  <a:pt x="3719" y="0"/>
                </a:moveTo>
                <a:lnTo>
                  <a:pt x="3759" y="0"/>
                </a:lnTo>
                <a:lnTo>
                  <a:pt x="3759" y="21"/>
                </a:lnTo>
                <a:lnTo>
                  <a:pt x="3719" y="21"/>
                </a:lnTo>
                <a:lnTo>
                  <a:pt x="3719" y="0"/>
                </a:lnTo>
                <a:moveTo>
                  <a:pt x="3800" y="0"/>
                </a:moveTo>
                <a:lnTo>
                  <a:pt x="3840" y="0"/>
                </a:lnTo>
                <a:lnTo>
                  <a:pt x="3840" y="21"/>
                </a:lnTo>
                <a:lnTo>
                  <a:pt x="3800" y="21"/>
                </a:lnTo>
                <a:lnTo>
                  <a:pt x="3800" y="0"/>
                </a:lnTo>
                <a:moveTo>
                  <a:pt x="3880" y="0"/>
                </a:moveTo>
                <a:lnTo>
                  <a:pt x="3921" y="0"/>
                </a:lnTo>
                <a:lnTo>
                  <a:pt x="3921" y="21"/>
                </a:lnTo>
                <a:lnTo>
                  <a:pt x="3880" y="21"/>
                </a:lnTo>
                <a:lnTo>
                  <a:pt x="3880" y="0"/>
                </a:lnTo>
                <a:moveTo>
                  <a:pt x="3961" y="0"/>
                </a:moveTo>
                <a:lnTo>
                  <a:pt x="4002" y="0"/>
                </a:lnTo>
                <a:lnTo>
                  <a:pt x="4002" y="21"/>
                </a:lnTo>
                <a:lnTo>
                  <a:pt x="3961" y="21"/>
                </a:lnTo>
                <a:lnTo>
                  <a:pt x="3961" y="0"/>
                </a:lnTo>
                <a:moveTo>
                  <a:pt x="4042" y="0"/>
                </a:moveTo>
                <a:lnTo>
                  <a:pt x="4083" y="0"/>
                </a:lnTo>
                <a:lnTo>
                  <a:pt x="4083" y="21"/>
                </a:lnTo>
                <a:lnTo>
                  <a:pt x="4042" y="21"/>
                </a:lnTo>
                <a:lnTo>
                  <a:pt x="4042" y="0"/>
                </a:lnTo>
                <a:moveTo>
                  <a:pt x="4123" y="0"/>
                </a:moveTo>
                <a:lnTo>
                  <a:pt x="4163" y="0"/>
                </a:lnTo>
                <a:lnTo>
                  <a:pt x="4163" y="21"/>
                </a:lnTo>
                <a:lnTo>
                  <a:pt x="4123" y="21"/>
                </a:lnTo>
                <a:lnTo>
                  <a:pt x="4123" y="0"/>
                </a:lnTo>
                <a:moveTo>
                  <a:pt x="4204" y="0"/>
                </a:moveTo>
                <a:lnTo>
                  <a:pt x="4244" y="0"/>
                </a:lnTo>
                <a:lnTo>
                  <a:pt x="4244" y="21"/>
                </a:lnTo>
                <a:lnTo>
                  <a:pt x="4204" y="21"/>
                </a:lnTo>
                <a:lnTo>
                  <a:pt x="4204" y="0"/>
                </a:lnTo>
                <a:moveTo>
                  <a:pt x="4285" y="0"/>
                </a:moveTo>
                <a:lnTo>
                  <a:pt x="4325" y="0"/>
                </a:lnTo>
                <a:lnTo>
                  <a:pt x="4325" y="21"/>
                </a:lnTo>
                <a:lnTo>
                  <a:pt x="4285" y="21"/>
                </a:lnTo>
                <a:lnTo>
                  <a:pt x="4285" y="0"/>
                </a:lnTo>
                <a:moveTo>
                  <a:pt x="4365" y="0"/>
                </a:moveTo>
                <a:lnTo>
                  <a:pt x="4406" y="0"/>
                </a:lnTo>
                <a:lnTo>
                  <a:pt x="4406" y="21"/>
                </a:lnTo>
                <a:lnTo>
                  <a:pt x="4365" y="21"/>
                </a:lnTo>
                <a:lnTo>
                  <a:pt x="4365" y="0"/>
                </a:lnTo>
                <a:moveTo>
                  <a:pt x="4446" y="0"/>
                </a:moveTo>
                <a:lnTo>
                  <a:pt x="4487" y="0"/>
                </a:lnTo>
                <a:lnTo>
                  <a:pt x="4487" y="21"/>
                </a:lnTo>
                <a:lnTo>
                  <a:pt x="4446" y="21"/>
                </a:lnTo>
                <a:lnTo>
                  <a:pt x="4446" y="0"/>
                </a:lnTo>
                <a:moveTo>
                  <a:pt x="4527" y="0"/>
                </a:moveTo>
                <a:lnTo>
                  <a:pt x="4567" y="0"/>
                </a:lnTo>
                <a:lnTo>
                  <a:pt x="4567" y="21"/>
                </a:lnTo>
                <a:lnTo>
                  <a:pt x="4527" y="21"/>
                </a:lnTo>
                <a:lnTo>
                  <a:pt x="4527" y="0"/>
                </a:lnTo>
                <a:moveTo>
                  <a:pt x="4608" y="0"/>
                </a:moveTo>
                <a:lnTo>
                  <a:pt x="4648" y="0"/>
                </a:lnTo>
                <a:lnTo>
                  <a:pt x="4648" y="21"/>
                </a:lnTo>
                <a:lnTo>
                  <a:pt x="4608" y="21"/>
                </a:lnTo>
                <a:lnTo>
                  <a:pt x="4608" y="0"/>
                </a:lnTo>
                <a:moveTo>
                  <a:pt x="4689" y="0"/>
                </a:moveTo>
                <a:lnTo>
                  <a:pt x="4729" y="0"/>
                </a:lnTo>
                <a:lnTo>
                  <a:pt x="4729" y="21"/>
                </a:lnTo>
                <a:lnTo>
                  <a:pt x="4689" y="21"/>
                </a:lnTo>
                <a:lnTo>
                  <a:pt x="4689" y="0"/>
                </a:lnTo>
                <a:moveTo>
                  <a:pt x="4769" y="0"/>
                </a:moveTo>
                <a:lnTo>
                  <a:pt x="4810" y="0"/>
                </a:lnTo>
                <a:lnTo>
                  <a:pt x="4810" y="21"/>
                </a:lnTo>
                <a:lnTo>
                  <a:pt x="4769" y="21"/>
                </a:lnTo>
                <a:lnTo>
                  <a:pt x="4769" y="0"/>
                </a:lnTo>
                <a:moveTo>
                  <a:pt x="4850" y="0"/>
                </a:moveTo>
                <a:lnTo>
                  <a:pt x="4891" y="0"/>
                </a:lnTo>
                <a:lnTo>
                  <a:pt x="4891" y="21"/>
                </a:lnTo>
                <a:lnTo>
                  <a:pt x="4850" y="21"/>
                </a:lnTo>
                <a:lnTo>
                  <a:pt x="4850" y="0"/>
                </a:lnTo>
                <a:moveTo>
                  <a:pt x="4931" y="0"/>
                </a:moveTo>
                <a:lnTo>
                  <a:pt x="4971" y="0"/>
                </a:lnTo>
                <a:lnTo>
                  <a:pt x="4971" y="21"/>
                </a:lnTo>
                <a:lnTo>
                  <a:pt x="4931" y="21"/>
                </a:lnTo>
                <a:lnTo>
                  <a:pt x="4931" y="0"/>
                </a:lnTo>
                <a:moveTo>
                  <a:pt x="5012" y="0"/>
                </a:moveTo>
                <a:lnTo>
                  <a:pt x="5052" y="0"/>
                </a:lnTo>
                <a:lnTo>
                  <a:pt x="5052" y="21"/>
                </a:lnTo>
                <a:lnTo>
                  <a:pt x="5012" y="21"/>
                </a:lnTo>
                <a:lnTo>
                  <a:pt x="5012" y="0"/>
                </a:lnTo>
                <a:moveTo>
                  <a:pt x="5093" y="0"/>
                </a:moveTo>
                <a:lnTo>
                  <a:pt x="5133" y="0"/>
                </a:lnTo>
                <a:lnTo>
                  <a:pt x="5133" y="21"/>
                </a:lnTo>
                <a:lnTo>
                  <a:pt x="5093" y="21"/>
                </a:lnTo>
                <a:lnTo>
                  <a:pt x="5093" y="0"/>
                </a:lnTo>
                <a:moveTo>
                  <a:pt x="5174" y="0"/>
                </a:moveTo>
                <a:lnTo>
                  <a:pt x="5214" y="0"/>
                </a:lnTo>
                <a:lnTo>
                  <a:pt x="5214" y="21"/>
                </a:lnTo>
                <a:lnTo>
                  <a:pt x="5174" y="21"/>
                </a:lnTo>
                <a:lnTo>
                  <a:pt x="5174" y="0"/>
                </a:lnTo>
                <a:moveTo>
                  <a:pt x="5254" y="0"/>
                </a:moveTo>
                <a:lnTo>
                  <a:pt x="5295" y="0"/>
                </a:lnTo>
                <a:lnTo>
                  <a:pt x="5295" y="21"/>
                </a:lnTo>
                <a:lnTo>
                  <a:pt x="5254" y="21"/>
                </a:lnTo>
                <a:lnTo>
                  <a:pt x="5254" y="0"/>
                </a:lnTo>
                <a:moveTo>
                  <a:pt x="5335" y="0"/>
                </a:moveTo>
                <a:lnTo>
                  <a:pt x="5376" y="0"/>
                </a:lnTo>
                <a:lnTo>
                  <a:pt x="5376" y="21"/>
                </a:lnTo>
                <a:lnTo>
                  <a:pt x="5335" y="21"/>
                </a:lnTo>
                <a:lnTo>
                  <a:pt x="5335" y="0"/>
                </a:lnTo>
                <a:moveTo>
                  <a:pt x="5416" y="0"/>
                </a:moveTo>
                <a:lnTo>
                  <a:pt x="5456" y="0"/>
                </a:lnTo>
                <a:lnTo>
                  <a:pt x="5456" y="21"/>
                </a:lnTo>
                <a:lnTo>
                  <a:pt x="5416" y="21"/>
                </a:lnTo>
                <a:lnTo>
                  <a:pt x="5416" y="0"/>
                </a:lnTo>
                <a:moveTo>
                  <a:pt x="5497" y="0"/>
                </a:moveTo>
                <a:lnTo>
                  <a:pt x="5537" y="0"/>
                </a:lnTo>
                <a:lnTo>
                  <a:pt x="5537" y="21"/>
                </a:lnTo>
                <a:lnTo>
                  <a:pt x="5497" y="21"/>
                </a:lnTo>
                <a:lnTo>
                  <a:pt x="5497" y="0"/>
                </a:lnTo>
                <a:moveTo>
                  <a:pt x="5578" y="0"/>
                </a:moveTo>
                <a:lnTo>
                  <a:pt x="5618" y="0"/>
                </a:lnTo>
                <a:lnTo>
                  <a:pt x="5618" y="21"/>
                </a:lnTo>
                <a:lnTo>
                  <a:pt x="5578" y="21"/>
                </a:lnTo>
                <a:lnTo>
                  <a:pt x="5578" y="0"/>
                </a:lnTo>
                <a:moveTo>
                  <a:pt x="5658" y="0"/>
                </a:moveTo>
                <a:lnTo>
                  <a:pt x="5699" y="0"/>
                </a:lnTo>
                <a:lnTo>
                  <a:pt x="5699" y="21"/>
                </a:lnTo>
                <a:lnTo>
                  <a:pt x="5658" y="21"/>
                </a:lnTo>
                <a:lnTo>
                  <a:pt x="5658" y="0"/>
                </a:lnTo>
                <a:moveTo>
                  <a:pt x="5739" y="0"/>
                </a:moveTo>
                <a:lnTo>
                  <a:pt x="5780" y="0"/>
                </a:lnTo>
                <a:lnTo>
                  <a:pt x="5780" y="21"/>
                </a:lnTo>
                <a:lnTo>
                  <a:pt x="5739" y="21"/>
                </a:lnTo>
                <a:lnTo>
                  <a:pt x="5739" y="0"/>
                </a:lnTo>
                <a:moveTo>
                  <a:pt x="5820" y="0"/>
                </a:moveTo>
                <a:lnTo>
                  <a:pt x="5860" y="0"/>
                </a:lnTo>
                <a:lnTo>
                  <a:pt x="5860" y="21"/>
                </a:lnTo>
                <a:lnTo>
                  <a:pt x="5820" y="21"/>
                </a:lnTo>
                <a:lnTo>
                  <a:pt x="5820" y="0"/>
                </a:lnTo>
                <a:moveTo>
                  <a:pt x="5901" y="0"/>
                </a:moveTo>
                <a:lnTo>
                  <a:pt x="5941" y="0"/>
                </a:lnTo>
                <a:lnTo>
                  <a:pt x="5941" y="21"/>
                </a:lnTo>
                <a:lnTo>
                  <a:pt x="5901" y="21"/>
                </a:lnTo>
                <a:lnTo>
                  <a:pt x="5901" y="0"/>
                </a:lnTo>
                <a:moveTo>
                  <a:pt x="5982" y="0"/>
                </a:moveTo>
                <a:lnTo>
                  <a:pt x="6022" y="0"/>
                </a:lnTo>
                <a:lnTo>
                  <a:pt x="6022" y="21"/>
                </a:lnTo>
                <a:lnTo>
                  <a:pt x="5982" y="21"/>
                </a:lnTo>
                <a:lnTo>
                  <a:pt x="5982" y="0"/>
                </a:lnTo>
                <a:moveTo>
                  <a:pt x="6062" y="0"/>
                </a:moveTo>
                <a:lnTo>
                  <a:pt x="6103" y="0"/>
                </a:lnTo>
                <a:lnTo>
                  <a:pt x="6103" y="21"/>
                </a:lnTo>
                <a:lnTo>
                  <a:pt x="6062" y="21"/>
                </a:lnTo>
                <a:lnTo>
                  <a:pt x="6062" y="0"/>
                </a:lnTo>
                <a:moveTo>
                  <a:pt x="6143" y="0"/>
                </a:moveTo>
                <a:lnTo>
                  <a:pt x="6184" y="0"/>
                </a:lnTo>
                <a:lnTo>
                  <a:pt x="6184" y="21"/>
                </a:lnTo>
                <a:lnTo>
                  <a:pt x="6143" y="21"/>
                </a:lnTo>
                <a:lnTo>
                  <a:pt x="6143" y="0"/>
                </a:lnTo>
                <a:moveTo>
                  <a:pt x="6224" y="0"/>
                </a:moveTo>
                <a:lnTo>
                  <a:pt x="6265" y="0"/>
                </a:lnTo>
                <a:lnTo>
                  <a:pt x="6265" y="21"/>
                </a:lnTo>
                <a:lnTo>
                  <a:pt x="6224" y="21"/>
                </a:lnTo>
                <a:lnTo>
                  <a:pt x="6224" y="0"/>
                </a:lnTo>
                <a:moveTo>
                  <a:pt x="6305" y="0"/>
                </a:moveTo>
                <a:lnTo>
                  <a:pt x="6345" y="0"/>
                </a:lnTo>
                <a:lnTo>
                  <a:pt x="6345" y="21"/>
                </a:lnTo>
                <a:lnTo>
                  <a:pt x="6305" y="21"/>
                </a:lnTo>
                <a:lnTo>
                  <a:pt x="6305" y="0"/>
                </a:lnTo>
                <a:moveTo>
                  <a:pt x="6386" y="0"/>
                </a:moveTo>
                <a:lnTo>
                  <a:pt x="6426" y="0"/>
                </a:lnTo>
                <a:lnTo>
                  <a:pt x="6426" y="21"/>
                </a:lnTo>
                <a:lnTo>
                  <a:pt x="6386" y="21"/>
                </a:lnTo>
                <a:lnTo>
                  <a:pt x="6386" y="0"/>
                </a:lnTo>
                <a:moveTo>
                  <a:pt x="6467" y="0"/>
                </a:moveTo>
                <a:lnTo>
                  <a:pt x="6507" y="0"/>
                </a:lnTo>
                <a:lnTo>
                  <a:pt x="6507" y="21"/>
                </a:lnTo>
                <a:lnTo>
                  <a:pt x="6467" y="21"/>
                </a:lnTo>
                <a:lnTo>
                  <a:pt x="6467" y="0"/>
                </a:lnTo>
                <a:moveTo>
                  <a:pt x="6547" y="0"/>
                </a:moveTo>
                <a:lnTo>
                  <a:pt x="6588" y="0"/>
                </a:lnTo>
                <a:lnTo>
                  <a:pt x="6588" y="21"/>
                </a:lnTo>
                <a:lnTo>
                  <a:pt x="6547" y="21"/>
                </a:lnTo>
                <a:lnTo>
                  <a:pt x="6547" y="0"/>
                </a:lnTo>
                <a:moveTo>
                  <a:pt x="6628" y="0"/>
                </a:moveTo>
                <a:lnTo>
                  <a:pt x="6669" y="0"/>
                </a:lnTo>
                <a:lnTo>
                  <a:pt x="6669" y="21"/>
                </a:lnTo>
                <a:lnTo>
                  <a:pt x="6628" y="21"/>
                </a:lnTo>
                <a:lnTo>
                  <a:pt x="6628" y="0"/>
                </a:lnTo>
                <a:moveTo>
                  <a:pt x="6709" y="0"/>
                </a:moveTo>
                <a:lnTo>
                  <a:pt x="6749" y="0"/>
                </a:lnTo>
                <a:lnTo>
                  <a:pt x="6749" y="21"/>
                </a:lnTo>
                <a:lnTo>
                  <a:pt x="6709" y="21"/>
                </a:lnTo>
                <a:lnTo>
                  <a:pt x="6709" y="0"/>
                </a:lnTo>
                <a:moveTo>
                  <a:pt x="6790" y="0"/>
                </a:moveTo>
                <a:lnTo>
                  <a:pt x="6830" y="0"/>
                </a:lnTo>
                <a:lnTo>
                  <a:pt x="6830" y="21"/>
                </a:lnTo>
                <a:lnTo>
                  <a:pt x="6790" y="21"/>
                </a:lnTo>
                <a:lnTo>
                  <a:pt x="6790" y="0"/>
                </a:lnTo>
                <a:moveTo>
                  <a:pt x="6871" y="0"/>
                </a:moveTo>
                <a:lnTo>
                  <a:pt x="6911" y="0"/>
                </a:lnTo>
                <a:lnTo>
                  <a:pt x="6911" y="21"/>
                </a:lnTo>
                <a:lnTo>
                  <a:pt x="6871" y="21"/>
                </a:lnTo>
                <a:lnTo>
                  <a:pt x="6871" y="0"/>
                </a:lnTo>
                <a:moveTo>
                  <a:pt x="6951" y="0"/>
                </a:moveTo>
                <a:lnTo>
                  <a:pt x="6992" y="0"/>
                </a:lnTo>
                <a:lnTo>
                  <a:pt x="6992" y="21"/>
                </a:lnTo>
                <a:lnTo>
                  <a:pt x="6951" y="21"/>
                </a:lnTo>
                <a:lnTo>
                  <a:pt x="6951" y="0"/>
                </a:lnTo>
                <a:moveTo>
                  <a:pt x="7032" y="0"/>
                </a:moveTo>
                <a:lnTo>
                  <a:pt x="7073" y="0"/>
                </a:lnTo>
                <a:lnTo>
                  <a:pt x="7073" y="21"/>
                </a:lnTo>
                <a:lnTo>
                  <a:pt x="7032" y="21"/>
                </a:lnTo>
                <a:lnTo>
                  <a:pt x="7032" y="0"/>
                </a:lnTo>
                <a:moveTo>
                  <a:pt x="7113" y="0"/>
                </a:moveTo>
                <a:lnTo>
                  <a:pt x="7153" y="0"/>
                </a:lnTo>
                <a:lnTo>
                  <a:pt x="7153" y="21"/>
                </a:lnTo>
                <a:lnTo>
                  <a:pt x="7113" y="21"/>
                </a:lnTo>
                <a:lnTo>
                  <a:pt x="7113" y="0"/>
                </a:lnTo>
                <a:moveTo>
                  <a:pt x="7194" y="0"/>
                </a:moveTo>
                <a:lnTo>
                  <a:pt x="7234" y="0"/>
                </a:lnTo>
                <a:lnTo>
                  <a:pt x="7234" y="21"/>
                </a:lnTo>
                <a:lnTo>
                  <a:pt x="7194" y="21"/>
                </a:lnTo>
                <a:lnTo>
                  <a:pt x="7194" y="0"/>
                </a:lnTo>
                <a:moveTo>
                  <a:pt x="7275" y="0"/>
                </a:moveTo>
                <a:lnTo>
                  <a:pt x="7315" y="0"/>
                </a:lnTo>
                <a:lnTo>
                  <a:pt x="7315" y="21"/>
                </a:lnTo>
                <a:lnTo>
                  <a:pt x="7275" y="21"/>
                </a:lnTo>
                <a:lnTo>
                  <a:pt x="7275" y="0"/>
                </a:lnTo>
                <a:moveTo>
                  <a:pt x="7356" y="0"/>
                </a:moveTo>
                <a:lnTo>
                  <a:pt x="7396" y="0"/>
                </a:lnTo>
                <a:lnTo>
                  <a:pt x="7396" y="21"/>
                </a:lnTo>
                <a:lnTo>
                  <a:pt x="7356" y="21"/>
                </a:lnTo>
                <a:lnTo>
                  <a:pt x="7356" y="0"/>
                </a:lnTo>
                <a:moveTo>
                  <a:pt x="7436" y="0"/>
                </a:moveTo>
                <a:lnTo>
                  <a:pt x="7477" y="0"/>
                </a:lnTo>
                <a:lnTo>
                  <a:pt x="7477" y="21"/>
                </a:lnTo>
                <a:lnTo>
                  <a:pt x="7436" y="21"/>
                </a:lnTo>
                <a:lnTo>
                  <a:pt x="7436" y="0"/>
                </a:lnTo>
                <a:moveTo>
                  <a:pt x="7517" y="0"/>
                </a:moveTo>
                <a:lnTo>
                  <a:pt x="7558" y="0"/>
                </a:lnTo>
                <a:lnTo>
                  <a:pt x="7558" y="21"/>
                </a:lnTo>
                <a:lnTo>
                  <a:pt x="7517" y="21"/>
                </a:lnTo>
                <a:lnTo>
                  <a:pt x="7517" y="0"/>
                </a:lnTo>
                <a:moveTo>
                  <a:pt x="7598" y="0"/>
                </a:moveTo>
                <a:lnTo>
                  <a:pt x="7638" y="0"/>
                </a:lnTo>
                <a:lnTo>
                  <a:pt x="7638" y="21"/>
                </a:lnTo>
                <a:lnTo>
                  <a:pt x="7598" y="21"/>
                </a:lnTo>
                <a:lnTo>
                  <a:pt x="7598" y="0"/>
                </a:lnTo>
                <a:moveTo>
                  <a:pt x="7679" y="0"/>
                </a:moveTo>
                <a:lnTo>
                  <a:pt x="7719" y="0"/>
                </a:lnTo>
                <a:lnTo>
                  <a:pt x="7719" y="21"/>
                </a:lnTo>
                <a:lnTo>
                  <a:pt x="7679" y="21"/>
                </a:lnTo>
                <a:lnTo>
                  <a:pt x="7679" y="0"/>
                </a:lnTo>
                <a:moveTo>
                  <a:pt x="7760" y="0"/>
                </a:moveTo>
                <a:lnTo>
                  <a:pt x="7800" y="0"/>
                </a:lnTo>
                <a:lnTo>
                  <a:pt x="7800" y="21"/>
                </a:lnTo>
                <a:lnTo>
                  <a:pt x="7760" y="21"/>
                </a:lnTo>
                <a:lnTo>
                  <a:pt x="7760" y="0"/>
                </a:lnTo>
                <a:moveTo>
                  <a:pt x="7840" y="0"/>
                </a:moveTo>
                <a:lnTo>
                  <a:pt x="7881" y="0"/>
                </a:lnTo>
                <a:lnTo>
                  <a:pt x="7881" y="21"/>
                </a:lnTo>
                <a:lnTo>
                  <a:pt x="7840" y="21"/>
                </a:lnTo>
                <a:lnTo>
                  <a:pt x="7840" y="0"/>
                </a:lnTo>
                <a:moveTo>
                  <a:pt x="7921" y="0"/>
                </a:moveTo>
                <a:lnTo>
                  <a:pt x="7962" y="0"/>
                </a:lnTo>
                <a:lnTo>
                  <a:pt x="7962" y="21"/>
                </a:lnTo>
                <a:lnTo>
                  <a:pt x="7921" y="21"/>
                </a:lnTo>
                <a:lnTo>
                  <a:pt x="7921" y="0"/>
                </a:lnTo>
                <a:moveTo>
                  <a:pt x="8002" y="0"/>
                </a:moveTo>
                <a:lnTo>
                  <a:pt x="8042" y="0"/>
                </a:lnTo>
                <a:lnTo>
                  <a:pt x="8042" y="21"/>
                </a:lnTo>
                <a:lnTo>
                  <a:pt x="8002" y="21"/>
                </a:lnTo>
                <a:lnTo>
                  <a:pt x="8002" y="0"/>
                </a:lnTo>
                <a:moveTo>
                  <a:pt x="8083" y="0"/>
                </a:moveTo>
                <a:lnTo>
                  <a:pt x="8123" y="0"/>
                </a:lnTo>
                <a:lnTo>
                  <a:pt x="8123" y="21"/>
                </a:lnTo>
                <a:lnTo>
                  <a:pt x="8083" y="21"/>
                </a:lnTo>
                <a:lnTo>
                  <a:pt x="8083" y="0"/>
                </a:lnTo>
                <a:moveTo>
                  <a:pt x="8164" y="0"/>
                </a:moveTo>
                <a:lnTo>
                  <a:pt x="8204" y="0"/>
                </a:lnTo>
                <a:lnTo>
                  <a:pt x="8204" y="21"/>
                </a:lnTo>
                <a:lnTo>
                  <a:pt x="8164" y="21"/>
                </a:lnTo>
                <a:lnTo>
                  <a:pt x="8164" y="0"/>
                </a:lnTo>
                <a:moveTo>
                  <a:pt x="8244" y="0"/>
                </a:moveTo>
                <a:lnTo>
                  <a:pt x="8285" y="0"/>
                </a:lnTo>
                <a:lnTo>
                  <a:pt x="8285" y="21"/>
                </a:lnTo>
                <a:lnTo>
                  <a:pt x="8244" y="21"/>
                </a:lnTo>
                <a:lnTo>
                  <a:pt x="8244" y="0"/>
                </a:lnTo>
                <a:moveTo>
                  <a:pt x="8325" y="0"/>
                </a:moveTo>
                <a:lnTo>
                  <a:pt x="8366" y="0"/>
                </a:lnTo>
                <a:lnTo>
                  <a:pt x="8366" y="21"/>
                </a:lnTo>
                <a:lnTo>
                  <a:pt x="8325" y="21"/>
                </a:lnTo>
                <a:lnTo>
                  <a:pt x="8325" y="0"/>
                </a:lnTo>
                <a:moveTo>
                  <a:pt x="8406" y="0"/>
                </a:moveTo>
                <a:lnTo>
                  <a:pt x="8446" y="0"/>
                </a:lnTo>
                <a:lnTo>
                  <a:pt x="8446" y="21"/>
                </a:lnTo>
                <a:lnTo>
                  <a:pt x="8406" y="21"/>
                </a:lnTo>
                <a:lnTo>
                  <a:pt x="8406" y="0"/>
                </a:lnTo>
                <a:moveTo>
                  <a:pt x="8487" y="0"/>
                </a:moveTo>
                <a:lnTo>
                  <a:pt x="8527" y="0"/>
                </a:lnTo>
                <a:lnTo>
                  <a:pt x="8527" y="21"/>
                </a:lnTo>
                <a:lnTo>
                  <a:pt x="8487" y="21"/>
                </a:lnTo>
                <a:lnTo>
                  <a:pt x="8487" y="0"/>
                </a:lnTo>
                <a:moveTo>
                  <a:pt x="8568" y="0"/>
                </a:moveTo>
                <a:lnTo>
                  <a:pt x="8608" y="0"/>
                </a:lnTo>
                <a:lnTo>
                  <a:pt x="8608" y="21"/>
                </a:lnTo>
                <a:lnTo>
                  <a:pt x="8568" y="21"/>
                </a:lnTo>
                <a:lnTo>
                  <a:pt x="8568" y="0"/>
                </a:lnTo>
                <a:moveTo>
                  <a:pt x="8649" y="0"/>
                </a:moveTo>
                <a:lnTo>
                  <a:pt x="8689" y="0"/>
                </a:lnTo>
                <a:lnTo>
                  <a:pt x="8689" y="21"/>
                </a:lnTo>
                <a:lnTo>
                  <a:pt x="8649" y="21"/>
                </a:lnTo>
                <a:lnTo>
                  <a:pt x="8649" y="0"/>
                </a:lnTo>
                <a:moveTo>
                  <a:pt x="8729" y="0"/>
                </a:moveTo>
                <a:lnTo>
                  <a:pt x="8770" y="0"/>
                </a:lnTo>
                <a:lnTo>
                  <a:pt x="8770" y="21"/>
                </a:lnTo>
                <a:lnTo>
                  <a:pt x="8729" y="21"/>
                </a:lnTo>
                <a:lnTo>
                  <a:pt x="8729" y="0"/>
                </a:lnTo>
                <a:moveTo>
                  <a:pt x="8810" y="0"/>
                </a:moveTo>
                <a:lnTo>
                  <a:pt x="8851" y="0"/>
                </a:lnTo>
                <a:lnTo>
                  <a:pt x="8851" y="21"/>
                </a:lnTo>
                <a:lnTo>
                  <a:pt x="8810" y="21"/>
                </a:lnTo>
                <a:lnTo>
                  <a:pt x="8810" y="0"/>
                </a:lnTo>
                <a:moveTo>
                  <a:pt x="8891" y="0"/>
                </a:moveTo>
                <a:lnTo>
                  <a:pt x="8909" y="0"/>
                </a:lnTo>
                <a:lnTo>
                  <a:pt x="8909" y="21"/>
                </a:lnTo>
                <a:lnTo>
                  <a:pt x="8891" y="21"/>
                </a:lnTo>
                <a:lnTo>
                  <a:pt x="8891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5" name=""/>
          <p:cNvSpPr txBox="1"/>
          <p:nvPr/>
        </p:nvSpPr>
        <p:spPr>
          <a:xfrm>
            <a:off x="1093680" y="4007880"/>
            <a:ext cx="1389240" cy="97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630" spc="-1" strike="noStrike">
                <a:solidFill>
                  <a:srgbClr val="000000"/>
                </a:solidFill>
                <a:latin typeface="Calibri"/>
                <a:ea typeface="Calibri"/>
              </a:rPr>
              <a:t>ll requested / on-hold — not yet acted on]</a:t>
            </a:r>
            <a:endParaRPr b="0" lang="en-AU" sz="6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6" name=""/>
          <p:cNvSpPr/>
          <p:nvPr/>
        </p:nvSpPr>
        <p:spPr>
          <a:xfrm>
            <a:off x="1066680" y="4381560"/>
            <a:ext cx="2116800" cy="196920"/>
          </a:xfrm>
          <a:custGeom>
            <a:avLst/>
            <a:gdLst/>
            <a:ahLst/>
            <a:rect l="0" t="0" r="r" b="b"/>
            <a:pathLst>
              <a:path w="5880" h="547">
                <a:moveTo>
                  <a:pt x="0" y="0"/>
                </a:moveTo>
                <a:lnTo>
                  <a:pt x="0" y="547"/>
                </a:lnTo>
                <a:lnTo>
                  <a:pt x="5880" y="547"/>
                </a:lnTo>
                <a:lnTo>
                  <a:pt x="5880" y="204"/>
                </a:lnTo>
                <a:lnTo>
                  <a:pt x="5677" y="0"/>
                </a:lnTo>
                <a:lnTo>
                  <a:pt x="0" y="0"/>
                </a:lnTo>
                <a:close/>
              </a:path>
            </a:pathLst>
          </a:custGeom>
          <a:solidFill>
            <a:srgbClr val="feff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7" name=""/>
          <p:cNvSpPr/>
          <p:nvPr/>
        </p:nvSpPr>
        <p:spPr>
          <a:xfrm>
            <a:off x="1066680" y="4381560"/>
            <a:ext cx="2116800" cy="196920"/>
          </a:xfrm>
          <a:custGeom>
            <a:avLst/>
            <a:gdLst/>
            <a:ahLst/>
            <a:rect l="0" t="0" r="r" b="b"/>
            <a:pathLst>
              <a:path fill="none" w="5880" h="547">
                <a:moveTo>
                  <a:pt x="0" y="0"/>
                </a:moveTo>
                <a:lnTo>
                  <a:pt x="0" y="547"/>
                </a:lnTo>
                <a:lnTo>
                  <a:pt x="5880" y="547"/>
                </a:lnTo>
                <a:lnTo>
                  <a:pt x="5880" y="204"/>
                </a:lnTo>
                <a:lnTo>
                  <a:pt x="5677" y="0"/>
                </a:lnTo>
                <a:lnTo>
                  <a:pt x="0" y="0"/>
                </a:lnTo>
              </a:path>
            </a:pathLst>
          </a:custGeom>
          <a:ln w="3600">
            <a:solidFill>
              <a:srgbClr val="181818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8" name=""/>
          <p:cNvSpPr/>
          <p:nvPr/>
        </p:nvSpPr>
        <p:spPr>
          <a:xfrm>
            <a:off x="3110400" y="4381560"/>
            <a:ext cx="73080" cy="73440"/>
          </a:xfrm>
          <a:custGeom>
            <a:avLst/>
            <a:gdLst/>
            <a:ahLst/>
            <a:rect l="0" t="0" r="r" b="b"/>
            <a:pathLst>
              <a:path w="203" h="204">
                <a:moveTo>
                  <a:pt x="0" y="0"/>
                </a:moveTo>
                <a:lnTo>
                  <a:pt x="0" y="204"/>
                </a:lnTo>
                <a:lnTo>
                  <a:pt x="203" y="204"/>
                </a:lnTo>
                <a:lnTo>
                  <a:pt x="0" y="0"/>
                </a:lnTo>
                <a:close/>
              </a:path>
            </a:pathLst>
          </a:custGeom>
          <a:solidFill>
            <a:srgbClr val="feff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9" name=""/>
          <p:cNvSpPr/>
          <p:nvPr/>
        </p:nvSpPr>
        <p:spPr>
          <a:xfrm>
            <a:off x="3110400" y="4381560"/>
            <a:ext cx="73080" cy="73440"/>
          </a:xfrm>
          <a:custGeom>
            <a:avLst/>
            <a:gdLst/>
            <a:ahLst/>
            <a:rect l="0" t="0" r="r" b="b"/>
            <a:pathLst>
              <a:path fill="none" w="203" h="204">
                <a:moveTo>
                  <a:pt x="0" y="0"/>
                </a:moveTo>
                <a:lnTo>
                  <a:pt x="0" y="204"/>
                </a:lnTo>
                <a:lnTo>
                  <a:pt x="203" y="204"/>
                </a:lnTo>
                <a:lnTo>
                  <a:pt x="0" y="0"/>
                </a:lnTo>
              </a:path>
            </a:pathLst>
          </a:custGeom>
          <a:ln w="3600">
            <a:solidFill>
              <a:srgbClr val="181818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0" name=""/>
          <p:cNvSpPr txBox="1"/>
          <p:nvPr/>
        </p:nvSpPr>
        <p:spPr>
          <a:xfrm>
            <a:off x="1155960" y="4155120"/>
            <a:ext cx="1576440" cy="116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750" spc="-1" strike="noStrike">
                <a:solidFill>
                  <a:srgbClr val="000000"/>
                </a:solidFill>
                <a:latin typeface="Calibri"/>
                <a:ea typeface="Calibri"/>
              </a:rPr>
              <a:t>Task (requested / on-hold, statusReason)</a:t>
            </a:r>
            <a:endParaRPr b="0" lang="en-AU" sz="7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1" name=""/>
          <p:cNvSpPr txBox="1"/>
          <p:nvPr/>
        </p:nvSpPr>
        <p:spPr>
          <a:xfrm>
            <a:off x="1110240" y="4429440"/>
            <a:ext cx="1713600" cy="116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750" spc="-1" strike="noStrike">
                <a:solidFill>
                  <a:srgbClr val="000000"/>
                </a:solidFill>
                <a:latin typeface="Calibri"/>
                <a:ea typeface="Calibri"/>
              </a:rPr>
              <a:t>keep watching the Task; retry once accepted</a:t>
            </a:r>
            <a:endParaRPr b="0" lang="en-AU" sz="7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2" name=""/>
          <p:cNvSpPr txBox="1"/>
          <p:nvPr/>
        </p:nvSpPr>
        <p:spPr>
          <a:xfrm>
            <a:off x="666720" y="5774400"/>
            <a:ext cx="758268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Monitor </a:t>
            </a:r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this referral's Task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to know when it has been acted on, then book.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3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4" name=""/>
          <p:cNvSpPr txBox="1"/>
          <p:nvPr/>
        </p:nvSpPr>
        <p:spPr>
          <a:xfrm>
            <a:off x="11790360" y="6345000"/>
            <a:ext cx="2282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777777"/>
                </a:solidFill>
                <a:latin typeface="Calibri"/>
                <a:ea typeface="Calibri"/>
              </a:rPr>
              <a:t>6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8" name=""/>
          <p:cNvSpPr/>
          <p:nvPr/>
        </p:nvSpPr>
        <p:spPr>
          <a:xfrm>
            <a:off x="666720" y="1161720"/>
            <a:ext cx="10858680" cy="29160"/>
          </a:xfrm>
          <a:custGeom>
            <a:avLst/>
            <a:gdLst/>
            <a:ahLst/>
            <a:rect l="0" t="0" r="r" b="b"/>
            <a:pathLst>
              <a:path w="30163" h="81">
                <a:moveTo>
                  <a:pt x="0" y="0"/>
                </a:moveTo>
                <a:lnTo>
                  <a:pt x="30163" y="0"/>
                </a:lnTo>
                <a:lnTo>
                  <a:pt x="30163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59" name=""/>
          <p:cNvSpPr/>
          <p:nvPr/>
        </p:nvSpPr>
        <p:spPr>
          <a:xfrm>
            <a:off x="715320" y="1928880"/>
            <a:ext cx="2084760" cy="879480"/>
          </a:xfrm>
          <a:custGeom>
            <a:avLst/>
            <a:gdLst/>
            <a:ahLst/>
            <a:rect l="0" t="0" r="r" b="b"/>
            <a:pathLst>
              <a:path w="5791" h="2443">
                <a:moveTo>
                  <a:pt x="0" y="0"/>
                </a:moveTo>
                <a:lnTo>
                  <a:pt x="5791" y="0"/>
                </a:lnTo>
                <a:lnTo>
                  <a:pt x="5791" y="2443"/>
                </a:lnTo>
                <a:lnTo>
                  <a:pt x="0" y="2443"/>
                </a:lnTo>
                <a:lnTo>
                  <a:pt x="0" y="0"/>
                </a:lnTo>
                <a:close/>
              </a:path>
            </a:pathLst>
          </a:custGeom>
          <a:noFill/>
          <a:ln w="7200">
            <a:solidFill>
              <a:srgbClr val="000000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0" name=""/>
          <p:cNvSpPr/>
          <p:nvPr/>
        </p:nvSpPr>
        <p:spPr>
          <a:xfrm>
            <a:off x="763920" y="2059200"/>
            <a:ext cx="1987560" cy="405720"/>
          </a:xfrm>
          <a:custGeom>
            <a:avLst/>
            <a:gdLst/>
            <a:ahLst/>
            <a:rect l="0" t="0" r="r" b="b"/>
            <a:pathLst>
              <a:path w="5521" h="1127">
                <a:moveTo>
                  <a:pt x="0" y="0"/>
                </a:moveTo>
                <a:lnTo>
                  <a:pt x="5521" y="0"/>
                </a:lnTo>
                <a:lnTo>
                  <a:pt x="5521" y="1127"/>
                </a:lnTo>
                <a:lnTo>
                  <a:pt x="0" y="1127"/>
                </a:lnTo>
                <a:lnTo>
                  <a:pt x="0" y="0"/>
                </a:lnTo>
                <a:close/>
              </a:path>
            </a:pathLst>
          </a:custGeom>
          <a:noFill/>
          <a:ln w="7200">
            <a:solidFill>
              <a:srgbClr val="000000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1" name=""/>
          <p:cNvSpPr/>
          <p:nvPr/>
        </p:nvSpPr>
        <p:spPr>
          <a:xfrm>
            <a:off x="763920" y="2876400"/>
            <a:ext cx="1987560" cy="1252440"/>
          </a:xfrm>
          <a:custGeom>
            <a:avLst/>
            <a:gdLst/>
            <a:ahLst/>
            <a:rect l="0" t="0" r="r" b="b"/>
            <a:pathLst>
              <a:path w="5521" h="3479">
                <a:moveTo>
                  <a:pt x="0" y="0"/>
                </a:moveTo>
                <a:lnTo>
                  <a:pt x="5521" y="0"/>
                </a:lnTo>
                <a:lnTo>
                  <a:pt x="5521" y="3479"/>
                </a:lnTo>
                <a:lnTo>
                  <a:pt x="0" y="3479"/>
                </a:lnTo>
                <a:lnTo>
                  <a:pt x="0" y="0"/>
                </a:lnTo>
                <a:close/>
              </a:path>
            </a:pathLst>
          </a:custGeom>
          <a:noFill/>
          <a:ln w="7200">
            <a:solidFill>
              <a:srgbClr val="000000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2" name=""/>
          <p:cNvSpPr/>
          <p:nvPr/>
        </p:nvSpPr>
        <p:spPr>
          <a:xfrm>
            <a:off x="940680" y="1846080"/>
            <a:ext cx="39240" cy="1608840"/>
          </a:xfrm>
          <a:custGeom>
            <a:avLst/>
            <a:gdLst/>
            <a:ahLst/>
            <a:rect l="0" t="0" r="r" b="b"/>
            <a:pathLst>
              <a:path w="109" h="4469">
                <a:moveTo>
                  <a:pt x="0" y="0"/>
                </a:moveTo>
                <a:lnTo>
                  <a:pt x="109" y="0"/>
                </a:lnTo>
                <a:lnTo>
                  <a:pt x="109" y="4469"/>
                </a:lnTo>
                <a:lnTo>
                  <a:pt x="0" y="4469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63" name=""/>
          <p:cNvSpPr/>
          <p:nvPr/>
        </p:nvSpPr>
        <p:spPr>
          <a:xfrm>
            <a:off x="957600" y="1846080"/>
            <a:ext cx="3240" cy="1585800"/>
          </a:xfrm>
          <a:custGeom>
            <a:avLst/>
            <a:gdLst/>
            <a:ahLst/>
            <a:rect l="0" t="0" r="r" b="b"/>
            <a:pathLst>
              <a:path w="9" h="4405">
                <a:moveTo>
                  <a:pt x="9" y="0"/>
                </a:moveTo>
                <a:lnTo>
                  <a:pt x="9" y="67"/>
                </a:lnTo>
                <a:lnTo>
                  <a:pt x="0" y="67"/>
                </a:lnTo>
                <a:lnTo>
                  <a:pt x="0" y="0"/>
                </a:lnTo>
                <a:lnTo>
                  <a:pt x="9" y="0"/>
                </a:lnTo>
                <a:moveTo>
                  <a:pt x="9" y="135"/>
                </a:moveTo>
                <a:lnTo>
                  <a:pt x="9" y="203"/>
                </a:lnTo>
                <a:lnTo>
                  <a:pt x="0" y="203"/>
                </a:lnTo>
                <a:lnTo>
                  <a:pt x="0" y="135"/>
                </a:lnTo>
                <a:lnTo>
                  <a:pt x="9" y="135"/>
                </a:lnTo>
                <a:moveTo>
                  <a:pt x="9" y="271"/>
                </a:moveTo>
                <a:lnTo>
                  <a:pt x="9" y="338"/>
                </a:lnTo>
                <a:lnTo>
                  <a:pt x="0" y="338"/>
                </a:lnTo>
                <a:lnTo>
                  <a:pt x="0" y="271"/>
                </a:lnTo>
                <a:lnTo>
                  <a:pt x="9" y="271"/>
                </a:lnTo>
                <a:moveTo>
                  <a:pt x="9" y="406"/>
                </a:moveTo>
                <a:lnTo>
                  <a:pt x="9" y="474"/>
                </a:lnTo>
                <a:lnTo>
                  <a:pt x="0" y="474"/>
                </a:lnTo>
                <a:lnTo>
                  <a:pt x="0" y="406"/>
                </a:lnTo>
                <a:lnTo>
                  <a:pt x="9" y="406"/>
                </a:lnTo>
                <a:moveTo>
                  <a:pt x="9" y="542"/>
                </a:moveTo>
                <a:lnTo>
                  <a:pt x="9" y="610"/>
                </a:lnTo>
                <a:lnTo>
                  <a:pt x="0" y="610"/>
                </a:lnTo>
                <a:lnTo>
                  <a:pt x="0" y="542"/>
                </a:lnTo>
                <a:lnTo>
                  <a:pt x="9" y="542"/>
                </a:lnTo>
                <a:moveTo>
                  <a:pt x="9" y="677"/>
                </a:moveTo>
                <a:lnTo>
                  <a:pt x="9" y="745"/>
                </a:lnTo>
                <a:lnTo>
                  <a:pt x="0" y="745"/>
                </a:lnTo>
                <a:lnTo>
                  <a:pt x="0" y="677"/>
                </a:lnTo>
                <a:lnTo>
                  <a:pt x="9" y="677"/>
                </a:lnTo>
                <a:moveTo>
                  <a:pt x="9" y="813"/>
                </a:moveTo>
                <a:lnTo>
                  <a:pt x="9" y="881"/>
                </a:lnTo>
                <a:lnTo>
                  <a:pt x="0" y="881"/>
                </a:lnTo>
                <a:lnTo>
                  <a:pt x="0" y="813"/>
                </a:lnTo>
                <a:lnTo>
                  <a:pt x="9" y="813"/>
                </a:lnTo>
                <a:moveTo>
                  <a:pt x="9" y="948"/>
                </a:moveTo>
                <a:lnTo>
                  <a:pt x="9" y="1016"/>
                </a:lnTo>
                <a:lnTo>
                  <a:pt x="0" y="1016"/>
                </a:lnTo>
                <a:lnTo>
                  <a:pt x="0" y="948"/>
                </a:lnTo>
                <a:lnTo>
                  <a:pt x="9" y="948"/>
                </a:lnTo>
                <a:moveTo>
                  <a:pt x="9" y="1084"/>
                </a:moveTo>
                <a:lnTo>
                  <a:pt x="9" y="1152"/>
                </a:lnTo>
                <a:lnTo>
                  <a:pt x="0" y="1152"/>
                </a:lnTo>
                <a:lnTo>
                  <a:pt x="0" y="1084"/>
                </a:lnTo>
                <a:lnTo>
                  <a:pt x="9" y="1084"/>
                </a:lnTo>
                <a:moveTo>
                  <a:pt x="9" y="1219"/>
                </a:moveTo>
                <a:lnTo>
                  <a:pt x="9" y="1287"/>
                </a:lnTo>
                <a:lnTo>
                  <a:pt x="0" y="1287"/>
                </a:lnTo>
                <a:lnTo>
                  <a:pt x="0" y="1219"/>
                </a:lnTo>
                <a:lnTo>
                  <a:pt x="9" y="1219"/>
                </a:lnTo>
                <a:moveTo>
                  <a:pt x="9" y="1355"/>
                </a:moveTo>
                <a:lnTo>
                  <a:pt x="9" y="1423"/>
                </a:lnTo>
                <a:lnTo>
                  <a:pt x="0" y="1423"/>
                </a:lnTo>
                <a:lnTo>
                  <a:pt x="0" y="1355"/>
                </a:lnTo>
                <a:lnTo>
                  <a:pt x="9" y="1355"/>
                </a:lnTo>
                <a:moveTo>
                  <a:pt x="9" y="1491"/>
                </a:moveTo>
                <a:lnTo>
                  <a:pt x="9" y="1559"/>
                </a:lnTo>
                <a:lnTo>
                  <a:pt x="0" y="1559"/>
                </a:lnTo>
                <a:lnTo>
                  <a:pt x="0" y="1491"/>
                </a:lnTo>
                <a:lnTo>
                  <a:pt x="9" y="1491"/>
                </a:lnTo>
                <a:moveTo>
                  <a:pt x="9" y="1627"/>
                </a:moveTo>
                <a:lnTo>
                  <a:pt x="9" y="1695"/>
                </a:lnTo>
                <a:lnTo>
                  <a:pt x="0" y="1695"/>
                </a:lnTo>
                <a:lnTo>
                  <a:pt x="0" y="1627"/>
                </a:lnTo>
                <a:lnTo>
                  <a:pt x="9" y="1627"/>
                </a:lnTo>
                <a:moveTo>
                  <a:pt x="9" y="1762"/>
                </a:moveTo>
                <a:lnTo>
                  <a:pt x="9" y="1830"/>
                </a:lnTo>
                <a:lnTo>
                  <a:pt x="0" y="1830"/>
                </a:lnTo>
                <a:lnTo>
                  <a:pt x="0" y="1762"/>
                </a:lnTo>
                <a:lnTo>
                  <a:pt x="9" y="1762"/>
                </a:lnTo>
                <a:moveTo>
                  <a:pt x="9" y="1898"/>
                </a:moveTo>
                <a:lnTo>
                  <a:pt x="9" y="1966"/>
                </a:lnTo>
                <a:lnTo>
                  <a:pt x="0" y="1966"/>
                </a:lnTo>
                <a:lnTo>
                  <a:pt x="0" y="1898"/>
                </a:lnTo>
                <a:lnTo>
                  <a:pt x="9" y="1898"/>
                </a:lnTo>
                <a:moveTo>
                  <a:pt x="9" y="2033"/>
                </a:moveTo>
                <a:lnTo>
                  <a:pt x="9" y="2101"/>
                </a:lnTo>
                <a:lnTo>
                  <a:pt x="0" y="2101"/>
                </a:lnTo>
                <a:lnTo>
                  <a:pt x="0" y="2033"/>
                </a:lnTo>
                <a:lnTo>
                  <a:pt x="9" y="2033"/>
                </a:lnTo>
                <a:moveTo>
                  <a:pt x="9" y="2169"/>
                </a:moveTo>
                <a:lnTo>
                  <a:pt x="9" y="2237"/>
                </a:lnTo>
                <a:lnTo>
                  <a:pt x="0" y="2237"/>
                </a:lnTo>
                <a:lnTo>
                  <a:pt x="0" y="2169"/>
                </a:lnTo>
                <a:lnTo>
                  <a:pt x="9" y="2169"/>
                </a:lnTo>
                <a:moveTo>
                  <a:pt x="9" y="2304"/>
                </a:moveTo>
                <a:lnTo>
                  <a:pt x="9" y="2372"/>
                </a:lnTo>
                <a:lnTo>
                  <a:pt x="0" y="2372"/>
                </a:lnTo>
                <a:lnTo>
                  <a:pt x="0" y="2304"/>
                </a:lnTo>
                <a:lnTo>
                  <a:pt x="9" y="2304"/>
                </a:lnTo>
                <a:moveTo>
                  <a:pt x="9" y="2440"/>
                </a:moveTo>
                <a:lnTo>
                  <a:pt x="9" y="2508"/>
                </a:lnTo>
                <a:lnTo>
                  <a:pt x="0" y="2508"/>
                </a:lnTo>
                <a:lnTo>
                  <a:pt x="0" y="2440"/>
                </a:lnTo>
                <a:lnTo>
                  <a:pt x="9" y="2440"/>
                </a:lnTo>
                <a:moveTo>
                  <a:pt x="9" y="2575"/>
                </a:moveTo>
                <a:lnTo>
                  <a:pt x="9" y="2643"/>
                </a:lnTo>
                <a:lnTo>
                  <a:pt x="0" y="2643"/>
                </a:lnTo>
                <a:lnTo>
                  <a:pt x="0" y="2575"/>
                </a:lnTo>
                <a:lnTo>
                  <a:pt x="9" y="2575"/>
                </a:lnTo>
                <a:moveTo>
                  <a:pt x="9" y="2711"/>
                </a:moveTo>
                <a:lnTo>
                  <a:pt x="9" y="2779"/>
                </a:lnTo>
                <a:lnTo>
                  <a:pt x="0" y="2779"/>
                </a:lnTo>
                <a:lnTo>
                  <a:pt x="0" y="2711"/>
                </a:lnTo>
                <a:lnTo>
                  <a:pt x="9" y="2711"/>
                </a:lnTo>
                <a:moveTo>
                  <a:pt x="9" y="2846"/>
                </a:moveTo>
                <a:lnTo>
                  <a:pt x="9" y="2914"/>
                </a:lnTo>
                <a:lnTo>
                  <a:pt x="0" y="2914"/>
                </a:lnTo>
                <a:lnTo>
                  <a:pt x="0" y="2846"/>
                </a:lnTo>
                <a:lnTo>
                  <a:pt x="9" y="2846"/>
                </a:lnTo>
                <a:moveTo>
                  <a:pt x="9" y="2982"/>
                </a:moveTo>
                <a:lnTo>
                  <a:pt x="9" y="3050"/>
                </a:lnTo>
                <a:lnTo>
                  <a:pt x="0" y="3050"/>
                </a:lnTo>
                <a:lnTo>
                  <a:pt x="0" y="2982"/>
                </a:lnTo>
                <a:lnTo>
                  <a:pt x="9" y="2982"/>
                </a:lnTo>
                <a:moveTo>
                  <a:pt x="9" y="3117"/>
                </a:moveTo>
                <a:lnTo>
                  <a:pt x="9" y="3185"/>
                </a:lnTo>
                <a:lnTo>
                  <a:pt x="0" y="3185"/>
                </a:lnTo>
                <a:lnTo>
                  <a:pt x="0" y="3117"/>
                </a:lnTo>
                <a:lnTo>
                  <a:pt x="9" y="3117"/>
                </a:lnTo>
                <a:moveTo>
                  <a:pt x="9" y="3253"/>
                </a:moveTo>
                <a:lnTo>
                  <a:pt x="9" y="3321"/>
                </a:lnTo>
                <a:lnTo>
                  <a:pt x="0" y="3321"/>
                </a:lnTo>
                <a:lnTo>
                  <a:pt x="0" y="3253"/>
                </a:lnTo>
                <a:lnTo>
                  <a:pt x="9" y="3253"/>
                </a:lnTo>
                <a:moveTo>
                  <a:pt x="9" y="3388"/>
                </a:moveTo>
                <a:lnTo>
                  <a:pt x="9" y="3456"/>
                </a:lnTo>
                <a:lnTo>
                  <a:pt x="0" y="3456"/>
                </a:lnTo>
                <a:lnTo>
                  <a:pt x="0" y="3388"/>
                </a:lnTo>
                <a:lnTo>
                  <a:pt x="9" y="3388"/>
                </a:lnTo>
                <a:moveTo>
                  <a:pt x="9" y="3524"/>
                </a:moveTo>
                <a:lnTo>
                  <a:pt x="9" y="3592"/>
                </a:lnTo>
                <a:lnTo>
                  <a:pt x="0" y="3592"/>
                </a:lnTo>
                <a:lnTo>
                  <a:pt x="0" y="3524"/>
                </a:lnTo>
                <a:lnTo>
                  <a:pt x="9" y="3524"/>
                </a:lnTo>
                <a:moveTo>
                  <a:pt x="9" y="3659"/>
                </a:moveTo>
                <a:lnTo>
                  <a:pt x="9" y="3727"/>
                </a:lnTo>
                <a:lnTo>
                  <a:pt x="0" y="3727"/>
                </a:lnTo>
                <a:lnTo>
                  <a:pt x="0" y="3659"/>
                </a:lnTo>
                <a:lnTo>
                  <a:pt x="9" y="3659"/>
                </a:lnTo>
                <a:moveTo>
                  <a:pt x="9" y="3795"/>
                </a:moveTo>
                <a:lnTo>
                  <a:pt x="9" y="3863"/>
                </a:lnTo>
                <a:lnTo>
                  <a:pt x="0" y="3863"/>
                </a:lnTo>
                <a:lnTo>
                  <a:pt x="0" y="3795"/>
                </a:lnTo>
                <a:lnTo>
                  <a:pt x="9" y="3795"/>
                </a:lnTo>
                <a:moveTo>
                  <a:pt x="9" y="3931"/>
                </a:moveTo>
                <a:lnTo>
                  <a:pt x="9" y="3998"/>
                </a:lnTo>
                <a:lnTo>
                  <a:pt x="0" y="3998"/>
                </a:lnTo>
                <a:lnTo>
                  <a:pt x="0" y="3931"/>
                </a:lnTo>
                <a:lnTo>
                  <a:pt x="9" y="3931"/>
                </a:lnTo>
                <a:moveTo>
                  <a:pt x="9" y="4066"/>
                </a:moveTo>
                <a:lnTo>
                  <a:pt x="9" y="4134"/>
                </a:lnTo>
                <a:lnTo>
                  <a:pt x="0" y="4134"/>
                </a:lnTo>
                <a:lnTo>
                  <a:pt x="0" y="4066"/>
                </a:lnTo>
                <a:lnTo>
                  <a:pt x="9" y="4066"/>
                </a:lnTo>
                <a:moveTo>
                  <a:pt x="9" y="4202"/>
                </a:moveTo>
                <a:lnTo>
                  <a:pt x="9" y="4269"/>
                </a:lnTo>
                <a:lnTo>
                  <a:pt x="0" y="4269"/>
                </a:lnTo>
                <a:lnTo>
                  <a:pt x="0" y="4202"/>
                </a:lnTo>
                <a:lnTo>
                  <a:pt x="9" y="4202"/>
                </a:lnTo>
                <a:moveTo>
                  <a:pt x="9" y="4337"/>
                </a:moveTo>
                <a:lnTo>
                  <a:pt x="9" y="4405"/>
                </a:lnTo>
                <a:lnTo>
                  <a:pt x="0" y="4405"/>
                </a:lnTo>
                <a:lnTo>
                  <a:pt x="0" y="4337"/>
                </a:lnTo>
                <a:lnTo>
                  <a:pt x="9" y="4337"/>
                </a:lnTo>
                <a:close/>
              </a:path>
            </a:pathLst>
          </a:custGeom>
          <a:solidFill>
            <a:srgbClr val="75757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64" name=""/>
          <p:cNvSpPr/>
          <p:nvPr/>
        </p:nvSpPr>
        <p:spPr>
          <a:xfrm>
            <a:off x="957600" y="3454560"/>
            <a:ext cx="3240" cy="200520"/>
          </a:xfrm>
          <a:custGeom>
            <a:avLst/>
            <a:gdLst/>
            <a:ahLst/>
            <a:rect l="0" t="0" r="r" b="b"/>
            <a:pathLst>
              <a:path w="9" h="557">
                <a:moveTo>
                  <a:pt x="9" y="0"/>
                </a:moveTo>
                <a:lnTo>
                  <a:pt x="9" y="14"/>
                </a:lnTo>
                <a:lnTo>
                  <a:pt x="0" y="14"/>
                </a:lnTo>
                <a:lnTo>
                  <a:pt x="0" y="0"/>
                </a:lnTo>
                <a:lnTo>
                  <a:pt x="9" y="0"/>
                </a:lnTo>
                <a:moveTo>
                  <a:pt x="9" y="68"/>
                </a:moveTo>
                <a:lnTo>
                  <a:pt x="9" y="82"/>
                </a:lnTo>
                <a:lnTo>
                  <a:pt x="0" y="82"/>
                </a:lnTo>
                <a:lnTo>
                  <a:pt x="0" y="68"/>
                </a:lnTo>
                <a:lnTo>
                  <a:pt x="9" y="68"/>
                </a:lnTo>
                <a:moveTo>
                  <a:pt x="9" y="137"/>
                </a:moveTo>
                <a:lnTo>
                  <a:pt x="9" y="150"/>
                </a:lnTo>
                <a:lnTo>
                  <a:pt x="0" y="150"/>
                </a:lnTo>
                <a:lnTo>
                  <a:pt x="0" y="137"/>
                </a:lnTo>
                <a:lnTo>
                  <a:pt x="9" y="137"/>
                </a:lnTo>
                <a:moveTo>
                  <a:pt x="9" y="205"/>
                </a:moveTo>
                <a:lnTo>
                  <a:pt x="9" y="218"/>
                </a:lnTo>
                <a:lnTo>
                  <a:pt x="0" y="218"/>
                </a:lnTo>
                <a:lnTo>
                  <a:pt x="0" y="205"/>
                </a:lnTo>
                <a:lnTo>
                  <a:pt x="9" y="205"/>
                </a:lnTo>
                <a:moveTo>
                  <a:pt x="9" y="272"/>
                </a:moveTo>
                <a:lnTo>
                  <a:pt x="9" y="286"/>
                </a:lnTo>
                <a:lnTo>
                  <a:pt x="0" y="286"/>
                </a:lnTo>
                <a:lnTo>
                  <a:pt x="0" y="272"/>
                </a:lnTo>
                <a:lnTo>
                  <a:pt x="9" y="272"/>
                </a:lnTo>
                <a:moveTo>
                  <a:pt x="9" y="340"/>
                </a:moveTo>
                <a:lnTo>
                  <a:pt x="9" y="354"/>
                </a:lnTo>
                <a:lnTo>
                  <a:pt x="0" y="354"/>
                </a:lnTo>
                <a:lnTo>
                  <a:pt x="0" y="340"/>
                </a:lnTo>
                <a:lnTo>
                  <a:pt x="9" y="340"/>
                </a:lnTo>
                <a:moveTo>
                  <a:pt x="9" y="408"/>
                </a:moveTo>
                <a:lnTo>
                  <a:pt x="9" y="421"/>
                </a:lnTo>
                <a:lnTo>
                  <a:pt x="0" y="421"/>
                </a:lnTo>
                <a:lnTo>
                  <a:pt x="0" y="408"/>
                </a:lnTo>
                <a:lnTo>
                  <a:pt x="9" y="408"/>
                </a:lnTo>
                <a:moveTo>
                  <a:pt x="9" y="476"/>
                </a:moveTo>
                <a:lnTo>
                  <a:pt x="9" y="489"/>
                </a:lnTo>
                <a:lnTo>
                  <a:pt x="0" y="489"/>
                </a:lnTo>
                <a:lnTo>
                  <a:pt x="0" y="476"/>
                </a:lnTo>
                <a:lnTo>
                  <a:pt x="9" y="476"/>
                </a:lnTo>
                <a:moveTo>
                  <a:pt x="9" y="543"/>
                </a:moveTo>
                <a:lnTo>
                  <a:pt x="9" y="557"/>
                </a:lnTo>
                <a:lnTo>
                  <a:pt x="0" y="557"/>
                </a:lnTo>
                <a:lnTo>
                  <a:pt x="0" y="543"/>
                </a:lnTo>
                <a:lnTo>
                  <a:pt x="9" y="543"/>
                </a:lnTo>
                <a:close/>
              </a:path>
            </a:pathLst>
          </a:custGeom>
          <a:solidFill>
            <a:srgbClr val="75757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65" name=""/>
          <p:cNvSpPr/>
          <p:nvPr/>
        </p:nvSpPr>
        <p:spPr>
          <a:xfrm>
            <a:off x="940680" y="3664440"/>
            <a:ext cx="39240" cy="990360"/>
          </a:xfrm>
          <a:custGeom>
            <a:avLst/>
            <a:gdLst/>
            <a:ahLst/>
            <a:rect l="0" t="0" r="r" b="b"/>
            <a:pathLst>
              <a:path w="109" h="2751">
                <a:moveTo>
                  <a:pt x="0" y="0"/>
                </a:moveTo>
                <a:lnTo>
                  <a:pt x="109" y="0"/>
                </a:lnTo>
                <a:lnTo>
                  <a:pt x="109" y="2751"/>
                </a:lnTo>
                <a:lnTo>
                  <a:pt x="0" y="2751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66" name=""/>
          <p:cNvSpPr/>
          <p:nvPr/>
        </p:nvSpPr>
        <p:spPr>
          <a:xfrm>
            <a:off x="957600" y="3664440"/>
            <a:ext cx="3240" cy="990360"/>
          </a:xfrm>
          <a:custGeom>
            <a:avLst/>
            <a:gdLst/>
            <a:ahLst/>
            <a:rect l="0" t="0" r="r" b="b"/>
            <a:pathLst>
              <a:path w="9" h="2751">
                <a:moveTo>
                  <a:pt x="9" y="0"/>
                </a:moveTo>
                <a:lnTo>
                  <a:pt x="9" y="68"/>
                </a:lnTo>
                <a:lnTo>
                  <a:pt x="0" y="68"/>
                </a:lnTo>
                <a:lnTo>
                  <a:pt x="0" y="0"/>
                </a:lnTo>
                <a:lnTo>
                  <a:pt x="9" y="0"/>
                </a:lnTo>
                <a:moveTo>
                  <a:pt x="9" y="135"/>
                </a:moveTo>
                <a:lnTo>
                  <a:pt x="9" y="203"/>
                </a:lnTo>
                <a:lnTo>
                  <a:pt x="0" y="203"/>
                </a:lnTo>
                <a:lnTo>
                  <a:pt x="0" y="135"/>
                </a:lnTo>
                <a:lnTo>
                  <a:pt x="9" y="135"/>
                </a:lnTo>
                <a:moveTo>
                  <a:pt x="9" y="271"/>
                </a:moveTo>
                <a:lnTo>
                  <a:pt x="9" y="339"/>
                </a:lnTo>
                <a:lnTo>
                  <a:pt x="0" y="339"/>
                </a:lnTo>
                <a:lnTo>
                  <a:pt x="0" y="271"/>
                </a:lnTo>
                <a:lnTo>
                  <a:pt x="9" y="271"/>
                </a:lnTo>
                <a:moveTo>
                  <a:pt x="9" y="406"/>
                </a:moveTo>
                <a:lnTo>
                  <a:pt x="9" y="474"/>
                </a:lnTo>
                <a:lnTo>
                  <a:pt x="0" y="474"/>
                </a:lnTo>
                <a:lnTo>
                  <a:pt x="0" y="406"/>
                </a:lnTo>
                <a:lnTo>
                  <a:pt x="9" y="406"/>
                </a:lnTo>
                <a:moveTo>
                  <a:pt x="9" y="542"/>
                </a:moveTo>
                <a:lnTo>
                  <a:pt x="9" y="610"/>
                </a:lnTo>
                <a:lnTo>
                  <a:pt x="0" y="610"/>
                </a:lnTo>
                <a:lnTo>
                  <a:pt x="0" y="542"/>
                </a:lnTo>
                <a:lnTo>
                  <a:pt x="9" y="542"/>
                </a:lnTo>
                <a:moveTo>
                  <a:pt x="9" y="677"/>
                </a:moveTo>
                <a:lnTo>
                  <a:pt x="9" y="745"/>
                </a:lnTo>
                <a:lnTo>
                  <a:pt x="0" y="745"/>
                </a:lnTo>
                <a:lnTo>
                  <a:pt x="0" y="677"/>
                </a:lnTo>
                <a:lnTo>
                  <a:pt x="9" y="677"/>
                </a:lnTo>
                <a:moveTo>
                  <a:pt x="9" y="813"/>
                </a:moveTo>
                <a:lnTo>
                  <a:pt x="9" y="881"/>
                </a:lnTo>
                <a:lnTo>
                  <a:pt x="0" y="881"/>
                </a:lnTo>
                <a:lnTo>
                  <a:pt x="0" y="813"/>
                </a:lnTo>
                <a:lnTo>
                  <a:pt x="9" y="813"/>
                </a:lnTo>
                <a:moveTo>
                  <a:pt x="9" y="948"/>
                </a:moveTo>
                <a:lnTo>
                  <a:pt x="9" y="1016"/>
                </a:lnTo>
                <a:lnTo>
                  <a:pt x="0" y="1016"/>
                </a:lnTo>
                <a:lnTo>
                  <a:pt x="0" y="948"/>
                </a:lnTo>
                <a:lnTo>
                  <a:pt x="9" y="948"/>
                </a:lnTo>
                <a:moveTo>
                  <a:pt x="9" y="1084"/>
                </a:moveTo>
                <a:lnTo>
                  <a:pt x="9" y="1152"/>
                </a:lnTo>
                <a:lnTo>
                  <a:pt x="0" y="1152"/>
                </a:lnTo>
                <a:lnTo>
                  <a:pt x="0" y="1084"/>
                </a:lnTo>
                <a:lnTo>
                  <a:pt x="9" y="1084"/>
                </a:lnTo>
                <a:moveTo>
                  <a:pt x="9" y="1219"/>
                </a:moveTo>
                <a:lnTo>
                  <a:pt x="9" y="1287"/>
                </a:lnTo>
                <a:lnTo>
                  <a:pt x="0" y="1287"/>
                </a:lnTo>
                <a:lnTo>
                  <a:pt x="0" y="1219"/>
                </a:lnTo>
                <a:lnTo>
                  <a:pt x="9" y="1219"/>
                </a:lnTo>
                <a:moveTo>
                  <a:pt x="9" y="1355"/>
                </a:moveTo>
                <a:lnTo>
                  <a:pt x="9" y="1423"/>
                </a:lnTo>
                <a:lnTo>
                  <a:pt x="0" y="1423"/>
                </a:lnTo>
                <a:lnTo>
                  <a:pt x="0" y="1355"/>
                </a:lnTo>
                <a:lnTo>
                  <a:pt x="9" y="1355"/>
                </a:lnTo>
                <a:moveTo>
                  <a:pt x="9" y="1490"/>
                </a:moveTo>
                <a:lnTo>
                  <a:pt x="9" y="1558"/>
                </a:lnTo>
                <a:lnTo>
                  <a:pt x="0" y="1558"/>
                </a:lnTo>
                <a:lnTo>
                  <a:pt x="0" y="1490"/>
                </a:lnTo>
                <a:lnTo>
                  <a:pt x="9" y="1490"/>
                </a:lnTo>
                <a:moveTo>
                  <a:pt x="9" y="1626"/>
                </a:moveTo>
                <a:lnTo>
                  <a:pt x="9" y="1694"/>
                </a:lnTo>
                <a:lnTo>
                  <a:pt x="0" y="1694"/>
                </a:lnTo>
                <a:lnTo>
                  <a:pt x="0" y="1626"/>
                </a:lnTo>
                <a:lnTo>
                  <a:pt x="9" y="1626"/>
                </a:lnTo>
                <a:moveTo>
                  <a:pt x="9" y="1761"/>
                </a:moveTo>
                <a:lnTo>
                  <a:pt x="9" y="1829"/>
                </a:lnTo>
                <a:lnTo>
                  <a:pt x="0" y="1829"/>
                </a:lnTo>
                <a:lnTo>
                  <a:pt x="0" y="1761"/>
                </a:lnTo>
                <a:lnTo>
                  <a:pt x="9" y="1761"/>
                </a:lnTo>
                <a:moveTo>
                  <a:pt x="9" y="1897"/>
                </a:moveTo>
                <a:lnTo>
                  <a:pt x="9" y="1965"/>
                </a:lnTo>
                <a:lnTo>
                  <a:pt x="0" y="1965"/>
                </a:lnTo>
                <a:lnTo>
                  <a:pt x="0" y="1897"/>
                </a:lnTo>
                <a:lnTo>
                  <a:pt x="9" y="1897"/>
                </a:lnTo>
                <a:moveTo>
                  <a:pt x="9" y="2032"/>
                </a:moveTo>
                <a:lnTo>
                  <a:pt x="9" y="2100"/>
                </a:lnTo>
                <a:lnTo>
                  <a:pt x="0" y="2100"/>
                </a:lnTo>
                <a:lnTo>
                  <a:pt x="0" y="2032"/>
                </a:lnTo>
                <a:lnTo>
                  <a:pt x="9" y="2032"/>
                </a:lnTo>
                <a:moveTo>
                  <a:pt x="9" y="2168"/>
                </a:moveTo>
                <a:lnTo>
                  <a:pt x="9" y="2237"/>
                </a:lnTo>
                <a:lnTo>
                  <a:pt x="0" y="2237"/>
                </a:lnTo>
                <a:lnTo>
                  <a:pt x="0" y="2168"/>
                </a:lnTo>
                <a:lnTo>
                  <a:pt x="9" y="2168"/>
                </a:lnTo>
                <a:moveTo>
                  <a:pt x="9" y="2304"/>
                </a:moveTo>
                <a:lnTo>
                  <a:pt x="9" y="2372"/>
                </a:lnTo>
                <a:lnTo>
                  <a:pt x="0" y="2372"/>
                </a:lnTo>
                <a:lnTo>
                  <a:pt x="0" y="2304"/>
                </a:lnTo>
                <a:lnTo>
                  <a:pt x="9" y="2304"/>
                </a:lnTo>
                <a:moveTo>
                  <a:pt x="9" y="2440"/>
                </a:moveTo>
                <a:lnTo>
                  <a:pt x="9" y="2508"/>
                </a:lnTo>
                <a:lnTo>
                  <a:pt x="0" y="2508"/>
                </a:lnTo>
                <a:lnTo>
                  <a:pt x="0" y="2440"/>
                </a:lnTo>
                <a:lnTo>
                  <a:pt x="9" y="2440"/>
                </a:lnTo>
                <a:moveTo>
                  <a:pt x="9" y="2576"/>
                </a:moveTo>
                <a:lnTo>
                  <a:pt x="9" y="2643"/>
                </a:lnTo>
                <a:lnTo>
                  <a:pt x="0" y="2643"/>
                </a:lnTo>
                <a:lnTo>
                  <a:pt x="0" y="2576"/>
                </a:lnTo>
                <a:lnTo>
                  <a:pt x="9" y="2576"/>
                </a:lnTo>
                <a:moveTo>
                  <a:pt x="9" y="2711"/>
                </a:moveTo>
                <a:lnTo>
                  <a:pt x="9" y="2751"/>
                </a:lnTo>
                <a:lnTo>
                  <a:pt x="0" y="2751"/>
                </a:lnTo>
                <a:lnTo>
                  <a:pt x="0" y="2711"/>
                </a:lnTo>
                <a:lnTo>
                  <a:pt x="9" y="2711"/>
                </a:lnTo>
                <a:close/>
              </a:path>
            </a:pathLst>
          </a:custGeom>
          <a:solidFill>
            <a:srgbClr val="75757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67" name=""/>
          <p:cNvSpPr/>
          <p:nvPr/>
        </p:nvSpPr>
        <p:spPr>
          <a:xfrm>
            <a:off x="2521080" y="1846080"/>
            <a:ext cx="39600" cy="1608840"/>
          </a:xfrm>
          <a:custGeom>
            <a:avLst/>
            <a:gdLst/>
            <a:ahLst/>
            <a:rect l="0" t="0" r="r" b="b"/>
            <a:pathLst>
              <a:path w="110" h="4469">
                <a:moveTo>
                  <a:pt x="0" y="0"/>
                </a:moveTo>
                <a:lnTo>
                  <a:pt x="110" y="0"/>
                </a:lnTo>
                <a:lnTo>
                  <a:pt x="110" y="4469"/>
                </a:lnTo>
                <a:lnTo>
                  <a:pt x="0" y="4469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68" name=""/>
          <p:cNvSpPr/>
          <p:nvPr/>
        </p:nvSpPr>
        <p:spPr>
          <a:xfrm>
            <a:off x="2538720" y="1846080"/>
            <a:ext cx="3240" cy="1585800"/>
          </a:xfrm>
          <a:custGeom>
            <a:avLst/>
            <a:gdLst/>
            <a:ahLst/>
            <a:rect l="0" t="0" r="r" b="b"/>
            <a:pathLst>
              <a:path w="9" h="4405">
                <a:moveTo>
                  <a:pt x="9" y="0"/>
                </a:moveTo>
                <a:lnTo>
                  <a:pt x="9" y="67"/>
                </a:lnTo>
                <a:lnTo>
                  <a:pt x="0" y="67"/>
                </a:lnTo>
                <a:lnTo>
                  <a:pt x="0" y="0"/>
                </a:lnTo>
                <a:lnTo>
                  <a:pt x="9" y="0"/>
                </a:lnTo>
                <a:moveTo>
                  <a:pt x="9" y="135"/>
                </a:moveTo>
                <a:lnTo>
                  <a:pt x="9" y="203"/>
                </a:lnTo>
                <a:lnTo>
                  <a:pt x="0" y="203"/>
                </a:lnTo>
                <a:lnTo>
                  <a:pt x="0" y="135"/>
                </a:lnTo>
                <a:lnTo>
                  <a:pt x="9" y="135"/>
                </a:lnTo>
                <a:moveTo>
                  <a:pt x="9" y="271"/>
                </a:moveTo>
                <a:lnTo>
                  <a:pt x="9" y="338"/>
                </a:lnTo>
                <a:lnTo>
                  <a:pt x="0" y="338"/>
                </a:lnTo>
                <a:lnTo>
                  <a:pt x="0" y="271"/>
                </a:lnTo>
                <a:lnTo>
                  <a:pt x="9" y="271"/>
                </a:lnTo>
                <a:moveTo>
                  <a:pt x="9" y="406"/>
                </a:moveTo>
                <a:lnTo>
                  <a:pt x="9" y="474"/>
                </a:lnTo>
                <a:lnTo>
                  <a:pt x="0" y="474"/>
                </a:lnTo>
                <a:lnTo>
                  <a:pt x="0" y="406"/>
                </a:lnTo>
                <a:lnTo>
                  <a:pt x="9" y="406"/>
                </a:lnTo>
                <a:moveTo>
                  <a:pt x="9" y="542"/>
                </a:moveTo>
                <a:lnTo>
                  <a:pt x="9" y="610"/>
                </a:lnTo>
                <a:lnTo>
                  <a:pt x="0" y="610"/>
                </a:lnTo>
                <a:lnTo>
                  <a:pt x="0" y="542"/>
                </a:lnTo>
                <a:lnTo>
                  <a:pt x="9" y="542"/>
                </a:lnTo>
                <a:moveTo>
                  <a:pt x="9" y="677"/>
                </a:moveTo>
                <a:lnTo>
                  <a:pt x="9" y="745"/>
                </a:lnTo>
                <a:lnTo>
                  <a:pt x="0" y="745"/>
                </a:lnTo>
                <a:lnTo>
                  <a:pt x="0" y="677"/>
                </a:lnTo>
                <a:lnTo>
                  <a:pt x="9" y="677"/>
                </a:lnTo>
                <a:moveTo>
                  <a:pt x="9" y="813"/>
                </a:moveTo>
                <a:lnTo>
                  <a:pt x="9" y="881"/>
                </a:lnTo>
                <a:lnTo>
                  <a:pt x="0" y="881"/>
                </a:lnTo>
                <a:lnTo>
                  <a:pt x="0" y="813"/>
                </a:lnTo>
                <a:lnTo>
                  <a:pt x="9" y="813"/>
                </a:lnTo>
                <a:moveTo>
                  <a:pt x="9" y="948"/>
                </a:moveTo>
                <a:lnTo>
                  <a:pt x="9" y="1016"/>
                </a:lnTo>
                <a:lnTo>
                  <a:pt x="0" y="1016"/>
                </a:lnTo>
                <a:lnTo>
                  <a:pt x="0" y="948"/>
                </a:lnTo>
                <a:lnTo>
                  <a:pt x="9" y="948"/>
                </a:lnTo>
                <a:moveTo>
                  <a:pt x="9" y="1084"/>
                </a:moveTo>
                <a:lnTo>
                  <a:pt x="9" y="1152"/>
                </a:lnTo>
                <a:lnTo>
                  <a:pt x="0" y="1152"/>
                </a:lnTo>
                <a:lnTo>
                  <a:pt x="0" y="1084"/>
                </a:lnTo>
                <a:lnTo>
                  <a:pt x="9" y="1084"/>
                </a:lnTo>
                <a:moveTo>
                  <a:pt x="9" y="1219"/>
                </a:moveTo>
                <a:lnTo>
                  <a:pt x="9" y="1287"/>
                </a:lnTo>
                <a:lnTo>
                  <a:pt x="0" y="1287"/>
                </a:lnTo>
                <a:lnTo>
                  <a:pt x="0" y="1219"/>
                </a:lnTo>
                <a:lnTo>
                  <a:pt x="9" y="1219"/>
                </a:lnTo>
                <a:moveTo>
                  <a:pt x="9" y="1355"/>
                </a:moveTo>
                <a:lnTo>
                  <a:pt x="9" y="1423"/>
                </a:lnTo>
                <a:lnTo>
                  <a:pt x="0" y="1423"/>
                </a:lnTo>
                <a:lnTo>
                  <a:pt x="0" y="1355"/>
                </a:lnTo>
                <a:lnTo>
                  <a:pt x="9" y="1355"/>
                </a:lnTo>
                <a:moveTo>
                  <a:pt x="9" y="1491"/>
                </a:moveTo>
                <a:lnTo>
                  <a:pt x="9" y="1559"/>
                </a:lnTo>
                <a:lnTo>
                  <a:pt x="0" y="1559"/>
                </a:lnTo>
                <a:lnTo>
                  <a:pt x="0" y="1491"/>
                </a:lnTo>
                <a:lnTo>
                  <a:pt x="9" y="1491"/>
                </a:lnTo>
                <a:moveTo>
                  <a:pt x="9" y="1627"/>
                </a:moveTo>
                <a:lnTo>
                  <a:pt x="9" y="1695"/>
                </a:lnTo>
                <a:lnTo>
                  <a:pt x="0" y="1695"/>
                </a:lnTo>
                <a:lnTo>
                  <a:pt x="0" y="1627"/>
                </a:lnTo>
                <a:lnTo>
                  <a:pt x="9" y="1627"/>
                </a:lnTo>
                <a:moveTo>
                  <a:pt x="9" y="1762"/>
                </a:moveTo>
                <a:lnTo>
                  <a:pt x="9" y="1830"/>
                </a:lnTo>
                <a:lnTo>
                  <a:pt x="0" y="1830"/>
                </a:lnTo>
                <a:lnTo>
                  <a:pt x="0" y="1762"/>
                </a:lnTo>
                <a:lnTo>
                  <a:pt x="9" y="1762"/>
                </a:lnTo>
                <a:moveTo>
                  <a:pt x="9" y="1898"/>
                </a:moveTo>
                <a:lnTo>
                  <a:pt x="9" y="1966"/>
                </a:lnTo>
                <a:lnTo>
                  <a:pt x="0" y="1966"/>
                </a:lnTo>
                <a:lnTo>
                  <a:pt x="0" y="1898"/>
                </a:lnTo>
                <a:lnTo>
                  <a:pt x="9" y="1898"/>
                </a:lnTo>
                <a:moveTo>
                  <a:pt x="9" y="2033"/>
                </a:moveTo>
                <a:lnTo>
                  <a:pt x="9" y="2101"/>
                </a:lnTo>
                <a:lnTo>
                  <a:pt x="0" y="2101"/>
                </a:lnTo>
                <a:lnTo>
                  <a:pt x="0" y="2033"/>
                </a:lnTo>
                <a:lnTo>
                  <a:pt x="9" y="2033"/>
                </a:lnTo>
                <a:moveTo>
                  <a:pt x="9" y="2169"/>
                </a:moveTo>
                <a:lnTo>
                  <a:pt x="9" y="2237"/>
                </a:lnTo>
                <a:lnTo>
                  <a:pt x="0" y="2237"/>
                </a:lnTo>
                <a:lnTo>
                  <a:pt x="0" y="2169"/>
                </a:lnTo>
                <a:lnTo>
                  <a:pt x="9" y="2169"/>
                </a:lnTo>
                <a:moveTo>
                  <a:pt x="9" y="2304"/>
                </a:moveTo>
                <a:lnTo>
                  <a:pt x="9" y="2372"/>
                </a:lnTo>
                <a:lnTo>
                  <a:pt x="0" y="2372"/>
                </a:lnTo>
                <a:lnTo>
                  <a:pt x="0" y="2304"/>
                </a:lnTo>
                <a:lnTo>
                  <a:pt x="9" y="2304"/>
                </a:lnTo>
                <a:moveTo>
                  <a:pt x="9" y="2440"/>
                </a:moveTo>
                <a:lnTo>
                  <a:pt x="9" y="2508"/>
                </a:lnTo>
                <a:lnTo>
                  <a:pt x="0" y="2508"/>
                </a:lnTo>
                <a:lnTo>
                  <a:pt x="0" y="2440"/>
                </a:lnTo>
                <a:lnTo>
                  <a:pt x="9" y="2440"/>
                </a:lnTo>
                <a:moveTo>
                  <a:pt x="9" y="2575"/>
                </a:moveTo>
                <a:lnTo>
                  <a:pt x="9" y="2643"/>
                </a:lnTo>
                <a:lnTo>
                  <a:pt x="0" y="2643"/>
                </a:lnTo>
                <a:lnTo>
                  <a:pt x="0" y="2575"/>
                </a:lnTo>
                <a:lnTo>
                  <a:pt x="9" y="2575"/>
                </a:lnTo>
                <a:moveTo>
                  <a:pt x="9" y="2711"/>
                </a:moveTo>
                <a:lnTo>
                  <a:pt x="9" y="2779"/>
                </a:lnTo>
                <a:lnTo>
                  <a:pt x="0" y="2779"/>
                </a:lnTo>
                <a:lnTo>
                  <a:pt x="0" y="2711"/>
                </a:lnTo>
                <a:lnTo>
                  <a:pt x="9" y="2711"/>
                </a:lnTo>
                <a:moveTo>
                  <a:pt x="9" y="2846"/>
                </a:moveTo>
                <a:lnTo>
                  <a:pt x="9" y="2914"/>
                </a:lnTo>
                <a:lnTo>
                  <a:pt x="0" y="2914"/>
                </a:lnTo>
                <a:lnTo>
                  <a:pt x="0" y="2846"/>
                </a:lnTo>
                <a:lnTo>
                  <a:pt x="9" y="2846"/>
                </a:lnTo>
                <a:moveTo>
                  <a:pt x="9" y="2982"/>
                </a:moveTo>
                <a:lnTo>
                  <a:pt x="9" y="3050"/>
                </a:lnTo>
                <a:lnTo>
                  <a:pt x="0" y="3050"/>
                </a:lnTo>
                <a:lnTo>
                  <a:pt x="0" y="2982"/>
                </a:lnTo>
                <a:lnTo>
                  <a:pt x="9" y="2982"/>
                </a:lnTo>
                <a:moveTo>
                  <a:pt x="9" y="3117"/>
                </a:moveTo>
                <a:lnTo>
                  <a:pt x="9" y="3185"/>
                </a:lnTo>
                <a:lnTo>
                  <a:pt x="0" y="3185"/>
                </a:lnTo>
                <a:lnTo>
                  <a:pt x="0" y="3117"/>
                </a:lnTo>
                <a:lnTo>
                  <a:pt x="9" y="3117"/>
                </a:lnTo>
                <a:moveTo>
                  <a:pt x="9" y="3253"/>
                </a:moveTo>
                <a:lnTo>
                  <a:pt x="9" y="3321"/>
                </a:lnTo>
                <a:lnTo>
                  <a:pt x="0" y="3321"/>
                </a:lnTo>
                <a:lnTo>
                  <a:pt x="0" y="3253"/>
                </a:lnTo>
                <a:lnTo>
                  <a:pt x="9" y="3253"/>
                </a:lnTo>
                <a:moveTo>
                  <a:pt x="9" y="3388"/>
                </a:moveTo>
                <a:lnTo>
                  <a:pt x="9" y="3456"/>
                </a:lnTo>
                <a:lnTo>
                  <a:pt x="0" y="3456"/>
                </a:lnTo>
                <a:lnTo>
                  <a:pt x="0" y="3388"/>
                </a:lnTo>
                <a:lnTo>
                  <a:pt x="9" y="3388"/>
                </a:lnTo>
                <a:moveTo>
                  <a:pt x="9" y="3524"/>
                </a:moveTo>
                <a:lnTo>
                  <a:pt x="9" y="3592"/>
                </a:lnTo>
                <a:lnTo>
                  <a:pt x="0" y="3592"/>
                </a:lnTo>
                <a:lnTo>
                  <a:pt x="0" y="3524"/>
                </a:lnTo>
                <a:lnTo>
                  <a:pt x="9" y="3524"/>
                </a:lnTo>
                <a:moveTo>
                  <a:pt x="9" y="3659"/>
                </a:moveTo>
                <a:lnTo>
                  <a:pt x="9" y="3727"/>
                </a:lnTo>
                <a:lnTo>
                  <a:pt x="0" y="3727"/>
                </a:lnTo>
                <a:lnTo>
                  <a:pt x="0" y="3659"/>
                </a:lnTo>
                <a:lnTo>
                  <a:pt x="9" y="3659"/>
                </a:lnTo>
                <a:moveTo>
                  <a:pt x="9" y="3795"/>
                </a:moveTo>
                <a:lnTo>
                  <a:pt x="9" y="3863"/>
                </a:lnTo>
                <a:lnTo>
                  <a:pt x="0" y="3863"/>
                </a:lnTo>
                <a:lnTo>
                  <a:pt x="0" y="3795"/>
                </a:lnTo>
                <a:lnTo>
                  <a:pt x="9" y="3795"/>
                </a:lnTo>
                <a:moveTo>
                  <a:pt x="9" y="3931"/>
                </a:moveTo>
                <a:lnTo>
                  <a:pt x="9" y="3998"/>
                </a:lnTo>
                <a:lnTo>
                  <a:pt x="0" y="3998"/>
                </a:lnTo>
                <a:lnTo>
                  <a:pt x="0" y="3931"/>
                </a:lnTo>
                <a:lnTo>
                  <a:pt x="9" y="3931"/>
                </a:lnTo>
                <a:moveTo>
                  <a:pt x="9" y="4066"/>
                </a:moveTo>
                <a:lnTo>
                  <a:pt x="9" y="4134"/>
                </a:lnTo>
                <a:lnTo>
                  <a:pt x="0" y="4134"/>
                </a:lnTo>
                <a:lnTo>
                  <a:pt x="0" y="4066"/>
                </a:lnTo>
                <a:lnTo>
                  <a:pt x="9" y="4066"/>
                </a:lnTo>
                <a:moveTo>
                  <a:pt x="9" y="4202"/>
                </a:moveTo>
                <a:lnTo>
                  <a:pt x="9" y="4269"/>
                </a:lnTo>
                <a:lnTo>
                  <a:pt x="0" y="4269"/>
                </a:lnTo>
                <a:lnTo>
                  <a:pt x="0" y="4202"/>
                </a:lnTo>
                <a:lnTo>
                  <a:pt x="9" y="4202"/>
                </a:lnTo>
                <a:moveTo>
                  <a:pt x="9" y="4337"/>
                </a:moveTo>
                <a:lnTo>
                  <a:pt x="9" y="4405"/>
                </a:lnTo>
                <a:lnTo>
                  <a:pt x="0" y="4405"/>
                </a:lnTo>
                <a:lnTo>
                  <a:pt x="0" y="4337"/>
                </a:lnTo>
                <a:lnTo>
                  <a:pt x="9" y="4337"/>
                </a:lnTo>
                <a:close/>
              </a:path>
            </a:pathLst>
          </a:custGeom>
          <a:solidFill>
            <a:srgbClr val="75757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69" name=""/>
          <p:cNvSpPr/>
          <p:nvPr/>
        </p:nvSpPr>
        <p:spPr>
          <a:xfrm>
            <a:off x="2538720" y="3454560"/>
            <a:ext cx="3240" cy="200520"/>
          </a:xfrm>
          <a:custGeom>
            <a:avLst/>
            <a:gdLst/>
            <a:ahLst/>
            <a:rect l="0" t="0" r="r" b="b"/>
            <a:pathLst>
              <a:path w="9" h="557">
                <a:moveTo>
                  <a:pt x="9" y="0"/>
                </a:moveTo>
                <a:lnTo>
                  <a:pt x="9" y="14"/>
                </a:lnTo>
                <a:lnTo>
                  <a:pt x="0" y="14"/>
                </a:lnTo>
                <a:lnTo>
                  <a:pt x="0" y="0"/>
                </a:lnTo>
                <a:lnTo>
                  <a:pt x="9" y="0"/>
                </a:lnTo>
                <a:moveTo>
                  <a:pt x="9" y="68"/>
                </a:moveTo>
                <a:lnTo>
                  <a:pt x="9" y="82"/>
                </a:lnTo>
                <a:lnTo>
                  <a:pt x="0" y="82"/>
                </a:lnTo>
                <a:lnTo>
                  <a:pt x="0" y="68"/>
                </a:lnTo>
                <a:lnTo>
                  <a:pt x="9" y="68"/>
                </a:lnTo>
                <a:moveTo>
                  <a:pt x="9" y="137"/>
                </a:moveTo>
                <a:lnTo>
                  <a:pt x="9" y="150"/>
                </a:lnTo>
                <a:lnTo>
                  <a:pt x="0" y="150"/>
                </a:lnTo>
                <a:lnTo>
                  <a:pt x="0" y="137"/>
                </a:lnTo>
                <a:lnTo>
                  <a:pt x="9" y="137"/>
                </a:lnTo>
                <a:moveTo>
                  <a:pt x="9" y="205"/>
                </a:moveTo>
                <a:lnTo>
                  <a:pt x="9" y="218"/>
                </a:lnTo>
                <a:lnTo>
                  <a:pt x="0" y="218"/>
                </a:lnTo>
                <a:lnTo>
                  <a:pt x="0" y="205"/>
                </a:lnTo>
                <a:lnTo>
                  <a:pt x="9" y="205"/>
                </a:lnTo>
                <a:moveTo>
                  <a:pt x="9" y="272"/>
                </a:moveTo>
                <a:lnTo>
                  <a:pt x="9" y="286"/>
                </a:lnTo>
                <a:lnTo>
                  <a:pt x="0" y="286"/>
                </a:lnTo>
                <a:lnTo>
                  <a:pt x="0" y="272"/>
                </a:lnTo>
                <a:lnTo>
                  <a:pt x="9" y="272"/>
                </a:lnTo>
                <a:moveTo>
                  <a:pt x="9" y="340"/>
                </a:moveTo>
                <a:lnTo>
                  <a:pt x="9" y="354"/>
                </a:lnTo>
                <a:lnTo>
                  <a:pt x="0" y="354"/>
                </a:lnTo>
                <a:lnTo>
                  <a:pt x="0" y="340"/>
                </a:lnTo>
                <a:lnTo>
                  <a:pt x="9" y="340"/>
                </a:lnTo>
                <a:moveTo>
                  <a:pt x="9" y="408"/>
                </a:moveTo>
                <a:lnTo>
                  <a:pt x="9" y="421"/>
                </a:lnTo>
                <a:lnTo>
                  <a:pt x="0" y="421"/>
                </a:lnTo>
                <a:lnTo>
                  <a:pt x="0" y="408"/>
                </a:lnTo>
                <a:lnTo>
                  <a:pt x="9" y="408"/>
                </a:lnTo>
                <a:moveTo>
                  <a:pt x="9" y="476"/>
                </a:moveTo>
                <a:lnTo>
                  <a:pt x="9" y="489"/>
                </a:lnTo>
                <a:lnTo>
                  <a:pt x="0" y="489"/>
                </a:lnTo>
                <a:lnTo>
                  <a:pt x="0" y="476"/>
                </a:lnTo>
                <a:lnTo>
                  <a:pt x="9" y="476"/>
                </a:lnTo>
                <a:moveTo>
                  <a:pt x="9" y="543"/>
                </a:moveTo>
                <a:lnTo>
                  <a:pt x="9" y="557"/>
                </a:lnTo>
                <a:lnTo>
                  <a:pt x="0" y="557"/>
                </a:lnTo>
                <a:lnTo>
                  <a:pt x="0" y="543"/>
                </a:lnTo>
                <a:lnTo>
                  <a:pt x="9" y="543"/>
                </a:lnTo>
                <a:close/>
              </a:path>
            </a:pathLst>
          </a:custGeom>
          <a:solidFill>
            <a:srgbClr val="75757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0" name=""/>
          <p:cNvSpPr/>
          <p:nvPr/>
        </p:nvSpPr>
        <p:spPr>
          <a:xfrm>
            <a:off x="2521080" y="3664440"/>
            <a:ext cx="39600" cy="990360"/>
          </a:xfrm>
          <a:custGeom>
            <a:avLst/>
            <a:gdLst/>
            <a:ahLst/>
            <a:rect l="0" t="0" r="r" b="b"/>
            <a:pathLst>
              <a:path w="110" h="2751">
                <a:moveTo>
                  <a:pt x="0" y="0"/>
                </a:moveTo>
                <a:lnTo>
                  <a:pt x="110" y="0"/>
                </a:lnTo>
                <a:lnTo>
                  <a:pt x="110" y="2751"/>
                </a:lnTo>
                <a:lnTo>
                  <a:pt x="0" y="2751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1" name=""/>
          <p:cNvSpPr/>
          <p:nvPr/>
        </p:nvSpPr>
        <p:spPr>
          <a:xfrm>
            <a:off x="2538720" y="3664440"/>
            <a:ext cx="3240" cy="990360"/>
          </a:xfrm>
          <a:custGeom>
            <a:avLst/>
            <a:gdLst/>
            <a:ahLst/>
            <a:rect l="0" t="0" r="r" b="b"/>
            <a:pathLst>
              <a:path w="9" h="2751">
                <a:moveTo>
                  <a:pt x="9" y="0"/>
                </a:moveTo>
                <a:lnTo>
                  <a:pt x="9" y="68"/>
                </a:lnTo>
                <a:lnTo>
                  <a:pt x="0" y="68"/>
                </a:lnTo>
                <a:lnTo>
                  <a:pt x="0" y="0"/>
                </a:lnTo>
                <a:lnTo>
                  <a:pt x="9" y="0"/>
                </a:lnTo>
                <a:moveTo>
                  <a:pt x="9" y="135"/>
                </a:moveTo>
                <a:lnTo>
                  <a:pt x="9" y="203"/>
                </a:lnTo>
                <a:lnTo>
                  <a:pt x="0" y="203"/>
                </a:lnTo>
                <a:lnTo>
                  <a:pt x="0" y="135"/>
                </a:lnTo>
                <a:lnTo>
                  <a:pt x="9" y="135"/>
                </a:lnTo>
                <a:moveTo>
                  <a:pt x="9" y="271"/>
                </a:moveTo>
                <a:lnTo>
                  <a:pt x="9" y="339"/>
                </a:lnTo>
                <a:lnTo>
                  <a:pt x="0" y="339"/>
                </a:lnTo>
                <a:lnTo>
                  <a:pt x="0" y="271"/>
                </a:lnTo>
                <a:lnTo>
                  <a:pt x="9" y="271"/>
                </a:lnTo>
                <a:moveTo>
                  <a:pt x="9" y="406"/>
                </a:moveTo>
                <a:lnTo>
                  <a:pt x="9" y="474"/>
                </a:lnTo>
                <a:lnTo>
                  <a:pt x="0" y="474"/>
                </a:lnTo>
                <a:lnTo>
                  <a:pt x="0" y="406"/>
                </a:lnTo>
                <a:lnTo>
                  <a:pt x="9" y="406"/>
                </a:lnTo>
                <a:moveTo>
                  <a:pt x="9" y="542"/>
                </a:moveTo>
                <a:lnTo>
                  <a:pt x="9" y="610"/>
                </a:lnTo>
                <a:lnTo>
                  <a:pt x="0" y="610"/>
                </a:lnTo>
                <a:lnTo>
                  <a:pt x="0" y="542"/>
                </a:lnTo>
                <a:lnTo>
                  <a:pt x="9" y="542"/>
                </a:lnTo>
                <a:moveTo>
                  <a:pt x="9" y="677"/>
                </a:moveTo>
                <a:lnTo>
                  <a:pt x="9" y="745"/>
                </a:lnTo>
                <a:lnTo>
                  <a:pt x="0" y="745"/>
                </a:lnTo>
                <a:lnTo>
                  <a:pt x="0" y="677"/>
                </a:lnTo>
                <a:lnTo>
                  <a:pt x="9" y="677"/>
                </a:lnTo>
                <a:moveTo>
                  <a:pt x="9" y="813"/>
                </a:moveTo>
                <a:lnTo>
                  <a:pt x="9" y="881"/>
                </a:lnTo>
                <a:lnTo>
                  <a:pt x="0" y="881"/>
                </a:lnTo>
                <a:lnTo>
                  <a:pt x="0" y="813"/>
                </a:lnTo>
                <a:lnTo>
                  <a:pt x="9" y="813"/>
                </a:lnTo>
                <a:moveTo>
                  <a:pt x="9" y="948"/>
                </a:moveTo>
                <a:lnTo>
                  <a:pt x="9" y="1016"/>
                </a:lnTo>
                <a:lnTo>
                  <a:pt x="0" y="1016"/>
                </a:lnTo>
                <a:lnTo>
                  <a:pt x="0" y="948"/>
                </a:lnTo>
                <a:lnTo>
                  <a:pt x="9" y="948"/>
                </a:lnTo>
                <a:moveTo>
                  <a:pt x="9" y="1084"/>
                </a:moveTo>
                <a:lnTo>
                  <a:pt x="9" y="1152"/>
                </a:lnTo>
                <a:lnTo>
                  <a:pt x="0" y="1152"/>
                </a:lnTo>
                <a:lnTo>
                  <a:pt x="0" y="1084"/>
                </a:lnTo>
                <a:lnTo>
                  <a:pt x="9" y="1084"/>
                </a:lnTo>
                <a:moveTo>
                  <a:pt x="9" y="1219"/>
                </a:moveTo>
                <a:lnTo>
                  <a:pt x="9" y="1287"/>
                </a:lnTo>
                <a:lnTo>
                  <a:pt x="0" y="1287"/>
                </a:lnTo>
                <a:lnTo>
                  <a:pt x="0" y="1219"/>
                </a:lnTo>
                <a:lnTo>
                  <a:pt x="9" y="1219"/>
                </a:lnTo>
                <a:moveTo>
                  <a:pt x="9" y="1355"/>
                </a:moveTo>
                <a:lnTo>
                  <a:pt x="9" y="1423"/>
                </a:lnTo>
                <a:lnTo>
                  <a:pt x="0" y="1423"/>
                </a:lnTo>
                <a:lnTo>
                  <a:pt x="0" y="1355"/>
                </a:lnTo>
                <a:lnTo>
                  <a:pt x="9" y="1355"/>
                </a:lnTo>
                <a:moveTo>
                  <a:pt x="9" y="1490"/>
                </a:moveTo>
                <a:lnTo>
                  <a:pt x="9" y="1558"/>
                </a:lnTo>
                <a:lnTo>
                  <a:pt x="0" y="1558"/>
                </a:lnTo>
                <a:lnTo>
                  <a:pt x="0" y="1490"/>
                </a:lnTo>
                <a:lnTo>
                  <a:pt x="9" y="1490"/>
                </a:lnTo>
                <a:moveTo>
                  <a:pt x="9" y="1626"/>
                </a:moveTo>
                <a:lnTo>
                  <a:pt x="9" y="1694"/>
                </a:lnTo>
                <a:lnTo>
                  <a:pt x="0" y="1694"/>
                </a:lnTo>
                <a:lnTo>
                  <a:pt x="0" y="1626"/>
                </a:lnTo>
                <a:lnTo>
                  <a:pt x="9" y="1626"/>
                </a:lnTo>
                <a:moveTo>
                  <a:pt x="9" y="1761"/>
                </a:moveTo>
                <a:lnTo>
                  <a:pt x="9" y="1829"/>
                </a:lnTo>
                <a:lnTo>
                  <a:pt x="0" y="1829"/>
                </a:lnTo>
                <a:lnTo>
                  <a:pt x="0" y="1761"/>
                </a:lnTo>
                <a:lnTo>
                  <a:pt x="9" y="1761"/>
                </a:lnTo>
                <a:moveTo>
                  <a:pt x="9" y="1897"/>
                </a:moveTo>
                <a:lnTo>
                  <a:pt x="9" y="1965"/>
                </a:lnTo>
                <a:lnTo>
                  <a:pt x="0" y="1965"/>
                </a:lnTo>
                <a:lnTo>
                  <a:pt x="0" y="1897"/>
                </a:lnTo>
                <a:lnTo>
                  <a:pt x="9" y="1897"/>
                </a:lnTo>
                <a:moveTo>
                  <a:pt x="9" y="2032"/>
                </a:moveTo>
                <a:lnTo>
                  <a:pt x="9" y="2100"/>
                </a:lnTo>
                <a:lnTo>
                  <a:pt x="0" y="2100"/>
                </a:lnTo>
                <a:lnTo>
                  <a:pt x="0" y="2032"/>
                </a:lnTo>
                <a:lnTo>
                  <a:pt x="9" y="2032"/>
                </a:lnTo>
                <a:moveTo>
                  <a:pt x="9" y="2168"/>
                </a:moveTo>
                <a:lnTo>
                  <a:pt x="9" y="2237"/>
                </a:lnTo>
                <a:lnTo>
                  <a:pt x="0" y="2237"/>
                </a:lnTo>
                <a:lnTo>
                  <a:pt x="0" y="2168"/>
                </a:lnTo>
                <a:lnTo>
                  <a:pt x="9" y="2168"/>
                </a:lnTo>
                <a:moveTo>
                  <a:pt x="9" y="2304"/>
                </a:moveTo>
                <a:lnTo>
                  <a:pt x="9" y="2372"/>
                </a:lnTo>
                <a:lnTo>
                  <a:pt x="0" y="2372"/>
                </a:lnTo>
                <a:lnTo>
                  <a:pt x="0" y="2304"/>
                </a:lnTo>
                <a:lnTo>
                  <a:pt x="9" y="2304"/>
                </a:lnTo>
                <a:moveTo>
                  <a:pt x="9" y="2440"/>
                </a:moveTo>
                <a:lnTo>
                  <a:pt x="9" y="2508"/>
                </a:lnTo>
                <a:lnTo>
                  <a:pt x="0" y="2508"/>
                </a:lnTo>
                <a:lnTo>
                  <a:pt x="0" y="2440"/>
                </a:lnTo>
                <a:lnTo>
                  <a:pt x="9" y="2440"/>
                </a:lnTo>
                <a:moveTo>
                  <a:pt x="9" y="2576"/>
                </a:moveTo>
                <a:lnTo>
                  <a:pt x="9" y="2643"/>
                </a:lnTo>
                <a:lnTo>
                  <a:pt x="0" y="2643"/>
                </a:lnTo>
                <a:lnTo>
                  <a:pt x="0" y="2576"/>
                </a:lnTo>
                <a:lnTo>
                  <a:pt x="9" y="2576"/>
                </a:lnTo>
                <a:moveTo>
                  <a:pt x="9" y="2711"/>
                </a:moveTo>
                <a:lnTo>
                  <a:pt x="9" y="2751"/>
                </a:lnTo>
                <a:lnTo>
                  <a:pt x="0" y="2751"/>
                </a:lnTo>
                <a:lnTo>
                  <a:pt x="0" y="2711"/>
                </a:lnTo>
                <a:lnTo>
                  <a:pt x="9" y="2711"/>
                </a:lnTo>
                <a:close/>
              </a:path>
            </a:pathLst>
          </a:custGeom>
          <a:solidFill>
            <a:srgbClr val="75757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2" name=""/>
          <p:cNvSpPr txBox="1"/>
          <p:nvPr/>
        </p:nvSpPr>
        <p:spPr>
          <a:xfrm>
            <a:off x="666720" y="701280"/>
            <a:ext cx="351216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550" spc="-1" strike="noStrike">
                <a:solidFill>
                  <a:srgbClr val="00a9ce"/>
                </a:solidFill>
                <a:latin typeface="Calibri"/>
                <a:ea typeface="Calibri"/>
              </a:rPr>
              <a:t>Tracking: poll vs subscribe</a:t>
            </a:r>
            <a:endParaRPr b="0" lang="en-AU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3" name=""/>
          <p:cNvSpPr txBox="1"/>
          <p:nvPr/>
        </p:nvSpPr>
        <p:spPr>
          <a:xfrm>
            <a:off x="812880" y="1668240"/>
            <a:ext cx="232200" cy="84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540" spc="-1" strike="noStrike">
                <a:solidFill>
                  <a:srgbClr val="000000"/>
                </a:solidFill>
                <a:latin typeface="Calibri"/>
                <a:ea typeface="Calibri"/>
              </a:rPr>
              <a:t>Referrer</a:t>
            </a:r>
            <a:endParaRPr b="0" lang="en-AU" sz="54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4" name=""/>
          <p:cNvSpPr/>
          <p:nvPr/>
        </p:nvSpPr>
        <p:spPr>
          <a:xfrm>
            <a:off x="921240" y="1369800"/>
            <a:ext cx="78120" cy="78120"/>
          </a:xfrm>
          <a:custGeom>
            <a:avLst/>
            <a:gdLst/>
            <a:ahLst/>
            <a:rect l="0" t="0" r="r" b="b"/>
            <a:pathLst>
              <a:path w="217" h="217">
                <a:moveTo>
                  <a:pt x="217" y="108"/>
                </a:moveTo>
                <a:cubicBezTo>
                  <a:pt x="217" y="122"/>
                  <a:pt x="214" y="136"/>
                  <a:pt x="209" y="150"/>
                </a:cubicBezTo>
                <a:cubicBezTo>
                  <a:pt x="203" y="163"/>
                  <a:pt x="196" y="175"/>
                  <a:pt x="186" y="185"/>
                </a:cubicBezTo>
                <a:cubicBezTo>
                  <a:pt x="175" y="196"/>
                  <a:pt x="164" y="204"/>
                  <a:pt x="150" y="209"/>
                </a:cubicBezTo>
                <a:cubicBezTo>
                  <a:pt x="136" y="215"/>
                  <a:pt x="122" y="217"/>
                  <a:pt x="108" y="217"/>
                </a:cubicBezTo>
                <a:cubicBezTo>
                  <a:pt x="94" y="217"/>
                  <a:pt x="80" y="215"/>
                  <a:pt x="67" y="209"/>
                </a:cubicBezTo>
                <a:cubicBezTo>
                  <a:pt x="53" y="204"/>
                  <a:pt x="42" y="196"/>
                  <a:pt x="31" y="185"/>
                </a:cubicBezTo>
                <a:cubicBezTo>
                  <a:pt x="21" y="175"/>
                  <a:pt x="13" y="163"/>
                  <a:pt x="8" y="150"/>
                </a:cubicBezTo>
                <a:cubicBezTo>
                  <a:pt x="3" y="136"/>
                  <a:pt x="0" y="122"/>
                  <a:pt x="0" y="108"/>
                </a:cubicBezTo>
                <a:cubicBezTo>
                  <a:pt x="0" y="94"/>
                  <a:pt x="3" y="80"/>
                  <a:pt x="8" y="67"/>
                </a:cubicBezTo>
                <a:cubicBezTo>
                  <a:pt x="13" y="53"/>
                  <a:pt x="21" y="42"/>
                  <a:pt x="31" y="31"/>
                </a:cubicBezTo>
                <a:cubicBezTo>
                  <a:pt x="42" y="21"/>
                  <a:pt x="53" y="13"/>
                  <a:pt x="67" y="8"/>
                </a:cubicBezTo>
                <a:cubicBezTo>
                  <a:pt x="80" y="2"/>
                  <a:pt x="94" y="0"/>
                  <a:pt x="108" y="0"/>
                </a:cubicBezTo>
                <a:cubicBezTo>
                  <a:pt x="122" y="0"/>
                  <a:pt x="136" y="2"/>
                  <a:pt x="150" y="8"/>
                </a:cubicBezTo>
                <a:cubicBezTo>
                  <a:pt x="164" y="13"/>
                  <a:pt x="175" y="21"/>
                  <a:pt x="186" y="31"/>
                </a:cubicBezTo>
                <a:cubicBezTo>
                  <a:pt x="196" y="42"/>
                  <a:pt x="203" y="53"/>
                  <a:pt x="209" y="67"/>
                </a:cubicBezTo>
                <a:cubicBezTo>
                  <a:pt x="214" y="80"/>
                  <a:pt x="217" y="94"/>
                  <a:pt x="217" y="108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5" name=""/>
          <p:cNvSpPr/>
          <p:nvPr/>
        </p:nvSpPr>
        <p:spPr>
          <a:xfrm>
            <a:off x="921240" y="1369800"/>
            <a:ext cx="78120" cy="78120"/>
          </a:xfrm>
          <a:custGeom>
            <a:avLst/>
            <a:gdLst/>
            <a:ahLst/>
            <a:rect l="0" t="0" r="r" b="b"/>
            <a:pathLst>
              <a:path w="217" h="217">
                <a:moveTo>
                  <a:pt x="217" y="108"/>
                </a:moveTo>
                <a:cubicBezTo>
                  <a:pt x="217" y="122"/>
                  <a:pt x="214" y="136"/>
                  <a:pt x="209" y="150"/>
                </a:cubicBezTo>
                <a:cubicBezTo>
                  <a:pt x="203" y="163"/>
                  <a:pt x="196" y="175"/>
                  <a:pt x="186" y="185"/>
                </a:cubicBezTo>
                <a:cubicBezTo>
                  <a:pt x="175" y="196"/>
                  <a:pt x="164" y="204"/>
                  <a:pt x="150" y="209"/>
                </a:cubicBezTo>
                <a:cubicBezTo>
                  <a:pt x="136" y="215"/>
                  <a:pt x="122" y="217"/>
                  <a:pt x="108" y="217"/>
                </a:cubicBezTo>
                <a:cubicBezTo>
                  <a:pt x="94" y="217"/>
                  <a:pt x="80" y="215"/>
                  <a:pt x="67" y="209"/>
                </a:cubicBezTo>
                <a:cubicBezTo>
                  <a:pt x="53" y="204"/>
                  <a:pt x="42" y="196"/>
                  <a:pt x="31" y="185"/>
                </a:cubicBezTo>
                <a:cubicBezTo>
                  <a:pt x="21" y="175"/>
                  <a:pt x="13" y="163"/>
                  <a:pt x="8" y="150"/>
                </a:cubicBezTo>
                <a:cubicBezTo>
                  <a:pt x="3" y="136"/>
                  <a:pt x="0" y="122"/>
                  <a:pt x="0" y="108"/>
                </a:cubicBezTo>
                <a:cubicBezTo>
                  <a:pt x="0" y="94"/>
                  <a:pt x="3" y="80"/>
                  <a:pt x="8" y="67"/>
                </a:cubicBezTo>
                <a:cubicBezTo>
                  <a:pt x="13" y="53"/>
                  <a:pt x="21" y="42"/>
                  <a:pt x="31" y="31"/>
                </a:cubicBezTo>
                <a:cubicBezTo>
                  <a:pt x="42" y="21"/>
                  <a:pt x="53" y="13"/>
                  <a:pt x="67" y="8"/>
                </a:cubicBezTo>
                <a:cubicBezTo>
                  <a:pt x="80" y="2"/>
                  <a:pt x="94" y="0"/>
                  <a:pt x="108" y="0"/>
                </a:cubicBezTo>
                <a:cubicBezTo>
                  <a:pt x="122" y="0"/>
                  <a:pt x="136" y="2"/>
                  <a:pt x="150" y="8"/>
                </a:cubicBezTo>
                <a:cubicBezTo>
                  <a:pt x="164" y="13"/>
                  <a:pt x="175" y="21"/>
                  <a:pt x="186" y="31"/>
                </a:cubicBezTo>
                <a:cubicBezTo>
                  <a:pt x="196" y="42"/>
                  <a:pt x="203" y="53"/>
                  <a:pt x="209" y="67"/>
                </a:cubicBezTo>
                <a:cubicBezTo>
                  <a:pt x="214" y="80"/>
                  <a:pt x="217" y="94"/>
                  <a:pt x="217" y="108"/>
                </a:cubicBezTo>
                <a:close/>
              </a:path>
            </a:pathLst>
          </a:custGeom>
          <a:noFill/>
          <a:ln w="2160">
            <a:solidFill>
              <a:srgbClr val="00a9ce"/>
            </a:solidFill>
            <a:miter/>
          </a:ln>
        </p:spPr>
        <p:txBody>
          <a:bodyPr lIns="1080" rIns="1080" tIns="1080" bIns="108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6" name=""/>
          <p:cNvSpPr/>
          <p:nvPr/>
        </p:nvSpPr>
        <p:spPr>
          <a:xfrm>
            <a:off x="896760" y="1447560"/>
            <a:ext cx="127080" cy="205560"/>
          </a:xfrm>
          <a:custGeom>
            <a:avLst/>
            <a:gdLst/>
            <a:ahLst/>
            <a:rect l="0" t="0" r="r" b="b"/>
            <a:pathLst>
              <a:path fill="none" w="353" h="571">
                <a:moveTo>
                  <a:pt x="177" y="0"/>
                </a:moveTo>
                <a:lnTo>
                  <a:pt x="177" y="367"/>
                </a:lnTo>
                <a:moveTo>
                  <a:pt x="0" y="109"/>
                </a:moveTo>
                <a:lnTo>
                  <a:pt x="353" y="109"/>
                </a:lnTo>
                <a:moveTo>
                  <a:pt x="177" y="367"/>
                </a:moveTo>
                <a:lnTo>
                  <a:pt x="0" y="571"/>
                </a:lnTo>
                <a:moveTo>
                  <a:pt x="177" y="367"/>
                </a:moveTo>
                <a:lnTo>
                  <a:pt x="353" y="571"/>
                </a:lnTo>
              </a:path>
            </a:pathLst>
          </a:custGeom>
          <a:ln w="2160">
            <a:solidFill>
              <a:srgbClr val="00a9ce"/>
            </a:solidFill>
            <a:miter/>
          </a:ln>
        </p:spPr>
        <p:txBody>
          <a:bodyPr lIns="1080" rIns="1080" tIns="1080" bIns="108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7" name=""/>
          <p:cNvSpPr txBox="1"/>
          <p:nvPr/>
        </p:nvSpPr>
        <p:spPr>
          <a:xfrm>
            <a:off x="826920" y="1761120"/>
            <a:ext cx="212400" cy="84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540" spc="-1" strike="noStrike">
                <a:solidFill>
                  <a:srgbClr val="000000"/>
                </a:solidFill>
                <a:latin typeface="Calibri"/>
                <a:ea typeface="Calibri"/>
              </a:rPr>
              <a:t>(Placer)</a:t>
            </a:r>
            <a:endParaRPr b="0" lang="en-AU" sz="54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8" name=""/>
          <p:cNvSpPr txBox="1"/>
          <p:nvPr/>
        </p:nvSpPr>
        <p:spPr>
          <a:xfrm>
            <a:off x="812880" y="4657680"/>
            <a:ext cx="232200" cy="84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540" spc="-1" strike="noStrike">
                <a:solidFill>
                  <a:srgbClr val="000000"/>
                </a:solidFill>
                <a:latin typeface="Calibri"/>
                <a:ea typeface="Calibri"/>
              </a:rPr>
              <a:t>Referrer</a:t>
            </a:r>
            <a:endParaRPr b="0" lang="en-AU" sz="54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9" name=""/>
          <p:cNvSpPr/>
          <p:nvPr/>
        </p:nvSpPr>
        <p:spPr>
          <a:xfrm>
            <a:off x="921240" y="4838040"/>
            <a:ext cx="78120" cy="78480"/>
          </a:xfrm>
          <a:custGeom>
            <a:avLst/>
            <a:gdLst/>
            <a:ahLst/>
            <a:rect l="0" t="0" r="r" b="b"/>
            <a:pathLst>
              <a:path w="217" h="218">
                <a:moveTo>
                  <a:pt x="217" y="109"/>
                </a:moveTo>
                <a:cubicBezTo>
                  <a:pt x="217" y="124"/>
                  <a:pt x="214" y="138"/>
                  <a:pt x="209" y="151"/>
                </a:cubicBezTo>
                <a:cubicBezTo>
                  <a:pt x="203" y="164"/>
                  <a:pt x="196" y="176"/>
                  <a:pt x="186" y="186"/>
                </a:cubicBezTo>
                <a:cubicBezTo>
                  <a:pt x="175" y="196"/>
                  <a:pt x="164" y="204"/>
                  <a:pt x="150" y="209"/>
                </a:cubicBezTo>
                <a:cubicBezTo>
                  <a:pt x="136" y="215"/>
                  <a:pt x="122" y="218"/>
                  <a:pt x="108" y="218"/>
                </a:cubicBezTo>
                <a:cubicBezTo>
                  <a:pt x="94" y="218"/>
                  <a:pt x="80" y="215"/>
                  <a:pt x="67" y="209"/>
                </a:cubicBezTo>
                <a:cubicBezTo>
                  <a:pt x="53" y="204"/>
                  <a:pt x="42" y="196"/>
                  <a:pt x="31" y="186"/>
                </a:cubicBezTo>
                <a:cubicBezTo>
                  <a:pt x="21" y="176"/>
                  <a:pt x="13" y="164"/>
                  <a:pt x="8" y="151"/>
                </a:cubicBezTo>
                <a:cubicBezTo>
                  <a:pt x="3" y="138"/>
                  <a:pt x="0" y="124"/>
                  <a:pt x="0" y="109"/>
                </a:cubicBezTo>
                <a:cubicBezTo>
                  <a:pt x="0" y="95"/>
                  <a:pt x="3" y="81"/>
                  <a:pt x="8" y="68"/>
                </a:cubicBezTo>
                <a:cubicBezTo>
                  <a:pt x="13" y="54"/>
                  <a:pt x="21" y="42"/>
                  <a:pt x="31" y="32"/>
                </a:cubicBezTo>
                <a:cubicBezTo>
                  <a:pt x="42" y="21"/>
                  <a:pt x="53" y="14"/>
                  <a:pt x="67" y="8"/>
                </a:cubicBezTo>
                <a:cubicBezTo>
                  <a:pt x="80" y="3"/>
                  <a:pt x="94" y="0"/>
                  <a:pt x="108" y="0"/>
                </a:cubicBezTo>
                <a:cubicBezTo>
                  <a:pt x="122" y="0"/>
                  <a:pt x="136" y="3"/>
                  <a:pt x="150" y="8"/>
                </a:cubicBezTo>
                <a:cubicBezTo>
                  <a:pt x="164" y="14"/>
                  <a:pt x="175" y="21"/>
                  <a:pt x="186" y="32"/>
                </a:cubicBezTo>
                <a:cubicBezTo>
                  <a:pt x="196" y="42"/>
                  <a:pt x="203" y="54"/>
                  <a:pt x="209" y="68"/>
                </a:cubicBezTo>
                <a:cubicBezTo>
                  <a:pt x="214" y="81"/>
                  <a:pt x="217" y="95"/>
                  <a:pt x="217" y="109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0" name=""/>
          <p:cNvSpPr/>
          <p:nvPr/>
        </p:nvSpPr>
        <p:spPr>
          <a:xfrm>
            <a:off x="921240" y="4838040"/>
            <a:ext cx="78120" cy="78480"/>
          </a:xfrm>
          <a:custGeom>
            <a:avLst/>
            <a:gdLst/>
            <a:ahLst/>
            <a:rect l="0" t="0" r="r" b="b"/>
            <a:pathLst>
              <a:path w="217" h="218">
                <a:moveTo>
                  <a:pt x="217" y="109"/>
                </a:moveTo>
                <a:cubicBezTo>
                  <a:pt x="217" y="124"/>
                  <a:pt x="214" y="138"/>
                  <a:pt x="209" y="151"/>
                </a:cubicBezTo>
                <a:cubicBezTo>
                  <a:pt x="203" y="164"/>
                  <a:pt x="196" y="176"/>
                  <a:pt x="186" y="186"/>
                </a:cubicBezTo>
                <a:cubicBezTo>
                  <a:pt x="175" y="196"/>
                  <a:pt x="164" y="204"/>
                  <a:pt x="150" y="209"/>
                </a:cubicBezTo>
                <a:cubicBezTo>
                  <a:pt x="136" y="215"/>
                  <a:pt x="122" y="218"/>
                  <a:pt x="108" y="218"/>
                </a:cubicBezTo>
                <a:cubicBezTo>
                  <a:pt x="94" y="218"/>
                  <a:pt x="80" y="215"/>
                  <a:pt x="67" y="209"/>
                </a:cubicBezTo>
                <a:cubicBezTo>
                  <a:pt x="53" y="204"/>
                  <a:pt x="42" y="196"/>
                  <a:pt x="31" y="186"/>
                </a:cubicBezTo>
                <a:cubicBezTo>
                  <a:pt x="21" y="176"/>
                  <a:pt x="13" y="164"/>
                  <a:pt x="8" y="151"/>
                </a:cubicBezTo>
                <a:cubicBezTo>
                  <a:pt x="3" y="138"/>
                  <a:pt x="0" y="124"/>
                  <a:pt x="0" y="109"/>
                </a:cubicBezTo>
                <a:cubicBezTo>
                  <a:pt x="0" y="95"/>
                  <a:pt x="3" y="81"/>
                  <a:pt x="8" y="68"/>
                </a:cubicBezTo>
                <a:cubicBezTo>
                  <a:pt x="13" y="54"/>
                  <a:pt x="21" y="42"/>
                  <a:pt x="31" y="32"/>
                </a:cubicBezTo>
                <a:cubicBezTo>
                  <a:pt x="42" y="21"/>
                  <a:pt x="53" y="14"/>
                  <a:pt x="67" y="8"/>
                </a:cubicBezTo>
                <a:cubicBezTo>
                  <a:pt x="80" y="3"/>
                  <a:pt x="94" y="0"/>
                  <a:pt x="108" y="0"/>
                </a:cubicBezTo>
                <a:cubicBezTo>
                  <a:pt x="122" y="0"/>
                  <a:pt x="136" y="3"/>
                  <a:pt x="150" y="8"/>
                </a:cubicBezTo>
                <a:cubicBezTo>
                  <a:pt x="164" y="14"/>
                  <a:pt x="175" y="21"/>
                  <a:pt x="186" y="32"/>
                </a:cubicBezTo>
                <a:cubicBezTo>
                  <a:pt x="196" y="42"/>
                  <a:pt x="203" y="54"/>
                  <a:pt x="209" y="68"/>
                </a:cubicBezTo>
                <a:cubicBezTo>
                  <a:pt x="214" y="81"/>
                  <a:pt x="217" y="95"/>
                  <a:pt x="217" y="109"/>
                </a:cubicBezTo>
                <a:close/>
              </a:path>
            </a:pathLst>
          </a:custGeom>
          <a:noFill/>
          <a:ln w="2160">
            <a:solidFill>
              <a:srgbClr val="00a9ce"/>
            </a:solidFill>
            <a:miter/>
          </a:ln>
        </p:spPr>
        <p:txBody>
          <a:bodyPr lIns="1080" rIns="1080" tIns="1080" bIns="108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1" name=""/>
          <p:cNvSpPr/>
          <p:nvPr/>
        </p:nvSpPr>
        <p:spPr>
          <a:xfrm>
            <a:off x="896760" y="4916160"/>
            <a:ext cx="127080" cy="205200"/>
          </a:xfrm>
          <a:custGeom>
            <a:avLst/>
            <a:gdLst/>
            <a:ahLst/>
            <a:rect l="0" t="0" r="r" b="b"/>
            <a:pathLst>
              <a:path fill="none" w="353" h="570">
                <a:moveTo>
                  <a:pt x="177" y="0"/>
                </a:moveTo>
                <a:lnTo>
                  <a:pt x="177" y="367"/>
                </a:lnTo>
                <a:moveTo>
                  <a:pt x="0" y="108"/>
                </a:moveTo>
                <a:lnTo>
                  <a:pt x="353" y="108"/>
                </a:lnTo>
                <a:moveTo>
                  <a:pt x="177" y="367"/>
                </a:moveTo>
                <a:lnTo>
                  <a:pt x="0" y="570"/>
                </a:lnTo>
                <a:moveTo>
                  <a:pt x="177" y="367"/>
                </a:moveTo>
                <a:lnTo>
                  <a:pt x="353" y="570"/>
                </a:lnTo>
              </a:path>
            </a:pathLst>
          </a:custGeom>
          <a:ln w="2160">
            <a:solidFill>
              <a:srgbClr val="00a9ce"/>
            </a:solidFill>
            <a:miter/>
          </a:ln>
        </p:spPr>
        <p:txBody>
          <a:bodyPr lIns="1080" rIns="1080" tIns="1080" bIns="108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2" name=""/>
          <p:cNvSpPr/>
          <p:nvPr/>
        </p:nvSpPr>
        <p:spPr>
          <a:xfrm>
            <a:off x="2379240" y="1586880"/>
            <a:ext cx="323280" cy="254520"/>
          </a:xfrm>
          <a:custGeom>
            <a:avLst/>
            <a:gdLst/>
            <a:ahLst/>
            <a:rect l="0" t="0" r="r" b="b"/>
            <a:pathLst>
              <a:path w="898" h="707">
                <a:moveTo>
                  <a:pt x="34" y="0"/>
                </a:moveTo>
                <a:lnTo>
                  <a:pt x="864" y="0"/>
                </a:lnTo>
                <a:cubicBezTo>
                  <a:pt x="874" y="0"/>
                  <a:pt x="882" y="3"/>
                  <a:pt x="888" y="10"/>
                </a:cubicBezTo>
                <a:cubicBezTo>
                  <a:pt x="895" y="16"/>
                  <a:pt x="898" y="24"/>
                  <a:pt x="898" y="34"/>
                </a:cubicBezTo>
                <a:lnTo>
                  <a:pt x="898" y="673"/>
                </a:lnTo>
                <a:cubicBezTo>
                  <a:pt x="898" y="683"/>
                  <a:pt x="895" y="691"/>
                  <a:pt x="888" y="697"/>
                </a:cubicBezTo>
                <a:cubicBezTo>
                  <a:pt x="882" y="704"/>
                  <a:pt x="874" y="707"/>
                  <a:pt x="864" y="707"/>
                </a:cubicBezTo>
                <a:lnTo>
                  <a:pt x="34" y="707"/>
                </a:lnTo>
                <a:cubicBezTo>
                  <a:pt x="24" y="707"/>
                  <a:pt x="16" y="704"/>
                  <a:pt x="10" y="697"/>
                </a:cubicBezTo>
                <a:cubicBezTo>
                  <a:pt x="3" y="691"/>
                  <a:pt x="0" y="683"/>
                  <a:pt x="0" y="673"/>
                </a:cubicBezTo>
                <a:lnTo>
                  <a:pt x="0" y="34"/>
                </a:lnTo>
                <a:cubicBezTo>
                  <a:pt x="0" y="24"/>
                  <a:pt x="3" y="16"/>
                  <a:pt x="10" y="10"/>
                </a:cubicBezTo>
                <a:cubicBezTo>
                  <a:pt x="16" y="3"/>
                  <a:pt x="24" y="0"/>
                  <a:pt x="34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3" name=""/>
          <p:cNvSpPr/>
          <p:nvPr/>
        </p:nvSpPr>
        <p:spPr>
          <a:xfrm>
            <a:off x="2379240" y="1586880"/>
            <a:ext cx="323280" cy="254520"/>
          </a:xfrm>
          <a:custGeom>
            <a:avLst/>
            <a:gdLst/>
            <a:ahLst/>
            <a:rect l="0" t="0" r="r" b="b"/>
            <a:pathLst>
              <a:path w="898" h="707">
                <a:moveTo>
                  <a:pt x="34" y="0"/>
                </a:moveTo>
                <a:lnTo>
                  <a:pt x="864" y="0"/>
                </a:lnTo>
                <a:cubicBezTo>
                  <a:pt x="874" y="0"/>
                  <a:pt x="882" y="3"/>
                  <a:pt x="888" y="10"/>
                </a:cubicBezTo>
                <a:cubicBezTo>
                  <a:pt x="895" y="16"/>
                  <a:pt x="898" y="24"/>
                  <a:pt x="898" y="34"/>
                </a:cubicBezTo>
                <a:lnTo>
                  <a:pt x="898" y="673"/>
                </a:lnTo>
                <a:cubicBezTo>
                  <a:pt x="898" y="683"/>
                  <a:pt x="895" y="691"/>
                  <a:pt x="888" y="697"/>
                </a:cubicBezTo>
                <a:cubicBezTo>
                  <a:pt x="882" y="704"/>
                  <a:pt x="874" y="707"/>
                  <a:pt x="864" y="707"/>
                </a:cubicBezTo>
                <a:lnTo>
                  <a:pt x="34" y="707"/>
                </a:lnTo>
                <a:cubicBezTo>
                  <a:pt x="24" y="707"/>
                  <a:pt x="16" y="704"/>
                  <a:pt x="10" y="697"/>
                </a:cubicBezTo>
                <a:cubicBezTo>
                  <a:pt x="3" y="691"/>
                  <a:pt x="0" y="683"/>
                  <a:pt x="0" y="673"/>
                </a:cubicBezTo>
                <a:lnTo>
                  <a:pt x="0" y="34"/>
                </a:lnTo>
                <a:cubicBezTo>
                  <a:pt x="0" y="24"/>
                  <a:pt x="3" y="16"/>
                  <a:pt x="10" y="10"/>
                </a:cubicBezTo>
                <a:cubicBezTo>
                  <a:pt x="16" y="3"/>
                  <a:pt x="24" y="0"/>
                  <a:pt x="34" y="0"/>
                </a:cubicBezTo>
                <a:close/>
              </a:path>
            </a:pathLst>
          </a:custGeom>
          <a:noFill/>
          <a:ln w="2160">
            <a:solidFill>
              <a:srgbClr val="00a9ce"/>
            </a:solidFill>
            <a:miter/>
          </a:ln>
        </p:spPr>
        <p:txBody>
          <a:bodyPr lIns="1080" rIns="1080" tIns="1080" bIns="108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4" name=""/>
          <p:cNvSpPr txBox="1"/>
          <p:nvPr/>
        </p:nvSpPr>
        <p:spPr>
          <a:xfrm>
            <a:off x="826920" y="4750560"/>
            <a:ext cx="212400" cy="84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540" spc="-1" strike="noStrike">
                <a:solidFill>
                  <a:srgbClr val="000000"/>
                </a:solidFill>
                <a:latin typeface="Calibri"/>
                <a:ea typeface="Calibri"/>
              </a:rPr>
              <a:t>(Placer)</a:t>
            </a:r>
            <a:endParaRPr b="0" lang="en-AU" sz="54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5" name=""/>
          <p:cNvSpPr txBox="1"/>
          <p:nvPr/>
        </p:nvSpPr>
        <p:spPr>
          <a:xfrm>
            <a:off x="2413440" y="1629000"/>
            <a:ext cx="223200" cy="84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540" spc="-1" strike="noStrike">
                <a:solidFill>
                  <a:srgbClr val="001d34"/>
                </a:solidFill>
                <a:latin typeface="Calibri"/>
                <a:ea typeface="Calibri"/>
              </a:rPr>
              <a:t>Referral</a:t>
            </a:r>
            <a:endParaRPr b="0" lang="en-AU" sz="54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6" name=""/>
          <p:cNvSpPr/>
          <p:nvPr/>
        </p:nvSpPr>
        <p:spPr>
          <a:xfrm>
            <a:off x="2379240" y="4649400"/>
            <a:ext cx="323280" cy="254880"/>
          </a:xfrm>
          <a:custGeom>
            <a:avLst/>
            <a:gdLst/>
            <a:ahLst/>
            <a:rect l="0" t="0" r="r" b="b"/>
            <a:pathLst>
              <a:path w="898" h="708">
                <a:moveTo>
                  <a:pt x="34" y="0"/>
                </a:moveTo>
                <a:lnTo>
                  <a:pt x="864" y="0"/>
                </a:lnTo>
                <a:cubicBezTo>
                  <a:pt x="874" y="0"/>
                  <a:pt x="882" y="4"/>
                  <a:pt x="888" y="10"/>
                </a:cubicBezTo>
                <a:cubicBezTo>
                  <a:pt x="895" y="17"/>
                  <a:pt x="898" y="25"/>
                  <a:pt x="898" y="34"/>
                </a:cubicBezTo>
                <a:lnTo>
                  <a:pt x="898" y="674"/>
                </a:lnTo>
                <a:cubicBezTo>
                  <a:pt x="898" y="683"/>
                  <a:pt x="895" y="691"/>
                  <a:pt x="888" y="698"/>
                </a:cubicBezTo>
                <a:cubicBezTo>
                  <a:pt x="882" y="705"/>
                  <a:pt x="874" y="708"/>
                  <a:pt x="864" y="708"/>
                </a:cubicBezTo>
                <a:lnTo>
                  <a:pt x="34" y="708"/>
                </a:lnTo>
                <a:cubicBezTo>
                  <a:pt x="24" y="708"/>
                  <a:pt x="16" y="705"/>
                  <a:pt x="10" y="698"/>
                </a:cubicBezTo>
                <a:cubicBezTo>
                  <a:pt x="3" y="691"/>
                  <a:pt x="0" y="683"/>
                  <a:pt x="0" y="674"/>
                </a:cubicBezTo>
                <a:lnTo>
                  <a:pt x="0" y="34"/>
                </a:lnTo>
                <a:cubicBezTo>
                  <a:pt x="0" y="25"/>
                  <a:pt x="3" y="17"/>
                  <a:pt x="10" y="10"/>
                </a:cubicBezTo>
                <a:cubicBezTo>
                  <a:pt x="16" y="4"/>
                  <a:pt x="24" y="0"/>
                  <a:pt x="34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7" name=""/>
          <p:cNvSpPr/>
          <p:nvPr/>
        </p:nvSpPr>
        <p:spPr>
          <a:xfrm>
            <a:off x="2379240" y="4649400"/>
            <a:ext cx="323280" cy="254880"/>
          </a:xfrm>
          <a:custGeom>
            <a:avLst/>
            <a:gdLst/>
            <a:ahLst/>
            <a:rect l="0" t="0" r="r" b="b"/>
            <a:pathLst>
              <a:path w="898" h="708">
                <a:moveTo>
                  <a:pt x="34" y="0"/>
                </a:moveTo>
                <a:lnTo>
                  <a:pt x="864" y="0"/>
                </a:lnTo>
                <a:cubicBezTo>
                  <a:pt x="874" y="0"/>
                  <a:pt x="882" y="4"/>
                  <a:pt x="888" y="10"/>
                </a:cubicBezTo>
                <a:cubicBezTo>
                  <a:pt x="895" y="17"/>
                  <a:pt x="898" y="25"/>
                  <a:pt x="898" y="34"/>
                </a:cubicBezTo>
                <a:lnTo>
                  <a:pt x="898" y="674"/>
                </a:lnTo>
                <a:cubicBezTo>
                  <a:pt x="898" y="683"/>
                  <a:pt x="895" y="691"/>
                  <a:pt x="888" y="698"/>
                </a:cubicBezTo>
                <a:cubicBezTo>
                  <a:pt x="882" y="705"/>
                  <a:pt x="874" y="708"/>
                  <a:pt x="864" y="708"/>
                </a:cubicBezTo>
                <a:lnTo>
                  <a:pt x="34" y="708"/>
                </a:lnTo>
                <a:cubicBezTo>
                  <a:pt x="24" y="708"/>
                  <a:pt x="16" y="705"/>
                  <a:pt x="10" y="698"/>
                </a:cubicBezTo>
                <a:cubicBezTo>
                  <a:pt x="3" y="691"/>
                  <a:pt x="0" y="683"/>
                  <a:pt x="0" y="674"/>
                </a:cubicBezTo>
                <a:lnTo>
                  <a:pt x="0" y="34"/>
                </a:lnTo>
                <a:cubicBezTo>
                  <a:pt x="0" y="25"/>
                  <a:pt x="3" y="17"/>
                  <a:pt x="10" y="10"/>
                </a:cubicBezTo>
                <a:cubicBezTo>
                  <a:pt x="16" y="4"/>
                  <a:pt x="24" y="0"/>
                  <a:pt x="34" y="0"/>
                </a:cubicBezTo>
                <a:close/>
              </a:path>
            </a:pathLst>
          </a:custGeom>
          <a:noFill/>
          <a:ln w="2160">
            <a:solidFill>
              <a:srgbClr val="00a9ce"/>
            </a:solidFill>
            <a:miter/>
          </a:ln>
        </p:spPr>
        <p:txBody>
          <a:bodyPr lIns="1080" rIns="1080" tIns="1080" bIns="108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8" name=""/>
          <p:cNvSpPr txBox="1"/>
          <p:nvPr/>
        </p:nvSpPr>
        <p:spPr>
          <a:xfrm>
            <a:off x="2438280" y="1721880"/>
            <a:ext cx="194400" cy="84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540" spc="-1" strike="noStrike">
                <a:solidFill>
                  <a:srgbClr val="001d34"/>
                </a:solidFill>
                <a:latin typeface="Calibri"/>
                <a:ea typeface="Calibri"/>
              </a:rPr>
              <a:t>Ser ver</a:t>
            </a:r>
            <a:endParaRPr b="0" lang="en-AU" sz="54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9" name=""/>
          <p:cNvSpPr txBox="1"/>
          <p:nvPr/>
        </p:nvSpPr>
        <p:spPr>
          <a:xfrm>
            <a:off x="2413440" y="4691880"/>
            <a:ext cx="223200" cy="84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540" spc="-1" strike="noStrike">
                <a:solidFill>
                  <a:srgbClr val="001d34"/>
                </a:solidFill>
                <a:latin typeface="Calibri"/>
                <a:ea typeface="Calibri"/>
              </a:rPr>
              <a:t>Referral</a:t>
            </a:r>
            <a:endParaRPr b="0" lang="en-AU" sz="54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0" name=""/>
          <p:cNvSpPr/>
          <p:nvPr/>
        </p:nvSpPr>
        <p:spPr>
          <a:xfrm>
            <a:off x="715320" y="1928880"/>
            <a:ext cx="815400" cy="96480"/>
          </a:xfrm>
          <a:custGeom>
            <a:avLst/>
            <a:gdLst/>
            <a:ahLst/>
            <a:rect l="0" t="0" r="r" b="b"/>
            <a:pathLst>
              <a:path w="2265" h="268">
                <a:moveTo>
                  <a:pt x="0" y="0"/>
                </a:moveTo>
                <a:lnTo>
                  <a:pt x="2265" y="0"/>
                </a:lnTo>
                <a:lnTo>
                  <a:pt x="2265" y="133"/>
                </a:lnTo>
                <a:lnTo>
                  <a:pt x="2130" y="268"/>
                </a:lnTo>
                <a:lnTo>
                  <a:pt x="0" y="268"/>
                </a:lnTo>
                <a:lnTo>
                  <a:pt x="0" y="0"/>
                </a:lnTo>
                <a:close/>
              </a:path>
            </a:pathLst>
          </a:custGeom>
          <a:solidFill>
            <a:srgbClr val="eeeee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1" name=""/>
          <p:cNvSpPr/>
          <p:nvPr/>
        </p:nvSpPr>
        <p:spPr>
          <a:xfrm>
            <a:off x="715320" y="1928880"/>
            <a:ext cx="815400" cy="96480"/>
          </a:xfrm>
          <a:custGeom>
            <a:avLst/>
            <a:gdLst/>
            <a:ahLst/>
            <a:rect l="0" t="0" r="r" b="b"/>
            <a:pathLst>
              <a:path fill="none" w="2265" h="268">
                <a:moveTo>
                  <a:pt x="0" y="0"/>
                </a:moveTo>
                <a:lnTo>
                  <a:pt x="2265" y="0"/>
                </a:lnTo>
                <a:lnTo>
                  <a:pt x="2265" y="133"/>
                </a:lnTo>
                <a:lnTo>
                  <a:pt x="2130" y="268"/>
                </a:lnTo>
                <a:lnTo>
                  <a:pt x="0" y="268"/>
                </a:lnTo>
                <a:lnTo>
                  <a:pt x="0" y="0"/>
                </a:lnTo>
              </a:path>
            </a:pathLst>
          </a:custGeom>
          <a:ln w="7200">
            <a:solidFill>
              <a:srgbClr val="000000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2" name=""/>
          <p:cNvSpPr/>
          <p:nvPr/>
        </p:nvSpPr>
        <p:spPr>
          <a:xfrm>
            <a:off x="715320" y="1928880"/>
            <a:ext cx="2084760" cy="879480"/>
          </a:xfrm>
          <a:custGeom>
            <a:avLst/>
            <a:gdLst/>
            <a:ahLst/>
            <a:rect l="0" t="0" r="r" b="b"/>
            <a:pathLst>
              <a:path w="5791" h="2443">
                <a:moveTo>
                  <a:pt x="0" y="0"/>
                </a:moveTo>
                <a:lnTo>
                  <a:pt x="5791" y="0"/>
                </a:lnTo>
                <a:lnTo>
                  <a:pt x="5791" y="2443"/>
                </a:lnTo>
                <a:lnTo>
                  <a:pt x="0" y="2443"/>
                </a:lnTo>
                <a:lnTo>
                  <a:pt x="0" y="0"/>
                </a:lnTo>
                <a:close/>
              </a:path>
            </a:pathLst>
          </a:custGeom>
          <a:noFill/>
          <a:ln w="7200">
            <a:solidFill>
              <a:srgbClr val="000000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3" name=""/>
          <p:cNvSpPr txBox="1"/>
          <p:nvPr/>
        </p:nvSpPr>
        <p:spPr>
          <a:xfrm>
            <a:off x="2438280" y="4784760"/>
            <a:ext cx="194400" cy="84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540" spc="-1" strike="noStrike">
                <a:solidFill>
                  <a:srgbClr val="001d34"/>
                </a:solidFill>
                <a:latin typeface="Calibri"/>
                <a:ea typeface="Calibri"/>
              </a:rPr>
              <a:t>Ser ver</a:t>
            </a:r>
            <a:endParaRPr b="0" lang="en-AU" sz="54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4" name=""/>
          <p:cNvSpPr/>
          <p:nvPr/>
        </p:nvSpPr>
        <p:spPr>
          <a:xfrm>
            <a:off x="763920" y="2059200"/>
            <a:ext cx="357480" cy="96480"/>
          </a:xfrm>
          <a:custGeom>
            <a:avLst/>
            <a:gdLst/>
            <a:ahLst/>
            <a:rect l="0" t="0" r="r" b="b"/>
            <a:pathLst>
              <a:path w="993" h="268">
                <a:moveTo>
                  <a:pt x="0" y="0"/>
                </a:moveTo>
                <a:lnTo>
                  <a:pt x="993" y="0"/>
                </a:lnTo>
                <a:lnTo>
                  <a:pt x="993" y="133"/>
                </a:lnTo>
                <a:lnTo>
                  <a:pt x="857" y="268"/>
                </a:lnTo>
                <a:lnTo>
                  <a:pt x="0" y="268"/>
                </a:lnTo>
                <a:lnTo>
                  <a:pt x="0" y="0"/>
                </a:lnTo>
                <a:close/>
              </a:path>
            </a:pathLst>
          </a:custGeom>
          <a:solidFill>
            <a:srgbClr val="eeeee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5" name=""/>
          <p:cNvSpPr/>
          <p:nvPr/>
        </p:nvSpPr>
        <p:spPr>
          <a:xfrm>
            <a:off x="763920" y="2059200"/>
            <a:ext cx="357480" cy="96480"/>
          </a:xfrm>
          <a:custGeom>
            <a:avLst/>
            <a:gdLst/>
            <a:ahLst/>
            <a:rect l="0" t="0" r="r" b="b"/>
            <a:pathLst>
              <a:path fill="none" w="993" h="268">
                <a:moveTo>
                  <a:pt x="0" y="0"/>
                </a:moveTo>
                <a:lnTo>
                  <a:pt x="993" y="0"/>
                </a:lnTo>
                <a:lnTo>
                  <a:pt x="993" y="133"/>
                </a:lnTo>
                <a:lnTo>
                  <a:pt x="857" y="268"/>
                </a:lnTo>
                <a:lnTo>
                  <a:pt x="0" y="268"/>
                </a:lnTo>
                <a:lnTo>
                  <a:pt x="0" y="0"/>
                </a:lnTo>
              </a:path>
            </a:pathLst>
          </a:custGeom>
          <a:ln w="7200">
            <a:solidFill>
              <a:srgbClr val="000000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6" name=""/>
          <p:cNvSpPr/>
          <p:nvPr/>
        </p:nvSpPr>
        <p:spPr>
          <a:xfrm>
            <a:off x="763920" y="2059200"/>
            <a:ext cx="1987560" cy="405720"/>
          </a:xfrm>
          <a:custGeom>
            <a:avLst/>
            <a:gdLst/>
            <a:ahLst/>
            <a:rect l="0" t="0" r="r" b="b"/>
            <a:pathLst>
              <a:path w="5521" h="1127">
                <a:moveTo>
                  <a:pt x="0" y="0"/>
                </a:moveTo>
                <a:lnTo>
                  <a:pt x="5521" y="0"/>
                </a:lnTo>
                <a:lnTo>
                  <a:pt x="5521" y="1127"/>
                </a:lnTo>
                <a:lnTo>
                  <a:pt x="0" y="1127"/>
                </a:lnTo>
                <a:lnTo>
                  <a:pt x="0" y="0"/>
                </a:lnTo>
                <a:close/>
              </a:path>
            </a:pathLst>
          </a:custGeom>
          <a:noFill/>
          <a:ln w="7200">
            <a:solidFill>
              <a:srgbClr val="000000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7" name=""/>
          <p:cNvSpPr txBox="1"/>
          <p:nvPr/>
        </p:nvSpPr>
        <p:spPr>
          <a:xfrm>
            <a:off x="788400" y="1941480"/>
            <a:ext cx="488520" cy="7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500" spc="-1" strike="noStrike">
                <a:solidFill>
                  <a:srgbClr val="000000"/>
                </a:solidFill>
                <a:latin typeface="Calibri"/>
                <a:ea typeface="Calibri"/>
              </a:rPr>
              <a:t>Polling — baseline</a:t>
            </a:r>
            <a:endParaRPr b="0" lang="en-AU" sz="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8" name=""/>
          <p:cNvSpPr txBox="1"/>
          <p:nvPr/>
        </p:nvSpPr>
        <p:spPr>
          <a:xfrm>
            <a:off x="837000" y="2071800"/>
            <a:ext cx="162360" cy="7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500" spc="-1" strike="noStrike">
                <a:solidFill>
                  <a:srgbClr val="000000"/>
                </a:solidFill>
                <a:latin typeface="Calibri"/>
                <a:ea typeface="Calibri"/>
              </a:rPr>
              <a:t>l o o p</a:t>
            </a:r>
            <a:endParaRPr b="0" lang="en-AU" sz="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9" name=""/>
          <p:cNvSpPr txBox="1"/>
          <p:nvPr/>
        </p:nvSpPr>
        <p:spPr>
          <a:xfrm>
            <a:off x="1194120" y="2075400"/>
            <a:ext cx="98280" cy="64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419" spc="-1" strike="noStrike">
                <a:solidFill>
                  <a:srgbClr val="000000"/>
                </a:solidFill>
                <a:latin typeface="Calibri"/>
                <a:ea typeface="Calibri"/>
              </a:rPr>
              <a:t>[ u n</a:t>
            </a:r>
            <a:endParaRPr b="0" lang="en-AU" sz="41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0" name=""/>
          <p:cNvSpPr/>
          <p:nvPr/>
        </p:nvSpPr>
        <p:spPr>
          <a:xfrm>
            <a:off x="2482200" y="2251440"/>
            <a:ext cx="48960" cy="39240"/>
          </a:xfrm>
          <a:custGeom>
            <a:avLst/>
            <a:gdLst/>
            <a:ahLst/>
            <a:rect l="0" t="0" r="r" b="b"/>
            <a:pathLst>
              <a:path w="136" h="109">
                <a:moveTo>
                  <a:pt x="0" y="0"/>
                </a:moveTo>
                <a:lnTo>
                  <a:pt x="136" y="54"/>
                </a:lnTo>
                <a:lnTo>
                  <a:pt x="0" y="109"/>
                </a:lnTo>
                <a:lnTo>
                  <a:pt x="54" y="54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4680">
            <a:solidFill>
              <a:srgbClr val="001d3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1" name=""/>
          <p:cNvSpPr/>
          <p:nvPr/>
        </p:nvSpPr>
        <p:spPr>
          <a:xfrm>
            <a:off x="960120" y="2270880"/>
            <a:ext cx="1551240" cy="0"/>
          </a:xfrm>
          <a:prstGeom prst="line">
            <a:avLst/>
          </a:prstGeom>
          <a:ln w="4680">
            <a:solidFill>
              <a:srgbClr val="001d3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160" rIns="2160" tIns="-2160" bIns="-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2" name=""/>
          <p:cNvSpPr txBox="1"/>
          <p:nvPr/>
        </p:nvSpPr>
        <p:spPr>
          <a:xfrm>
            <a:off x="1320840" y="2075400"/>
            <a:ext cx="367920" cy="64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419" spc="-1" strike="noStrike">
                <a:solidFill>
                  <a:srgbClr val="000000"/>
                </a:solidFill>
                <a:latin typeface="Calibri"/>
                <a:ea typeface="Calibri"/>
              </a:rPr>
              <a:t>l status changes]</a:t>
            </a:r>
            <a:endParaRPr b="0" lang="en-AU" sz="41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3" name=""/>
          <p:cNvSpPr/>
          <p:nvPr/>
        </p:nvSpPr>
        <p:spPr>
          <a:xfrm>
            <a:off x="965160" y="2406240"/>
            <a:ext cx="48960" cy="39240"/>
          </a:xfrm>
          <a:custGeom>
            <a:avLst/>
            <a:gdLst/>
            <a:ahLst/>
            <a:rect l="0" t="0" r="r" b="b"/>
            <a:pathLst>
              <a:path w="136" h="109">
                <a:moveTo>
                  <a:pt x="136" y="0"/>
                </a:moveTo>
                <a:lnTo>
                  <a:pt x="0" y="54"/>
                </a:lnTo>
                <a:lnTo>
                  <a:pt x="136" y="109"/>
                </a:lnTo>
                <a:lnTo>
                  <a:pt x="81" y="54"/>
                </a:lnTo>
                <a:lnTo>
                  <a:pt x="136" y="0"/>
                </a:lnTo>
                <a:close/>
              </a:path>
            </a:pathLst>
          </a:custGeom>
          <a:solidFill>
            <a:srgbClr val="001d34"/>
          </a:solidFill>
          <a:ln w="4680">
            <a:solidFill>
              <a:srgbClr val="001d3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4" name=""/>
          <p:cNvSpPr/>
          <p:nvPr/>
        </p:nvSpPr>
        <p:spPr>
          <a:xfrm>
            <a:off x="984600" y="2423160"/>
            <a:ext cx="1548720" cy="5400"/>
          </a:xfrm>
          <a:custGeom>
            <a:avLst/>
            <a:gdLst/>
            <a:ahLst/>
            <a:rect l="0" t="0" r="r" b="b"/>
            <a:pathLst>
              <a:path w="4302" h="15">
                <a:moveTo>
                  <a:pt x="0" y="0"/>
                </a:moveTo>
                <a:lnTo>
                  <a:pt x="27" y="0"/>
                </a:lnTo>
                <a:lnTo>
                  <a:pt x="27" y="15"/>
                </a:lnTo>
                <a:lnTo>
                  <a:pt x="0" y="15"/>
                </a:lnTo>
                <a:lnTo>
                  <a:pt x="0" y="0"/>
                </a:lnTo>
                <a:moveTo>
                  <a:pt x="54" y="0"/>
                </a:moveTo>
                <a:lnTo>
                  <a:pt x="81" y="0"/>
                </a:lnTo>
                <a:lnTo>
                  <a:pt x="81" y="15"/>
                </a:lnTo>
                <a:lnTo>
                  <a:pt x="54" y="15"/>
                </a:lnTo>
                <a:lnTo>
                  <a:pt x="54" y="0"/>
                </a:lnTo>
                <a:moveTo>
                  <a:pt x="108" y="0"/>
                </a:moveTo>
                <a:lnTo>
                  <a:pt x="135" y="0"/>
                </a:lnTo>
                <a:lnTo>
                  <a:pt x="135" y="15"/>
                </a:lnTo>
                <a:lnTo>
                  <a:pt x="108" y="15"/>
                </a:lnTo>
                <a:lnTo>
                  <a:pt x="108" y="0"/>
                </a:lnTo>
                <a:moveTo>
                  <a:pt x="162" y="0"/>
                </a:moveTo>
                <a:lnTo>
                  <a:pt x="189" y="0"/>
                </a:lnTo>
                <a:lnTo>
                  <a:pt x="189" y="15"/>
                </a:lnTo>
                <a:lnTo>
                  <a:pt x="162" y="15"/>
                </a:lnTo>
                <a:lnTo>
                  <a:pt x="162" y="0"/>
                </a:lnTo>
                <a:moveTo>
                  <a:pt x="216" y="0"/>
                </a:moveTo>
                <a:lnTo>
                  <a:pt x="243" y="0"/>
                </a:lnTo>
                <a:lnTo>
                  <a:pt x="243" y="15"/>
                </a:lnTo>
                <a:lnTo>
                  <a:pt x="216" y="15"/>
                </a:lnTo>
                <a:lnTo>
                  <a:pt x="216" y="0"/>
                </a:lnTo>
                <a:moveTo>
                  <a:pt x="270" y="0"/>
                </a:moveTo>
                <a:lnTo>
                  <a:pt x="297" y="0"/>
                </a:lnTo>
                <a:lnTo>
                  <a:pt x="297" y="15"/>
                </a:lnTo>
                <a:lnTo>
                  <a:pt x="270" y="15"/>
                </a:lnTo>
                <a:lnTo>
                  <a:pt x="270" y="0"/>
                </a:lnTo>
                <a:moveTo>
                  <a:pt x="324" y="0"/>
                </a:moveTo>
                <a:lnTo>
                  <a:pt x="351" y="0"/>
                </a:lnTo>
                <a:lnTo>
                  <a:pt x="351" y="15"/>
                </a:lnTo>
                <a:lnTo>
                  <a:pt x="324" y="15"/>
                </a:lnTo>
                <a:lnTo>
                  <a:pt x="324" y="0"/>
                </a:lnTo>
                <a:moveTo>
                  <a:pt x="378" y="0"/>
                </a:moveTo>
                <a:lnTo>
                  <a:pt x="405" y="0"/>
                </a:lnTo>
                <a:lnTo>
                  <a:pt x="405" y="15"/>
                </a:lnTo>
                <a:lnTo>
                  <a:pt x="378" y="15"/>
                </a:lnTo>
                <a:lnTo>
                  <a:pt x="378" y="0"/>
                </a:lnTo>
                <a:moveTo>
                  <a:pt x="432" y="0"/>
                </a:moveTo>
                <a:lnTo>
                  <a:pt x="460" y="0"/>
                </a:lnTo>
                <a:lnTo>
                  <a:pt x="460" y="15"/>
                </a:lnTo>
                <a:lnTo>
                  <a:pt x="432" y="15"/>
                </a:lnTo>
                <a:lnTo>
                  <a:pt x="432" y="0"/>
                </a:lnTo>
                <a:moveTo>
                  <a:pt x="487" y="0"/>
                </a:moveTo>
                <a:lnTo>
                  <a:pt x="514" y="0"/>
                </a:lnTo>
                <a:lnTo>
                  <a:pt x="514" y="15"/>
                </a:lnTo>
                <a:lnTo>
                  <a:pt x="487" y="15"/>
                </a:lnTo>
                <a:lnTo>
                  <a:pt x="487" y="0"/>
                </a:lnTo>
                <a:moveTo>
                  <a:pt x="541" y="0"/>
                </a:moveTo>
                <a:lnTo>
                  <a:pt x="568" y="0"/>
                </a:lnTo>
                <a:lnTo>
                  <a:pt x="568" y="15"/>
                </a:lnTo>
                <a:lnTo>
                  <a:pt x="541" y="15"/>
                </a:lnTo>
                <a:lnTo>
                  <a:pt x="541" y="0"/>
                </a:lnTo>
                <a:moveTo>
                  <a:pt x="595" y="0"/>
                </a:moveTo>
                <a:lnTo>
                  <a:pt x="622" y="0"/>
                </a:lnTo>
                <a:lnTo>
                  <a:pt x="622" y="15"/>
                </a:lnTo>
                <a:lnTo>
                  <a:pt x="595" y="15"/>
                </a:lnTo>
                <a:lnTo>
                  <a:pt x="595" y="0"/>
                </a:lnTo>
                <a:moveTo>
                  <a:pt x="649" y="0"/>
                </a:moveTo>
                <a:lnTo>
                  <a:pt x="676" y="0"/>
                </a:lnTo>
                <a:lnTo>
                  <a:pt x="676" y="15"/>
                </a:lnTo>
                <a:lnTo>
                  <a:pt x="649" y="15"/>
                </a:lnTo>
                <a:lnTo>
                  <a:pt x="649" y="0"/>
                </a:lnTo>
                <a:moveTo>
                  <a:pt x="703" y="0"/>
                </a:moveTo>
                <a:lnTo>
                  <a:pt x="730" y="0"/>
                </a:lnTo>
                <a:lnTo>
                  <a:pt x="730" y="15"/>
                </a:lnTo>
                <a:lnTo>
                  <a:pt x="703" y="15"/>
                </a:lnTo>
                <a:lnTo>
                  <a:pt x="703" y="0"/>
                </a:lnTo>
                <a:moveTo>
                  <a:pt x="757" y="0"/>
                </a:moveTo>
                <a:lnTo>
                  <a:pt x="784" y="0"/>
                </a:lnTo>
                <a:lnTo>
                  <a:pt x="784" y="15"/>
                </a:lnTo>
                <a:lnTo>
                  <a:pt x="757" y="15"/>
                </a:lnTo>
                <a:lnTo>
                  <a:pt x="757" y="0"/>
                </a:lnTo>
                <a:moveTo>
                  <a:pt x="811" y="0"/>
                </a:moveTo>
                <a:lnTo>
                  <a:pt x="838" y="0"/>
                </a:lnTo>
                <a:lnTo>
                  <a:pt x="838" y="15"/>
                </a:lnTo>
                <a:lnTo>
                  <a:pt x="811" y="15"/>
                </a:lnTo>
                <a:lnTo>
                  <a:pt x="811" y="0"/>
                </a:lnTo>
                <a:moveTo>
                  <a:pt x="865" y="0"/>
                </a:moveTo>
                <a:lnTo>
                  <a:pt x="892" y="0"/>
                </a:lnTo>
                <a:lnTo>
                  <a:pt x="892" y="15"/>
                </a:lnTo>
                <a:lnTo>
                  <a:pt x="865" y="15"/>
                </a:lnTo>
                <a:lnTo>
                  <a:pt x="865" y="0"/>
                </a:lnTo>
                <a:moveTo>
                  <a:pt x="919" y="0"/>
                </a:moveTo>
                <a:lnTo>
                  <a:pt x="947" y="0"/>
                </a:lnTo>
                <a:lnTo>
                  <a:pt x="947" y="15"/>
                </a:lnTo>
                <a:lnTo>
                  <a:pt x="919" y="15"/>
                </a:lnTo>
                <a:lnTo>
                  <a:pt x="919" y="0"/>
                </a:lnTo>
                <a:moveTo>
                  <a:pt x="974" y="0"/>
                </a:moveTo>
                <a:lnTo>
                  <a:pt x="1001" y="0"/>
                </a:lnTo>
                <a:lnTo>
                  <a:pt x="1001" y="15"/>
                </a:lnTo>
                <a:lnTo>
                  <a:pt x="974" y="15"/>
                </a:lnTo>
                <a:lnTo>
                  <a:pt x="974" y="0"/>
                </a:lnTo>
                <a:moveTo>
                  <a:pt x="1028" y="0"/>
                </a:moveTo>
                <a:lnTo>
                  <a:pt x="1055" y="0"/>
                </a:lnTo>
                <a:lnTo>
                  <a:pt x="1055" y="15"/>
                </a:lnTo>
                <a:lnTo>
                  <a:pt x="1028" y="15"/>
                </a:lnTo>
                <a:lnTo>
                  <a:pt x="1028" y="0"/>
                </a:lnTo>
                <a:moveTo>
                  <a:pt x="1082" y="0"/>
                </a:moveTo>
                <a:lnTo>
                  <a:pt x="1109" y="0"/>
                </a:lnTo>
                <a:lnTo>
                  <a:pt x="1109" y="15"/>
                </a:lnTo>
                <a:lnTo>
                  <a:pt x="1082" y="15"/>
                </a:lnTo>
                <a:lnTo>
                  <a:pt x="1082" y="0"/>
                </a:lnTo>
                <a:moveTo>
                  <a:pt x="1136" y="0"/>
                </a:moveTo>
                <a:lnTo>
                  <a:pt x="1163" y="0"/>
                </a:lnTo>
                <a:lnTo>
                  <a:pt x="1163" y="15"/>
                </a:lnTo>
                <a:lnTo>
                  <a:pt x="1136" y="15"/>
                </a:lnTo>
                <a:lnTo>
                  <a:pt x="1136" y="0"/>
                </a:lnTo>
                <a:moveTo>
                  <a:pt x="1190" y="0"/>
                </a:moveTo>
                <a:lnTo>
                  <a:pt x="1217" y="0"/>
                </a:lnTo>
                <a:lnTo>
                  <a:pt x="1217" y="15"/>
                </a:lnTo>
                <a:lnTo>
                  <a:pt x="1190" y="15"/>
                </a:lnTo>
                <a:lnTo>
                  <a:pt x="1190" y="0"/>
                </a:lnTo>
                <a:moveTo>
                  <a:pt x="1244" y="0"/>
                </a:moveTo>
                <a:lnTo>
                  <a:pt x="1271" y="0"/>
                </a:lnTo>
                <a:lnTo>
                  <a:pt x="1271" y="15"/>
                </a:lnTo>
                <a:lnTo>
                  <a:pt x="1244" y="15"/>
                </a:lnTo>
                <a:lnTo>
                  <a:pt x="1244" y="0"/>
                </a:lnTo>
                <a:moveTo>
                  <a:pt x="1298" y="0"/>
                </a:moveTo>
                <a:lnTo>
                  <a:pt x="1325" y="0"/>
                </a:lnTo>
                <a:lnTo>
                  <a:pt x="1325" y="15"/>
                </a:lnTo>
                <a:lnTo>
                  <a:pt x="1298" y="15"/>
                </a:lnTo>
                <a:lnTo>
                  <a:pt x="1298" y="0"/>
                </a:lnTo>
                <a:moveTo>
                  <a:pt x="1352" y="0"/>
                </a:moveTo>
                <a:lnTo>
                  <a:pt x="1379" y="0"/>
                </a:lnTo>
                <a:lnTo>
                  <a:pt x="1379" y="15"/>
                </a:lnTo>
                <a:lnTo>
                  <a:pt x="1352" y="15"/>
                </a:lnTo>
                <a:lnTo>
                  <a:pt x="1352" y="0"/>
                </a:lnTo>
                <a:moveTo>
                  <a:pt x="1406" y="0"/>
                </a:moveTo>
                <a:lnTo>
                  <a:pt x="1433" y="0"/>
                </a:lnTo>
                <a:lnTo>
                  <a:pt x="1433" y="15"/>
                </a:lnTo>
                <a:lnTo>
                  <a:pt x="1406" y="15"/>
                </a:lnTo>
                <a:lnTo>
                  <a:pt x="1406" y="0"/>
                </a:lnTo>
                <a:moveTo>
                  <a:pt x="1461" y="0"/>
                </a:moveTo>
                <a:lnTo>
                  <a:pt x="1488" y="0"/>
                </a:lnTo>
                <a:lnTo>
                  <a:pt x="1488" y="15"/>
                </a:lnTo>
                <a:lnTo>
                  <a:pt x="1461" y="15"/>
                </a:lnTo>
                <a:lnTo>
                  <a:pt x="1461" y="0"/>
                </a:lnTo>
                <a:moveTo>
                  <a:pt x="1515" y="0"/>
                </a:moveTo>
                <a:lnTo>
                  <a:pt x="1542" y="0"/>
                </a:lnTo>
                <a:lnTo>
                  <a:pt x="1542" y="15"/>
                </a:lnTo>
                <a:lnTo>
                  <a:pt x="1515" y="15"/>
                </a:lnTo>
                <a:lnTo>
                  <a:pt x="1515" y="0"/>
                </a:lnTo>
                <a:moveTo>
                  <a:pt x="1569" y="0"/>
                </a:moveTo>
                <a:lnTo>
                  <a:pt x="1596" y="0"/>
                </a:lnTo>
                <a:lnTo>
                  <a:pt x="1596" y="15"/>
                </a:lnTo>
                <a:lnTo>
                  <a:pt x="1569" y="15"/>
                </a:lnTo>
                <a:lnTo>
                  <a:pt x="1569" y="0"/>
                </a:lnTo>
                <a:moveTo>
                  <a:pt x="1623" y="0"/>
                </a:moveTo>
                <a:lnTo>
                  <a:pt x="1650" y="0"/>
                </a:lnTo>
                <a:lnTo>
                  <a:pt x="1650" y="15"/>
                </a:lnTo>
                <a:lnTo>
                  <a:pt x="1623" y="15"/>
                </a:lnTo>
                <a:lnTo>
                  <a:pt x="1623" y="0"/>
                </a:lnTo>
                <a:moveTo>
                  <a:pt x="1677" y="0"/>
                </a:moveTo>
                <a:lnTo>
                  <a:pt x="1704" y="0"/>
                </a:lnTo>
                <a:lnTo>
                  <a:pt x="1704" y="15"/>
                </a:lnTo>
                <a:lnTo>
                  <a:pt x="1677" y="15"/>
                </a:lnTo>
                <a:lnTo>
                  <a:pt x="1677" y="0"/>
                </a:lnTo>
                <a:moveTo>
                  <a:pt x="1731" y="0"/>
                </a:moveTo>
                <a:lnTo>
                  <a:pt x="1758" y="0"/>
                </a:lnTo>
                <a:lnTo>
                  <a:pt x="1758" y="15"/>
                </a:lnTo>
                <a:lnTo>
                  <a:pt x="1731" y="15"/>
                </a:lnTo>
                <a:lnTo>
                  <a:pt x="1731" y="0"/>
                </a:lnTo>
                <a:moveTo>
                  <a:pt x="1785" y="0"/>
                </a:moveTo>
                <a:lnTo>
                  <a:pt x="1812" y="0"/>
                </a:lnTo>
                <a:lnTo>
                  <a:pt x="1812" y="15"/>
                </a:lnTo>
                <a:lnTo>
                  <a:pt x="1785" y="15"/>
                </a:lnTo>
                <a:lnTo>
                  <a:pt x="1785" y="0"/>
                </a:lnTo>
                <a:moveTo>
                  <a:pt x="1839" y="0"/>
                </a:moveTo>
                <a:lnTo>
                  <a:pt x="1866" y="0"/>
                </a:lnTo>
                <a:lnTo>
                  <a:pt x="1866" y="15"/>
                </a:lnTo>
                <a:lnTo>
                  <a:pt x="1839" y="15"/>
                </a:lnTo>
                <a:lnTo>
                  <a:pt x="1839" y="0"/>
                </a:lnTo>
                <a:moveTo>
                  <a:pt x="1893" y="0"/>
                </a:moveTo>
                <a:lnTo>
                  <a:pt x="1920" y="0"/>
                </a:lnTo>
                <a:lnTo>
                  <a:pt x="1920" y="15"/>
                </a:lnTo>
                <a:lnTo>
                  <a:pt x="1893" y="15"/>
                </a:lnTo>
                <a:lnTo>
                  <a:pt x="1893" y="0"/>
                </a:lnTo>
                <a:moveTo>
                  <a:pt x="1948" y="0"/>
                </a:moveTo>
                <a:lnTo>
                  <a:pt x="1975" y="0"/>
                </a:lnTo>
                <a:lnTo>
                  <a:pt x="1975" y="15"/>
                </a:lnTo>
                <a:lnTo>
                  <a:pt x="1948" y="15"/>
                </a:lnTo>
                <a:lnTo>
                  <a:pt x="1948" y="0"/>
                </a:lnTo>
                <a:moveTo>
                  <a:pt x="2002" y="0"/>
                </a:moveTo>
                <a:lnTo>
                  <a:pt x="2029" y="0"/>
                </a:lnTo>
                <a:lnTo>
                  <a:pt x="2029" y="15"/>
                </a:lnTo>
                <a:lnTo>
                  <a:pt x="2002" y="15"/>
                </a:lnTo>
                <a:lnTo>
                  <a:pt x="2002" y="0"/>
                </a:lnTo>
                <a:moveTo>
                  <a:pt x="2056" y="0"/>
                </a:moveTo>
                <a:lnTo>
                  <a:pt x="2083" y="0"/>
                </a:lnTo>
                <a:lnTo>
                  <a:pt x="2083" y="15"/>
                </a:lnTo>
                <a:lnTo>
                  <a:pt x="2056" y="15"/>
                </a:lnTo>
                <a:lnTo>
                  <a:pt x="2056" y="0"/>
                </a:lnTo>
                <a:moveTo>
                  <a:pt x="2110" y="0"/>
                </a:moveTo>
                <a:lnTo>
                  <a:pt x="2137" y="0"/>
                </a:lnTo>
                <a:lnTo>
                  <a:pt x="2137" y="15"/>
                </a:lnTo>
                <a:lnTo>
                  <a:pt x="2110" y="15"/>
                </a:lnTo>
                <a:lnTo>
                  <a:pt x="2110" y="0"/>
                </a:lnTo>
                <a:moveTo>
                  <a:pt x="2164" y="0"/>
                </a:moveTo>
                <a:lnTo>
                  <a:pt x="2191" y="0"/>
                </a:lnTo>
                <a:lnTo>
                  <a:pt x="2191" y="15"/>
                </a:lnTo>
                <a:lnTo>
                  <a:pt x="2164" y="15"/>
                </a:lnTo>
                <a:lnTo>
                  <a:pt x="2164" y="0"/>
                </a:lnTo>
                <a:moveTo>
                  <a:pt x="2218" y="0"/>
                </a:moveTo>
                <a:lnTo>
                  <a:pt x="2245" y="0"/>
                </a:lnTo>
                <a:lnTo>
                  <a:pt x="2245" y="15"/>
                </a:lnTo>
                <a:lnTo>
                  <a:pt x="2218" y="15"/>
                </a:lnTo>
                <a:lnTo>
                  <a:pt x="2218" y="0"/>
                </a:lnTo>
                <a:moveTo>
                  <a:pt x="2272" y="0"/>
                </a:moveTo>
                <a:lnTo>
                  <a:pt x="2299" y="0"/>
                </a:lnTo>
                <a:lnTo>
                  <a:pt x="2299" y="15"/>
                </a:lnTo>
                <a:lnTo>
                  <a:pt x="2272" y="15"/>
                </a:lnTo>
                <a:lnTo>
                  <a:pt x="2272" y="0"/>
                </a:lnTo>
                <a:moveTo>
                  <a:pt x="2326" y="0"/>
                </a:moveTo>
                <a:lnTo>
                  <a:pt x="2353" y="0"/>
                </a:lnTo>
                <a:lnTo>
                  <a:pt x="2353" y="15"/>
                </a:lnTo>
                <a:lnTo>
                  <a:pt x="2326" y="15"/>
                </a:lnTo>
                <a:lnTo>
                  <a:pt x="2326" y="0"/>
                </a:lnTo>
                <a:moveTo>
                  <a:pt x="2380" y="0"/>
                </a:moveTo>
                <a:lnTo>
                  <a:pt x="2407" y="0"/>
                </a:lnTo>
                <a:lnTo>
                  <a:pt x="2407" y="15"/>
                </a:lnTo>
                <a:lnTo>
                  <a:pt x="2380" y="15"/>
                </a:lnTo>
                <a:lnTo>
                  <a:pt x="2380" y="0"/>
                </a:lnTo>
                <a:moveTo>
                  <a:pt x="2435" y="0"/>
                </a:moveTo>
                <a:lnTo>
                  <a:pt x="2462" y="0"/>
                </a:lnTo>
                <a:lnTo>
                  <a:pt x="2462" y="15"/>
                </a:lnTo>
                <a:lnTo>
                  <a:pt x="2435" y="15"/>
                </a:lnTo>
                <a:lnTo>
                  <a:pt x="2435" y="0"/>
                </a:lnTo>
                <a:moveTo>
                  <a:pt x="2489" y="0"/>
                </a:moveTo>
                <a:lnTo>
                  <a:pt x="2516" y="0"/>
                </a:lnTo>
                <a:lnTo>
                  <a:pt x="2516" y="15"/>
                </a:lnTo>
                <a:lnTo>
                  <a:pt x="2489" y="15"/>
                </a:lnTo>
                <a:lnTo>
                  <a:pt x="2489" y="0"/>
                </a:lnTo>
                <a:moveTo>
                  <a:pt x="2543" y="0"/>
                </a:moveTo>
                <a:lnTo>
                  <a:pt x="2570" y="0"/>
                </a:lnTo>
                <a:lnTo>
                  <a:pt x="2570" y="15"/>
                </a:lnTo>
                <a:lnTo>
                  <a:pt x="2543" y="15"/>
                </a:lnTo>
                <a:lnTo>
                  <a:pt x="2543" y="0"/>
                </a:lnTo>
                <a:moveTo>
                  <a:pt x="2597" y="0"/>
                </a:moveTo>
                <a:lnTo>
                  <a:pt x="2624" y="0"/>
                </a:lnTo>
                <a:lnTo>
                  <a:pt x="2624" y="15"/>
                </a:lnTo>
                <a:lnTo>
                  <a:pt x="2597" y="15"/>
                </a:lnTo>
                <a:lnTo>
                  <a:pt x="2597" y="0"/>
                </a:lnTo>
                <a:moveTo>
                  <a:pt x="2651" y="0"/>
                </a:moveTo>
                <a:lnTo>
                  <a:pt x="2678" y="0"/>
                </a:lnTo>
                <a:lnTo>
                  <a:pt x="2678" y="15"/>
                </a:lnTo>
                <a:lnTo>
                  <a:pt x="2651" y="15"/>
                </a:lnTo>
                <a:lnTo>
                  <a:pt x="2651" y="0"/>
                </a:lnTo>
                <a:moveTo>
                  <a:pt x="2705" y="0"/>
                </a:moveTo>
                <a:lnTo>
                  <a:pt x="2732" y="0"/>
                </a:lnTo>
                <a:lnTo>
                  <a:pt x="2732" y="15"/>
                </a:lnTo>
                <a:lnTo>
                  <a:pt x="2705" y="15"/>
                </a:lnTo>
                <a:lnTo>
                  <a:pt x="2705" y="0"/>
                </a:lnTo>
                <a:moveTo>
                  <a:pt x="2759" y="0"/>
                </a:moveTo>
                <a:lnTo>
                  <a:pt x="2786" y="0"/>
                </a:lnTo>
                <a:lnTo>
                  <a:pt x="2786" y="15"/>
                </a:lnTo>
                <a:lnTo>
                  <a:pt x="2759" y="15"/>
                </a:lnTo>
                <a:lnTo>
                  <a:pt x="2759" y="0"/>
                </a:lnTo>
                <a:moveTo>
                  <a:pt x="2813" y="0"/>
                </a:moveTo>
                <a:lnTo>
                  <a:pt x="2840" y="0"/>
                </a:lnTo>
                <a:lnTo>
                  <a:pt x="2840" y="15"/>
                </a:lnTo>
                <a:lnTo>
                  <a:pt x="2813" y="15"/>
                </a:lnTo>
                <a:lnTo>
                  <a:pt x="2813" y="0"/>
                </a:lnTo>
                <a:moveTo>
                  <a:pt x="2867" y="0"/>
                </a:moveTo>
                <a:lnTo>
                  <a:pt x="2894" y="0"/>
                </a:lnTo>
                <a:lnTo>
                  <a:pt x="2894" y="15"/>
                </a:lnTo>
                <a:lnTo>
                  <a:pt x="2867" y="15"/>
                </a:lnTo>
                <a:lnTo>
                  <a:pt x="2867" y="0"/>
                </a:lnTo>
                <a:moveTo>
                  <a:pt x="2921" y="0"/>
                </a:moveTo>
                <a:lnTo>
                  <a:pt x="2949" y="0"/>
                </a:lnTo>
                <a:lnTo>
                  <a:pt x="2949" y="15"/>
                </a:lnTo>
                <a:lnTo>
                  <a:pt x="2921" y="15"/>
                </a:lnTo>
                <a:lnTo>
                  <a:pt x="2921" y="0"/>
                </a:lnTo>
                <a:moveTo>
                  <a:pt x="2976" y="0"/>
                </a:moveTo>
                <a:lnTo>
                  <a:pt x="3003" y="0"/>
                </a:lnTo>
                <a:lnTo>
                  <a:pt x="3003" y="15"/>
                </a:lnTo>
                <a:lnTo>
                  <a:pt x="2976" y="15"/>
                </a:lnTo>
                <a:lnTo>
                  <a:pt x="2976" y="0"/>
                </a:lnTo>
                <a:moveTo>
                  <a:pt x="3030" y="0"/>
                </a:moveTo>
                <a:lnTo>
                  <a:pt x="3057" y="0"/>
                </a:lnTo>
                <a:lnTo>
                  <a:pt x="3057" y="15"/>
                </a:lnTo>
                <a:lnTo>
                  <a:pt x="3030" y="15"/>
                </a:lnTo>
                <a:lnTo>
                  <a:pt x="3030" y="0"/>
                </a:lnTo>
                <a:moveTo>
                  <a:pt x="3084" y="0"/>
                </a:moveTo>
                <a:lnTo>
                  <a:pt x="3111" y="0"/>
                </a:lnTo>
                <a:lnTo>
                  <a:pt x="3111" y="15"/>
                </a:lnTo>
                <a:lnTo>
                  <a:pt x="3084" y="15"/>
                </a:lnTo>
                <a:lnTo>
                  <a:pt x="3084" y="0"/>
                </a:lnTo>
                <a:moveTo>
                  <a:pt x="3138" y="0"/>
                </a:moveTo>
                <a:lnTo>
                  <a:pt x="3165" y="0"/>
                </a:lnTo>
                <a:lnTo>
                  <a:pt x="3165" y="15"/>
                </a:lnTo>
                <a:lnTo>
                  <a:pt x="3138" y="15"/>
                </a:lnTo>
                <a:lnTo>
                  <a:pt x="3138" y="0"/>
                </a:lnTo>
                <a:moveTo>
                  <a:pt x="3192" y="0"/>
                </a:moveTo>
                <a:lnTo>
                  <a:pt x="3219" y="0"/>
                </a:lnTo>
                <a:lnTo>
                  <a:pt x="3219" y="15"/>
                </a:lnTo>
                <a:lnTo>
                  <a:pt x="3192" y="15"/>
                </a:lnTo>
                <a:lnTo>
                  <a:pt x="3192" y="0"/>
                </a:lnTo>
                <a:moveTo>
                  <a:pt x="3246" y="0"/>
                </a:moveTo>
                <a:lnTo>
                  <a:pt x="3273" y="0"/>
                </a:lnTo>
                <a:lnTo>
                  <a:pt x="3273" y="15"/>
                </a:lnTo>
                <a:lnTo>
                  <a:pt x="3246" y="15"/>
                </a:lnTo>
                <a:lnTo>
                  <a:pt x="3246" y="0"/>
                </a:lnTo>
                <a:moveTo>
                  <a:pt x="3300" y="0"/>
                </a:moveTo>
                <a:lnTo>
                  <a:pt x="3327" y="0"/>
                </a:lnTo>
                <a:lnTo>
                  <a:pt x="3327" y="15"/>
                </a:lnTo>
                <a:lnTo>
                  <a:pt x="3300" y="15"/>
                </a:lnTo>
                <a:lnTo>
                  <a:pt x="3300" y="0"/>
                </a:lnTo>
                <a:moveTo>
                  <a:pt x="3354" y="0"/>
                </a:moveTo>
                <a:lnTo>
                  <a:pt x="3381" y="0"/>
                </a:lnTo>
                <a:lnTo>
                  <a:pt x="3381" y="15"/>
                </a:lnTo>
                <a:lnTo>
                  <a:pt x="3354" y="15"/>
                </a:lnTo>
                <a:lnTo>
                  <a:pt x="3354" y="0"/>
                </a:lnTo>
                <a:moveTo>
                  <a:pt x="3408" y="0"/>
                </a:moveTo>
                <a:lnTo>
                  <a:pt x="3436" y="0"/>
                </a:lnTo>
                <a:lnTo>
                  <a:pt x="3436" y="15"/>
                </a:lnTo>
                <a:lnTo>
                  <a:pt x="3408" y="15"/>
                </a:lnTo>
                <a:lnTo>
                  <a:pt x="3408" y="0"/>
                </a:lnTo>
                <a:moveTo>
                  <a:pt x="3463" y="0"/>
                </a:moveTo>
                <a:lnTo>
                  <a:pt x="3490" y="0"/>
                </a:lnTo>
                <a:lnTo>
                  <a:pt x="3490" y="15"/>
                </a:lnTo>
                <a:lnTo>
                  <a:pt x="3463" y="15"/>
                </a:lnTo>
                <a:lnTo>
                  <a:pt x="3463" y="0"/>
                </a:lnTo>
                <a:moveTo>
                  <a:pt x="3517" y="0"/>
                </a:moveTo>
                <a:lnTo>
                  <a:pt x="3544" y="0"/>
                </a:lnTo>
                <a:lnTo>
                  <a:pt x="3544" y="15"/>
                </a:lnTo>
                <a:lnTo>
                  <a:pt x="3517" y="15"/>
                </a:lnTo>
                <a:lnTo>
                  <a:pt x="3517" y="0"/>
                </a:lnTo>
                <a:moveTo>
                  <a:pt x="3571" y="0"/>
                </a:moveTo>
                <a:lnTo>
                  <a:pt x="3598" y="0"/>
                </a:lnTo>
                <a:lnTo>
                  <a:pt x="3598" y="15"/>
                </a:lnTo>
                <a:lnTo>
                  <a:pt x="3571" y="15"/>
                </a:lnTo>
                <a:lnTo>
                  <a:pt x="3571" y="0"/>
                </a:lnTo>
                <a:moveTo>
                  <a:pt x="3625" y="0"/>
                </a:moveTo>
                <a:lnTo>
                  <a:pt x="3652" y="0"/>
                </a:lnTo>
                <a:lnTo>
                  <a:pt x="3652" y="15"/>
                </a:lnTo>
                <a:lnTo>
                  <a:pt x="3625" y="15"/>
                </a:lnTo>
                <a:lnTo>
                  <a:pt x="3625" y="0"/>
                </a:lnTo>
                <a:moveTo>
                  <a:pt x="3679" y="0"/>
                </a:moveTo>
                <a:lnTo>
                  <a:pt x="3706" y="0"/>
                </a:lnTo>
                <a:lnTo>
                  <a:pt x="3706" y="15"/>
                </a:lnTo>
                <a:lnTo>
                  <a:pt x="3679" y="15"/>
                </a:lnTo>
                <a:lnTo>
                  <a:pt x="3679" y="0"/>
                </a:lnTo>
                <a:moveTo>
                  <a:pt x="3734" y="0"/>
                </a:moveTo>
                <a:lnTo>
                  <a:pt x="3761" y="0"/>
                </a:lnTo>
                <a:lnTo>
                  <a:pt x="3761" y="15"/>
                </a:lnTo>
                <a:lnTo>
                  <a:pt x="3734" y="15"/>
                </a:lnTo>
                <a:lnTo>
                  <a:pt x="3734" y="0"/>
                </a:lnTo>
                <a:moveTo>
                  <a:pt x="3788" y="0"/>
                </a:moveTo>
                <a:lnTo>
                  <a:pt x="3815" y="0"/>
                </a:lnTo>
                <a:lnTo>
                  <a:pt x="3815" y="15"/>
                </a:lnTo>
                <a:lnTo>
                  <a:pt x="3788" y="15"/>
                </a:lnTo>
                <a:lnTo>
                  <a:pt x="3788" y="0"/>
                </a:lnTo>
                <a:moveTo>
                  <a:pt x="3842" y="0"/>
                </a:moveTo>
                <a:lnTo>
                  <a:pt x="3869" y="0"/>
                </a:lnTo>
                <a:lnTo>
                  <a:pt x="3869" y="15"/>
                </a:lnTo>
                <a:lnTo>
                  <a:pt x="3842" y="15"/>
                </a:lnTo>
                <a:lnTo>
                  <a:pt x="3842" y="0"/>
                </a:lnTo>
                <a:moveTo>
                  <a:pt x="3896" y="0"/>
                </a:moveTo>
                <a:lnTo>
                  <a:pt x="3923" y="0"/>
                </a:lnTo>
                <a:lnTo>
                  <a:pt x="3923" y="15"/>
                </a:lnTo>
                <a:lnTo>
                  <a:pt x="3896" y="15"/>
                </a:lnTo>
                <a:lnTo>
                  <a:pt x="3896" y="0"/>
                </a:lnTo>
                <a:moveTo>
                  <a:pt x="3951" y="0"/>
                </a:moveTo>
                <a:lnTo>
                  <a:pt x="3978" y="0"/>
                </a:lnTo>
                <a:lnTo>
                  <a:pt x="3978" y="15"/>
                </a:lnTo>
                <a:lnTo>
                  <a:pt x="3951" y="15"/>
                </a:lnTo>
                <a:lnTo>
                  <a:pt x="3951" y="0"/>
                </a:lnTo>
                <a:moveTo>
                  <a:pt x="4005" y="0"/>
                </a:moveTo>
                <a:lnTo>
                  <a:pt x="4032" y="0"/>
                </a:lnTo>
                <a:lnTo>
                  <a:pt x="4032" y="15"/>
                </a:lnTo>
                <a:lnTo>
                  <a:pt x="4005" y="15"/>
                </a:lnTo>
                <a:lnTo>
                  <a:pt x="4005" y="0"/>
                </a:lnTo>
                <a:moveTo>
                  <a:pt x="4059" y="0"/>
                </a:moveTo>
                <a:lnTo>
                  <a:pt x="4086" y="0"/>
                </a:lnTo>
                <a:lnTo>
                  <a:pt x="4086" y="15"/>
                </a:lnTo>
                <a:lnTo>
                  <a:pt x="4059" y="15"/>
                </a:lnTo>
                <a:lnTo>
                  <a:pt x="4059" y="0"/>
                </a:lnTo>
                <a:moveTo>
                  <a:pt x="4113" y="0"/>
                </a:moveTo>
                <a:lnTo>
                  <a:pt x="4140" y="0"/>
                </a:lnTo>
                <a:lnTo>
                  <a:pt x="4140" y="15"/>
                </a:lnTo>
                <a:lnTo>
                  <a:pt x="4113" y="15"/>
                </a:lnTo>
                <a:lnTo>
                  <a:pt x="4113" y="0"/>
                </a:lnTo>
                <a:moveTo>
                  <a:pt x="4167" y="0"/>
                </a:moveTo>
                <a:lnTo>
                  <a:pt x="4194" y="0"/>
                </a:lnTo>
                <a:lnTo>
                  <a:pt x="4194" y="15"/>
                </a:lnTo>
                <a:lnTo>
                  <a:pt x="4167" y="15"/>
                </a:lnTo>
                <a:lnTo>
                  <a:pt x="4167" y="0"/>
                </a:lnTo>
                <a:moveTo>
                  <a:pt x="4221" y="0"/>
                </a:moveTo>
                <a:lnTo>
                  <a:pt x="4248" y="0"/>
                </a:lnTo>
                <a:lnTo>
                  <a:pt x="4248" y="15"/>
                </a:lnTo>
                <a:lnTo>
                  <a:pt x="4221" y="15"/>
                </a:lnTo>
                <a:lnTo>
                  <a:pt x="4221" y="0"/>
                </a:lnTo>
                <a:moveTo>
                  <a:pt x="4275" y="0"/>
                </a:moveTo>
                <a:lnTo>
                  <a:pt x="4302" y="0"/>
                </a:lnTo>
                <a:lnTo>
                  <a:pt x="4302" y="15"/>
                </a:lnTo>
                <a:lnTo>
                  <a:pt x="4275" y="15"/>
                </a:lnTo>
                <a:lnTo>
                  <a:pt x="4275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5" name=""/>
          <p:cNvSpPr txBox="1"/>
          <p:nvPr/>
        </p:nvSpPr>
        <p:spPr>
          <a:xfrm>
            <a:off x="994320" y="2182320"/>
            <a:ext cx="945720" cy="7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500" spc="-1" strike="noStrike">
                <a:solidFill>
                  <a:srgbClr val="000000"/>
                </a:solidFill>
                <a:latin typeface="Calibri"/>
                <a:ea typeface="Calibri"/>
              </a:rPr>
              <a:t>GET Task?focus=ServiceRequest/{id}</a:t>
            </a:r>
            <a:endParaRPr b="0" lang="en-AU" sz="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6" name=""/>
          <p:cNvSpPr/>
          <p:nvPr/>
        </p:nvSpPr>
        <p:spPr>
          <a:xfrm>
            <a:off x="2482200" y="2594880"/>
            <a:ext cx="48960" cy="39600"/>
          </a:xfrm>
          <a:custGeom>
            <a:avLst/>
            <a:gdLst/>
            <a:ahLst/>
            <a:rect l="0" t="0" r="r" b="b"/>
            <a:pathLst>
              <a:path w="136" h="110">
                <a:moveTo>
                  <a:pt x="0" y="0"/>
                </a:moveTo>
                <a:lnTo>
                  <a:pt x="136" y="54"/>
                </a:lnTo>
                <a:lnTo>
                  <a:pt x="0" y="110"/>
                </a:lnTo>
                <a:lnTo>
                  <a:pt x="54" y="54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4680">
            <a:solidFill>
              <a:srgbClr val="001d3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7" name=""/>
          <p:cNvSpPr/>
          <p:nvPr/>
        </p:nvSpPr>
        <p:spPr>
          <a:xfrm>
            <a:off x="960120" y="2614320"/>
            <a:ext cx="1551240" cy="0"/>
          </a:xfrm>
          <a:prstGeom prst="line">
            <a:avLst/>
          </a:prstGeom>
          <a:ln w="4680">
            <a:solidFill>
              <a:srgbClr val="001d3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160" rIns="2160" tIns="-2160" bIns="-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8" name=""/>
          <p:cNvSpPr txBox="1"/>
          <p:nvPr/>
        </p:nvSpPr>
        <p:spPr>
          <a:xfrm>
            <a:off x="1042920" y="2337120"/>
            <a:ext cx="538560" cy="7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500" spc="-1" strike="noStrike">
                <a:solidFill>
                  <a:srgbClr val="000000"/>
                </a:solidFill>
                <a:latin typeface="Calibri"/>
                <a:ea typeface="Calibri"/>
              </a:rPr>
              <a:t>Task (still requested)</a:t>
            </a:r>
            <a:endParaRPr b="0" lang="en-AU" sz="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9" name=""/>
          <p:cNvSpPr/>
          <p:nvPr/>
        </p:nvSpPr>
        <p:spPr>
          <a:xfrm>
            <a:off x="965160" y="2749680"/>
            <a:ext cx="48960" cy="39240"/>
          </a:xfrm>
          <a:custGeom>
            <a:avLst/>
            <a:gdLst/>
            <a:ahLst/>
            <a:rect l="0" t="0" r="r" b="b"/>
            <a:pathLst>
              <a:path w="136" h="109">
                <a:moveTo>
                  <a:pt x="136" y="0"/>
                </a:moveTo>
                <a:lnTo>
                  <a:pt x="0" y="54"/>
                </a:lnTo>
                <a:lnTo>
                  <a:pt x="136" y="109"/>
                </a:lnTo>
                <a:lnTo>
                  <a:pt x="81" y="54"/>
                </a:lnTo>
                <a:lnTo>
                  <a:pt x="136" y="0"/>
                </a:lnTo>
                <a:close/>
              </a:path>
            </a:pathLst>
          </a:custGeom>
          <a:solidFill>
            <a:srgbClr val="001d34"/>
          </a:solidFill>
          <a:ln w="4680">
            <a:solidFill>
              <a:srgbClr val="001d3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10" name=""/>
          <p:cNvSpPr/>
          <p:nvPr/>
        </p:nvSpPr>
        <p:spPr>
          <a:xfrm>
            <a:off x="984600" y="2766600"/>
            <a:ext cx="1548720" cy="5400"/>
          </a:xfrm>
          <a:custGeom>
            <a:avLst/>
            <a:gdLst/>
            <a:ahLst/>
            <a:rect l="0" t="0" r="r" b="b"/>
            <a:pathLst>
              <a:path w="4302" h="15">
                <a:moveTo>
                  <a:pt x="0" y="0"/>
                </a:moveTo>
                <a:lnTo>
                  <a:pt x="27" y="0"/>
                </a:lnTo>
                <a:lnTo>
                  <a:pt x="27" y="15"/>
                </a:lnTo>
                <a:lnTo>
                  <a:pt x="0" y="15"/>
                </a:lnTo>
                <a:lnTo>
                  <a:pt x="0" y="0"/>
                </a:lnTo>
                <a:moveTo>
                  <a:pt x="54" y="0"/>
                </a:moveTo>
                <a:lnTo>
                  <a:pt x="81" y="0"/>
                </a:lnTo>
                <a:lnTo>
                  <a:pt x="81" y="15"/>
                </a:lnTo>
                <a:lnTo>
                  <a:pt x="54" y="15"/>
                </a:lnTo>
                <a:lnTo>
                  <a:pt x="54" y="0"/>
                </a:lnTo>
                <a:moveTo>
                  <a:pt x="108" y="0"/>
                </a:moveTo>
                <a:lnTo>
                  <a:pt x="135" y="0"/>
                </a:lnTo>
                <a:lnTo>
                  <a:pt x="135" y="15"/>
                </a:lnTo>
                <a:lnTo>
                  <a:pt x="108" y="15"/>
                </a:lnTo>
                <a:lnTo>
                  <a:pt x="108" y="0"/>
                </a:lnTo>
                <a:moveTo>
                  <a:pt x="162" y="0"/>
                </a:moveTo>
                <a:lnTo>
                  <a:pt x="189" y="0"/>
                </a:lnTo>
                <a:lnTo>
                  <a:pt x="189" y="15"/>
                </a:lnTo>
                <a:lnTo>
                  <a:pt x="162" y="15"/>
                </a:lnTo>
                <a:lnTo>
                  <a:pt x="162" y="0"/>
                </a:lnTo>
                <a:moveTo>
                  <a:pt x="216" y="0"/>
                </a:moveTo>
                <a:lnTo>
                  <a:pt x="243" y="0"/>
                </a:lnTo>
                <a:lnTo>
                  <a:pt x="243" y="15"/>
                </a:lnTo>
                <a:lnTo>
                  <a:pt x="216" y="15"/>
                </a:lnTo>
                <a:lnTo>
                  <a:pt x="216" y="0"/>
                </a:lnTo>
                <a:moveTo>
                  <a:pt x="270" y="0"/>
                </a:moveTo>
                <a:lnTo>
                  <a:pt x="297" y="0"/>
                </a:lnTo>
                <a:lnTo>
                  <a:pt x="297" y="15"/>
                </a:lnTo>
                <a:lnTo>
                  <a:pt x="270" y="15"/>
                </a:lnTo>
                <a:lnTo>
                  <a:pt x="270" y="0"/>
                </a:lnTo>
                <a:moveTo>
                  <a:pt x="324" y="0"/>
                </a:moveTo>
                <a:lnTo>
                  <a:pt x="351" y="0"/>
                </a:lnTo>
                <a:lnTo>
                  <a:pt x="351" y="15"/>
                </a:lnTo>
                <a:lnTo>
                  <a:pt x="324" y="15"/>
                </a:lnTo>
                <a:lnTo>
                  <a:pt x="324" y="0"/>
                </a:lnTo>
                <a:moveTo>
                  <a:pt x="378" y="0"/>
                </a:moveTo>
                <a:lnTo>
                  <a:pt x="405" y="0"/>
                </a:lnTo>
                <a:lnTo>
                  <a:pt x="405" y="15"/>
                </a:lnTo>
                <a:lnTo>
                  <a:pt x="378" y="15"/>
                </a:lnTo>
                <a:lnTo>
                  <a:pt x="378" y="0"/>
                </a:lnTo>
                <a:moveTo>
                  <a:pt x="432" y="0"/>
                </a:moveTo>
                <a:lnTo>
                  <a:pt x="460" y="0"/>
                </a:lnTo>
                <a:lnTo>
                  <a:pt x="460" y="15"/>
                </a:lnTo>
                <a:lnTo>
                  <a:pt x="432" y="15"/>
                </a:lnTo>
                <a:lnTo>
                  <a:pt x="432" y="0"/>
                </a:lnTo>
                <a:moveTo>
                  <a:pt x="487" y="0"/>
                </a:moveTo>
                <a:lnTo>
                  <a:pt x="514" y="0"/>
                </a:lnTo>
                <a:lnTo>
                  <a:pt x="514" y="15"/>
                </a:lnTo>
                <a:lnTo>
                  <a:pt x="487" y="15"/>
                </a:lnTo>
                <a:lnTo>
                  <a:pt x="487" y="0"/>
                </a:lnTo>
                <a:moveTo>
                  <a:pt x="541" y="0"/>
                </a:moveTo>
                <a:lnTo>
                  <a:pt x="568" y="0"/>
                </a:lnTo>
                <a:lnTo>
                  <a:pt x="568" y="15"/>
                </a:lnTo>
                <a:lnTo>
                  <a:pt x="541" y="15"/>
                </a:lnTo>
                <a:lnTo>
                  <a:pt x="541" y="0"/>
                </a:lnTo>
                <a:moveTo>
                  <a:pt x="595" y="0"/>
                </a:moveTo>
                <a:lnTo>
                  <a:pt x="622" y="0"/>
                </a:lnTo>
                <a:lnTo>
                  <a:pt x="622" y="15"/>
                </a:lnTo>
                <a:lnTo>
                  <a:pt x="595" y="15"/>
                </a:lnTo>
                <a:lnTo>
                  <a:pt x="595" y="0"/>
                </a:lnTo>
                <a:moveTo>
                  <a:pt x="649" y="0"/>
                </a:moveTo>
                <a:lnTo>
                  <a:pt x="676" y="0"/>
                </a:lnTo>
                <a:lnTo>
                  <a:pt x="676" y="15"/>
                </a:lnTo>
                <a:lnTo>
                  <a:pt x="649" y="15"/>
                </a:lnTo>
                <a:lnTo>
                  <a:pt x="649" y="0"/>
                </a:lnTo>
                <a:moveTo>
                  <a:pt x="703" y="0"/>
                </a:moveTo>
                <a:lnTo>
                  <a:pt x="730" y="0"/>
                </a:lnTo>
                <a:lnTo>
                  <a:pt x="730" y="15"/>
                </a:lnTo>
                <a:lnTo>
                  <a:pt x="703" y="15"/>
                </a:lnTo>
                <a:lnTo>
                  <a:pt x="703" y="0"/>
                </a:lnTo>
                <a:moveTo>
                  <a:pt x="757" y="0"/>
                </a:moveTo>
                <a:lnTo>
                  <a:pt x="784" y="0"/>
                </a:lnTo>
                <a:lnTo>
                  <a:pt x="784" y="15"/>
                </a:lnTo>
                <a:lnTo>
                  <a:pt x="757" y="15"/>
                </a:lnTo>
                <a:lnTo>
                  <a:pt x="757" y="0"/>
                </a:lnTo>
                <a:moveTo>
                  <a:pt x="811" y="0"/>
                </a:moveTo>
                <a:lnTo>
                  <a:pt x="838" y="0"/>
                </a:lnTo>
                <a:lnTo>
                  <a:pt x="838" y="15"/>
                </a:lnTo>
                <a:lnTo>
                  <a:pt x="811" y="15"/>
                </a:lnTo>
                <a:lnTo>
                  <a:pt x="811" y="0"/>
                </a:lnTo>
                <a:moveTo>
                  <a:pt x="865" y="0"/>
                </a:moveTo>
                <a:lnTo>
                  <a:pt x="892" y="0"/>
                </a:lnTo>
                <a:lnTo>
                  <a:pt x="892" y="15"/>
                </a:lnTo>
                <a:lnTo>
                  <a:pt x="865" y="15"/>
                </a:lnTo>
                <a:lnTo>
                  <a:pt x="865" y="0"/>
                </a:lnTo>
                <a:moveTo>
                  <a:pt x="919" y="0"/>
                </a:moveTo>
                <a:lnTo>
                  <a:pt x="947" y="0"/>
                </a:lnTo>
                <a:lnTo>
                  <a:pt x="947" y="15"/>
                </a:lnTo>
                <a:lnTo>
                  <a:pt x="919" y="15"/>
                </a:lnTo>
                <a:lnTo>
                  <a:pt x="919" y="0"/>
                </a:lnTo>
                <a:moveTo>
                  <a:pt x="974" y="0"/>
                </a:moveTo>
                <a:lnTo>
                  <a:pt x="1001" y="0"/>
                </a:lnTo>
                <a:lnTo>
                  <a:pt x="1001" y="15"/>
                </a:lnTo>
                <a:lnTo>
                  <a:pt x="974" y="15"/>
                </a:lnTo>
                <a:lnTo>
                  <a:pt x="974" y="0"/>
                </a:lnTo>
                <a:moveTo>
                  <a:pt x="1028" y="0"/>
                </a:moveTo>
                <a:lnTo>
                  <a:pt x="1055" y="0"/>
                </a:lnTo>
                <a:lnTo>
                  <a:pt x="1055" y="15"/>
                </a:lnTo>
                <a:lnTo>
                  <a:pt x="1028" y="15"/>
                </a:lnTo>
                <a:lnTo>
                  <a:pt x="1028" y="0"/>
                </a:lnTo>
                <a:moveTo>
                  <a:pt x="1082" y="0"/>
                </a:moveTo>
                <a:lnTo>
                  <a:pt x="1109" y="0"/>
                </a:lnTo>
                <a:lnTo>
                  <a:pt x="1109" y="15"/>
                </a:lnTo>
                <a:lnTo>
                  <a:pt x="1082" y="15"/>
                </a:lnTo>
                <a:lnTo>
                  <a:pt x="1082" y="0"/>
                </a:lnTo>
                <a:moveTo>
                  <a:pt x="1136" y="0"/>
                </a:moveTo>
                <a:lnTo>
                  <a:pt x="1163" y="0"/>
                </a:lnTo>
                <a:lnTo>
                  <a:pt x="1163" y="15"/>
                </a:lnTo>
                <a:lnTo>
                  <a:pt x="1136" y="15"/>
                </a:lnTo>
                <a:lnTo>
                  <a:pt x="1136" y="0"/>
                </a:lnTo>
                <a:moveTo>
                  <a:pt x="1190" y="0"/>
                </a:moveTo>
                <a:lnTo>
                  <a:pt x="1217" y="0"/>
                </a:lnTo>
                <a:lnTo>
                  <a:pt x="1217" y="15"/>
                </a:lnTo>
                <a:lnTo>
                  <a:pt x="1190" y="15"/>
                </a:lnTo>
                <a:lnTo>
                  <a:pt x="1190" y="0"/>
                </a:lnTo>
                <a:moveTo>
                  <a:pt x="1244" y="0"/>
                </a:moveTo>
                <a:lnTo>
                  <a:pt x="1271" y="0"/>
                </a:lnTo>
                <a:lnTo>
                  <a:pt x="1271" y="15"/>
                </a:lnTo>
                <a:lnTo>
                  <a:pt x="1244" y="15"/>
                </a:lnTo>
                <a:lnTo>
                  <a:pt x="1244" y="0"/>
                </a:lnTo>
                <a:moveTo>
                  <a:pt x="1298" y="0"/>
                </a:moveTo>
                <a:lnTo>
                  <a:pt x="1325" y="0"/>
                </a:lnTo>
                <a:lnTo>
                  <a:pt x="1325" y="15"/>
                </a:lnTo>
                <a:lnTo>
                  <a:pt x="1298" y="15"/>
                </a:lnTo>
                <a:lnTo>
                  <a:pt x="1298" y="0"/>
                </a:lnTo>
                <a:moveTo>
                  <a:pt x="1352" y="0"/>
                </a:moveTo>
                <a:lnTo>
                  <a:pt x="1379" y="0"/>
                </a:lnTo>
                <a:lnTo>
                  <a:pt x="1379" y="15"/>
                </a:lnTo>
                <a:lnTo>
                  <a:pt x="1352" y="15"/>
                </a:lnTo>
                <a:lnTo>
                  <a:pt x="1352" y="0"/>
                </a:lnTo>
                <a:moveTo>
                  <a:pt x="1406" y="0"/>
                </a:moveTo>
                <a:lnTo>
                  <a:pt x="1433" y="0"/>
                </a:lnTo>
                <a:lnTo>
                  <a:pt x="1433" y="15"/>
                </a:lnTo>
                <a:lnTo>
                  <a:pt x="1406" y="15"/>
                </a:lnTo>
                <a:lnTo>
                  <a:pt x="1406" y="0"/>
                </a:lnTo>
                <a:moveTo>
                  <a:pt x="1461" y="0"/>
                </a:moveTo>
                <a:lnTo>
                  <a:pt x="1488" y="0"/>
                </a:lnTo>
                <a:lnTo>
                  <a:pt x="1488" y="15"/>
                </a:lnTo>
                <a:lnTo>
                  <a:pt x="1461" y="15"/>
                </a:lnTo>
                <a:lnTo>
                  <a:pt x="1461" y="0"/>
                </a:lnTo>
                <a:moveTo>
                  <a:pt x="1515" y="0"/>
                </a:moveTo>
                <a:lnTo>
                  <a:pt x="1542" y="0"/>
                </a:lnTo>
                <a:lnTo>
                  <a:pt x="1542" y="15"/>
                </a:lnTo>
                <a:lnTo>
                  <a:pt x="1515" y="15"/>
                </a:lnTo>
                <a:lnTo>
                  <a:pt x="1515" y="0"/>
                </a:lnTo>
                <a:moveTo>
                  <a:pt x="1569" y="0"/>
                </a:moveTo>
                <a:lnTo>
                  <a:pt x="1596" y="0"/>
                </a:lnTo>
                <a:lnTo>
                  <a:pt x="1596" y="15"/>
                </a:lnTo>
                <a:lnTo>
                  <a:pt x="1569" y="15"/>
                </a:lnTo>
                <a:lnTo>
                  <a:pt x="1569" y="0"/>
                </a:lnTo>
                <a:moveTo>
                  <a:pt x="1623" y="0"/>
                </a:moveTo>
                <a:lnTo>
                  <a:pt x="1650" y="0"/>
                </a:lnTo>
                <a:lnTo>
                  <a:pt x="1650" y="15"/>
                </a:lnTo>
                <a:lnTo>
                  <a:pt x="1623" y="15"/>
                </a:lnTo>
                <a:lnTo>
                  <a:pt x="1623" y="0"/>
                </a:lnTo>
                <a:moveTo>
                  <a:pt x="1677" y="0"/>
                </a:moveTo>
                <a:lnTo>
                  <a:pt x="1704" y="0"/>
                </a:lnTo>
                <a:lnTo>
                  <a:pt x="1704" y="15"/>
                </a:lnTo>
                <a:lnTo>
                  <a:pt x="1677" y="15"/>
                </a:lnTo>
                <a:lnTo>
                  <a:pt x="1677" y="0"/>
                </a:lnTo>
                <a:moveTo>
                  <a:pt x="1731" y="0"/>
                </a:moveTo>
                <a:lnTo>
                  <a:pt x="1758" y="0"/>
                </a:lnTo>
                <a:lnTo>
                  <a:pt x="1758" y="15"/>
                </a:lnTo>
                <a:lnTo>
                  <a:pt x="1731" y="15"/>
                </a:lnTo>
                <a:lnTo>
                  <a:pt x="1731" y="0"/>
                </a:lnTo>
                <a:moveTo>
                  <a:pt x="1785" y="0"/>
                </a:moveTo>
                <a:lnTo>
                  <a:pt x="1812" y="0"/>
                </a:lnTo>
                <a:lnTo>
                  <a:pt x="1812" y="15"/>
                </a:lnTo>
                <a:lnTo>
                  <a:pt x="1785" y="15"/>
                </a:lnTo>
                <a:lnTo>
                  <a:pt x="1785" y="0"/>
                </a:lnTo>
                <a:moveTo>
                  <a:pt x="1839" y="0"/>
                </a:moveTo>
                <a:lnTo>
                  <a:pt x="1866" y="0"/>
                </a:lnTo>
                <a:lnTo>
                  <a:pt x="1866" y="15"/>
                </a:lnTo>
                <a:lnTo>
                  <a:pt x="1839" y="15"/>
                </a:lnTo>
                <a:lnTo>
                  <a:pt x="1839" y="0"/>
                </a:lnTo>
                <a:moveTo>
                  <a:pt x="1893" y="0"/>
                </a:moveTo>
                <a:lnTo>
                  <a:pt x="1920" y="0"/>
                </a:lnTo>
                <a:lnTo>
                  <a:pt x="1920" y="15"/>
                </a:lnTo>
                <a:lnTo>
                  <a:pt x="1893" y="15"/>
                </a:lnTo>
                <a:lnTo>
                  <a:pt x="1893" y="0"/>
                </a:lnTo>
                <a:moveTo>
                  <a:pt x="1948" y="0"/>
                </a:moveTo>
                <a:lnTo>
                  <a:pt x="1975" y="0"/>
                </a:lnTo>
                <a:lnTo>
                  <a:pt x="1975" y="15"/>
                </a:lnTo>
                <a:lnTo>
                  <a:pt x="1948" y="15"/>
                </a:lnTo>
                <a:lnTo>
                  <a:pt x="1948" y="0"/>
                </a:lnTo>
                <a:moveTo>
                  <a:pt x="2002" y="0"/>
                </a:moveTo>
                <a:lnTo>
                  <a:pt x="2029" y="0"/>
                </a:lnTo>
                <a:lnTo>
                  <a:pt x="2029" y="15"/>
                </a:lnTo>
                <a:lnTo>
                  <a:pt x="2002" y="15"/>
                </a:lnTo>
                <a:lnTo>
                  <a:pt x="2002" y="0"/>
                </a:lnTo>
                <a:moveTo>
                  <a:pt x="2056" y="0"/>
                </a:moveTo>
                <a:lnTo>
                  <a:pt x="2083" y="0"/>
                </a:lnTo>
                <a:lnTo>
                  <a:pt x="2083" y="15"/>
                </a:lnTo>
                <a:lnTo>
                  <a:pt x="2056" y="15"/>
                </a:lnTo>
                <a:lnTo>
                  <a:pt x="2056" y="0"/>
                </a:lnTo>
                <a:moveTo>
                  <a:pt x="2110" y="0"/>
                </a:moveTo>
                <a:lnTo>
                  <a:pt x="2137" y="0"/>
                </a:lnTo>
                <a:lnTo>
                  <a:pt x="2137" y="15"/>
                </a:lnTo>
                <a:lnTo>
                  <a:pt x="2110" y="15"/>
                </a:lnTo>
                <a:lnTo>
                  <a:pt x="2110" y="0"/>
                </a:lnTo>
                <a:moveTo>
                  <a:pt x="2164" y="0"/>
                </a:moveTo>
                <a:lnTo>
                  <a:pt x="2191" y="0"/>
                </a:lnTo>
                <a:lnTo>
                  <a:pt x="2191" y="15"/>
                </a:lnTo>
                <a:lnTo>
                  <a:pt x="2164" y="15"/>
                </a:lnTo>
                <a:lnTo>
                  <a:pt x="2164" y="0"/>
                </a:lnTo>
                <a:moveTo>
                  <a:pt x="2218" y="0"/>
                </a:moveTo>
                <a:lnTo>
                  <a:pt x="2245" y="0"/>
                </a:lnTo>
                <a:lnTo>
                  <a:pt x="2245" y="15"/>
                </a:lnTo>
                <a:lnTo>
                  <a:pt x="2218" y="15"/>
                </a:lnTo>
                <a:lnTo>
                  <a:pt x="2218" y="0"/>
                </a:lnTo>
                <a:moveTo>
                  <a:pt x="2272" y="0"/>
                </a:moveTo>
                <a:lnTo>
                  <a:pt x="2299" y="0"/>
                </a:lnTo>
                <a:lnTo>
                  <a:pt x="2299" y="15"/>
                </a:lnTo>
                <a:lnTo>
                  <a:pt x="2272" y="15"/>
                </a:lnTo>
                <a:lnTo>
                  <a:pt x="2272" y="0"/>
                </a:lnTo>
                <a:moveTo>
                  <a:pt x="2326" y="0"/>
                </a:moveTo>
                <a:lnTo>
                  <a:pt x="2353" y="0"/>
                </a:lnTo>
                <a:lnTo>
                  <a:pt x="2353" y="15"/>
                </a:lnTo>
                <a:lnTo>
                  <a:pt x="2326" y="15"/>
                </a:lnTo>
                <a:lnTo>
                  <a:pt x="2326" y="0"/>
                </a:lnTo>
                <a:moveTo>
                  <a:pt x="2380" y="0"/>
                </a:moveTo>
                <a:lnTo>
                  <a:pt x="2407" y="0"/>
                </a:lnTo>
                <a:lnTo>
                  <a:pt x="2407" y="15"/>
                </a:lnTo>
                <a:lnTo>
                  <a:pt x="2380" y="15"/>
                </a:lnTo>
                <a:lnTo>
                  <a:pt x="2380" y="0"/>
                </a:lnTo>
                <a:moveTo>
                  <a:pt x="2435" y="0"/>
                </a:moveTo>
                <a:lnTo>
                  <a:pt x="2462" y="0"/>
                </a:lnTo>
                <a:lnTo>
                  <a:pt x="2462" y="15"/>
                </a:lnTo>
                <a:lnTo>
                  <a:pt x="2435" y="15"/>
                </a:lnTo>
                <a:lnTo>
                  <a:pt x="2435" y="0"/>
                </a:lnTo>
                <a:moveTo>
                  <a:pt x="2489" y="0"/>
                </a:moveTo>
                <a:lnTo>
                  <a:pt x="2516" y="0"/>
                </a:lnTo>
                <a:lnTo>
                  <a:pt x="2516" y="15"/>
                </a:lnTo>
                <a:lnTo>
                  <a:pt x="2489" y="15"/>
                </a:lnTo>
                <a:lnTo>
                  <a:pt x="2489" y="0"/>
                </a:lnTo>
                <a:moveTo>
                  <a:pt x="2543" y="0"/>
                </a:moveTo>
                <a:lnTo>
                  <a:pt x="2570" y="0"/>
                </a:lnTo>
                <a:lnTo>
                  <a:pt x="2570" y="15"/>
                </a:lnTo>
                <a:lnTo>
                  <a:pt x="2543" y="15"/>
                </a:lnTo>
                <a:lnTo>
                  <a:pt x="2543" y="0"/>
                </a:lnTo>
                <a:moveTo>
                  <a:pt x="2597" y="0"/>
                </a:moveTo>
                <a:lnTo>
                  <a:pt x="2624" y="0"/>
                </a:lnTo>
                <a:lnTo>
                  <a:pt x="2624" y="15"/>
                </a:lnTo>
                <a:lnTo>
                  <a:pt x="2597" y="15"/>
                </a:lnTo>
                <a:lnTo>
                  <a:pt x="2597" y="0"/>
                </a:lnTo>
                <a:moveTo>
                  <a:pt x="2651" y="0"/>
                </a:moveTo>
                <a:lnTo>
                  <a:pt x="2678" y="0"/>
                </a:lnTo>
                <a:lnTo>
                  <a:pt x="2678" y="15"/>
                </a:lnTo>
                <a:lnTo>
                  <a:pt x="2651" y="15"/>
                </a:lnTo>
                <a:lnTo>
                  <a:pt x="2651" y="0"/>
                </a:lnTo>
                <a:moveTo>
                  <a:pt x="2705" y="0"/>
                </a:moveTo>
                <a:lnTo>
                  <a:pt x="2732" y="0"/>
                </a:lnTo>
                <a:lnTo>
                  <a:pt x="2732" y="15"/>
                </a:lnTo>
                <a:lnTo>
                  <a:pt x="2705" y="15"/>
                </a:lnTo>
                <a:lnTo>
                  <a:pt x="2705" y="0"/>
                </a:lnTo>
                <a:moveTo>
                  <a:pt x="2759" y="0"/>
                </a:moveTo>
                <a:lnTo>
                  <a:pt x="2786" y="0"/>
                </a:lnTo>
                <a:lnTo>
                  <a:pt x="2786" y="15"/>
                </a:lnTo>
                <a:lnTo>
                  <a:pt x="2759" y="15"/>
                </a:lnTo>
                <a:lnTo>
                  <a:pt x="2759" y="0"/>
                </a:lnTo>
                <a:moveTo>
                  <a:pt x="2813" y="0"/>
                </a:moveTo>
                <a:lnTo>
                  <a:pt x="2840" y="0"/>
                </a:lnTo>
                <a:lnTo>
                  <a:pt x="2840" y="15"/>
                </a:lnTo>
                <a:lnTo>
                  <a:pt x="2813" y="15"/>
                </a:lnTo>
                <a:lnTo>
                  <a:pt x="2813" y="0"/>
                </a:lnTo>
                <a:moveTo>
                  <a:pt x="2867" y="0"/>
                </a:moveTo>
                <a:lnTo>
                  <a:pt x="2894" y="0"/>
                </a:lnTo>
                <a:lnTo>
                  <a:pt x="2894" y="15"/>
                </a:lnTo>
                <a:lnTo>
                  <a:pt x="2867" y="15"/>
                </a:lnTo>
                <a:lnTo>
                  <a:pt x="2867" y="0"/>
                </a:lnTo>
                <a:moveTo>
                  <a:pt x="2921" y="0"/>
                </a:moveTo>
                <a:lnTo>
                  <a:pt x="2949" y="0"/>
                </a:lnTo>
                <a:lnTo>
                  <a:pt x="2949" y="15"/>
                </a:lnTo>
                <a:lnTo>
                  <a:pt x="2921" y="15"/>
                </a:lnTo>
                <a:lnTo>
                  <a:pt x="2921" y="0"/>
                </a:lnTo>
                <a:moveTo>
                  <a:pt x="2976" y="0"/>
                </a:moveTo>
                <a:lnTo>
                  <a:pt x="3003" y="0"/>
                </a:lnTo>
                <a:lnTo>
                  <a:pt x="3003" y="15"/>
                </a:lnTo>
                <a:lnTo>
                  <a:pt x="2976" y="15"/>
                </a:lnTo>
                <a:lnTo>
                  <a:pt x="2976" y="0"/>
                </a:lnTo>
                <a:moveTo>
                  <a:pt x="3030" y="0"/>
                </a:moveTo>
                <a:lnTo>
                  <a:pt x="3057" y="0"/>
                </a:lnTo>
                <a:lnTo>
                  <a:pt x="3057" y="15"/>
                </a:lnTo>
                <a:lnTo>
                  <a:pt x="3030" y="15"/>
                </a:lnTo>
                <a:lnTo>
                  <a:pt x="3030" y="0"/>
                </a:lnTo>
                <a:moveTo>
                  <a:pt x="3084" y="0"/>
                </a:moveTo>
                <a:lnTo>
                  <a:pt x="3111" y="0"/>
                </a:lnTo>
                <a:lnTo>
                  <a:pt x="3111" y="15"/>
                </a:lnTo>
                <a:lnTo>
                  <a:pt x="3084" y="15"/>
                </a:lnTo>
                <a:lnTo>
                  <a:pt x="3084" y="0"/>
                </a:lnTo>
                <a:moveTo>
                  <a:pt x="3138" y="0"/>
                </a:moveTo>
                <a:lnTo>
                  <a:pt x="3165" y="0"/>
                </a:lnTo>
                <a:lnTo>
                  <a:pt x="3165" y="15"/>
                </a:lnTo>
                <a:lnTo>
                  <a:pt x="3138" y="15"/>
                </a:lnTo>
                <a:lnTo>
                  <a:pt x="3138" y="0"/>
                </a:lnTo>
                <a:moveTo>
                  <a:pt x="3192" y="0"/>
                </a:moveTo>
                <a:lnTo>
                  <a:pt x="3219" y="0"/>
                </a:lnTo>
                <a:lnTo>
                  <a:pt x="3219" y="15"/>
                </a:lnTo>
                <a:lnTo>
                  <a:pt x="3192" y="15"/>
                </a:lnTo>
                <a:lnTo>
                  <a:pt x="3192" y="0"/>
                </a:lnTo>
                <a:moveTo>
                  <a:pt x="3246" y="0"/>
                </a:moveTo>
                <a:lnTo>
                  <a:pt x="3273" y="0"/>
                </a:lnTo>
                <a:lnTo>
                  <a:pt x="3273" y="15"/>
                </a:lnTo>
                <a:lnTo>
                  <a:pt x="3246" y="15"/>
                </a:lnTo>
                <a:lnTo>
                  <a:pt x="3246" y="0"/>
                </a:lnTo>
                <a:moveTo>
                  <a:pt x="3300" y="0"/>
                </a:moveTo>
                <a:lnTo>
                  <a:pt x="3327" y="0"/>
                </a:lnTo>
                <a:lnTo>
                  <a:pt x="3327" y="15"/>
                </a:lnTo>
                <a:lnTo>
                  <a:pt x="3300" y="15"/>
                </a:lnTo>
                <a:lnTo>
                  <a:pt x="3300" y="0"/>
                </a:lnTo>
                <a:moveTo>
                  <a:pt x="3354" y="0"/>
                </a:moveTo>
                <a:lnTo>
                  <a:pt x="3381" y="0"/>
                </a:lnTo>
                <a:lnTo>
                  <a:pt x="3381" y="15"/>
                </a:lnTo>
                <a:lnTo>
                  <a:pt x="3354" y="15"/>
                </a:lnTo>
                <a:lnTo>
                  <a:pt x="3354" y="0"/>
                </a:lnTo>
                <a:moveTo>
                  <a:pt x="3408" y="0"/>
                </a:moveTo>
                <a:lnTo>
                  <a:pt x="3436" y="0"/>
                </a:lnTo>
                <a:lnTo>
                  <a:pt x="3436" y="15"/>
                </a:lnTo>
                <a:lnTo>
                  <a:pt x="3408" y="15"/>
                </a:lnTo>
                <a:lnTo>
                  <a:pt x="3408" y="0"/>
                </a:lnTo>
                <a:moveTo>
                  <a:pt x="3463" y="0"/>
                </a:moveTo>
                <a:lnTo>
                  <a:pt x="3490" y="0"/>
                </a:lnTo>
                <a:lnTo>
                  <a:pt x="3490" y="15"/>
                </a:lnTo>
                <a:lnTo>
                  <a:pt x="3463" y="15"/>
                </a:lnTo>
                <a:lnTo>
                  <a:pt x="3463" y="0"/>
                </a:lnTo>
                <a:moveTo>
                  <a:pt x="3517" y="0"/>
                </a:moveTo>
                <a:lnTo>
                  <a:pt x="3544" y="0"/>
                </a:lnTo>
                <a:lnTo>
                  <a:pt x="3544" y="15"/>
                </a:lnTo>
                <a:lnTo>
                  <a:pt x="3517" y="15"/>
                </a:lnTo>
                <a:lnTo>
                  <a:pt x="3517" y="0"/>
                </a:lnTo>
                <a:moveTo>
                  <a:pt x="3571" y="0"/>
                </a:moveTo>
                <a:lnTo>
                  <a:pt x="3598" y="0"/>
                </a:lnTo>
                <a:lnTo>
                  <a:pt x="3598" y="15"/>
                </a:lnTo>
                <a:lnTo>
                  <a:pt x="3571" y="15"/>
                </a:lnTo>
                <a:lnTo>
                  <a:pt x="3571" y="0"/>
                </a:lnTo>
                <a:moveTo>
                  <a:pt x="3625" y="0"/>
                </a:moveTo>
                <a:lnTo>
                  <a:pt x="3652" y="0"/>
                </a:lnTo>
                <a:lnTo>
                  <a:pt x="3652" y="15"/>
                </a:lnTo>
                <a:lnTo>
                  <a:pt x="3625" y="15"/>
                </a:lnTo>
                <a:lnTo>
                  <a:pt x="3625" y="0"/>
                </a:lnTo>
                <a:moveTo>
                  <a:pt x="3679" y="0"/>
                </a:moveTo>
                <a:lnTo>
                  <a:pt x="3706" y="0"/>
                </a:lnTo>
                <a:lnTo>
                  <a:pt x="3706" y="15"/>
                </a:lnTo>
                <a:lnTo>
                  <a:pt x="3679" y="15"/>
                </a:lnTo>
                <a:lnTo>
                  <a:pt x="3679" y="0"/>
                </a:lnTo>
                <a:moveTo>
                  <a:pt x="3734" y="0"/>
                </a:moveTo>
                <a:lnTo>
                  <a:pt x="3761" y="0"/>
                </a:lnTo>
                <a:lnTo>
                  <a:pt x="3761" y="15"/>
                </a:lnTo>
                <a:lnTo>
                  <a:pt x="3734" y="15"/>
                </a:lnTo>
                <a:lnTo>
                  <a:pt x="3734" y="0"/>
                </a:lnTo>
                <a:moveTo>
                  <a:pt x="3788" y="0"/>
                </a:moveTo>
                <a:lnTo>
                  <a:pt x="3815" y="0"/>
                </a:lnTo>
                <a:lnTo>
                  <a:pt x="3815" y="15"/>
                </a:lnTo>
                <a:lnTo>
                  <a:pt x="3788" y="15"/>
                </a:lnTo>
                <a:lnTo>
                  <a:pt x="3788" y="0"/>
                </a:lnTo>
                <a:moveTo>
                  <a:pt x="3842" y="0"/>
                </a:moveTo>
                <a:lnTo>
                  <a:pt x="3869" y="0"/>
                </a:lnTo>
                <a:lnTo>
                  <a:pt x="3869" y="15"/>
                </a:lnTo>
                <a:lnTo>
                  <a:pt x="3842" y="15"/>
                </a:lnTo>
                <a:lnTo>
                  <a:pt x="3842" y="0"/>
                </a:lnTo>
                <a:moveTo>
                  <a:pt x="3896" y="0"/>
                </a:moveTo>
                <a:lnTo>
                  <a:pt x="3923" y="0"/>
                </a:lnTo>
                <a:lnTo>
                  <a:pt x="3923" y="15"/>
                </a:lnTo>
                <a:lnTo>
                  <a:pt x="3896" y="15"/>
                </a:lnTo>
                <a:lnTo>
                  <a:pt x="3896" y="0"/>
                </a:lnTo>
                <a:moveTo>
                  <a:pt x="3951" y="0"/>
                </a:moveTo>
                <a:lnTo>
                  <a:pt x="3978" y="0"/>
                </a:lnTo>
                <a:lnTo>
                  <a:pt x="3978" y="15"/>
                </a:lnTo>
                <a:lnTo>
                  <a:pt x="3951" y="15"/>
                </a:lnTo>
                <a:lnTo>
                  <a:pt x="3951" y="0"/>
                </a:lnTo>
                <a:moveTo>
                  <a:pt x="4005" y="0"/>
                </a:moveTo>
                <a:lnTo>
                  <a:pt x="4032" y="0"/>
                </a:lnTo>
                <a:lnTo>
                  <a:pt x="4032" y="15"/>
                </a:lnTo>
                <a:lnTo>
                  <a:pt x="4005" y="15"/>
                </a:lnTo>
                <a:lnTo>
                  <a:pt x="4005" y="0"/>
                </a:lnTo>
                <a:moveTo>
                  <a:pt x="4059" y="0"/>
                </a:moveTo>
                <a:lnTo>
                  <a:pt x="4086" y="0"/>
                </a:lnTo>
                <a:lnTo>
                  <a:pt x="4086" y="15"/>
                </a:lnTo>
                <a:lnTo>
                  <a:pt x="4059" y="15"/>
                </a:lnTo>
                <a:lnTo>
                  <a:pt x="4059" y="0"/>
                </a:lnTo>
                <a:moveTo>
                  <a:pt x="4113" y="0"/>
                </a:moveTo>
                <a:lnTo>
                  <a:pt x="4140" y="0"/>
                </a:lnTo>
                <a:lnTo>
                  <a:pt x="4140" y="15"/>
                </a:lnTo>
                <a:lnTo>
                  <a:pt x="4113" y="15"/>
                </a:lnTo>
                <a:lnTo>
                  <a:pt x="4113" y="0"/>
                </a:lnTo>
                <a:moveTo>
                  <a:pt x="4167" y="0"/>
                </a:moveTo>
                <a:lnTo>
                  <a:pt x="4194" y="0"/>
                </a:lnTo>
                <a:lnTo>
                  <a:pt x="4194" y="15"/>
                </a:lnTo>
                <a:lnTo>
                  <a:pt x="4167" y="15"/>
                </a:lnTo>
                <a:lnTo>
                  <a:pt x="4167" y="0"/>
                </a:lnTo>
                <a:moveTo>
                  <a:pt x="4221" y="0"/>
                </a:moveTo>
                <a:lnTo>
                  <a:pt x="4248" y="0"/>
                </a:lnTo>
                <a:lnTo>
                  <a:pt x="4248" y="15"/>
                </a:lnTo>
                <a:lnTo>
                  <a:pt x="4221" y="15"/>
                </a:lnTo>
                <a:lnTo>
                  <a:pt x="4221" y="0"/>
                </a:lnTo>
                <a:moveTo>
                  <a:pt x="4275" y="0"/>
                </a:moveTo>
                <a:lnTo>
                  <a:pt x="4302" y="0"/>
                </a:lnTo>
                <a:lnTo>
                  <a:pt x="4302" y="15"/>
                </a:lnTo>
                <a:lnTo>
                  <a:pt x="4275" y="15"/>
                </a:lnTo>
                <a:lnTo>
                  <a:pt x="4275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11" name=""/>
          <p:cNvSpPr txBox="1"/>
          <p:nvPr/>
        </p:nvSpPr>
        <p:spPr>
          <a:xfrm>
            <a:off x="994320" y="2525760"/>
            <a:ext cx="945720" cy="7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500" spc="-1" strike="noStrike">
                <a:solidFill>
                  <a:srgbClr val="000000"/>
                </a:solidFill>
                <a:latin typeface="Calibri"/>
                <a:ea typeface="Calibri"/>
              </a:rPr>
              <a:t>GET Task?focus=ServiceRequest/{id}</a:t>
            </a:r>
            <a:endParaRPr b="0" lang="en-AU" sz="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2" name=""/>
          <p:cNvSpPr/>
          <p:nvPr/>
        </p:nvSpPr>
        <p:spPr>
          <a:xfrm>
            <a:off x="763920" y="2876400"/>
            <a:ext cx="1579680" cy="96480"/>
          </a:xfrm>
          <a:custGeom>
            <a:avLst/>
            <a:gdLst/>
            <a:ahLst/>
            <a:rect l="0" t="0" r="r" b="b"/>
            <a:pathLst>
              <a:path w="4388" h="268">
                <a:moveTo>
                  <a:pt x="0" y="0"/>
                </a:moveTo>
                <a:lnTo>
                  <a:pt x="4388" y="0"/>
                </a:lnTo>
                <a:lnTo>
                  <a:pt x="4388" y="132"/>
                </a:lnTo>
                <a:lnTo>
                  <a:pt x="4253" y="268"/>
                </a:lnTo>
                <a:lnTo>
                  <a:pt x="0" y="268"/>
                </a:lnTo>
                <a:lnTo>
                  <a:pt x="0" y="0"/>
                </a:lnTo>
                <a:close/>
              </a:path>
            </a:pathLst>
          </a:custGeom>
          <a:solidFill>
            <a:srgbClr val="eeeee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3" name=""/>
          <p:cNvSpPr/>
          <p:nvPr/>
        </p:nvSpPr>
        <p:spPr>
          <a:xfrm>
            <a:off x="763920" y="2876400"/>
            <a:ext cx="1579680" cy="96480"/>
          </a:xfrm>
          <a:custGeom>
            <a:avLst/>
            <a:gdLst/>
            <a:ahLst/>
            <a:rect l="0" t="0" r="r" b="b"/>
            <a:pathLst>
              <a:path fill="none" w="4388" h="268">
                <a:moveTo>
                  <a:pt x="0" y="0"/>
                </a:moveTo>
                <a:lnTo>
                  <a:pt x="4388" y="0"/>
                </a:lnTo>
                <a:lnTo>
                  <a:pt x="4388" y="132"/>
                </a:lnTo>
                <a:lnTo>
                  <a:pt x="4253" y="268"/>
                </a:lnTo>
                <a:lnTo>
                  <a:pt x="0" y="268"/>
                </a:lnTo>
                <a:lnTo>
                  <a:pt x="0" y="0"/>
                </a:lnTo>
              </a:path>
            </a:pathLst>
          </a:custGeom>
          <a:ln w="7200">
            <a:solidFill>
              <a:srgbClr val="000000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4" name=""/>
          <p:cNvSpPr/>
          <p:nvPr/>
        </p:nvSpPr>
        <p:spPr>
          <a:xfrm>
            <a:off x="763920" y="2876400"/>
            <a:ext cx="1987560" cy="1252440"/>
          </a:xfrm>
          <a:custGeom>
            <a:avLst/>
            <a:gdLst/>
            <a:ahLst/>
            <a:rect l="0" t="0" r="r" b="b"/>
            <a:pathLst>
              <a:path w="5521" h="3479">
                <a:moveTo>
                  <a:pt x="0" y="0"/>
                </a:moveTo>
                <a:lnTo>
                  <a:pt x="5521" y="0"/>
                </a:lnTo>
                <a:lnTo>
                  <a:pt x="5521" y="3479"/>
                </a:lnTo>
                <a:lnTo>
                  <a:pt x="0" y="3479"/>
                </a:lnTo>
                <a:lnTo>
                  <a:pt x="0" y="0"/>
                </a:lnTo>
                <a:close/>
              </a:path>
            </a:pathLst>
          </a:custGeom>
          <a:noFill/>
          <a:ln w="7200">
            <a:solidFill>
              <a:srgbClr val="000000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5" name=""/>
          <p:cNvSpPr txBox="1"/>
          <p:nvPr/>
        </p:nvSpPr>
        <p:spPr>
          <a:xfrm>
            <a:off x="1042920" y="2680560"/>
            <a:ext cx="750600" cy="7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500" spc="-1" strike="noStrike">
                <a:solidFill>
                  <a:srgbClr val="000000"/>
                </a:solidFill>
                <a:latin typeface="Calibri"/>
                <a:ea typeface="Calibri"/>
              </a:rPr>
              <a:t>Task (accepted) — now book</a:t>
            </a:r>
            <a:endParaRPr b="0" lang="en-AU" sz="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6" name=""/>
          <p:cNvSpPr txBox="1"/>
          <p:nvPr/>
        </p:nvSpPr>
        <p:spPr>
          <a:xfrm>
            <a:off x="837000" y="2889000"/>
            <a:ext cx="361800" cy="7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500" spc="-1" strike="noStrike">
                <a:solidFill>
                  <a:srgbClr val="000000"/>
                </a:solidFill>
                <a:latin typeface="Calibri"/>
                <a:ea typeface="Calibri"/>
              </a:rPr>
              <a:t>FHIR Subscrip</a:t>
            </a:r>
            <a:endParaRPr b="0" lang="en-AU" sz="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7" name=""/>
          <p:cNvSpPr/>
          <p:nvPr/>
        </p:nvSpPr>
        <p:spPr>
          <a:xfrm>
            <a:off x="2482200" y="3241440"/>
            <a:ext cx="48960" cy="39600"/>
          </a:xfrm>
          <a:custGeom>
            <a:avLst/>
            <a:gdLst/>
            <a:ahLst/>
            <a:rect l="0" t="0" r="r" b="b"/>
            <a:pathLst>
              <a:path w="136" h="110">
                <a:moveTo>
                  <a:pt x="0" y="0"/>
                </a:moveTo>
                <a:lnTo>
                  <a:pt x="136" y="55"/>
                </a:lnTo>
                <a:lnTo>
                  <a:pt x="0" y="110"/>
                </a:lnTo>
                <a:lnTo>
                  <a:pt x="54" y="55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4680">
            <a:solidFill>
              <a:srgbClr val="001d3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18" name=""/>
          <p:cNvSpPr/>
          <p:nvPr/>
        </p:nvSpPr>
        <p:spPr>
          <a:xfrm>
            <a:off x="960120" y="3260880"/>
            <a:ext cx="1551240" cy="0"/>
          </a:xfrm>
          <a:prstGeom prst="line">
            <a:avLst/>
          </a:prstGeom>
          <a:ln w="4680">
            <a:solidFill>
              <a:srgbClr val="001d3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160" rIns="2160" tIns="-2160" bIns="-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9" name=""/>
          <p:cNvSpPr txBox="1"/>
          <p:nvPr/>
        </p:nvSpPr>
        <p:spPr>
          <a:xfrm>
            <a:off x="1316880" y="2889000"/>
            <a:ext cx="735120" cy="7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500" spc="-1" strike="noStrike">
                <a:solidFill>
                  <a:srgbClr val="000000"/>
                </a:solidFill>
                <a:latin typeface="Calibri"/>
                <a:ea typeface="Calibri"/>
              </a:rPr>
              <a:t>on — stretch (R4 rest-hook)</a:t>
            </a:r>
            <a:endParaRPr b="0" lang="en-AU" sz="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0" name=""/>
          <p:cNvSpPr txBox="1"/>
          <p:nvPr/>
        </p:nvSpPr>
        <p:spPr>
          <a:xfrm>
            <a:off x="994320" y="2999520"/>
            <a:ext cx="473040" cy="7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500" spc="-1" strike="noStrike">
                <a:solidFill>
                  <a:srgbClr val="000000"/>
                </a:solidFill>
                <a:latin typeface="Calibri"/>
                <a:ea typeface="Calibri"/>
              </a:rPr>
              <a:t>POST Subscription</a:t>
            </a:r>
            <a:endParaRPr b="0" lang="en-AU" sz="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1" name=""/>
          <p:cNvSpPr txBox="1"/>
          <p:nvPr/>
        </p:nvSpPr>
        <p:spPr>
          <a:xfrm>
            <a:off x="994320" y="3086280"/>
            <a:ext cx="1079640" cy="7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500" spc="-1" strike="noStrike">
                <a:solidFill>
                  <a:srgbClr val="000000"/>
                </a:solidFill>
                <a:latin typeface="Calibri"/>
                <a:ea typeface="Calibri"/>
              </a:rPr>
              <a:t>(criteria: Task?focus=ServiceRequest/{id},</a:t>
            </a:r>
            <a:endParaRPr b="0" lang="en-AU" sz="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2" name=""/>
          <p:cNvSpPr/>
          <p:nvPr/>
        </p:nvSpPr>
        <p:spPr>
          <a:xfrm>
            <a:off x="965160" y="3396240"/>
            <a:ext cx="48960" cy="39240"/>
          </a:xfrm>
          <a:custGeom>
            <a:avLst/>
            <a:gdLst/>
            <a:ahLst/>
            <a:rect l="0" t="0" r="r" b="b"/>
            <a:pathLst>
              <a:path w="136" h="109">
                <a:moveTo>
                  <a:pt x="136" y="0"/>
                </a:moveTo>
                <a:lnTo>
                  <a:pt x="0" y="55"/>
                </a:lnTo>
                <a:lnTo>
                  <a:pt x="136" y="109"/>
                </a:lnTo>
                <a:lnTo>
                  <a:pt x="81" y="55"/>
                </a:lnTo>
                <a:lnTo>
                  <a:pt x="136" y="0"/>
                </a:lnTo>
                <a:close/>
              </a:path>
            </a:pathLst>
          </a:custGeom>
          <a:solidFill>
            <a:srgbClr val="001d34"/>
          </a:solidFill>
          <a:ln w="4680">
            <a:solidFill>
              <a:srgbClr val="001d3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3" name=""/>
          <p:cNvSpPr/>
          <p:nvPr/>
        </p:nvSpPr>
        <p:spPr>
          <a:xfrm>
            <a:off x="984600" y="3413160"/>
            <a:ext cx="1548720" cy="5400"/>
          </a:xfrm>
          <a:custGeom>
            <a:avLst/>
            <a:gdLst/>
            <a:ahLst/>
            <a:rect l="0" t="0" r="r" b="b"/>
            <a:pathLst>
              <a:path w="4302" h="15">
                <a:moveTo>
                  <a:pt x="0" y="0"/>
                </a:moveTo>
                <a:lnTo>
                  <a:pt x="27" y="0"/>
                </a:lnTo>
                <a:lnTo>
                  <a:pt x="27" y="15"/>
                </a:lnTo>
                <a:lnTo>
                  <a:pt x="0" y="15"/>
                </a:lnTo>
                <a:lnTo>
                  <a:pt x="0" y="0"/>
                </a:lnTo>
                <a:moveTo>
                  <a:pt x="54" y="0"/>
                </a:moveTo>
                <a:lnTo>
                  <a:pt x="81" y="0"/>
                </a:lnTo>
                <a:lnTo>
                  <a:pt x="81" y="15"/>
                </a:lnTo>
                <a:lnTo>
                  <a:pt x="54" y="15"/>
                </a:lnTo>
                <a:lnTo>
                  <a:pt x="54" y="0"/>
                </a:lnTo>
                <a:moveTo>
                  <a:pt x="108" y="0"/>
                </a:moveTo>
                <a:lnTo>
                  <a:pt x="135" y="0"/>
                </a:lnTo>
                <a:lnTo>
                  <a:pt x="135" y="15"/>
                </a:lnTo>
                <a:lnTo>
                  <a:pt x="108" y="15"/>
                </a:lnTo>
                <a:lnTo>
                  <a:pt x="108" y="0"/>
                </a:lnTo>
                <a:moveTo>
                  <a:pt x="162" y="0"/>
                </a:moveTo>
                <a:lnTo>
                  <a:pt x="189" y="0"/>
                </a:lnTo>
                <a:lnTo>
                  <a:pt x="189" y="15"/>
                </a:lnTo>
                <a:lnTo>
                  <a:pt x="162" y="15"/>
                </a:lnTo>
                <a:lnTo>
                  <a:pt x="162" y="0"/>
                </a:lnTo>
                <a:moveTo>
                  <a:pt x="216" y="0"/>
                </a:moveTo>
                <a:lnTo>
                  <a:pt x="243" y="0"/>
                </a:lnTo>
                <a:lnTo>
                  <a:pt x="243" y="15"/>
                </a:lnTo>
                <a:lnTo>
                  <a:pt x="216" y="15"/>
                </a:lnTo>
                <a:lnTo>
                  <a:pt x="216" y="0"/>
                </a:lnTo>
                <a:moveTo>
                  <a:pt x="270" y="0"/>
                </a:moveTo>
                <a:lnTo>
                  <a:pt x="297" y="0"/>
                </a:lnTo>
                <a:lnTo>
                  <a:pt x="297" y="15"/>
                </a:lnTo>
                <a:lnTo>
                  <a:pt x="270" y="15"/>
                </a:lnTo>
                <a:lnTo>
                  <a:pt x="270" y="0"/>
                </a:lnTo>
                <a:moveTo>
                  <a:pt x="324" y="0"/>
                </a:moveTo>
                <a:lnTo>
                  <a:pt x="351" y="0"/>
                </a:lnTo>
                <a:lnTo>
                  <a:pt x="351" y="15"/>
                </a:lnTo>
                <a:lnTo>
                  <a:pt x="324" y="15"/>
                </a:lnTo>
                <a:lnTo>
                  <a:pt x="324" y="0"/>
                </a:lnTo>
                <a:moveTo>
                  <a:pt x="378" y="0"/>
                </a:moveTo>
                <a:lnTo>
                  <a:pt x="405" y="0"/>
                </a:lnTo>
                <a:lnTo>
                  <a:pt x="405" y="15"/>
                </a:lnTo>
                <a:lnTo>
                  <a:pt x="378" y="15"/>
                </a:lnTo>
                <a:lnTo>
                  <a:pt x="378" y="0"/>
                </a:lnTo>
                <a:moveTo>
                  <a:pt x="432" y="0"/>
                </a:moveTo>
                <a:lnTo>
                  <a:pt x="460" y="0"/>
                </a:lnTo>
                <a:lnTo>
                  <a:pt x="460" y="15"/>
                </a:lnTo>
                <a:lnTo>
                  <a:pt x="432" y="15"/>
                </a:lnTo>
                <a:lnTo>
                  <a:pt x="432" y="0"/>
                </a:lnTo>
                <a:moveTo>
                  <a:pt x="487" y="0"/>
                </a:moveTo>
                <a:lnTo>
                  <a:pt x="514" y="0"/>
                </a:lnTo>
                <a:lnTo>
                  <a:pt x="514" y="15"/>
                </a:lnTo>
                <a:lnTo>
                  <a:pt x="487" y="15"/>
                </a:lnTo>
                <a:lnTo>
                  <a:pt x="487" y="0"/>
                </a:lnTo>
                <a:moveTo>
                  <a:pt x="541" y="0"/>
                </a:moveTo>
                <a:lnTo>
                  <a:pt x="568" y="0"/>
                </a:lnTo>
                <a:lnTo>
                  <a:pt x="568" y="15"/>
                </a:lnTo>
                <a:lnTo>
                  <a:pt x="541" y="15"/>
                </a:lnTo>
                <a:lnTo>
                  <a:pt x="541" y="0"/>
                </a:lnTo>
                <a:moveTo>
                  <a:pt x="595" y="0"/>
                </a:moveTo>
                <a:lnTo>
                  <a:pt x="622" y="0"/>
                </a:lnTo>
                <a:lnTo>
                  <a:pt x="622" y="15"/>
                </a:lnTo>
                <a:lnTo>
                  <a:pt x="595" y="15"/>
                </a:lnTo>
                <a:lnTo>
                  <a:pt x="595" y="0"/>
                </a:lnTo>
                <a:moveTo>
                  <a:pt x="649" y="0"/>
                </a:moveTo>
                <a:lnTo>
                  <a:pt x="676" y="0"/>
                </a:lnTo>
                <a:lnTo>
                  <a:pt x="676" y="15"/>
                </a:lnTo>
                <a:lnTo>
                  <a:pt x="649" y="15"/>
                </a:lnTo>
                <a:lnTo>
                  <a:pt x="649" y="0"/>
                </a:lnTo>
                <a:moveTo>
                  <a:pt x="703" y="0"/>
                </a:moveTo>
                <a:lnTo>
                  <a:pt x="730" y="0"/>
                </a:lnTo>
                <a:lnTo>
                  <a:pt x="730" y="15"/>
                </a:lnTo>
                <a:lnTo>
                  <a:pt x="703" y="15"/>
                </a:lnTo>
                <a:lnTo>
                  <a:pt x="703" y="0"/>
                </a:lnTo>
                <a:moveTo>
                  <a:pt x="757" y="0"/>
                </a:moveTo>
                <a:lnTo>
                  <a:pt x="784" y="0"/>
                </a:lnTo>
                <a:lnTo>
                  <a:pt x="784" y="15"/>
                </a:lnTo>
                <a:lnTo>
                  <a:pt x="757" y="15"/>
                </a:lnTo>
                <a:lnTo>
                  <a:pt x="757" y="0"/>
                </a:lnTo>
                <a:moveTo>
                  <a:pt x="811" y="0"/>
                </a:moveTo>
                <a:lnTo>
                  <a:pt x="838" y="0"/>
                </a:lnTo>
                <a:lnTo>
                  <a:pt x="838" y="15"/>
                </a:lnTo>
                <a:lnTo>
                  <a:pt x="811" y="15"/>
                </a:lnTo>
                <a:lnTo>
                  <a:pt x="811" y="0"/>
                </a:lnTo>
                <a:moveTo>
                  <a:pt x="865" y="0"/>
                </a:moveTo>
                <a:lnTo>
                  <a:pt x="892" y="0"/>
                </a:lnTo>
                <a:lnTo>
                  <a:pt x="892" y="15"/>
                </a:lnTo>
                <a:lnTo>
                  <a:pt x="865" y="15"/>
                </a:lnTo>
                <a:lnTo>
                  <a:pt x="865" y="0"/>
                </a:lnTo>
                <a:moveTo>
                  <a:pt x="919" y="0"/>
                </a:moveTo>
                <a:lnTo>
                  <a:pt x="947" y="0"/>
                </a:lnTo>
                <a:lnTo>
                  <a:pt x="947" y="15"/>
                </a:lnTo>
                <a:lnTo>
                  <a:pt x="919" y="15"/>
                </a:lnTo>
                <a:lnTo>
                  <a:pt x="919" y="0"/>
                </a:lnTo>
                <a:moveTo>
                  <a:pt x="974" y="0"/>
                </a:moveTo>
                <a:lnTo>
                  <a:pt x="1001" y="0"/>
                </a:lnTo>
                <a:lnTo>
                  <a:pt x="1001" y="15"/>
                </a:lnTo>
                <a:lnTo>
                  <a:pt x="974" y="15"/>
                </a:lnTo>
                <a:lnTo>
                  <a:pt x="974" y="0"/>
                </a:lnTo>
                <a:moveTo>
                  <a:pt x="1028" y="0"/>
                </a:moveTo>
                <a:lnTo>
                  <a:pt x="1055" y="0"/>
                </a:lnTo>
                <a:lnTo>
                  <a:pt x="1055" y="15"/>
                </a:lnTo>
                <a:lnTo>
                  <a:pt x="1028" y="15"/>
                </a:lnTo>
                <a:lnTo>
                  <a:pt x="1028" y="0"/>
                </a:lnTo>
                <a:moveTo>
                  <a:pt x="1082" y="0"/>
                </a:moveTo>
                <a:lnTo>
                  <a:pt x="1109" y="0"/>
                </a:lnTo>
                <a:lnTo>
                  <a:pt x="1109" y="15"/>
                </a:lnTo>
                <a:lnTo>
                  <a:pt x="1082" y="15"/>
                </a:lnTo>
                <a:lnTo>
                  <a:pt x="1082" y="0"/>
                </a:lnTo>
                <a:moveTo>
                  <a:pt x="1136" y="0"/>
                </a:moveTo>
                <a:lnTo>
                  <a:pt x="1163" y="0"/>
                </a:lnTo>
                <a:lnTo>
                  <a:pt x="1163" y="15"/>
                </a:lnTo>
                <a:lnTo>
                  <a:pt x="1136" y="15"/>
                </a:lnTo>
                <a:lnTo>
                  <a:pt x="1136" y="0"/>
                </a:lnTo>
                <a:moveTo>
                  <a:pt x="1190" y="0"/>
                </a:moveTo>
                <a:lnTo>
                  <a:pt x="1217" y="0"/>
                </a:lnTo>
                <a:lnTo>
                  <a:pt x="1217" y="15"/>
                </a:lnTo>
                <a:lnTo>
                  <a:pt x="1190" y="15"/>
                </a:lnTo>
                <a:lnTo>
                  <a:pt x="1190" y="0"/>
                </a:lnTo>
                <a:moveTo>
                  <a:pt x="1244" y="0"/>
                </a:moveTo>
                <a:lnTo>
                  <a:pt x="1271" y="0"/>
                </a:lnTo>
                <a:lnTo>
                  <a:pt x="1271" y="15"/>
                </a:lnTo>
                <a:lnTo>
                  <a:pt x="1244" y="15"/>
                </a:lnTo>
                <a:lnTo>
                  <a:pt x="1244" y="0"/>
                </a:lnTo>
                <a:moveTo>
                  <a:pt x="1298" y="0"/>
                </a:moveTo>
                <a:lnTo>
                  <a:pt x="1325" y="0"/>
                </a:lnTo>
                <a:lnTo>
                  <a:pt x="1325" y="15"/>
                </a:lnTo>
                <a:lnTo>
                  <a:pt x="1298" y="15"/>
                </a:lnTo>
                <a:lnTo>
                  <a:pt x="1298" y="0"/>
                </a:lnTo>
                <a:moveTo>
                  <a:pt x="1352" y="0"/>
                </a:moveTo>
                <a:lnTo>
                  <a:pt x="1379" y="0"/>
                </a:lnTo>
                <a:lnTo>
                  <a:pt x="1379" y="15"/>
                </a:lnTo>
                <a:lnTo>
                  <a:pt x="1352" y="15"/>
                </a:lnTo>
                <a:lnTo>
                  <a:pt x="1352" y="0"/>
                </a:lnTo>
                <a:moveTo>
                  <a:pt x="1406" y="0"/>
                </a:moveTo>
                <a:lnTo>
                  <a:pt x="1433" y="0"/>
                </a:lnTo>
                <a:lnTo>
                  <a:pt x="1433" y="15"/>
                </a:lnTo>
                <a:lnTo>
                  <a:pt x="1406" y="15"/>
                </a:lnTo>
                <a:lnTo>
                  <a:pt x="1406" y="0"/>
                </a:lnTo>
                <a:moveTo>
                  <a:pt x="1461" y="0"/>
                </a:moveTo>
                <a:lnTo>
                  <a:pt x="1488" y="0"/>
                </a:lnTo>
                <a:lnTo>
                  <a:pt x="1488" y="15"/>
                </a:lnTo>
                <a:lnTo>
                  <a:pt x="1461" y="15"/>
                </a:lnTo>
                <a:lnTo>
                  <a:pt x="1461" y="0"/>
                </a:lnTo>
                <a:moveTo>
                  <a:pt x="1515" y="0"/>
                </a:moveTo>
                <a:lnTo>
                  <a:pt x="1542" y="0"/>
                </a:lnTo>
                <a:lnTo>
                  <a:pt x="1542" y="15"/>
                </a:lnTo>
                <a:lnTo>
                  <a:pt x="1515" y="15"/>
                </a:lnTo>
                <a:lnTo>
                  <a:pt x="1515" y="0"/>
                </a:lnTo>
                <a:moveTo>
                  <a:pt x="1569" y="0"/>
                </a:moveTo>
                <a:lnTo>
                  <a:pt x="1596" y="0"/>
                </a:lnTo>
                <a:lnTo>
                  <a:pt x="1596" y="15"/>
                </a:lnTo>
                <a:lnTo>
                  <a:pt x="1569" y="15"/>
                </a:lnTo>
                <a:lnTo>
                  <a:pt x="1569" y="0"/>
                </a:lnTo>
                <a:moveTo>
                  <a:pt x="1623" y="0"/>
                </a:moveTo>
                <a:lnTo>
                  <a:pt x="1650" y="0"/>
                </a:lnTo>
                <a:lnTo>
                  <a:pt x="1650" y="15"/>
                </a:lnTo>
                <a:lnTo>
                  <a:pt x="1623" y="15"/>
                </a:lnTo>
                <a:lnTo>
                  <a:pt x="1623" y="0"/>
                </a:lnTo>
                <a:moveTo>
                  <a:pt x="1677" y="0"/>
                </a:moveTo>
                <a:lnTo>
                  <a:pt x="1704" y="0"/>
                </a:lnTo>
                <a:lnTo>
                  <a:pt x="1704" y="15"/>
                </a:lnTo>
                <a:lnTo>
                  <a:pt x="1677" y="15"/>
                </a:lnTo>
                <a:lnTo>
                  <a:pt x="1677" y="0"/>
                </a:lnTo>
                <a:moveTo>
                  <a:pt x="1731" y="0"/>
                </a:moveTo>
                <a:lnTo>
                  <a:pt x="1758" y="0"/>
                </a:lnTo>
                <a:lnTo>
                  <a:pt x="1758" y="15"/>
                </a:lnTo>
                <a:lnTo>
                  <a:pt x="1731" y="15"/>
                </a:lnTo>
                <a:lnTo>
                  <a:pt x="1731" y="0"/>
                </a:lnTo>
                <a:moveTo>
                  <a:pt x="1785" y="0"/>
                </a:moveTo>
                <a:lnTo>
                  <a:pt x="1812" y="0"/>
                </a:lnTo>
                <a:lnTo>
                  <a:pt x="1812" y="15"/>
                </a:lnTo>
                <a:lnTo>
                  <a:pt x="1785" y="15"/>
                </a:lnTo>
                <a:lnTo>
                  <a:pt x="1785" y="0"/>
                </a:lnTo>
                <a:moveTo>
                  <a:pt x="1839" y="0"/>
                </a:moveTo>
                <a:lnTo>
                  <a:pt x="1866" y="0"/>
                </a:lnTo>
                <a:lnTo>
                  <a:pt x="1866" y="15"/>
                </a:lnTo>
                <a:lnTo>
                  <a:pt x="1839" y="15"/>
                </a:lnTo>
                <a:lnTo>
                  <a:pt x="1839" y="0"/>
                </a:lnTo>
                <a:moveTo>
                  <a:pt x="1893" y="0"/>
                </a:moveTo>
                <a:lnTo>
                  <a:pt x="1920" y="0"/>
                </a:lnTo>
                <a:lnTo>
                  <a:pt x="1920" y="15"/>
                </a:lnTo>
                <a:lnTo>
                  <a:pt x="1893" y="15"/>
                </a:lnTo>
                <a:lnTo>
                  <a:pt x="1893" y="0"/>
                </a:lnTo>
                <a:moveTo>
                  <a:pt x="1948" y="0"/>
                </a:moveTo>
                <a:lnTo>
                  <a:pt x="1975" y="0"/>
                </a:lnTo>
                <a:lnTo>
                  <a:pt x="1975" y="15"/>
                </a:lnTo>
                <a:lnTo>
                  <a:pt x="1948" y="15"/>
                </a:lnTo>
                <a:lnTo>
                  <a:pt x="1948" y="0"/>
                </a:lnTo>
                <a:moveTo>
                  <a:pt x="2002" y="0"/>
                </a:moveTo>
                <a:lnTo>
                  <a:pt x="2029" y="0"/>
                </a:lnTo>
                <a:lnTo>
                  <a:pt x="2029" y="15"/>
                </a:lnTo>
                <a:lnTo>
                  <a:pt x="2002" y="15"/>
                </a:lnTo>
                <a:lnTo>
                  <a:pt x="2002" y="0"/>
                </a:lnTo>
                <a:moveTo>
                  <a:pt x="2056" y="0"/>
                </a:moveTo>
                <a:lnTo>
                  <a:pt x="2083" y="0"/>
                </a:lnTo>
                <a:lnTo>
                  <a:pt x="2083" y="15"/>
                </a:lnTo>
                <a:lnTo>
                  <a:pt x="2056" y="15"/>
                </a:lnTo>
                <a:lnTo>
                  <a:pt x="2056" y="0"/>
                </a:lnTo>
                <a:moveTo>
                  <a:pt x="2110" y="0"/>
                </a:moveTo>
                <a:lnTo>
                  <a:pt x="2137" y="0"/>
                </a:lnTo>
                <a:lnTo>
                  <a:pt x="2137" y="15"/>
                </a:lnTo>
                <a:lnTo>
                  <a:pt x="2110" y="15"/>
                </a:lnTo>
                <a:lnTo>
                  <a:pt x="2110" y="0"/>
                </a:lnTo>
                <a:moveTo>
                  <a:pt x="2164" y="0"/>
                </a:moveTo>
                <a:lnTo>
                  <a:pt x="2191" y="0"/>
                </a:lnTo>
                <a:lnTo>
                  <a:pt x="2191" y="15"/>
                </a:lnTo>
                <a:lnTo>
                  <a:pt x="2164" y="15"/>
                </a:lnTo>
                <a:lnTo>
                  <a:pt x="2164" y="0"/>
                </a:lnTo>
                <a:moveTo>
                  <a:pt x="2218" y="0"/>
                </a:moveTo>
                <a:lnTo>
                  <a:pt x="2245" y="0"/>
                </a:lnTo>
                <a:lnTo>
                  <a:pt x="2245" y="15"/>
                </a:lnTo>
                <a:lnTo>
                  <a:pt x="2218" y="15"/>
                </a:lnTo>
                <a:lnTo>
                  <a:pt x="2218" y="0"/>
                </a:lnTo>
                <a:moveTo>
                  <a:pt x="2272" y="0"/>
                </a:moveTo>
                <a:lnTo>
                  <a:pt x="2299" y="0"/>
                </a:lnTo>
                <a:lnTo>
                  <a:pt x="2299" y="15"/>
                </a:lnTo>
                <a:lnTo>
                  <a:pt x="2272" y="15"/>
                </a:lnTo>
                <a:lnTo>
                  <a:pt x="2272" y="0"/>
                </a:lnTo>
                <a:moveTo>
                  <a:pt x="2326" y="0"/>
                </a:moveTo>
                <a:lnTo>
                  <a:pt x="2353" y="0"/>
                </a:lnTo>
                <a:lnTo>
                  <a:pt x="2353" y="15"/>
                </a:lnTo>
                <a:lnTo>
                  <a:pt x="2326" y="15"/>
                </a:lnTo>
                <a:lnTo>
                  <a:pt x="2326" y="0"/>
                </a:lnTo>
                <a:moveTo>
                  <a:pt x="2380" y="0"/>
                </a:moveTo>
                <a:lnTo>
                  <a:pt x="2407" y="0"/>
                </a:lnTo>
                <a:lnTo>
                  <a:pt x="2407" y="15"/>
                </a:lnTo>
                <a:lnTo>
                  <a:pt x="2380" y="15"/>
                </a:lnTo>
                <a:lnTo>
                  <a:pt x="2380" y="0"/>
                </a:lnTo>
                <a:moveTo>
                  <a:pt x="2435" y="0"/>
                </a:moveTo>
                <a:lnTo>
                  <a:pt x="2462" y="0"/>
                </a:lnTo>
                <a:lnTo>
                  <a:pt x="2462" y="15"/>
                </a:lnTo>
                <a:lnTo>
                  <a:pt x="2435" y="15"/>
                </a:lnTo>
                <a:lnTo>
                  <a:pt x="2435" y="0"/>
                </a:lnTo>
                <a:moveTo>
                  <a:pt x="2489" y="0"/>
                </a:moveTo>
                <a:lnTo>
                  <a:pt x="2516" y="0"/>
                </a:lnTo>
                <a:lnTo>
                  <a:pt x="2516" y="15"/>
                </a:lnTo>
                <a:lnTo>
                  <a:pt x="2489" y="15"/>
                </a:lnTo>
                <a:lnTo>
                  <a:pt x="2489" y="0"/>
                </a:lnTo>
                <a:moveTo>
                  <a:pt x="2543" y="0"/>
                </a:moveTo>
                <a:lnTo>
                  <a:pt x="2570" y="0"/>
                </a:lnTo>
                <a:lnTo>
                  <a:pt x="2570" y="15"/>
                </a:lnTo>
                <a:lnTo>
                  <a:pt x="2543" y="15"/>
                </a:lnTo>
                <a:lnTo>
                  <a:pt x="2543" y="0"/>
                </a:lnTo>
                <a:moveTo>
                  <a:pt x="2597" y="0"/>
                </a:moveTo>
                <a:lnTo>
                  <a:pt x="2624" y="0"/>
                </a:lnTo>
                <a:lnTo>
                  <a:pt x="2624" y="15"/>
                </a:lnTo>
                <a:lnTo>
                  <a:pt x="2597" y="15"/>
                </a:lnTo>
                <a:lnTo>
                  <a:pt x="2597" y="0"/>
                </a:lnTo>
                <a:moveTo>
                  <a:pt x="2651" y="0"/>
                </a:moveTo>
                <a:lnTo>
                  <a:pt x="2678" y="0"/>
                </a:lnTo>
                <a:lnTo>
                  <a:pt x="2678" y="15"/>
                </a:lnTo>
                <a:lnTo>
                  <a:pt x="2651" y="15"/>
                </a:lnTo>
                <a:lnTo>
                  <a:pt x="2651" y="0"/>
                </a:lnTo>
                <a:moveTo>
                  <a:pt x="2705" y="0"/>
                </a:moveTo>
                <a:lnTo>
                  <a:pt x="2732" y="0"/>
                </a:lnTo>
                <a:lnTo>
                  <a:pt x="2732" y="15"/>
                </a:lnTo>
                <a:lnTo>
                  <a:pt x="2705" y="15"/>
                </a:lnTo>
                <a:lnTo>
                  <a:pt x="2705" y="0"/>
                </a:lnTo>
                <a:moveTo>
                  <a:pt x="2759" y="0"/>
                </a:moveTo>
                <a:lnTo>
                  <a:pt x="2786" y="0"/>
                </a:lnTo>
                <a:lnTo>
                  <a:pt x="2786" y="15"/>
                </a:lnTo>
                <a:lnTo>
                  <a:pt x="2759" y="15"/>
                </a:lnTo>
                <a:lnTo>
                  <a:pt x="2759" y="0"/>
                </a:lnTo>
                <a:moveTo>
                  <a:pt x="2813" y="0"/>
                </a:moveTo>
                <a:lnTo>
                  <a:pt x="2840" y="0"/>
                </a:lnTo>
                <a:lnTo>
                  <a:pt x="2840" y="15"/>
                </a:lnTo>
                <a:lnTo>
                  <a:pt x="2813" y="15"/>
                </a:lnTo>
                <a:lnTo>
                  <a:pt x="2813" y="0"/>
                </a:lnTo>
                <a:moveTo>
                  <a:pt x="2867" y="0"/>
                </a:moveTo>
                <a:lnTo>
                  <a:pt x="2894" y="0"/>
                </a:lnTo>
                <a:lnTo>
                  <a:pt x="2894" y="15"/>
                </a:lnTo>
                <a:lnTo>
                  <a:pt x="2867" y="15"/>
                </a:lnTo>
                <a:lnTo>
                  <a:pt x="2867" y="0"/>
                </a:lnTo>
                <a:moveTo>
                  <a:pt x="2921" y="0"/>
                </a:moveTo>
                <a:lnTo>
                  <a:pt x="2949" y="0"/>
                </a:lnTo>
                <a:lnTo>
                  <a:pt x="2949" y="15"/>
                </a:lnTo>
                <a:lnTo>
                  <a:pt x="2921" y="15"/>
                </a:lnTo>
                <a:lnTo>
                  <a:pt x="2921" y="0"/>
                </a:lnTo>
                <a:moveTo>
                  <a:pt x="2976" y="0"/>
                </a:moveTo>
                <a:lnTo>
                  <a:pt x="3003" y="0"/>
                </a:lnTo>
                <a:lnTo>
                  <a:pt x="3003" y="15"/>
                </a:lnTo>
                <a:lnTo>
                  <a:pt x="2976" y="15"/>
                </a:lnTo>
                <a:lnTo>
                  <a:pt x="2976" y="0"/>
                </a:lnTo>
                <a:moveTo>
                  <a:pt x="3030" y="0"/>
                </a:moveTo>
                <a:lnTo>
                  <a:pt x="3057" y="0"/>
                </a:lnTo>
                <a:lnTo>
                  <a:pt x="3057" y="15"/>
                </a:lnTo>
                <a:lnTo>
                  <a:pt x="3030" y="15"/>
                </a:lnTo>
                <a:lnTo>
                  <a:pt x="3030" y="0"/>
                </a:lnTo>
                <a:moveTo>
                  <a:pt x="3084" y="0"/>
                </a:moveTo>
                <a:lnTo>
                  <a:pt x="3111" y="0"/>
                </a:lnTo>
                <a:lnTo>
                  <a:pt x="3111" y="15"/>
                </a:lnTo>
                <a:lnTo>
                  <a:pt x="3084" y="15"/>
                </a:lnTo>
                <a:lnTo>
                  <a:pt x="3084" y="0"/>
                </a:lnTo>
                <a:moveTo>
                  <a:pt x="3138" y="0"/>
                </a:moveTo>
                <a:lnTo>
                  <a:pt x="3165" y="0"/>
                </a:lnTo>
                <a:lnTo>
                  <a:pt x="3165" y="15"/>
                </a:lnTo>
                <a:lnTo>
                  <a:pt x="3138" y="15"/>
                </a:lnTo>
                <a:lnTo>
                  <a:pt x="3138" y="0"/>
                </a:lnTo>
                <a:moveTo>
                  <a:pt x="3192" y="0"/>
                </a:moveTo>
                <a:lnTo>
                  <a:pt x="3219" y="0"/>
                </a:lnTo>
                <a:lnTo>
                  <a:pt x="3219" y="15"/>
                </a:lnTo>
                <a:lnTo>
                  <a:pt x="3192" y="15"/>
                </a:lnTo>
                <a:lnTo>
                  <a:pt x="3192" y="0"/>
                </a:lnTo>
                <a:moveTo>
                  <a:pt x="3246" y="0"/>
                </a:moveTo>
                <a:lnTo>
                  <a:pt x="3273" y="0"/>
                </a:lnTo>
                <a:lnTo>
                  <a:pt x="3273" y="15"/>
                </a:lnTo>
                <a:lnTo>
                  <a:pt x="3246" y="15"/>
                </a:lnTo>
                <a:lnTo>
                  <a:pt x="3246" y="0"/>
                </a:lnTo>
                <a:moveTo>
                  <a:pt x="3300" y="0"/>
                </a:moveTo>
                <a:lnTo>
                  <a:pt x="3327" y="0"/>
                </a:lnTo>
                <a:lnTo>
                  <a:pt x="3327" y="15"/>
                </a:lnTo>
                <a:lnTo>
                  <a:pt x="3300" y="15"/>
                </a:lnTo>
                <a:lnTo>
                  <a:pt x="3300" y="0"/>
                </a:lnTo>
                <a:moveTo>
                  <a:pt x="3354" y="0"/>
                </a:moveTo>
                <a:lnTo>
                  <a:pt x="3381" y="0"/>
                </a:lnTo>
                <a:lnTo>
                  <a:pt x="3381" y="15"/>
                </a:lnTo>
                <a:lnTo>
                  <a:pt x="3354" y="15"/>
                </a:lnTo>
                <a:lnTo>
                  <a:pt x="3354" y="0"/>
                </a:lnTo>
                <a:moveTo>
                  <a:pt x="3408" y="0"/>
                </a:moveTo>
                <a:lnTo>
                  <a:pt x="3436" y="0"/>
                </a:lnTo>
                <a:lnTo>
                  <a:pt x="3436" y="15"/>
                </a:lnTo>
                <a:lnTo>
                  <a:pt x="3408" y="15"/>
                </a:lnTo>
                <a:lnTo>
                  <a:pt x="3408" y="0"/>
                </a:lnTo>
                <a:moveTo>
                  <a:pt x="3463" y="0"/>
                </a:moveTo>
                <a:lnTo>
                  <a:pt x="3490" y="0"/>
                </a:lnTo>
                <a:lnTo>
                  <a:pt x="3490" y="15"/>
                </a:lnTo>
                <a:lnTo>
                  <a:pt x="3463" y="15"/>
                </a:lnTo>
                <a:lnTo>
                  <a:pt x="3463" y="0"/>
                </a:lnTo>
                <a:moveTo>
                  <a:pt x="3517" y="0"/>
                </a:moveTo>
                <a:lnTo>
                  <a:pt x="3544" y="0"/>
                </a:lnTo>
                <a:lnTo>
                  <a:pt x="3544" y="15"/>
                </a:lnTo>
                <a:lnTo>
                  <a:pt x="3517" y="15"/>
                </a:lnTo>
                <a:lnTo>
                  <a:pt x="3517" y="0"/>
                </a:lnTo>
                <a:moveTo>
                  <a:pt x="3571" y="0"/>
                </a:moveTo>
                <a:lnTo>
                  <a:pt x="3598" y="0"/>
                </a:lnTo>
                <a:lnTo>
                  <a:pt x="3598" y="15"/>
                </a:lnTo>
                <a:lnTo>
                  <a:pt x="3571" y="15"/>
                </a:lnTo>
                <a:lnTo>
                  <a:pt x="3571" y="0"/>
                </a:lnTo>
                <a:moveTo>
                  <a:pt x="3625" y="0"/>
                </a:moveTo>
                <a:lnTo>
                  <a:pt x="3652" y="0"/>
                </a:lnTo>
                <a:lnTo>
                  <a:pt x="3652" y="15"/>
                </a:lnTo>
                <a:lnTo>
                  <a:pt x="3625" y="15"/>
                </a:lnTo>
                <a:lnTo>
                  <a:pt x="3625" y="0"/>
                </a:lnTo>
                <a:moveTo>
                  <a:pt x="3679" y="0"/>
                </a:moveTo>
                <a:lnTo>
                  <a:pt x="3706" y="0"/>
                </a:lnTo>
                <a:lnTo>
                  <a:pt x="3706" y="15"/>
                </a:lnTo>
                <a:lnTo>
                  <a:pt x="3679" y="15"/>
                </a:lnTo>
                <a:lnTo>
                  <a:pt x="3679" y="0"/>
                </a:lnTo>
                <a:moveTo>
                  <a:pt x="3734" y="0"/>
                </a:moveTo>
                <a:lnTo>
                  <a:pt x="3761" y="0"/>
                </a:lnTo>
                <a:lnTo>
                  <a:pt x="3761" y="15"/>
                </a:lnTo>
                <a:lnTo>
                  <a:pt x="3734" y="15"/>
                </a:lnTo>
                <a:lnTo>
                  <a:pt x="3734" y="0"/>
                </a:lnTo>
                <a:moveTo>
                  <a:pt x="3788" y="0"/>
                </a:moveTo>
                <a:lnTo>
                  <a:pt x="3815" y="0"/>
                </a:lnTo>
                <a:lnTo>
                  <a:pt x="3815" y="15"/>
                </a:lnTo>
                <a:lnTo>
                  <a:pt x="3788" y="15"/>
                </a:lnTo>
                <a:lnTo>
                  <a:pt x="3788" y="0"/>
                </a:lnTo>
                <a:moveTo>
                  <a:pt x="3842" y="0"/>
                </a:moveTo>
                <a:lnTo>
                  <a:pt x="3869" y="0"/>
                </a:lnTo>
                <a:lnTo>
                  <a:pt x="3869" y="15"/>
                </a:lnTo>
                <a:lnTo>
                  <a:pt x="3842" y="15"/>
                </a:lnTo>
                <a:lnTo>
                  <a:pt x="3842" y="0"/>
                </a:lnTo>
                <a:moveTo>
                  <a:pt x="3896" y="0"/>
                </a:moveTo>
                <a:lnTo>
                  <a:pt x="3923" y="0"/>
                </a:lnTo>
                <a:lnTo>
                  <a:pt x="3923" y="15"/>
                </a:lnTo>
                <a:lnTo>
                  <a:pt x="3896" y="15"/>
                </a:lnTo>
                <a:lnTo>
                  <a:pt x="3896" y="0"/>
                </a:lnTo>
                <a:moveTo>
                  <a:pt x="3951" y="0"/>
                </a:moveTo>
                <a:lnTo>
                  <a:pt x="3978" y="0"/>
                </a:lnTo>
                <a:lnTo>
                  <a:pt x="3978" y="15"/>
                </a:lnTo>
                <a:lnTo>
                  <a:pt x="3951" y="15"/>
                </a:lnTo>
                <a:lnTo>
                  <a:pt x="3951" y="0"/>
                </a:lnTo>
                <a:moveTo>
                  <a:pt x="4005" y="0"/>
                </a:moveTo>
                <a:lnTo>
                  <a:pt x="4032" y="0"/>
                </a:lnTo>
                <a:lnTo>
                  <a:pt x="4032" y="15"/>
                </a:lnTo>
                <a:lnTo>
                  <a:pt x="4005" y="15"/>
                </a:lnTo>
                <a:lnTo>
                  <a:pt x="4005" y="0"/>
                </a:lnTo>
                <a:moveTo>
                  <a:pt x="4059" y="0"/>
                </a:moveTo>
                <a:lnTo>
                  <a:pt x="4086" y="0"/>
                </a:lnTo>
                <a:lnTo>
                  <a:pt x="4086" y="15"/>
                </a:lnTo>
                <a:lnTo>
                  <a:pt x="4059" y="15"/>
                </a:lnTo>
                <a:lnTo>
                  <a:pt x="4059" y="0"/>
                </a:lnTo>
                <a:moveTo>
                  <a:pt x="4113" y="0"/>
                </a:moveTo>
                <a:lnTo>
                  <a:pt x="4140" y="0"/>
                </a:lnTo>
                <a:lnTo>
                  <a:pt x="4140" y="15"/>
                </a:lnTo>
                <a:lnTo>
                  <a:pt x="4113" y="15"/>
                </a:lnTo>
                <a:lnTo>
                  <a:pt x="4113" y="0"/>
                </a:lnTo>
                <a:moveTo>
                  <a:pt x="4167" y="0"/>
                </a:moveTo>
                <a:lnTo>
                  <a:pt x="4194" y="0"/>
                </a:lnTo>
                <a:lnTo>
                  <a:pt x="4194" y="15"/>
                </a:lnTo>
                <a:lnTo>
                  <a:pt x="4167" y="15"/>
                </a:lnTo>
                <a:lnTo>
                  <a:pt x="4167" y="0"/>
                </a:lnTo>
                <a:moveTo>
                  <a:pt x="4221" y="0"/>
                </a:moveTo>
                <a:lnTo>
                  <a:pt x="4248" y="0"/>
                </a:lnTo>
                <a:lnTo>
                  <a:pt x="4248" y="15"/>
                </a:lnTo>
                <a:lnTo>
                  <a:pt x="4221" y="15"/>
                </a:lnTo>
                <a:lnTo>
                  <a:pt x="4221" y="0"/>
                </a:lnTo>
                <a:moveTo>
                  <a:pt x="4275" y="0"/>
                </a:moveTo>
                <a:lnTo>
                  <a:pt x="4302" y="0"/>
                </a:lnTo>
                <a:lnTo>
                  <a:pt x="4302" y="15"/>
                </a:lnTo>
                <a:lnTo>
                  <a:pt x="4275" y="15"/>
                </a:lnTo>
                <a:lnTo>
                  <a:pt x="4275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4" name=""/>
          <p:cNvSpPr txBox="1"/>
          <p:nvPr/>
        </p:nvSpPr>
        <p:spPr>
          <a:xfrm>
            <a:off x="994320" y="3172320"/>
            <a:ext cx="506520" cy="7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500" spc="-1" strike="noStrike">
                <a:solidFill>
                  <a:srgbClr val="000000"/>
                </a:solidFill>
                <a:latin typeface="Calibri"/>
                <a:ea typeface="Calibri"/>
              </a:rPr>
              <a:t>channel: rest-hook)</a:t>
            </a:r>
            <a:endParaRPr b="0" lang="en-AU" sz="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5" name=""/>
          <p:cNvSpPr txBox="1"/>
          <p:nvPr/>
        </p:nvSpPr>
        <p:spPr>
          <a:xfrm>
            <a:off x="1042920" y="3327120"/>
            <a:ext cx="870840" cy="7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500" spc="-1" strike="noStrike">
                <a:solidFill>
                  <a:srgbClr val="000000"/>
                </a:solidFill>
                <a:latin typeface="Calibri"/>
                <a:ea typeface="Calibri"/>
              </a:rPr>
              <a:t>201 Created (requested -&gt; active)</a:t>
            </a:r>
            <a:endParaRPr b="0" lang="en-AU" sz="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6" name=""/>
          <p:cNvSpPr/>
          <p:nvPr/>
        </p:nvSpPr>
        <p:spPr>
          <a:xfrm>
            <a:off x="965160" y="3760560"/>
            <a:ext cx="48960" cy="39240"/>
          </a:xfrm>
          <a:custGeom>
            <a:avLst/>
            <a:gdLst/>
            <a:ahLst/>
            <a:rect l="0" t="0" r="r" b="b"/>
            <a:pathLst>
              <a:path w="136" h="109">
                <a:moveTo>
                  <a:pt x="136" y="0"/>
                </a:moveTo>
                <a:lnTo>
                  <a:pt x="0" y="54"/>
                </a:lnTo>
                <a:lnTo>
                  <a:pt x="136" y="109"/>
                </a:lnTo>
                <a:lnTo>
                  <a:pt x="81" y="54"/>
                </a:lnTo>
                <a:lnTo>
                  <a:pt x="136" y="0"/>
                </a:lnTo>
                <a:close/>
              </a:path>
            </a:pathLst>
          </a:custGeom>
          <a:solidFill>
            <a:srgbClr val="001d34"/>
          </a:solidFill>
          <a:ln w="4680">
            <a:solidFill>
              <a:srgbClr val="001d3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7" name=""/>
          <p:cNvSpPr/>
          <p:nvPr/>
        </p:nvSpPr>
        <p:spPr>
          <a:xfrm>
            <a:off x="984600" y="3780000"/>
            <a:ext cx="1551240" cy="0"/>
          </a:xfrm>
          <a:prstGeom prst="line">
            <a:avLst/>
          </a:prstGeom>
          <a:ln w="4680">
            <a:solidFill>
              <a:srgbClr val="001d3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160" rIns="2160" tIns="-2160" bIns="-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8" name=""/>
          <p:cNvSpPr txBox="1"/>
          <p:nvPr/>
        </p:nvSpPr>
        <p:spPr>
          <a:xfrm>
            <a:off x="1485000" y="3529440"/>
            <a:ext cx="457920" cy="64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419" spc="-1" strike="noStrike">
                <a:solidFill>
                  <a:srgbClr val="000000"/>
                </a:solidFill>
                <a:latin typeface="Calibri"/>
                <a:ea typeface="Calibri"/>
              </a:rPr>
              <a:t>ﬁller acts on the Task</a:t>
            </a:r>
            <a:endParaRPr b="0" lang="en-AU" sz="41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9" name=""/>
          <p:cNvSpPr/>
          <p:nvPr/>
        </p:nvSpPr>
        <p:spPr>
          <a:xfrm>
            <a:off x="2482200" y="3915360"/>
            <a:ext cx="48960" cy="39240"/>
          </a:xfrm>
          <a:custGeom>
            <a:avLst/>
            <a:gdLst/>
            <a:ahLst/>
            <a:rect l="0" t="0" r="r" b="b"/>
            <a:pathLst>
              <a:path w="136" h="109">
                <a:moveTo>
                  <a:pt x="0" y="0"/>
                </a:moveTo>
                <a:lnTo>
                  <a:pt x="136" y="54"/>
                </a:lnTo>
                <a:lnTo>
                  <a:pt x="0" y="109"/>
                </a:lnTo>
                <a:lnTo>
                  <a:pt x="54" y="54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4680">
            <a:solidFill>
              <a:srgbClr val="001d3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0" name=""/>
          <p:cNvSpPr/>
          <p:nvPr/>
        </p:nvSpPr>
        <p:spPr>
          <a:xfrm>
            <a:off x="960120" y="3934800"/>
            <a:ext cx="1551240" cy="0"/>
          </a:xfrm>
          <a:prstGeom prst="line">
            <a:avLst/>
          </a:prstGeom>
          <a:ln w="4680">
            <a:solidFill>
              <a:srgbClr val="001d3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160" rIns="2160" tIns="-2160" bIns="-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1" name=""/>
          <p:cNvSpPr txBox="1"/>
          <p:nvPr/>
        </p:nvSpPr>
        <p:spPr>
          <a:xfrm>
            <a:off x="1042920" y="3691440"/>
            <a:ext cx="1282320" cy="7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500" spc="-1" strike="noStrike">
                <a:solidFill>
                  <a:srgbClr val="000000"/>
                </a:solidFill>
                <a:latin typeface="Calibri"/>
                <a:ea typeface="Calibri"/>
              </a:rPr>
              <a:t>notiﬁcation (rest-hook POST) — matching change</a:t>
            </a:r>
            <a:endParaRPr b="0" lang="en-AU" sz="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2" name=""/>
          <p:cNvSpPr/>
          <p:nvPr/>
        </p:nvSpPr>
        <p:spPr>
          <a:xfrm>
            <a:off x="965160" y="4069800"/>
            <a:ext cx="48960" cy="39600"/>
          </a:xfrm>
          <a:custGeom>
            <a:avLst/>
            <a:gdLst/>
            <a:ahLst/>
            <a:rect l="0" t="0" r="r" b="b"/>
            <a:pathLst>
              <a:path w="136" h="110">
                <a:moveTo>
                  <a:pt x="136" y="0"/>
                </a:moveTo>
                <a:lnTo>
                  <a:pt x="0" y="54"/>
                </a:lnTo>
                <a:lnTo>
                  <a:pt x="136" y="110"/>
                </a:lnTo>
                <a:lnTo>
                  <a:pt x="81" y="54"/>
                </a:lnTo>
                <a:lnTo>
                  <a:pt x="136" y="0"/>
                </a:lnTo>
                <a:close/>
              </a:path>
            </a:pathLst>
          </a:custGeom>
          <a:solidFill>
            <a:srgbClr val="001d34"/>
          </a:solidFill>
          <a:ln w="4680">
            <a:solidFill>
              <a:srgbClr val="001d3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3" name=""/>
          <p:cNvSpPr/>
          <p:nvPr/>
        </p:nvSpPr>
        <p:spPr>
          <a:xfrm>
            <a:off x="984600" y="4087080"/>
            <a:ext cx="1548720" cy="5040"/>
          </a:xfrm>
          <a:custGeom>
            <a:avLst/>
            <a:gdLst/>
            <a:ahLst/>
            <a:rect l="0" t="0" r="r" b="b"/>
            <a:pathLst>
              <a:path w="4302" h="14">
                <a:moveTo>
                  <a:pt x="0" y="0"/>
                </a:moveTo>
                <a:lnTo>
                  <a:pt x="27" y="0"/>
                </a:lnTo>
                <a:lnTo>
                  <a:pt x="27" y="14"/>
                </a:lnTo>
                <a:lnTo>
                  <a:pt x="0" y="14"/>
                </a:lnTo>
                <a:lnTo>
                  <a:pt x="0" y="0"/>
                </a:lnTo>
                <a:moveTo>
                  <a:pt x="54" y="0"/>
                </a:moveTo>
                <a:lnTo>
                  <a:pt x="81" y="0"/>
                </a:lnTo>
                <a:lnTo>
                  <a:pt x="81" y="14"/>
                </a:lnTo>
                <a:lnTo>
                  <a:pt x="54" y="14"/>
                </a:lnTo>
                <a:lnTo>
                  <a:pt x="54" y="0"/>
                </a:lnTo>
                <a:moveTo>
                  <a:pt x="108" y="0"/>
                </a:moveTo>
                <a:lnTo>
                  <a:pt x="135" y="0"/>
                </a:lnTo>
                <a:lnTo>
                  <a:pt x="135" y="14"/>
                </a:lnTo>
                <a:lnTo>
                  <a:pt x="108" y="14"/>
                </a:lnTo>
                <a:lnTo>
                  <a:pt x="108" y="0"/>
                </a:lnTo>
                <a:moveTo>
                  <a:pt x="162" y="0"/>
                </a:moveTo>
                <a:lnTo>
                  <a:pt x="189" y="0"/>
                </a:lnTo>
                <a:lnTo>
                  <a:pt x="189" y="14"/>
                </a:lnTo>
                <a:lnTo>
                  <a:pt x="162" y="14"/>
                </a:lnTo>
                <a:lnTo>
                  <a:pt x="162" y="0"/>
                </a:lnTo>
                <a:moveTo>
                  <a:pt x="216" y="0"/>
                </a:moveTo>
                <a:lnTo>
                  <a:pt x="243" y="0"/>
                </a:lnTo>
                <a:lnTo>
                  <a:pt x="243" y="14"/>
                </a:lnTo>
                <a:lnTo>
                  <a:pt x="216" y="14"/>
                </a:lnTo>
                <a:lnTo>
                  <a:pt x="216" y="0"/>
                </a:lnTo>
                <a:moveTo>
                  <a:pt x="270" y="0"/>
                </a:moveTo>
                <a:lnTo>
                  <a:pt x="297" y="0"/>
                </a:lnTo>
                <a:lnTo>
                  <a:pt x="297" y="14"/>
                </a:lnTo>
                <a:lnTo>
                  <a:pt x="270" y="14"/>
                </a:lnTo>
                <a:lnTo>
                  <a:pt x="270" y="0"/>
                </a:lnTo>
                <a:moveTo>
                  <a:pt x="324" y="0"/>
                </a:moveTo>
                <a:lnTo>
                  <a:pt x="351" y="0"/>
                </a:lnTo>
                <a:lnTo>
                  <a:pt x="351" y="14"/>
                </a:lnTo>
                <a:lnTo>
                  <a:pt x="324" y="14"/>
                </a:lnTo>
                <a:lnTo>
                  <a:pt x="324" y="0"/>
                </a:lnTo>
                <a:moveTo>
                  <a:pt x="378" y="0"/>
                </a:moveTo>
                <a:lnTo>
                  <a:pt x="405" y="0"/>
                </a:lnTo>
                <a:lnTo>
                  <a:pt x="405" y="14"/>
                </a:lnTo>
                <a:lnTo>
                  <a:pt x="378" y="14"/>
                </a:lnTo>
                <a:lnTo>
                  <a:pt x="378" y="0"/>
                </a:lnTo>
                <a:moveTo>
                  <a:pt x="432" y="0"/>
                </a:moveTo>
                <a:lnTo>
                  <a:pt x="460" y="0"/>
                </a:lnTo>
                <a:lnTo>
                  <a:pt x="460" y="14"/>
                </a:lnTo>
                <a:lnTo>
                  <a:pt x="432" y="14"/>
                </a:lnTo>
                <a:lnTo>
                  <a:pt x="432" y="0"/>
                </a:lnTo>
                <a:moveTo>
                  <a:pt x="487" y="0"/>
                </a:moveTo>
                <a:lnTo>
                  <a:pt x="514" y="0"/>
                </a:lnTo>
                <a:lnTo>
                  <a:pt x="514" y="14"/>
                </a:lnTo>
                <a:lnTo>
                  <a:pt x="487" y="14"/>
                </a:lnTo>
                <a:lnTo>
                  <a:pt x="487" y="0"/>
                </a:lnTo>
                <a:moveTo>
                  <a:pt x="541" y="0"/>
                </a:moveTo>
                <a:lnTo>
                  <a:pt x="568" y="0"/>
                </a:lnTo>
                <a:lnTo>
                  <a:pt x="568" y="14"/>
                </a:lnTo>
                <a:lnTo>
                  <a:pt x="541" y="14"/>
                </a:lnTo>
                <a:lnTo>
                  <a:pt x="541" y="0"/>
                </a:lnTo>
                <a:moveTo>
                  <a:pt x="595" y="0"/>
                </a:moveTo>
                <a:lnTo>
                  <a:pt x="622" y="0"/>
                </a:lnTo>
                <a:lnTo>
                  <a:pt x="622" y="14"/>
                </a:lnTo>
                <a:lnTo>
                  <a:pt x="595" y="14"/>
                </a:lnTo>
                <a:lnTo>
                  <a:pt x="595" y="0"/>
                </a:lnTo>
                <a:moveTo>
                  <a:pt x="649" y="0"/>
                </a:moveTo>
                <a:lnTo>
                  <a:pt x="676" y="0"/>
                </a:lnTo>
                <a:lnTo>
                  <a:pt x="676" y="14"/>
                </a:lnTo>
                <a:lnTo>
                  <a:pt x="649" y="14"/>
                </a:lnTo>
                <a:lnTo>
                  <a:pt x="649" y="0"/>
                </a:lnTo>
                <a:moveTo>
                  <a:pt x="703" y="0"/>
                </a:moveTo>
                <a:lnTo>
                  <a:pt x="730" y="0"/>
                </a:lnTo>
                <a:lnTo>
                  <a:pt x="730" y="14"/>
                </a:lnTo>
                <a:lnTo>
                  <a:pt x="703" y="14"/>
                </a:lnTo>
                <a:lnTo>
                  <a:pt x="703" y="0"/>
                </a:lnTo>
                <a:moveTo>
                  <a:pt x="757" y="0"/>
                </a:moveTo>
                <a:lnTo>
                  <a:pt x="784" y="0"/>
                </a:lnTo>
                <a:lnTo>
                  <a:pt x="784" y="14"/>
                </a:lnTo>
                <a:lnTo>
                  <a:pt x="757" y="14"/>
                </a:lnTo>
                <a:lnTo>
                  <a:pt x="757" y="0"/>
                </a:lnTo>
                <a:moveTo>
                  <a:pt x="811" y="0"/>
                </a:moveTo>
                <a:lnTo>
                  <a:pt x="838" y="0"/>
                </a:lnTo>
                <a:lnTo>
                  <a:pt x="838" y="14"/>
                </a:lnTo>
                <a:lnTo>
                  <a:pt x="811" y="14"/>
                </a:lnTo>
                <a:lnTo>
                  <a:pt x="811" y="0"/>
                </a:lnTo>
                <a:moveTo>
                  <a:pt x="865" y="0"/>
                </a:moveTo>
                <a:lnTo>
                  <a:pt x="892" y="0"/>
                </a:lnTo>
                <a:lnTo>
                  <a:pt x="892" y="14"/>
                </a:lnTo>
                <a:lnTo>
                  <a:pt x="865" y="14"/>
                </a:lnTo>
                <a:lnTo>
                  <a:pt x="865" y="0"/>
                </a:lnTo>
                <a:moveTo>
                  <a:pt x="919" y="0"/>
                </a:moveTo>
                <a:lnTo>
                  <a:pt x="947" y="0"/>
                </a:lnTo>
                <a:lnTo>
                  <a:pt x="947" y="14"/>
                </a:lnTo>
                <a:lnTo>
                  <a:pt x="919" y="14"/>
                </a:lnTo>
                <a:lnTo>
                  <a:pt x="919" y="0"/>
                </a:lnTo>
                <a:moveTo>
                  <a:pt x="974" y="0"/>
                </a:moveTo>
                <a:lnTo>
                  <a:pt x="1001" y="0"/>
                </a:lnTo>
                <a:lnTo>
                  <a:pt x="1001" y="14"/>
                </a:lnTo>
                <a:lnTo>
                  <a:pt x="974" y="14"/>
                </a:lnTo>
                <a:lnTo>
                  <a:pt x="974" y="0"/>
                </a:lnTo>
                <a:moveTo>
                  <a:pt x="1028" y="0"/>
                </a:moveTo>
                <a:lnTo>
                  <a:pt x="1055" y="0"/>
                </a:lnTo>
                <a:lnTo>
                  <a:pt x="1055" y="14"/>
                </a:lnTo>
                <a:lnTo>
                  <a:pt x="1028" y="14"/>
                </a:lnTo>
                <a:lnTo>
                  <a:pt x="1028" y="0"/>
                </a:lnTo>
                <a:moveTo>
                  <a:pt x="1082" y="0"/>
                </a:moveTo>
                <a:lnTo>
                  <a:pt x="1109" y="0"/>
                </a:lnTo>
                <a:lnTo>
                  <a:pt x="1109" y="14"/>
                </a:lnTo>
                <a:lnTo>
                  <a:pt x="1082" y="14"/>
                </a:lnTo>
                <a:lnTo>
                  <a:pt x="1082" y="0"/>
                </a:lnTo>
                <a:moveTo>
                  <a:pt x="1136" y="0"/>
                </a:moveTo>
                <a:lnTo>
                  <a:pt x="1163" y="0"/>
                </a:lnTo>
                <a:lnTo>
                  <a:pt x="1163" y="14"/>
                </a:lnTo>
                <a:lnTo>
                  <a:pt x="1136" y="14"/>
                </a:lnTo>
                <a:lnTo>
                  <a:pt x="1136" y="0"/>
                </a:lnTo>
                <a:moveTo>
                  <a:pt x="1190" y="0"/>
                </a:moveTo>
                <a:lnTo>
                  <a:pt x="1217" y="0"/>
                </a:lnTo>
                <a:lnTo>
                  <a:pt x="1217" y="14"/>
                </a:lnTo>
                <a:lnTo>
                  <a:pt x="1190" y="14"/>
                </a:lnTo>
                <a:lnTo>
                  <a:pt x="1190" y="0"/>
                </a:lnTo>
                <a:moveTo>
                  <a:pt x="1244" y="0"/>
                </a:moveTo>
                <a:lnTo>
                  <a:pt x="1271" y="0"/>
                </a:lnTo>
                <a:lnTo>
                  <a:pt x="1271" y="14"/>
                </a:lnTo>
                <a:lnTo>
                  <a:pt x="1244" y="14"/>
                </a:lnTo>
                <a:lnTo>
                  <a:pt x="1244" y="0"/>
                </a:lnTo>
                <a:moveTo>
                  <a:pt x="1298" y="0"/>
                </a:moveTo>
                <a:lnTo>
                  <a:pt x="1325" y="0"/>
                </a:lnTo>
                <a:lnTo>
                  <a:pt x="1325" y="14"/>
                </a:lnTo>
                <a:lnTo>
                  <a:pt x="1298" y="14"/>
                </a:lnTo>
                <a:lnTo>
                  <a:pt x="1298" y="0"/>
                </a:lnTo>
                <a:moveTo>
                  <a:pt x="1352" y="0"/>
                </a:moveTo>
                <a:lnTo>
                  <a:pt x="1379" y="0"/>
                </a:lnTo>
                <a:lnTo>
                  <a:pt x="1379" y="14"/>
                </a:lnTo>
                <a:lnTo>
                  <a:pt x="1352" y="14"/>
                </a:lnTo>
                <a:lnTo>
                  <a:pt x="1352" y="0"/>
                </a:lnTo>
                <a:moveTo>
                  <a:pt x="1406" y="0"/>
                </a:moveTo>
                <a:lnTo>
                  <a:pt x="1433" y="0"/>
                </a:lnTo>
                <a:lnTo>
                  <a:pt x="1433" y="14"/>
                </a:lnTo>
                <a:lnTo>
                  <a:pt x="1406" y="14"/>
                </a:lnTo>
                <a:lnTo>
                  <a:pt x="1406" y="0"/>
                </a:lnTo>
                <a:moveTo>
                  <a:pt x="1461" y="0"/>
                </a:moveTo>
                <a:lnTo>
                  <a:pt x="1488" y="0"/>
                </a:lnTo>
                <a:lnTo>
                  <a:pt x="1488" y="14"/>
                </a:lnTo>
                <a:lnTo>
                  <a:pt x="1461" y="14"/>
                </a:lnTo>
                <a:lnTo>
                  <a:pt x="1461" y="0"/>
                </a:lnTo>
                <a:moveTo>
                  <a:pt x="1515" y="0"/>
                </a:moveTo>
                <a:lnTo>
                  <a:pt x="1542" y="0"/>
                </a:lnTo>
                <a:lnTo>
                  <a:pt x="1542" y="14"/>
                </a:lnTo>
                <a:lnTo>
                  <a:pt x="1515" y="14"/>
                </a:lnTo>
                <a:lnTo>
                  <a:pt x="1515" y="0"/>
                </a:lnTo>
                <a:moveTo>
                  <a:pt x="1569" y="0"/>
                </a:moveTo>
                <a:lnTo>
                  <a:pt x="1596" y="0"/>
                </a:lnTo>
                <a:lnTo>
                  <a:pt x="1596" y="14"/>
                </a:lnTo>
                <a:lnTo>
                  <a:pt x="1569" y="14"/>
                </a:lnTo>
                <a:lnTo>
                  <a:pt x="1569" y="0"/>
                </a:lnTo>
                <a:moveTo>
                  <a:pt x="1623" y="0"/>
                </a:moveTo>
                <a:lnTo>
                  <a:pt x="1650" y="0"/>
                </a:lnTo>
                <a:lnTo>
                  <a:pt x="1650" y="14"/>
                </a:lnTo>
                <a:lnTo>
                  <a:pt x="1623" y="14"/>
                </a:lnTo>
                <a:lnTo>
                  <a:pt x="1623" y="0"/>
                </a:lnTo>
                <a:moveTo>
                  <a:pt x="1677" y="0"/>
                </a:moveTo>
                <a:lnTo>
                  <a:pt x="1704" y="0"/>
                </a:lnTo>
                <a:lnTo>
                  <a:pt x="1704" y="14"/>
                </a:lnTo>
                <a:lnTo>
                  <a:pt x="1677" y="14"/>
                </a:lnTo>
                <a:lnTo>
                  <a:pt x="1677" y="0"/>
                </a:lnTo>
                <a:moveTo>
                  <a:pt x="1731" y="0"/>
                </a:moveTo>
                <a:lnTo>
                  <a:pt x="1758" y="0"/>
                </a:lnTo>
                <a:lnTo>
                  <a:pt x="1758" y="14"/>
                </a:lnTo>
                <a:lnTo>
                  <a:pt x="1731" y="14"/>
                </a:lnTo>
                <a:lnTo>
                  <a:pt x="1731" y="0"/>
                </a:lnTo>
                <a:moveTo>
                  <a:pt x="1785" y="0"/>
                </a:moveTo>
                <a:lnTo>
                  <a:pt x="1812" y="0"/>
                </a:lnTo>
                <a:lnTo>
                  <a:pt x="1812" y="14"/>
                </a:lnTo>
                <a:lnTo>
                  <a:pt x="1785" y="14"/>
                </a:lnTo>
                <a:lnTo>
                  <a:pt x="1785" y="0"/>
                </a:lnTo>
                <a:moveTo>
                  <a:pt x="1839" y="0"/>
                </a:moveTo>
                <a:lnTo>
                  <a:pt x="1866" y="0"/>
                </a:lnTo>
                <a:lnTo>
                  <a:pt x="1866" y="14"/>
                </a:lnTo>
                <a:lnTo>
                  <a:pt x="1839" y="14"/>
                </a:lnTo>
                <a:lnTo>
                  <a:pt x="1839" y="0"/>
                </a:lnTo>
                <a:moveTo>
                  <a:pt x="1893" y="0"/>
                </a:moveTo>
                <a:lnTo>
                  <a:pt x="1920" y="0"/>
                </a:lnTo>
                <a:lnTo>
                  <a:pt x="1920" y="14"/>
                </a:lnTo>
                <a:lnTo>
                  <a:pt x="1893" y="14"/>
                </a:lnTo>
                <a:lnTo>
                  <a:pt x="1893" y="0"/>
                </a:lnTo>
                <a:moveTo>
                  <a:pt x="1948" y="0"/>
                </a:moveTo>
                <a:lnTo>
                  <a:pt x="1975" y="0"/>
                </a:lnTo>
                <a:lnTo>
                  <a:pt x="1975" y="14"/>
                </a:lnTo>
                <a:lnTo>
                  <a:pt x="1948" y="14"/>
                </a:lnTo>
                <a:lnTo>
                  <a:pt x="1948" y="0"/>
                </a:lnTo>
                <a:moveTo>
                  <a:pt x="2002" y="0"/>
                </a:moveTo>
                <a:lnTo>
                  <a:pt x="2029" y="0"/>
                </a:lnTo>
                <a:lnTo>
                  <a:pt x="2029" y="14"/>
                </a:lnTo>
                <a:lnTo>
                  <a:pt x="2002" y="14"/>
                </a:lnTo>
                <a:lnTo>
                  <a:pt x="2002" y="0"/>
                </a:lnTo>
                <a:moveTo>
                  <a:pt x="2056" y="0"/>
                </a:moveTo>
                <a:lnTo>
                  <a:pt x="2083" y="0"/>
                </a:lnTo>
                <a:lnTo>
                  <a:pt x="2083" y="14"/>
                </a:lnTo>
                <a:lnTo>
                  <a:pt x="2056" y="14"/>
                </a:lnTo>
                <a:lnTo>
                  <a:pt x="2056" y="0"/>
                </a:lnTo>
                <a:moveTo>
                  <a:pt x="2110" y="0"/>
                </a:moveTo>
                <a:lnTo>
                  <a:pt x="2137" y="0"/>
                </a:lnTo>
                <a:lnTo>
                  <a:pt x="2137" y="14"/>
                </a:lnTo>
                <a:lnTo>
                  <a:pt x="2110" y="14"/>
                </a:lnTo>
                <a:lnTo>
                  <a:pt x="2110" y="0"/>
                </a:lnTo>
                <a:moveTo>
                  <a:pt x="2164" y="0"/>
                </a:moveTo>
                <a:lnTo>
                  <a:pt x="2191" y="0"/>
                </a:lnTo>
                <a:lnTo>
                  <a:pt x="2191" y="14"/>
                </a:lnTo>
                <a:lnTo>
                  <a:pt x="2164" y="14"/>
                </a:lnTo>
                <a:lnTo>
                  <a:pt x="2164" y="0"/>
                </a:lnTo>
                <a:moveTo>
                  <a:pt x="2218" y="0"/>
                </a:moveTo>
                <a:lnTo>
                  <a:pt x="2245" y="0"/>
                </a:lnTo>
                <a:lnTo>
                  <a:pt x="2245" y="14"/>
                </a:lnTo>
                <a:lnTo>
                  <a:pt x="2218" y="14"/>
                </a:lnTo>
                <a:lnTo>
                  <a:pt x="2218" y="0"/>
                </a:lnTo>
                <a:moveTo>
                  <a:pt x="2272" y="0"/>
                </a:moveTo>
                <a:lnTo>
                  <a:pt x="2299" y="0"/>
                </a:lnTo>
                <a:lnTo>
                  <a:pt x="2299" y="14"/>
                </a:lnTo>
                <a:lnTo>
                  <a:pt x="2272" y="14"/>
                </a:lnTo>
                <a:lnTo>
                  <a:pt x="2272" y="0"/>
                </a:lnTo>
                <a:moveTo>
                  <a:pt x="2326" y="0"/>
                </a:moveTo>
                <a:lnTo>
                  <a:pt x="2353" y="0"/>
                </a:lnTo>
                <a:lnTo>
                  <a:pt x="2353" y="14"/>
                </a:lnTo>
                <a:lnTo>
                  <a:pt x="2326" y="14"/>
                </a:lnTo>
                <a:lnTo>
                  <a:pt x="2326" y="0"/>
                </a:lnTo>
                <a:moveTo>
                  <a:pt x="2380" y="0"/>
                </a:moveTo>
                <a:lnTo>
                  <a:pt x="2407" y="0"/>
                </a:lnTo>
                <a:lnTo>
                  <a:pt x="2407" y="14"/>
                </a:lnTo>
                <a:lnTo>
                  <a:pt x="2380" y="14"/>
                </a:lnTo>
                <a:lnTo>
                  <a:pt x="2380" y="0"/>
                </a:lnTo>
                <a:moveTo>
                  <a:pt x="2435" y="0"/>
                </a:moveTo>
                <a:lnTo>
                  <a:pt x="2462" y="0"/>
                </a:lnTo>
                <a:lnTo>
                  <a:pt x="2462" y="14"/>
                </a:lnTo>
                <a:lnTo>
                  <a:pt x="2435" y="14"/>
                </a:lnTo>
                <a:lnTo>
                  <a:pt x="2435" y="0"/>
                </a:lnTo>
                <a:moveTo>
                  <a:pt x="2489" y="0"/>
                </a:moveTo>
                <a:lnTo>
                  <a:pt x="2516" y="0"/>
                </a:lnTo>
                <a:lnTo>
                  <a:pt x="2516" y="14"/>
                </a:lnTo>
                <a:lnTo>
                  <a:pt x="2489" y="14"/>
                </a:lnTo>
                <a:lnTo>
                  <a:pt x="2489" y="0"/>
                </a:lnTo>
                <a:moveTo>
                  <a:pt x="2543" y="0"/>
                </a:moveTo>
                <a:lnTo>
                  <a:pt x="2570" y="0"/>
                </a:lnTo>
                <a:lnTo>
                  <a:pt x="2570" y="14"/>
                </a:lnTo>
                <a:lnTo>
                  <a:pt x="2543" y="14"/>
                </a:lnTo>
                <a:lnTo>
                  <a:pt x="2543" y="0"/>
                </a:lnTo>
                <a:moveTo>
                  <a:pt x="2597" y="0"/>
                </a:moveTo>
                <a:lnTo>
                  <a:pt x="2624" y="0"/>
                </a:lnTo>
                <a:lnTo>
                  <a:pt x="2624" y="14"/>
                </a:lnTo>
                <a:lnTo>
                  <a:pt x="2597" y="14"/>
                </a:lnTo>
                <a:lnTo>
                  <a:pt x="2597" y="0"/>
                </a:lnTo>
                <a:moveTo>
                  <a:pt x="2651" y="0"/>
                </a:moveTo>
                <a:lnTo>
                  <a:pt x="2678" y="0"/>
                </a:lnTo>
                <a:lnTo>
                  <a:pt x="2678" y="14"/>
                </a:lnTo>
                <a:lnTo>
                  <a:pt x="2651" y="14"/>
                </a:lnTo>
                <a:lnTo>
                  <a:pt x="2651" y="0"/>
                </a:lnTo>
                <a:moveTo>
                  <a:pt x="2705" y="0"/>
                </a:moveTo>
                <a:lnTo>
                  <a:pt x="2732" y="0"/>
                </a:lnTo>
                <a:lnTo>
                  <a:pt x="2732" y="14"/>
                </a:lnTo>
                <a:lnTo>
                  <a:pt x="2705" y="14"/>
                </a:lnTo>
                <a:lnTo>
                  <a:pt x="2705" y="0"/>
                </a:lnTo>
                <a:moveTo>
                  <a:pt x="2759" y="0"/>
                </a:moveTo>
                <a:lnTo>
                  <a:pt x="2786" y="0"/>
                </a:lnTo>
                <a:lnTo>
                  <a:pt x="2786" y="14"/>
                </a:lnTo>
                <a:lnTo>
                  <a:pt x="2759" y="14"/>
                </a:lnTo>
                <a:lnTo>
                  <a:pt x="2759" y="0"/>
                </a:lnTo>
                <a:moveTo>
                  <a:pt x="2813" y="0"/>
                </a:moveTo>
                <a:lnTo>
                  <a:pt x="2840" y="0"/>
                </a:lnTo>
                <a:lnTo>
                  <a:pt x="2840" y="14"/>
                </a:lnTo>
                <a:lnTo>
                  <a:pt x="2813" y="14"/>
                </a:lnTo>
                <a:lnTo>
                  <a:pt x="2813" y="0"/>
                </a:lnTo>
                <a:moveTo>
                  <a:pt x="2867" y="0"/>
                </a:moveTo>
                <a:lnTo>
                  <a:pt x="2894" y="0"/>
                </a:lnTo>
                <a:lnTo>
                  <a:pt x="2894" y="14"/>
                </a:lnTo>
                <a:lnTo>
                  <a:pt x="2867" y="14"/>
                </a:lnTo>
                <a:lnTo>
                  <a:pt x="2867" y="0"/>
                </a:lnTo>
                <a:moveTo>
                  <a:pt x="2921" y="0"/>
                </a:moveTo>
                <a:lnTo>
                  <a:pt x="2949" y="0"/>
                </a:lnTo>
                <a:lnTo>
                  <a:pt x="2949" y="14"/>
                </a:lnTo>
                <a:lnTo>
                  <a:pt x="2921" y="14"/>
                </a:lnTo>
                <a:lnTo>
                  <a:pt x="2921" y="0"/>
                </a:lnTo>
                <a:moveTo>
                  <a:pt x="2976" y="0"/>
                </a:moveTo>
                <a:lnTo>
                  <a:pt x="3003" y="0"/>
                </a:lnTo>
                <a:lnTo>
                  <a:pt x="3003" y="14"/>
                </a:lnTo>
                <a:lnTo>
                  <a:pt x="2976" y="14"/>
                </a:lnTo>
                <a:lnTo>
                  <a:pt x="2976" y="0"/>
                </a:lnTo>
                <a:moveTo>
                  <a:pt x="3030" y="0"/>
                </a:moveTo>
                <a:lnTo>
                  <a:pt x="3057" y="0"/>
                </a:lnTo>
                <a:lnTo>
                  <a:pt x="3057" y="14"/>
                </a:lnTo>
                <a:lnTo>
                  <a:pt x="3030" y="14"/>
                </a:lnTo>
                <a:lnTo>
                  <a:pt x="3030" y="0"/>
                </a:lnTo>
                <a:moveTo>
                  <a:pt x="3084" y="0"/>
                </a:moveTo>
                <a:lnTo>
                  <a:pt x="3111" y="0"/>
                </a:lnTo>
                <a:lnTo>
                  <a:pt x="3111" y="14"/>
                </a:lnTo>
                <a:lnTo>
                  <a:pt x="3084" y="14"/>
                </a:lnTo>
                <a:lnTo>
                  <a:pt x="3084" y="0"/>
                </a:lnTo>
                <a:moveTo>
                  <a:pt x="3138" y="0"/>
                </a:moveTo>
                <a:lnTo>
                  <a:pt x="3165" y="0"/>
                </a:lnTo>
                <a:lnTo>
                  <a:pt x="3165" y="14"/>
                </a:lnTo>
                <a:lnTo>
                  <a:pt x="3138" y="14"/>
                </a:lnTo>
                <a:lnTo>
                  <a:pt x="3138" y="0"/>
                </a:lnTo>
                <a:moveTo>
                  <a:pt x="3192" y="0"/>
                </a:moveTo>
                <a:lnTo>
                  <a:pt x="3219" y="0"/>
                </a:lnTo>
                <a:lnTo>
                  <a:pt x="3219" y="14"/>
                </a:lnTo>
                <a:lnTo>
                  <a:pt x="3192" y="14"/>
                </a:lnTo>
                <a:lnTo>
                  <a:pt x="3192" y="0"/>
                </a:lnTo>
                <a:moveTo>
                  <a:pt x="3246" y="0"/>
                </a:moveTo>
                <a:lnTo>
                  <a:pt x="3273" y="0"/>
                </a:lnTo>
                <a:lnTo>
                  <a:pt x="3273" y="14"/>
                </a:lnTo>
                <a:lnTo>
                  <a:pt x="3246" y="14"/>
                </a:lnTo>
                <a:lnTo>
                  <a:pt x="3246" y="0"/>
                </a:lnTo>
                <a:moveTo>
                  <a:pt x="3300" y="0"/>
                </a:moveTo>
                <a:lnTo>
                  <a:pt x="3327" y="0"/>
                </a:lnTo>
                <a:lnTo>
                  <a:pt x="3327" y="14"/>
                </a:lnTo>
                <a:lnTo>
                  <a:pt x="3300" y="14"/>
                </a:lnTo>
                <a:lnTo>
                  <a:pt x="3300" y="0"/>
                </a:lnTo>
                <a:moveTo>
                  <a:pt x="3354" y="0"/>
                </a:moveTo>
                <a:lnTo>
                  <a:pt x="3381" y="0"/>
                </a:lnTo>
                <a:lnTo>
                  <a:pt x="3381" y="14"/>
                </a:lnTo>
                <a:lnTo>
                  <a:pt x="3354" y="14"/>
                </a:lnTo>
                <a:lnTo>
                  <a:pt x="3354" y="0"/>
                </a:lnTo>
                <a:moveTo>
                  <a:pt x="3408" y="0"/>
                </a:moveTo>
                <a:lnTo>
                  <a:pt x="3436" y="0"/>
                </a:lnTo>
                <a:lnTo>
                  <a:pt x="3436" y="14"/>
                </a:lnTo>
                <a:lnTo>
                  <a:pt x="3408" y="14"/>
                </a:lnTo>
                <a:lnTo>
                  <a:pt x="3408" y="0"/>
                </a:lnTo>
                <a:moveTo>
                  <a:pt x="3463" y="0"/>
                </a:moveTo>
                <a:lnTo>
                  <a:pt x="3490" y="0"/>
                </a:lnTo>
                <a:lnTo>
                  <a:pt x="3490" y="14"/>
                </a:lnTo>
                <a:lnTo>
                  <a:pt x="3463" y="14"/>
                </a:lnTo>
                <a:lnTo>
                  <a:pt x="3463" y="0"/>
                </a:lnTo>
                <a:moveTo>
                  <a:pt x="3517" y="0"/>
                </a:moveTo>
                <a:lnTo>
                  <a:pt x="3544" y="0"/>
                </a:lnTo>
                <a:lnTo>
                  <a:pt x="3544" y="14"/>
                </a:lnTo>
                <a:lnTo>
                  <a:pt x="3517" y="14"/>
                </a:lnTo>
                <a:lnTo>
                  <a:pt x="3517" y="0"/>
                </a:lnTo>
                <a:moveTo>
                  <a:pt x="3571" y="0"/>
                </a:moveTo>
                <a:lnTo>
                  <a:pt x="3598" y="0"/>
                </a:lnTo>
                <a:lnTo>
                  <a:pt x="3598" y="14"/>
                </a:lnTo>
                <a:lnTo>
                  <a:pt x="3571" y="14"/>
                </a:lnTo>
                <a:lnTo>
                  <a:pt x="3571" y="0"/>
                </a:lnTo>
                <a:moveTo>
                  <a:pt x="3625" y="0"/>
                </a:moveTo>
                <a:lnTo>
                  <a:pt x="3652" y="0"/>
                </a:lnTo>
                <a:lnTo>
                  <a:pt x="3652" y="14"/>
                </a:lnTo>
                <a:lnTo>
                  <a:pt x="3625" y="14"/>
                </a:lnTo>
                <a:lnTo>
                  <a:pt x="3625" y="0"/>
                </a:lnTo>
                <a:moveTo>
                  <a:pt x="3679" y="0"/>
                </a:moveTo>
                <a:lnTo>
                  <a:pt x="3706" y="0"/>
                </a:lnTo>
                <a:lnTo>
                  <a:pt x="3706" y="14"/>
                </a:lnTo>
                <a:lnTo>
                  <a:pt x="3679" y="14"/>
                </a:lnTo>
                <a:lnTo>
                  <a:pt x="3679" y="0"/>
                </a:lnTo>
                <a:moveTo>
                  <a:pt x="3734" y="0"/>
                </a:moveTo>
                <a:lnTo>
                  <a:pt x="3761" y="0"/>
                </a:lnTo>
                <a:lnTo>
                  <a:pt x="3761" y="14"/>
                </a:lnTo>
                <a:lnTo>
                  <a:pt x="3734" y="14"/>
                </a:lnTo>
                <a:lnTo>
                  <a:pt x="3734" y="0"/>
                </a:lnTo>
                <a:moveTo>
                  <a:pt x="3788" y="0"/>
                </a:moveTo>
                <a:lnTo>
                  <a:pt x="3815" y="0"/>
                </a:lnTo>
                <a:lnTo>
                  <a:pt x="3815" y="14"/>
                </a:lnTo>
                <a:lnTo>
                  <a:pt x="3788" y="14"/>
                </a:lnTo>
                <a:lnTo>
                  <a:pt x="3788" y="0"/>
                </a:lnTo>
                <a:moveTo>
                  <a:pt x="3842" y="0"/>
                </a:moveTo>
                <a:lnTo>
                  <a:pt x="3869" y="0"/>
                </a:lnTo>
                <a:lnTo>
                  <a:pt x="3869" y="14"/>
                </a:lnTo>
                <a:lnTo>
                  <a:pt x="3842" y="14"/>
                </a:lnTo>
                <a:lnTo>
                  <a:pt x="3842" y="0"/>
                </a:lnTo>
                <a:moveTo>
                  <a:pt x="3896" y="0"/>
                </a:moveTo>
                <a:lnTo>
                  <a:pt x="3923" y="0"/>
                </a:lnTo>
                <a:lnTo>
                  <a:pt x="3923" y="14"/>
                </a:lnTo>
                <a:lnTo>
                  <a:pt x="3896" y="14"/>
                </a:lnTo>
                <a:lnTo>
                  <a:pt x="3896" y="0"/>
                </a:lnTo>
                <a:moveTo>
                  <a:pt x="3951" y="0"/>
                </a:moveTo>
                <a:lnTo>
                  <a:pt x="3978" y="0"/>
                </a:lnTo>
                <a:lnTo>
                  <a:pt x="3978" y="14"/>
                </a:lnTo>
                <a:lnTo>
                  <a:pt x="3951" y="14"/>
                </a:lnTo>
                <a:lnTo>
                  <a:pt x="3951" y="0"/>
                </a:lnTo>
                <a:moveTo>
                  <a:pt x="4005" y="0"/>
                </a:moveTo>
                <a:lnTo>
                  <a:pt x="4032" y="0"/>
                </a:lnTo>
                <a:lnTo>
                  <a:pt x="4032" y="14"/>
                </a:lnTo>
                <a:lnTo>
                  <a:pt x="4005" y="14"/>
                </a:lnTo>
                <a:lnTo>
                  <a:pt x="4005" y="0"/>
                </a:lnTo>
                <a:moveTo>
                  <a:pt x="4059" y="0"/>
                </a:moveTo>
                <a:lnTo>
                  <a:pt x="4086" y="0"/>
                </a:lnTo>
                <a:lnTo>
                  <a:pt x="4086" y="14"/>
                </a:lnTo>
                <a:lnTo>
                  <a:pt x="4059" y="14"/>
                </a:lnTo>
                <a:lnTo>
                  <a:pt x="4059" y="0"/>
                </a:lnTo>
                <a:moveTo>
                  <a:pt x="4113" y="0"/>
                </a:moveTo>
                <a:lnTo>
                  <a:pt x="4140" y="0"/>
                </a:lnTo>
                <a:lnTo>
                  <a:pt x="4140" y="14"/>
                </a:lnTo>
                <a:lnTo>
                  <a:pt x="4113" y="14"/>
                </a:lnTo>
                <a:lnTo>
                  <a:pt x="4113" y="0"/>
                </a:lnTo>
                <a:moveTo>
                  <a:pt x="4167" y="0"/>
                </a:moveTo>
                <a:lnTo>
                  <a:pt x="4194" y="0"/>
                </a:lnTo>
                <a:lnTo>
                  <a:pt x="4194" y="14"/>
                </a:lnTo>
                <a:lnTo>
                  <a:pt x="4167" y="14"/>
                </a:lnTo>
                <a:lnTo>
                  <a:pt x="4167" y="0"/>
                </a:lnTo>
                <a:moveTo>
                  <a:pt x="4221" y="0"/>
                </a:moveTo>
                <a:lnTo>
                  <a:pt x="4248" y="0"/>
                </a:lnTo>
                <a:lnTo>
                  <a:pt x="4248" y="14"/>
                </a:lnTo>
                <a:lnTo>
                  <a:pt x="4221" y="14"/>
                </a:lnTo>
                <a:lnTo>
                  <a:pt x="4221" y="0"/>
                </a:lnTo>
                <a:moveTo>
                  <a:pt x="4275" y="0"/>
                </a:moveTo>
                <a:lnTo>
                  <a:pt x="4302" y="0"/>
                </a:lnTo>
                <a:lnTo>
                  <a:pt x="4302" y="14"/>
                </a:lnTo>
                <a:lnTo>
                  <a:pt x="4275" y="14"/>
                </a:lnTo>
                <a:lnTo>
                  <a:pt x="4275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4" name=""/>
          <p:cNvSpPr txBox="1"/>
          <p:nvPr/>
        </p:nvSpPr>
        <p:spPr>
          <a:xfrm>
            <a:off x="994320" y="3846240"/>
            <a:ext cx="346680" cy="7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500" spc="-1" strike="noStrike">
                <a:solidFill>
                  <a:srgbClr val="000000"/>
                </a:solidFill>
                <a:latin typeface="Calibri"/>
                <a:ea typeface="Calibri"/>
              </a:rPr>
              <a:t>GET Task/{id}</a:t>
            </a:r>
            <a:endParaRPr b="0" lang="en-AU" sz="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5" name=""/>
          <p:cNvSpPr/>
          <p:nvPr/>
        </p:nvSpPr>
        <p:spPr>
          <a:xfrm>
            <a:off x="817560" y="4186800"/>
            <a:ext cx="1865520" cy="390600"/>
          </a:xfrm>
          <a:custGeom>
            <a:avLst/>
            <a:gdLst/>
            <a:ahLst/>
            <a:rect l="0" t="0" r="r" b="b"/>
            <a:pathLst>
              <a:path w="5182" h="1085">
                <a:moveTo>
                  <a:pt x="0" y="0"/>
                </a:moveTo>
                <a:lnTo>
                  <a:pt x="0" y="1085"/>
                </a:lnTo>
                <a:lnTo>
                  <a:pt x="5182" y="1085"/>
                </a:lnTo>
                <a:lnTo>
                  <a:pt x="5182" y="136"/>
                </a:lnTo>
                <a:lnTo>
                  <a:pt x="5047" y="0"/>
                </a:lnTo>
                <a:lnTo>
                  <a:pt x="0" y="0"/>
                </a:lnTo>
                <a:close/>
              </a:path>
            </a:pathLst>
          </a:custGeom>
          <a:solidFill>
            <a:srgbClr val="feff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6" name=""/>
          <p:cNvSpPr/>
          <p:nvPr/>
        </p:nvSpPr>
        <p:spPr>
          <a:xfrm>
            <a:off x="817560" y="4186800"/>
            <a:ext cx="1865520" cy="390600"/>
          </a:xfrm>
          <a:custGeom>
            <a:avLst/>
            <a:gdLst/>
            <a:ahLst/>
            <a:rect l="0" t="0" r="r" b="b"/>
            <a:pathLst>
              <a:path fill="none" w="5182" h="1085">
                <a:moveTo>
                  <a:pt x="0" y="0"/>
                </a:moveTo>
                <a:lnTo>
                  <a:pt x="0" y="1085"/>
                </a:lnTo>
                <a:lnTo>
                  <a:pt x="5182" y="1085"/>
                </a:lnTo>
                <a:lnTo>
                  <a:pt x="5182" y="136"/>
                </a:lnTo>
                <a:lnTo>
                  <a:pt x="5047" y="0"/>
                </a:lnTo>
                <a:lnTo>
                  <a:pt x="0" y="0"/>
                </a:lnTo>
              </a:path>
            </a:pathLst>
          </a:custGeom>
          <a:ln w="2160">
            <a:solidFill>
              <a:srgbClr val="181818"/>
            </a:solidFill>
            <a:miter/>
          </a:ln>
        </p:spPr>
        <p:txBody>
          <a:bodyPr lIns="1080" rIns="1080" tIns="1080" bIns="108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7" name=""/>
          <p:cNvSpPr/>
          <p:nvPr/>
        </p:nvSpPr>
        <p:spPr>
          <a:xfrm>
            <a:off x="2634120" y="4186800"/>
            <a:ext cx="48960" cy="49320"/>
          </a:xfrm>
          <a:custGeom>
            <a:avLst/>
            <a:gdLst/>
            <a:ahLst/>
            <a:rect l="0" t="0" r="r" b="b"/>
            <a:pathLst>
              <a:path w="136" h="137">
                <a:moveTo>
                  <a:pt x="0" y="0"/>
                </a:moveTo>
                <a:lnTo>
                  <a:pt x="0" y="137"/>
                </a:lnTo>
                <a:lnTo>
                  <a:pt x="136" y="137"/>
                </a:lnTo>
                <a:lnTo>
                  <a:pt x="0" y="0"/>
                </a:lnTo>
                <a:close/>
              </a:path>
            </a:pathLst>
          </a:custGeom>
          <a:solidFill>
            <a:srgbClr val="feff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8" name=""/>
          <p:cNvSpPr/>
          <p:nvPr/>
        </p:nvSpPr>
        <p:spPr>
          <a:xfrm>
            <a:off x="2634120" y="4186800"/>
            <a:ext cx="48960" cy="49320"/>
          </a:xfrm>
          <a:custGeom>
            <a:avLst/>
            <a:gdLst/>
            <a:ahLst/>
            <a:rect l="0" t="0" r="r" b="b"/>
            <a:pathLst>
              <a:path fill="none" w="136" h="137">
                <a:moveTo>
                  <a:pt x="0" y="0"/>
                </a:moveTo>
                <a:lnTo>
                  <a:pt x="0" y="137"/>
                </a:lnTo>
                <a:lnTo>
                  <a:pt x="136" y="137"/>
                </a:lnTo>
                <a:lnTo>
                  <a:pt x="0" y="0"/>
                </a:lnTo>
              </a:path>
            </a:pathLst>
          </a:custGeom>
          <a:ln w="2160">
            <a:solidFill>
              <a:srgbClr val="181818"/>
            </a:solidFill>
            <a:miter/>
          </a:ln>
        </p:spPr>
        <p:txBody>
          <a:bodyPr lIns="1080" rIns="1080" tIns="1080" bIns="108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9" name=""/>
          <p:cNvSpPr txBox="1"/>
          <p:nvPr/>
        </p:nvSpPr>
        <p:spPr>
          <a:xfrm>
            <a:off x="1042920" y="4000680"/>
            <a:ext cx="750600" cy="7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500" spc="-1" strike="noStrike">
                <a:solidFill>
                  <a:srgbClr val="000000"/>
                </a:solidFill>
                <a:latin typeface="Calibri"/>
                <a:ea typeface="Calibri"/>
              </a:rPr>
              <a:t>Task (accepted) — now book</a:t>
            </a:r>
            <a:endParaRPr b="0" lang="en-AU" sz="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0" name=""/>
          <p:cNvSpPr txBox="1"/>
          <p:nvPr/>
        </p:nvSpPr>
        <p:spPr>
          <a:xfrm>
            <a:off x="1045080" y="4218840"/>
            <a:ext cx="1010880" cy="7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500" spc="-1" strike="noStrike">
                <a:solidFill>
                  <a:srgbClr val="000000"/>
                </a:solidFill>
                <a:latin typeface="Calibri"/>
                <a:ea typeface="Calibri"/>
              </a:rPr>
              <a:t>Baseline: poll the Task for</a:t>
            </a:r>
            <a:r>
              <a:rPr b="1" lang="en-AU" sz="500" spc="-1" strike="noStrike">
                <a:solidFill>
                  <a:srgbClr val="000000"/>
                </a:solidFill>
                <a:latin typeface="Calibri"/>
                <a:ea typeface="Calibri"/>
              </a:rPr>
              <a:t> this request</a:t>
            </a:r>
            <a:r>
              <a:rPr b="0" lang="en-AU" sz="500" spc="-1" strike="noStrike">
                <a:solidFill>
                  <a:srgbClr val="000000"/>
                </a:solidFill>
                <a:latin typeface="Calibri"/>
                <a:ea typeface="Calibri"/>
              </a:rPr>
              <a:t>.</a:t>
            </a:r>
            <a:endParaRPr b="0" lang="en-AU" sz="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1" name=""/>
          <p:cNvSpPr txBox="1"/>
          <p:nvPr/>
        </p:nvSpPr>
        <p:spPr>
          <a:xfrm>
            <a:off x="1045080" y="4305240"/>
            <a:ext cx="1157400" cy="7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500" spc="-1" strike="noStrike">
                <a:solidFill>
                  <a:srgbClr val="000000"/>
                </a:solidFill>
                <a:latin typeface="Calibri"/>
                <a:ea typeface="Calibri"/>
              </a:rPr>
              <a:t>Stretch: subscribe and be notiﬁed on change</a:t>
            </a:r>
            <a:endParaRPr b="0" lang="en-AU" sz="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2" name=""/>
          <p:cNvSpPr txBox="1"/>
          <p:nvPr/>
        </p:nvSpPr>
        <p:spPr>
          <a:xfrm>
            <a:off x="1045080" y="4391640"/>
            <a:ext cx="1210680" cy="7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500" spc="-1" strike="noStrike">
                <a:solidFill>
                  <a:srgbClr val="000000"/>
                </a:solidFill>
                <a:latin typeface="Calibri"/>
                <a:ea typeface="Calibri"/>
              </a:rPr>
              <a:t>(R4 rest-hook; topic-based / R5 backport is the</a:t>
            </a:r>
            <a:endParaRPr b="0" lang="en-AU" sz="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3" name=""/>
          <p:cNvSpPr txBox="1"/>
          <p:nvPr/>
        </p:nvSpPr>
        <p:spPr>
          <a:xfrm>
            <a:off x="1045080" y="4478040"/>
            <a:ext cx="500760" cy="7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500" spc="-1" strike="noStrike">
                <a:solidFill>
                  <a:srgbClr val="000000"/>
                </a:solidFill>
                <a:latin typeface="Calibri"/>
                <a:ea typeface="Calibri"/>
              </a:rPr>
              <a:t>direction of travel).</a:t>
            </a:r>
            <a:endParaRPr b="0" lang="en-AU" sz="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4" name=""/>
          <p:cNvSpPr txBox="1"/>
          <p:nvPr/>
        </p:nvSpPr>
        <p:spPr>
          <a:xfrm>
            <a:off x="666720" y="5441040"/>
            <a:ext cx="680112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Baseline: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poll the Task for this request. </a:t>
            </a:r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Stretch: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a FHIR Subscription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5" name=""/>
          <p:cNvSpPr txBox="1"/>
          <p:nvPr/>
        </p:nvSpPr>
        <p:spPr>
          <a:xfrm>
            <a:off x="666720" y="5812560"/>
            <a:ext cx="608904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(R4 rest-hook) pushes a notiﬁcation on change — no polling.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6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7" name=""/>
          <p:cNvSpPr txBox="1"/>
          <p:nvPr/>
        </p:nvSpPr>
        <p:spPr>
          <a:xfrm>
            <a:off x="11790360" y="6345000"/>
            <a:ext cx="2282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777777"/>
                </a:solidFill>
                <a:latin typeface="Calibri"/>
                <a:ea typeface="Calibri"/>
              </a:rPr>
              <a:t>7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1" name=""/>
          <p:cNvSpPr/>
          <p:nvPr/>
        </p:nvSpPr>
        <p:spPr>
          <a:xfrm>
            <a:off x="666720" y="1352520"/>
            <a:ext cx="10858680" cy="28800"/>
          </a:xfrm>
          <a:custGeom>
            <a:avLst/>
            <a:gdLst/>
            <a:ahLst/>
            <a:rect l="0" t="0" r="r" b="b"/>
            <a:pathLst>
              <a:path w="30163" h="80">
                <a:moveTo>
                  <a:pt x="0" y="0"/>
                </a:moveTo>
                <a:lnTo>
                  <a:pt x="30163" y="0"/>
                </a:lnTo>
                <a:lnTo>
                  <a:pt x="30163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2" name=""/>
          <p:cNvSpPr/>
          <p:nvPr/>
        </p:nvSpPr>
        <p:spPr>
          <a:xfrm>
            <a:off x="757800" y="3206520"/>
            <a:ext cx="6297480" cy="1046880"/>
          </a:xfrm>
          <a:custGeom>
            <a:avLst/>
            <a:gdLst/>
            <a:ahLst/>
            <a:rect l="0" t="0" r="r" b="b"/>
            <a:pathLst>
              <a:path w="17493" h="2908">
                <a:moveTo>
                  <a:pt x="0" y="0"/>
                </a:moveTo>
                <a:lnTo>
                  <a:pt x="17493" y="0"/>
                </a:lnTo>
                <a:lnTo>
                  <a:pt x="17493" y="2908"/>
                </a:lnTo>
                <a:lnTo>
                  <a:pt x="0" y="2908"/>
                </a:lnTo>
                <a:lnTo>
                  <a:pt x="0" y="0"/>
                </a:lnTo>
                <a:close/>
              </a:path>
            </a:pathLst>
          </a:custGeom>
          <a:noFill/>
          <a:ln w="13320">
            <a:solidFill>
              <a:srgbClr val="000000"/>
            </a:solidFill>
            <a:miter/>
          </a:ln>
        </p:spPr>
        <p:txBody>
          <a:bodyPr lIns="6480" rIns="6480" tIns="6480" bIns="648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3" name=""/>
          <p:cNvSpPr/>
          <p:nvPr/>
        </p:nvSpPr>
        <p:spPr>
          <a:xfrm>
            <a:off x="1088640" y="2473560"/>
            <a:ext cx="73440" cy="1934640"/>
          </a:xfrm>
          <a:custGeom>
            <a:avLst/>
            <a:gdLst/>
            <a:ahLst/>
            <a:rect l="0" t="0" r="r" b="b"/>
            <a:pathLst>
              <a:path w="204" h="5374">
                <a:moveTo>
                  <a:pt x="0" y="0"/>
                </a:moveTo>
                <a:lnTo>
                  <a:pt x="204" y="0"/>
                </a:lnTo>
                <a:lnTo>
                  <a:pt x="204" y="5374"/>
                </a:lnTo>
                <a:lnTo>
                  <a:pt x="0" y="5374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4" name=""/>
          <p:cNvSpPr/>
          <p:nvPr/>
        </p:nvSpPr>
        <p:spPr>
          <a:xfrm>
            <a:off x="1120320" y="2473560"/>
            <a:ext cx="5040" cy="1934640"/>
          </a:xfrm>
          <a:custGeom>
            <a:avLst/>
            <a:gdLst/>
            <a:ahLst/>
            <a:rect l="0" t="0" r="r" b="b"/>
            <a:pathLst>
              <a:path w="14" h="5374">
                <a:moveTo>
                  <a:pt x="14" y="0"/>
                </a:moveTo>
                <a:lnTo>
                  <a:pt x="14" y="126"/>
                </a:lnTo>
                <a:lnTo>
                  <a:pt x="0" y="126"/>
                </a:lnTo>
                <a:lnTo>
                  <a:pt x="0" y="0"/>
                </a:lnTo>
                <a:lnTo>
                  <a:pt x="14" y="0"/>
                </a:lnTo>
                <a:moveTo>
                  <a:pt x="14" y="253"/>
                </a:moveTo>
                <a:lnTo>
                  <a:pt x="14" y="379"/>
                </a:lnTo>
                <a:lnTo>
                  <a:pt x="0" y="379"/>
                </a:lnTo>
                <a:lnTo>
                  <a:pt x="0" y="253"/>
                </a:lnTo>
                <a:lnTo>
                  <a:pt x="14" y="253"/>
                </a:lnTo>
                <a:moveTo>
                  <a:pt x="14" y="506"/>
                </a:moveTo>
                <a:lnTo>
                  <a:pt x="14" y="633"/>
                </a:lnTo>
                <a:lnTo>
                  <a:pt x="0" y="633"/>
                </a:lnTo>
                <a:lnTo>
                  <a:pt x="0" y="506"/>
                </a:lnTo>
                <a:lnTo>
                  <a:pt x="14" y="506"/>
                </a:lnTo>
                <a:moveTo>
                  <a:pt x="14" y="759"/>
                </a:moveTo>
                <a:lnTo>
                  <a:pt x="14" y="886"/>
                </a:lnTo>
                <a:lnTo>
                  <a:pt x="0" y="886"/>
                </a:lnTo>
                <a:lnTo>
                  <a:pt x="0" y="759"/>
                </a:lnTo>
                <a:lnTo>
                  <a:pt x="14" y="759"/>
                </a:lnTo>
                <a:moveTo>
                  <a:pt x="14" y="1012"/>
                </a:moveTo>
                <a:lnTo>
                  <a:pt x="14" y="1139"/>
                </a:lnTo>
                <a:lnTo>
                  <a:pt x="0" y="1139"/>
                </a:lnTo>
                <a:lnTo>
                  <a:pt x="0" y="1012"/>
                </a:lnTo>
                <a:lnTo>
                  <a:pt x="14" y="1012"/>
                </a:lnTo>
                <a:moveTo>
                  <a:pt x="14" y="1267"/>
                </a:moveTo>
                <a:lnTo>
                  <a:pt x="14" y="1393"/>
                </a:lnTo>
                <a:lnTo>
                  <a:pt x="0" y="1393"/>
                </a:lnTo>
                <a:lnTo>
                  <a:pt x="0" y="1267"/>
                </a:lnTo>
                <a:lnTo>
                  <a:pt x="14" y="1267"/>
                </a:lnTo>
                <a:moveTo>
                  <a:pt x="14" y="1520"/>
                </a:moveTo>
                <a:lnTo>
                  <a:pt x="14" y="1646"/>
                </a:lnTo>
                <a:lnTo>
                  <a:pt x="0" y="1646"/>
                </a:lnTo>
                <a:lnTo>
                  <a:pt x="0" y="1520"/>
                </a:lnTo>
                <a:lnTo>
                  <a:pt x="14" y="1520"/>
                </a:lnTo>
                <a:moveTo>
                  <a:pt x="14" y="1773"/>
                </a:moveTo>
                <a:lnTo>
                  <a:pt x="14" y="1900"/>
                </a:lnTo>
                <a:lnTo>
                  <a:pt x="0" y="1900"/>
                </a:lnTo>
                <a:lnTo>
                  <a:pt x="0" y="1773"/>
                </a:lnTo>
                <a:lnTo>
                  <a:pt x="14" y="1773"/>
                </a:lnTo>
                <a:moveTo>
                  <a:pt x="14" y="2026"/>
                </a:moveTo>
                <a:lnTo>
                  <a:pt x="14" y="2153"/>
                </a:lnTo>
                <a:lnTo>
                  <a:pt x="0" y="2153"/>
                </a:lnTo>
                <a:lnTo>
                  <a:pt x="0" y="2026"/>
                </a:lnTo>
                <a:lnTo>
                  <a:pt x="14" y="2026"/>
                </a:lnTo>
                <a:moveTo>
                  <a:pt x="14" y="2279"/>
                </a:moveTo>
                <a:lnTo>
                  <a:pt x="14" y="2406"/>
                </a:lnTo>
                <a:lnTo>
                  <a:pt x="0" y="2406"/>
                </a:lnTo>
                <a:lnTo>
                  <a:pt x="0" y="2279"/>
                </a:lnTo>
                <a:lnTo>
                  <a:pt x="14" y="2279"/>
                </a:lnTo>
                <a:moveTo>
                  <a:pt x="14" y="2532"/>
                </a:moveTo>
                <a:lnTo>
                  <a:pt x="14" y="2659"/>
                </a:lnTo>
                <a:lnTo>
                  <a:pt x="0" y="2659"/>
                </a:lnTo>
                <a:lnTo>
                  <a:pt x="0" y="2532"/>
                </a:lnTo>
                <a:lnTo>
                  <a:pt x="14" y="2532"/>
                </a:lnTo>
                <a:moveTo>
                  <a:pt x="14" y="2786"/>
                </a:moveTo>
                <a:lnTo>
                  <a:pt x="14" y="2912"/>
                </a:lnTo>
                <a:lnTo>
                  <a:pt x="0" y="2912"/>
                </a:lnTo>
                <a:lnTo>
                  <a:pt x="0" y="2786"/>
                </a:lnTo>
                <a:lnTo>
                  <a:pt x="14" y="2786"/>
                </a:lnTo>
                <a:moveTo>
                  <a:pt x="14" y="3039"/>
                </a:moveTo>
                <a:lnTo>
                  <a:pt x="14" y="3165"/>
                </a:lnTo>
                <a:lnTo>
                  <a:pt x="0" y="3165"/>
                </a:lnTo>
                <a:lnTo>
                  <a:pt x="0" y="3039"/>
                </a:lnTo>
                <a:lnTo>
                  <a:pt x="14" y="3039"/>
                </a:lnTo>
                <a:moveTo>
                  <a:pt x="14" y="3292"/>
                </a:moveTo>
                <a:lnTo>
                  <a:pt x="14" y="3419"/>
                </a:lnTo>
                <a:lnTo>
                  <a:pt x="0" y="3419"/>
                </a:lnTo>
                <a:lnTo>
                  <a:pt x="0" y="3292"/>
                </a:lnTo>
                <a:lnTo>
                  <a:pt x="14" y="3292"/>
                </a:lnTo>
                <a:moveTo>
                  <a:pt x="14" y="3545"/>
                </a:moveTo>
                <a:lnTo>
                  <a:pt x="14" y="3672"/>
                </a:lnTo>
                <a:lnTo>
                  <a:pt x="0" y="3672"/>
                </a:lnTo>
                <a:lnTo>
                  <a:pt x="0" y="3545"/>
                </a:lnTo>
                <a:lnTo>
                  <a:pt x="14" y="3545"/>
                </a:lnTo>
                <a:moveTo>
                  <a:pt x="14" y="3798"/>
                </a:moveTo>
                <a:lnTo>
                  <a:pt x="14" y="3925"/>
                </a:lnTo>
                <a:lnTo>
                  <a:pt x="0" y="3925"/>
                </a:lnTo>
                <a:lnTo>
                  <a:pt x="0" y="3798"/>
                </a:lnTo>
                <a:lnTo>
                  <a:pt x="14" y="3798"/>
                </a:lnTo>
                <a:moveTo>
                  <a:pt x="14" y="4052"/>
                </a:moveTo>
                <a:lnTo>
                  <a:pt x="14" y="4178"/>
                </a:lnTo>
                <a:lnTo>
                  <a:pt x="0" y="4178"/>
                </a:lnTo>
                <a:lnTo>
                  <a:pt x="0" y="4052"/>
                </a:lnTo>
                <a:lnTo>
                  <a:pt x="14" y="4052"/>
                </a:lnTo>
                <a:moveTo>
                  <a:pt x="14" y="4305"/>
                </a:moveTo>
                <a:lnTo>
                  <a:pt x="14" y="4431"/>
                </a:lnTo>
                <a:lnTo>
                  <a:pt x="0" y="4431"/>
                </a:lnTo>
                <a:lnTo>
                  <a:pt x="0" y="4305"/>
                </a:lnTo>
                <a:lnTo>
                  <a:pt x="14" y="4305"/>
                </a:lnTo>
                <a:moveTo>
                  <a:pt x="14" y="4558"/>
                </a:moveTo>
                <a:lnTo>
                  <a:pt x="14" y="4685"/>
                </a:lnTo>
                <a:lnTo>
                  <a:pt x="0" y="4685"/>
                </a:lnTo>
                <a:lnTo>
                  <a:pt x="0" y="4558"/>
                </a:lnTo>
                <a:lnTo>
                  <a:pt x="14" y="4558"/>
                </a:lnTo>
                <a:moveTo>
                  <a:pt x="14" y="4811"/>
                </a:moveTo>
                <a:lnTo>
                  <a:pt x="14" y="4938"/>
                </a:lnTo>
                <a:lnTo>
                  <a:pt x="0" y="4938"/>
                </a:lnTo>
                <a:lnTo>
                  <a:pt x="0" y="4811"/>
                </a:lnTo>
                <a:lnTo>
                  <a:pt x="14" y="4811"/>
                </a:lnTo>
                <a:moveTo>
                  <a:pt x="14" y="5064"/>
                </a:moveTo>
                <a:lnTo>
                  <a:pt x="14" y="5191"/>
                </a:lnTo>
                <a:lnTo>
                  <a:pt x="0" y="5191"/>
                </a:lnTo>
                <a:lnTo>
                  <a:pt x="0" y="5064"/>
                </a:lnTo>
                <a:lnTo>
                  <a:pt x="14" y="5064"/>
                </a:lnTo>
                <a:moveTo>
                  <a:pt x="14" y="5318"/>
                </a:moveTo>
                <a:lnTo>
                  <a:pt x="14" y="5374"/>
                </a:lnTo>
                <a:lnTo>
                  <a:pt x="0" y="5374"/>
                </a:lnTo>
                <a:lnTo>
                  <a:pt x="0" y="5318"/>
                </a:lnTo>
                <a:lnTo>
                  <a:pt x="14" y="5318"/>
                </a:lnTo>
                <a:close/>
              </a:path>
            </a:pathLst>
          </a:custGeom>
          <a:solidFill>
            <a:srgbClr val="75757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5" name=""/>
          <p:cNvSpPr/>
          <p:nvPr/>
        </p:nvSpPr>
        <p:spPr>
          <a:xfrm>
            <a:off x="3055680" y="2473560"/>
            <a:ext cx="73080" cy="1934640"/>
          </a:xfrm>
          <a:custGeom>
            <a:avLst/>
            <a:gdLst/>
            <a:ahLst/>
            <a:rect l="0" t="0" r="r" b="b"/>
            <a:pathLst>
              <a:path w="203" h="5374">
                <a:moveTo>
                  <a:pt x="0" y="0"/>
                </a:moveTo>
                <a:lnTo>
                  <a:pt x="203" y="0"/>
                </a:lnTo>
                <a:lnTo>
                  <a:pt x="203" y="5374"/>
                </a:lnTo>
                <a:lnTo>
                  <a:pt x="0" y="5374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6" name=""/>
          <p:cNvSpPr/>
          <p:nvPr/>
        </p:nvSpPr>
        <p:spPr>
          <a:xfrm>
            <a:off x="3088080" y="2473560"/>
            <a:ext cx="5040" cy="1934640"/>
          </a:xfrm>
          <a:custGeom>
            <a:avLst/>
            <a:gdLst/>
            <a:ahLst/>
            <a:rect l="0" t="0" r="r" b="b"/>
            <a:pathLst>
              <a:path w="14" h="5374">
                <a:moveTo>
                  <a:pt x="14" y="0"/>
                </a:moveTo>
                <a:lnTo>
                  <a:pt x="14" y="126"/>
                </a:lnTo>
                <a:lnTo>
                  <a:pt x="0" y="126"/>
                </a:lnTo>
                <a:lnTo>
                  <a:pt x="0" y="0"/>
                </a:lnTo>
                <a:lnTo>
                  <a:pt x="14" y="0"/>
                </a:lnTo>
                <a:moveTo>
                  <a:pt x="14" y="253"/>
                </a:moveTo>
                <a:lnTo>
                  <a:pt x="14" y="379"/>
                </a:lnTo>
                <a:lnTo>
                  <a:pt x="0" y="379"/>
                </a:lnTo>
                <a:lnTo>
                  <a:pt x="0" y="253"/>
                </a:lnTo>
                <a:lnTo>
                  <a:pt x="14" y="253"/>
                </a:lnTo>
                <a:moveTo>
                  <a:pt x="14" y="506"/>
                </a:moveTo>
                <a:lnTo>
                  <a:pt x="14" y="633"/>
                </a:lnTo>
                <a:lnTo>
                  <a:pt x="0" y="633"/>
                </a:lnTo>
                <a:lnTo>
                  <a:pt x="0" y="506"/>
                </a:lnTo>
                <a:lnTo>
                  <a:pt x="14" y="506"/>
                </a:lnTo>
                <a:moveTo>
                  <a:pt x="14" y="759"/>
                </a:moveTo>
                <a:lnTo>
                  <a:pt x="14" y="886"/>
                </a:lnTo>
                <a:lnTo>
                  <a:pt x="0" y="886"/>
                </a:lnTo>
                <a:lnTo>
                  <a:pt x="0" y="759"/>
                </a:lnTo>
                <a:lnTo>
                  <a:pt x="14" y="759"/>
                </a:lnTo>
                <a:moveTo>
                  <a:pt x="14" y="1012"/>
                </a:moveTo>
                <a:lnTo>
                  <a:pt x="14" y="1139"/>
                </a:lnTo>
                <a:lnTo>
                  <a:pt x="0" y="1139"/>
                </a:lnTo>
                <a:lnTo>
                  <a:pt x="0" y="1012"/>
                </a:lnTo>
                <a:lnTo>
                  <a:pt x="14" y="1012"/>
                </a:lnTo>
                <a:moveTo>
                  <a:pt x="14" y="1267"/>
                </a:moveTo>
                <a:lnTo>
                  <a:pt x="14" y="1393"/>
                </a:lnTo>
                <a:lnTo>
                  <a:pt x="0" y="1393"/>
                </a:lnTo>
                <a:lnTo>
                  <a:pt x="0" y="1267"/>
                </a:lnTo>
                <a:lnTo>
                  <a:pt x="14" y="1267"/>
                </a:lnTo>
                <a:moveTo>
                  <a:pt x="14" y="1520"/>
                </a:moveTo>
                <a:lnTo>
                  <a:pt x="14" y="1646"/>
                </a:lnTo>
                <a:lnTo>
                  <a:pt x="0" y="1646"/>
                </a:lnTo>
                <a:lnTo>
                  <a:pt x="0" y="1520"/>
                </a:lnTo>
                <a:lnTo>
                  <a:pt x="14" y="1520"/>
                </a:lnTo>
                <a:moveTo>
                  <a:pt x="14" y="1773"/>
                </a:moveTo>
                <a:lnTo>
                  <a:pt x="14" y="1900"/>
                </a:lnTo>
                <a:lnTo>
                  <a:pt x="0" y="1900"/>
                </a:lnTo>
                <a:lnTo>
                  <a:pt x="0" y="1773"/>
                </a:lnTo>
                <a:lnTo>
                  <a:pt x="14" y="1773"/>
                </a:lnTo>
                <a:moveTo>
                  <a:pt x="14" y="2026"/>
                </a:moveTo>
                <a:lnTo>
                  <a:pt x="14" y="2153"/>
                </a:lnTo>
                <a:lnTo>
                  <a:pt x="0" y="2153"/>
                </a:lnTo>
                <a:lnTo>
                  <a:pt x="0" y="2026"/>
                </a:lnTo>
                <a:lnTo>
                  <a:pt x="14" y="2026"/>
                </a:lnTo>
                <a:moveTo>
                  <a:pt x="14" y="2279"/>
                </a:moveTo>
                <a:lnTo>
                  <a:pt x="14" y="2406"/>
                </a:lnTo>
                <a:lnTo>
                  <a:pt x="0" y="2406"/>
                </a:lnTo>
                <a:lnTo>
                  <a:pt x="0" y="2279"/>
                </a:lnTo>
                <a:lnTo>
                  <a:pt x="14" y="2279"/>
                </a:lnTo>
                <a:moveTo>
                  <a:pt x="14" y="2532"/>
                </a:moveTo>
                <a:lnTo>
                  <a:pt x="14" y="2659"/>
                </a:lnTo>
                <a:lnTo>
                  <a:pt x="0" y="2659"/>
                </a:lnTo>
                <a:lnTo>
                  <a:pt x="0" y="2532"/>
                </a:lnTo>
                <a:lnTo>
                  <a:pt x="14" y="2532"/>
                </a:lnTo>
                <a:moveTo>
                  <a:pt x="14" y="2786"/>
                </a:moveTo>
                <a:lnTo>
                  <a:pt x="14" y="2912"/>
                </a:lnTo>
                <a:lnTo>
                  <a:pt x="0" y="2912"/>
                </a:lnTo>
                <a:lnTo>
                  <a:pt x="0" y="2786"/>
                </a:lnTo>
                <a:lnTo>
                  <a:pt x="14" y="2786"/>
                </a:lnTo>
                <a:moveTo>
                  <a:pt x="14" y="3039"/>
                </a:moveTo>
                <a:lnTo>
                  <a:pt x="14" y="3165"/>
                </a:lnTo>
                <a:lnTo>
                  <a:pt x="0" y="3165"/>
                </a:lnTo>
                <a:lnTo>
                  <a:pt x="0" y="3039"/>
                </a:lnTo>
                <a:lnTo>
                  <a:pt x="14" y="3039"/>
                </a:lnTo>
                <a:moveTo>
                  <a:pt x="14" y="3292"/>
                </a:moveTo>
                <a:lnTo>
                  <a:pt x="14" y="3419"/>
                </a:lnTo>
                <a:lnTo>
                  <a:pt x="0" y="3419"/>
                </a:lnTo>
                <a:lnTo>
                  <a:pt x="0" y="3292"/>
                </a:lnTo>
                <a:lnTo>
                  <a:pt x="14" y="3292"/>
                </a:lnTo>
                <a:moveTo>
                  <a:pt x="14" y="3545"/>
                </a:moveTo>
                <a:lnTo>
                  <a:pt x="14" y="3672"/>
                </a:lnTo>
                <a:lnTo>
                  <a:pt x="0" y="3672"/>
                </a:lnTo>
                <a:lnTo>
                  <a:pt x="0" y="3545"/>
                </a:lnTo>
                <a:lnTo>
                  <a:pt x="14" y="3545"/>
                </a:lnTo>
                <a:moveTo>
                  <a:pt x="14" y="3798"/>
                </a:moveTo>
                <a:lnTo>
                  <a:pt x="14" y="3925"/>
                </a:lnTo>
                <a:lnTo>
                  <a:pt x="0" y="3925"/>
                </a:lnTo>
                <a:lnTo>
                  <a:pt x="0" y="3798"/>
                </a:lnTo>
                <a:lnTo>
                  <a:pt x="14" y="3798"/>
                </a:lnTo>
                <a:moveTo>
                  <a:pt x="14" y="4052"/>
                </a:moveTo>
                <a:lnTo>
                  <a:pt x="14" y="4178"/>
                </a:lnTo>
                <a:lnTo>
                  <a:pt x="0" y="4178"/>
                </a:lnTo>
                <a:lnTo>
                  <a:pt x="0" y="4052"/>
                </a:lnTo>
                <a:lnTo>
                  <a:pt x="14" y="4052"/>
                </a:lnTo>
                <a:moveTo>
                  <a:pt x="14" y="4305"/>
                </a:moveTo>
                <a:lnTo>
                  <a:pt x="14" y="4431"/>
                </a:lnTo>
                <a:lnTo>
                  <a:pt x="0" y="4431"/>
                </a:lnTo>
                <a:lnTo>
                  <a:pt x="0" y="4305"/>
                </a:lnTo>
                <a:lnTo>
                  <a:pt x="14" y="4305"/>
                </a:lnTo>
                <a:moveTo>
                  <a:pt x="14" y="4558"/>
                </a:moveTo>
                <a:lnTo>
                  <a:pt x="14" y="4685"/>
                </a:lnTo>
                <a:lnTo>
                  <a:pt x="0" y="4685"/>
                </a:lnTo>
                <a:lnTo>
                  <a:pt x="0" y="4558"/>
                </a:lnTo>
                <a:lnTo>
                  <a:pt x="14" y="4558"/>
                </a:lnTo>
                <a:moveTo>
                  <a:pt x="14" y="4811"/>
                </a:moveTo>
                <a:lnTo>
                  <a:pt x="14" y="4938"/>
                </a:lnTo>
                <a:lnTo>
                  <a:pt x="0" y="4938"/>
                </a:lnTo>
                <a:lnTo>
                  <a:pt x="0" y="4811"/>
                </a:lnTo>
                <a:lnTo>
                  <a:pt x="14" y="4811"/>
                </a:lnTo>
                <a:moveTo>
                  <a:pt x="14" y="5064"/>
                </a:moveTo>
                <a:lnTo>
                  <a:pt x="14" y="5191"/>
                </a:lnTo>
                <a:lnTo>
                  <a:pt x="0" y="5191"/>
                </a:lnTo>
                <a:lnTo>
                  <a:pt x="0" y="5064"/>
                </a:lnTo>
                <a:lnTo>
                  <a:pt x="14" y="5064"/>
                </a:lnTo>
                <a:moveTo>
                  <a:pt x="14" y="5318"/>
                </a:moveTo>
                <a:lnTo>
                  <a:pt x="14" y="5374"/>
                </a:lnTo>
                <a:lnTo>
                  <a:pt x="0" y="5374"/>
                </a:lnTo>
                <a:lnTo>
                  <a:pt x="0" y="5318"/>
                </a:lnTo>
                <a:lnTo>
                  <a:pt x="14" y="5318"/>
                </a:lnTo>
                <a:close/>
              </a:path>
            </a:pathLst>
          </a:custGeom>
          <a:solidFill>
            <a:srgbClr val="75757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7" name=""/>
          <p:cNvSpPr/>
          <p:nvPr/>
        </p:nvSpPr>
        <p:spPr>
          <a:xfrm>
            <a:off x="6341040" y="2473560"/>
            <a:ext cx="73440" cy="1934640"/>
          </a:xfrm>
          <a:custGeom>
            <a:avLst/>
            <a:gdLst/>
            <a:ahLst/>
            <a:rect l="0" t="0" r="r" b="b"/>
            <a:pathLst>
              <a:path w="204" h="5374">
                <a:moveTo>
                  <a:pt x="0" y="0"/>
                </a:moveTo>
                <a:lnTo>
                  <a:pt x="204" y="0"/>
                </a:lnTo>
                <a:lnTo>
                  <a:pt x="204" y="5374"/>
                </a:lnTo>
                <a:lnTo>
                  <a:pt x="0" y="5374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8" name=""/>
          <p:cNvSpPr/>
          <p:nvPr/>
        </p:nvSpPr>
        <p:spPr>
          <a:xfrm>
            <a:off x="6372720" y="2473560"/>
            <a:ext cx="5040" cy="1934640"/>
          </a:xfrm>
          <a:custGeom>
            <a:avLst/>
            <a:gdLst/>
            <a:ahLst/>
            <a:rect l="0" t="0" r="r" b="b"/>
            <a:pathLst>
              <a:path w="14" h="5374">
                <a:moveTo>
                  <a:pt x="14" y="0"/>
                </a:moveTo>
                <a:lnTo>
                  <a:pt x="14" y="126"/>
                </a:lnTo>
                <a:lnTo>
                  <a:pt x="0" y="126"/>
                </a:lnTo>
                <a:lnTo>
                  <a:pt x="0" y="0"/>
                </a:lnTo>
                <a:lnTo>
                  <a:pt x="14" y="0"/>
                </a:lnTo>
                <a:moveTo>
                  <a:pt x="14" y="253"/>
                </a:moveTo>
                <a:lnTo>
                  <a:pt x="14" y="379"/>
                </a:lnTo>
                <a:lnTo>
                  <a:pt x="0" y="379"/>
                </a:lnTo>
                <a:lnTo>
                  <a:pt x="0" y="253"/>
                </a:lnTo>
                <a:lnTo>
                  <a:pt x="14" y="253"/>
                </a:lnTo>
                <a:moveTo>
                  <a:pt x="14" y="506"/>
                </a:moveTo>
                <a:lnTo>
                  <a:pt x="14" y="633"/>
                </a:lnTo>
                <a:lnTo>
                  <a:pt x="0" y="633"/>
                </a:lnTo>
                <a:lnTo>
                  <a:pt x="0" y="506"/>
                </a:lnTo>
                <a:lnTo>
                  <a:pt x="14" y="506"/>
                </a:lnTo>
                <a:moveTo>
                  <a:pt x="14" y="759"/>
                </a:moveTo>
                <a:lnTo>
                  <a:pt x="14" y="886"/>
                </a:lnTo>
                <a:lnTo>
                  <a:pt x="0" y="886"/>
                </a:lnTo>
                <a:lnTo>
                  <a:pt x="0" y="759"/>
                </a:lnTo>
                <a:lnTo>
                  <a:pt x="14" y="759"/>
                </a:lnTo>
                <a:moveTo>
                  <a:pt x="14" y="1012"/>
                </a:moveTo>
                <a:lnTo>
                  <a:pt x="14" y="1139"/>
                </a:lnTo>
                <a:lnTo>
                  <a:pt x="0" y="1139"/>
                </a:lnTo>
                <a:lnTo>
                  <a:pt x="0" y="1012"/>
                </a:lnTo>
                <a:lnTo>
                  <a:pt x="14" y="1012"/>
                </a:lnTo>
                <a:moveTo>
                  <a:pt x="14" y="1267"/>
                </a:moveTo>
                <a:lnTo>
                  <a:pt x="14" y="1393"/>
                </a:lnTo>
                <a:lnTo>
                  <a:pt x="0" y="1393"/>
                </a:lnTo>
                <a:lnTo>
                  <a:pt x="0" y="1267"/>
                </a:lnTo>
                <a:lnTo>
                  <a:pt x="14" y="1267"/>
                </a:lnTo>
                <a:moveTo>
                  <a:pt x="14" y="1520"/>
                </a:moveTo>
                <a:lnTo>
                  <a:pt x="14" y="1646"/>
                </a:lnTo>
                <a:lnTo>
                  <a:pt x="0" y="1646"/>
                </a:lnTo>
                <a:lnTo>
                  <a:pt x="0" y="1520"/>
                </a:lnTo>
                <a:lnTo>
                  <a:pt x="14" y="1520"/>
                </a:lnTo>
                <a:moveTo>
                  <a:pt x="14" y="1773"/>
                </a:moveTo>
                <a:lnTo>
                  <a:pt x="14" y="1900"/>
                </a:lnTo>
                <a:lnTo>
                  <a:pt x="0" y="1900"/>
                </a:lnTo>
                <a:lnTo>
                  <a:pt x="0" y="1773"/>
                </a:lnTo>
                <a:lnTo>
                  <a:pt x="14" y="1773"/>
                </a:lnTo>
                <a:moveTo>
                  <a:pt x="14" y="2026"/>
                </a:moveTo>
                <a:lnTo>
                  <a:pt x="14" y="2153"/>
                </a:lnTo>
                <a:lnTo>
                  <a:pt x="0" y="2153"/>
                </a:lnTo>
                <a:lnTo>
                  <a:pt x="0" y="2026"/>
                </a:lnTo>
                <a:lnTo>
                  <a:pt x="14" y="2026"/>
                </a:lnTo>
                <a:moveTo>
                  <a:pt x="14" y="2279"/>
                </a:moveTo>
                <a:lnTo>
                  <a:pt x="14" y="2406"/>
                </a:lnTo>
                <a:lnTo>
                  <a:pt x="0" y="2406"/>
                </a:lnTo>
                <a:lnTo>
                  <a:pt x="0" y="2279"/>
                </a:lnTo>
                <a:lnTo>
                  <a:pt x="14" y="2279"/>
                </a:lnTo>
                <a:moveTo>
                  <a:pt x="14" y="2532"/>
                </a:moveTo>
                <a:lnTo>
                  <a:pt x="14" y="2659"/>
                </a:lnTo>
                <a:lnTo>
                  <a:pt x="0" y="2659"/>
                </a:lnTo>
                <a:lnTo>
                  <a:pt x="0" y="2532"/>
                </a:lnTo>
                <a:lnTo>
                  <a:pt x="14" y="2532"/>
                </a:lnTo>
                <a:moveTo>
                  <a:pt x="14" y="2786"/>
                </a:moveTo>
                <a:lnTo>
                  <a:pt x="14" y="2912"/>
                </a:lnTo>
                <a:lnTo>
                  <a:pt x="0" y="2912"/>
                </a:lnTo>
                <a:lnTo>
                  <a:pt x="0" y="2786"/>
                </a:lnTo>
                <a:lnTo>
                  <a:pt x="14" y="2786"/>
                </a:lnTo>
                <a:moveTo>
                  <a:pt x="14" y="3039"/>
                </a:moveTo>
                <a:lnTo>
                  <a:pt x="14" y="3165"/>
                </a:lnTo>
                <a:lnTo>
                  <a:pt x="0" y="3165"/>
                </a:lnTo>
                <a:lnTo>
                  <a:pt x="0" y="3039"/>
                </a:lnTo>
                <a:lnTo>
                  <a:pt x="14" y="3039"/>
                </a:lnTo>
                <a:moveTo>
                  <a:pt x="14" y="3292"/>
                </a:moveTo>
                <a:lnTo>
                  <a:pt x="14" y="3419"/>
                </a:lnTo>
                <a:lnTo>
                  <a:pt x="0" y="3419"/>
                </a:lnTo>
                <a:lnTo>
                  <a:pt x="0" y="3292"/>
                </a:lnTo>
                <a:lnTo>
                  <a:pt x="14" y="3292"/>
                </a:lnTo>
                <a:moveTo>
                  <a:pt x="14" y="3545"/>
                </a:moveTo>
                <a:lnTo>
                  <a:pt x="14" y="3672"/>
                </a:lnTo>
                <a:lnTo>
                  <a:pt x="0" y="3672"/>
                </a:lnTo>
                <a:lnTo>
                  <a:pt x="0" y="3545"/>
                </a:lnTo>
                <a:lnTo>
                  <a:pt x="14" y="3545"/>
                </a:lnTo>
                <a:moveTo>
                  <a:pt x="14" y="3798"/>
                </a:moveTo>
                <a:lnTo>
                  <a:pt x="14" y="3925"/>
                </a:lnTo>
                <a:lnTo>
                  <a:pt x="0" y="3925"/>
                </a:lnTo>
                <a:lnTo>
                  <a:pt x="0" y="3798"/>
                </a:lnTo>
                <a:lnTo>
                  <a:pt x="14" y="3798"/>
                </a:lnTo>
                <a:moveTo>
                  <a:pt x="14" y="4052"/>
                </a:moveTo>
                <a:lnTo>
                  <a:pt x="14" y="4178"/>
                </a:lnTo>
                <a:lnTo>
                  <a:pt x="0" y="4178"/>
                </a:lnTo>
                <a:lnTo>
                  <a:pt x="0" y="4052"/>
                </a:lnTo>
                <a:lnTo>
                  <a:pt x="14" y="4052"/>
                </a:lnTo>
                <a:moveTo>
                  <a:pt x="14" y="4305"/>
                </a:moveTo>
                <a:lnTo>
                  <a:pt x="14" y="4431"/>
                </a:lnTo>
                <a:lnTo>
                  <a:pt x="0" y="4431"/>
                </a:lnTo>
                <a:lnTo>
                  <a:pt x="0" y="4305"/>
                </a:lnTo>
                <a:lnTo>
                  <a:pt x="14" y="4305"/>
                </a:lnTo>
                <a:moveTo>
                  <a:pt x="14" y="4558"/>
                </a:moveTo>
                <a:lnTo>
                  <a:pt x="14" y="4685"/>
                </a:lnTo>
                <a:lnTo>
                  <a:pt x="0" y="4685"/>
                </a:lnTo>
                <a:lnTo>
                  <a:pt x="0" y="4558"/>
                </a:lnTo>
                <a:lnTo>
                  <a:pt x="14" y="4558"/>
                </a:lnTo>
                <a:moveTo>
                  <a:pt x="14" y="4811"/>
                </a:moveTo>
                <a:lnTo>
                  <a:pt x="14" y="4938"/>
                </a:lnTo>
                <a:lnTo>
                  <a:pt x="0" y="4938"/>
                </a:lnTo>
                <a:lnTo>
                  <a:pt x="0" y="4811"/>
                </a:lnTo>
                <a:lnTo>
                  <a:pt x="14" y="4811"/>
                </a:lnTo>
                <a:moveTo>
                  <a:pt x="14" y="5064"/>
                </a:moveTo>
                <a:lnTo>
                  <a:pt x="14" y="5191"/>
                </a:lnTo>
                <a:lnTo>
                  <a:pt x="0" y="5191"/>
                </a:lnTo>
                <a:lnTo>
                  <a:pt x="0" y="5064"/>
                </a:lnTo>
                <a:lnTo>
                  <a:pt x="14" y="5064"/>
                </a:lnTo>
                <a:moveTo>
                  <a:pt x="14" y="5318"/>
                </a:moveTo>
                <a:lnTo>
                  <a:pt x="14" y="5374"/>
                </a:lnTo>
                <a:lnTo>
                  <a:pt x="0" y="5374"/>
                </a:lnTo>
                <a:lnTo>
                  <a:pt x="0" y="5318"/>
                </a:lnTo>
                <a:lnTo>
                  <a:pt x="14" y="5318"/>
                </a:lnTo>
                <a:close/>
              </a:path>
            </a:pathLst>
          </a:custGeom>
          <a:solidFill>
            <a:srgbClr val="75757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9" name=""/>
          <p:cNvSpPr txBox="1"/>
          <p:nvPr/>
        </p:nvSpPr>
        <p:spPr>
          <a:xfrm>
            <a:off x="666720" y="882360"/>
            <a:ext cx="465660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550" spc="-1" strike="noStrike">
                <a:solidFill>
                  <a:srgbClr val="00a9ce"/>
                </a:solidFill>
                <a:latin typeface="Calibri"/>
                <a:ea typeface="Calibri"/>
              </a:rPr>
              <a:t>The ﬂow — 3. Conﬁrm &amp; complete</a:t>
            </a:r>
            <a:endParaRPr b="0" lang="en-AU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0" name=""/>
          <p:cNvSpPr txBox="1"/>
          <p:nvPr/>
        </p:nvSpPr>
        <p:spPr>
          <a:xfrm>
            <a:off x="848880" y="2140920"/>
            <a:ext cx="43344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010" spc="-1" strike="noStrike">
                <a:solidFill>
                  <a:srgbClr val="000000"/>
                </a:solidFill>
                <a:latin typeface="Calibri"/>
                <a:ea typeface="Calibri"/>
              </a:rPr>
              <a:t>Referrer</a:t>
            </a:r>
            <a:endParaRPr b="0" lang="en-AU" sz="1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1" name=""/>
          <p:cNvSpPr/>
          <p:nvPr/>
        </p:nvSpPr>
        <p:spPr>
          <a:xfrm>
            <a:off x="1052280" y="1583640"/>
            <a:ext cx="146160" cy="146160"/>
          </a:xfrm>
          <a:custGeom>
            <a:avLst/>
            <a:gdLst/>
            <a:ahLst/>
            <a:rect l="0" t="0" r="r" b="b"/>
            <a:pathLst>
              <a:path w="406" h="406">
                <a:moveTo>
                  <a:pt x="406" y="202"/>
                </a:moveTo>
                <a:cubicBezTo>
                  <a:pt x="406" y="215"/>
                  <a:pt x="405" y="229"/>
                  <a:pt x="402" y="242"/>
                </a:cubicBezTo>
                <a:cubicBezTo>
                  <a:pt x="400" y="255"/>
                  <a:pt x="396" y="268"/>
                  <a:pt x="391" y="281"/>
                </a:cubicBezTo>
                <a:cubicBezTo>
                  <a:pt x="386" y="293"/>
                  <a:pt x="379" y="305"/>
                  <a:pt x="372" y="316"/>
                </a:cubicBezTo>
                <a:cubicBezTo>
                  <a:pt x="364" y="327"/>
                  <a:pt x="356" y="337"/>
                  <a:pt x="347" y="346"/>
                </a:cubicBezTo>
                <a:cubicBezTo>
                  <a:pt x="337" y="356"/>
                  <a:pt x="327" y="364"/>
                  <a:pt x="316" y="372"/>
                </a:cubicBezTo>
                <a:cubicBezTo>
                  <a:pt x="305" y="379"/>
                  <a:pt x="293" y="385"/>
                  <a:pt x="281" y="390"/>
                </a:cubicBezTo>
                <a:cubicBezTo>
                  <a:pt x="269" y="395"/>
                  <a:pt x="256" y="399"/>
                  <a:pt x="243" y="402"/>
                </a:cubicBezTo>
                <a:cubicBezTo>
                  <a:pt x="230" y="404"/>
                  <a:pt x="217" y="406"/>
                  <a:pt x="203" y="406"/>
                </a:cubicBezTo>
                <a:cubicBezTo>
                  <a:pt x="190" y="406"/>
                  <a:pt x="177" y="404"/>
                  <a:pt x="164" y="402"/>
                </a:cubicBezTo>
                <a:cubicBezTo>
                  <a:pt x="151" y="399"/>
                  <a:pt x="138" y="395"/>
                  <a:pt x="126" y="390"/>
                </a:cubicBezTo>
                <a:cubicBezTo>
                  <a:pt x="112" y="385"/>
                  <a:pt x="101" y="379"/>
                  <a:pt x="90" y="372"/>
                </a:cubicBezTo>
                <a:cubicBezTo>
                  <a:pt x="79" y="364"/>
                  <a:pt x="68" y="356"/>
                  <a:pt x="59" y="346"/>
                </a:cubicBezTo>
                <a:cubicBezTo>
                  <a:pt x="50" y="337"/>
                  <a:pt x="41" y="327"/>
                  <a:pt x="34" y="316"/>
                </a:cubicBezTo>
                <a:cubicBezTo>
                  <a:pt x="26" y="305"/>
                  <a:pt x="20" y="293"/>
                  <a:pt x="15" y="281"/>
                </a:cubicBezTo>
                <a:cubicBezTo>
                  <a:pt x="10" y="268"/>
                  <a:pt x="6" y="255"/>
                  <a:pt x="4" y="242"/>
                </a:cubicBezTo>
                <a:cubicBezTo>
                  <a:pt x="1" y="229"/>
                  <a:pt x="0" y="215"/>
                  <a:pt x="0" y="202"/>
                </a:cubicBezTo>
                <a:cubicBezTo>
                  <a:pt x="0" y="189"/>
                  <a:pt x="1" y="176"/>
                  <a:pt x="4" y="163"/>
                </a:cubicBezTo>
                <a:cubicBezTo>
                  <a:pt x="6" y="150"/>
                  <a:pt x="10" y="137"/>
                  <a:pt x="15" y="125"/>
                </a:cubicBezTo>
                <a:cubicBezTo>
                  <a:pt x="20" y="112"/>
                  <a:pt x="26" y="101"/>
                  <a:pt x="34" y="90"/>
                </a:cubicBezTo>
                <a:cubicBezTo>
                  <a:pt x="41" y="79"/>
                  <a:pt x="50" y="68"/>
                  <a:pt x="59" y="59"/>
                </a:cubicBezTo>
                <a:cubicBezTo>
                  <a:pt x="68" y="49"/>
                  <a:pt x="79" y="41"/>
                  <a:pt x="90" y="34"/>
                </a:cubicBezTo>
                <a:cubicBezTo>
                  <a:pt x="101" y="26"/>
                  <a:pt x="112" y="20"/>
                  <a:pt x="126" y="15"/>
                </a:cubicBezTo>
                <a:cubicBezTo>
                  <a:pt x="138" y="10"/>
                  <a:pt x="151" y="6"/>
                  <a:pt x="164" y="3"/>
                </a:cubicBezTo>
                <a:cubicBezTo>
                  <a:pt x="177" y="1"/>
                  <a:pt x="190" y="0"/>
                  <a:pt x="203" y="0"/>
                </a:cubicBezTo>
                <a:cubicBezTo>
                  <a:pt x="217" y="0"/>
                  <a:pt x="230" y="1"/>
                  <a:pt x="243" y="3"/>
                </a:cubicBezTo>
                <a:cubicBezTo>
                  <a:pt x="256" y="6"/>
                  <a:pt x="269" y="10"/>
                  <a:pt x="281" y="15"/>
                </a:cubicBezTo>
                <a:cubicBezTo>
                  <a:pt x="293" y="20"/>
                  <a:pt x="305" y="26"/>
                  <a:pt x="316" y="34"/>
                </a:cubicBezTo>
                <a:cubicBezTo>
                  <a:pt x="327" y="41"/>
                  <a:pt x="337" y="49"/>
                  <a:pt x="347" y="59"/>
                </a:cubicBezTo>
                <a:cubicBezTo>
                  <a:pt x="356" y="68"/>
                  <a:pt x="364" y="79"/>
                  <a:pt x="372" y="90"/>
                </a:cubicBezTo>
                <a:cubicBezTo>
                  <a:pt x="379" y="101"/>
                  <a:pt x="386" y="112"/>
                  <a:pt x="391" y="125"/>
                </a:cubicBezTo>
                <a:cubicBezTo>
                  <a:pt x="396" y="137"/>
                  <a:pt x="400" y="150"/>
                  <a:pt x="402" y="163"/>
                </a:cubicBezTo>
                <a:cubicBezTo>
                  <a:pt x="405" y="176"/>
                  <a:pt x="406" y="189"/>
                  <a:pt x="406" y="202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2" name=""/>
          <p:cNvSpPr/>
          <p:nvPr/>
        </p:nvSpPr>
        <p:spPr>
          <a:xfrm>
            <a:off x="1052280" y="1583640"/>
            <a:ext cx="146160" cy="146160"/>
          </a:xfrm>
          <a:custGeom>
            <a:avLst/>
            <a:gdLst/>
            <a:ahLst/>
            <a:rect l="0" t="0" r="r" b="b"/>
            <a:pathLst>
              <a:path w="406" h="406">
                <a:moveTo>
                  <a:pt x="406" y="202"/>
                </a:moveTo>
                <a:cubicBezTo>
                  <a:pt x="406" y="215"/>
                  <a:pt x="405" y="229"/>
                  <a:pt x="402" y="242"/>
                </a:cubicBezTo>
                <a:cubicBezTo>
                  <a:pt x="400" y="255"/>
                  <a:pt x="396" y="268"/>
                  <a:pt x="391" y="281"/>
                </a:cubicBezTo>
                <a:cubicBezTo>
                  <a:pt x="386" y="293"/>
                  <a:pt x="379" y="305"/>
                  <a:pt x="372" y="316"/>
                </a:cubicBezTo>
                <a:cubicBezTo>
                  <a:pt x="364" y="327"/>
                  <a:pt x="356" y="337"/>
                  <a:pt x="347" y="346"/>
                </a:cubicBezTo>
                <a:cubicBezTo>
                  <a:pt x="337" y="356"/>
                  <a:pt x="327" y="364"/>
                  <a:pt x="316" y="372"/>
                </a:cubicBezTo>
                <a:cubicBezTo>
                  <a:pt x="305" y="379"/>
                  <a:pt x="293" y="385"/>
                  <a:pt x="281" y="390"/>
                </a:cubicBezTo>
                <a:cubicBezTo>
                  <a:pt x="269" y="395"/>
                  <a:pt x="256" y="399"/>
                  <a:pt x="243" y="402"/>
                </a:cubicBezTo>
                <a:cubicBezTo>
                  <a:pt x="230" y="404"/>
                  <a:pt x="217" y="406"/>
                  <a:pt x="203" y="406"/>
                </a:cubicBezTo>
                <a:cubicBezTo>
                  <a:pt x="190" y="406"/>
                  <a:pt x="177" y="404"/>
                  <a:pt x="164" y="402"/>
                </a:cubicBezTo>
                <a:cubicBezTo>
                  <a:pt x="151" y="399"/>
                  <a:pt x="138" y="395"/>
                  <a:pt x="126" y="390"/>
                </a:cubicBezTo>
                <a:cubicBezTo>
                  <a:pt x="112" y="385"/>
                  <a:pt x="101" y="379"/>
                  <a:pt x="90" y="372"/>
                </a:cubicBezTo>
                <a:cubicBezTo>
                  <a:pt x="79" y="364"/>
                  <a:pt x="68" y="356"/>
                  <a:pt x="59" y="346"/>
                </a:cubicBezTo>
                <a:cubicBezTo>
                  <a:pt x="50" y="337"/>
                  <a:pt x="41" y="327"/>
                  <a:pt x="34" y="316"/>
                </a:cubicBezTo>
                <a:cubicBezTo>
                  <a:pt x="26" y="305"/>
                  <a:pt x="20" y="293"/>
                  <a:pt x="15" y="281"/>
                </a:cubicBezTo>
                <a:cubicBezTo>
                  <a:pt x="10" y="268"/>
                  <a:pt x="6" y="255"/>
                  <a:pt x="4" y="242"/>
                </a:cubicBezTo>
                <a:cubicBezTo>
                  <a:pt x="1" y="229"/>
                  <a:pt x="0" y="215"/>
                  <a:pt x="0" y="202"/>
                </a:cubicBezTo>
                <a:cubicBezTo>
                  <a:pt x="0" y="189"/>
                  <a:pt x="1" y="176"/>
                  <a:pt x="4" y="163"/>
                </a:cubicBezTo>
                <a:cubicBezTo>
                  <a:pt x="6" y="150"/>
                  <a:pt x="10" y="137"/>
                  <a:pt x="15" y="125"/>
                </a:cubicBezTo>
                <a:cubicBezTo>
                  <a:pt x="20" y="112"/>
                  <a:pt x="26" y="101"/>
                  <a:pt x="34" y="90"/>
                </a:cubicBezTo>
                <a:cubicBezTo>
                  <a:pt x="41" y="79"/>
                  <a:pt x="50" y="68"/>
                  <a:pt x="59" y="59"/>
                </a:cubicBezTo>
                <a:cubicBezTo>
                  <a:pt x="68" y="49"/>
                  <a:pt x="79" y="41"/>
                  <a:pt x="90" y="34"/>
                </a:cubicBezTo>
                <a:cubicBezTo>
                  <a:pt x="101" y="26"/>
                  <a:pt x="112" y="20"/>
                  <a:pt x="126" y="15"/>
                </a:cubicBezTo>
                <a:cubicBezTo>
                  <a:pt x="138" y="10"/>
                  <a:pt x="151" y="6"/>
                  <a:pt x="164" y="3"/>
                </a:cubicBezTo>
                <a:cubicBezTo>
                  <a:pt x="177" y="1"/>
                  <a:pt x="190" y="0"/>
                  <a:pt x="203" y="0"/>
                </a:cubicBezTo>
                <a:cubicBezTo>
                  <a:pt x="217" y="0"/>
                  <a:pt x="230" y="1"/>
                  <a:pt x="243" y="3"/>
                </a:cubicBezTo>
                <a:cubicBezTo>
                  <a:pt x="256" y="6"/>
                  <a:pt x="269" y="10"/>
                  <a:pt x="281" y="15"/>
                </a:cubicBezTo>
                <a:cubicBezTo>
                  <a:pt x="293" y="20"/>
                  <a:pt x="305" y="26"/>
                  <a:pt x="316" y="34"/>
                </a:cubicBezTo>
                <a:cubicBezTo>
                  <a:pt x="327" y="41"/>
                  <a:pt x="337" y="49"/>
                  <a:pt x="347" y="59"/>
                </a:cubicBezTo>
                <a:cubicBezTo>
                  <a:pt x="356" y="68"/>
                  <a:pt x="364" y="79"/>
                  <a:pt x="372" y="90"/>
                </a:cubicBezTo>
                <a:cubicBezTo>
                  <a:pt x="379" y="101"/>
                  <a:pt x="386" y="112"/>
                  <a:pt x="391" y="125"/>
                </a:cubicBezTo>
                <a:cubicBezTo>
                  <a:pt x="396" y="137"/>
                  <a:pt x="400" y="150"/>
                  <a:pt x="402" y="163"/>
                </a:cubicBezTo>
                <a:cubicBezTo>
                  <a:pt x="405" y="176"/>
                  <a:pt x="406" y="189"/>
                  <a:pt x="406" y="202"/>
                </a:cubicBezTo>
                <a:close/>
              </a:path>
            </a:pathLst>
          </a:custGeom>
          <a:noFill/>
          <a:ln w="4320">
            <a:solidFill>
              <a:srgbClr val="00a9ce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3" name=""/>
          <p:cNvSpPr/>
          <p:nvPr/>
        </p:nvSpPr>
        <p:spPr>
          <a:xfrm>
            <a:off x="1006560" y="1729440"/>
            <a:ext cx="237600" cy="383040"/>
          </a:xfrm>
          <a:custGeom>
            <a:avLst/>
            <a:gdLst/>
            <a:ahLst/>
            <a:rect l="0" t="0" r="r" b="b"/>
            <a:pathLst>
              <a:path fill="none" w="660" h="1064">
                <a:moveTo>
                  <a:pt x="330" y="0"/>
                </a:moveTo>
                <a:lnTo>
                  <a:pt x="330" y="683"/>
                </a:lnTo>
                <a:moveTo>
                  <a:pt x="0" y="202"/>
                </a:moveTo>
                <a:lnTo>
                  <a:pt x="660" y="202"/>
                </a:lnTo>
                <a:moveTo>
                  <a:pt x="330" y="683"/>
                </a:moveTo>
                <a:lnTo>
                  <a:pt x="0" y="1064"/>
                </a:lnTo>
                <a:moveTo>
                  <a:pt x="330" y="683"/>
                </a:moveTo>
                <a:lnTo>
                  <a:pt x="660" y="1064"/>
                </a:lnTo>
              </a:path>
            </a:pathLst>
          </a:custGeom>
          <a:ln w="4320">
            <a:solidFill>
              <a:srgbClr val="00a9ce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4" name=""/>
          <p:cNvSpPr txBox="1"/>
          <p:nvPr/>
        </p:nvSpPr>
        <p:spPr>
          <a:xfrm>
            <a:off x="875520" y="2314800"/>
            <a:ext cx="39708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010" spc="-1" strike="noStrike">
                <a:solidFill>
                  <a:srgbClr val="000000"/>
                </a:solidFill>
                <a:latin typeface="Calibri"/>
                <a:ea typeface="Calibri"/>
              </a:rPr>
              <a:t>(Placer)</a:t>
            </a:r>
            <a:endParaRPr b="0" lang="en-AU" sz="1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5" name=""/>
          <p:cNvSpPr txBox="1"/>
          <p:nvPr/>
        </p:nvSpPr>
        <p:spPr>
          <a:xfrm>
            <a:off x="848880" y="4413960"/>
            <a:ext cx="43344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010" spc="-1" strike="noStrike">
                <a:solidFill>
                  <a:srgbClr val="000000"/>
                </a:solidFill>
                <a:latin typeface="Calibri"/>
                <a:ea typeface="Calibri"/>
              </a:rPr>
              <a:t>Referrer</a:t>
            </a:r>
            <a:endParaRPr b="0" lang="en-AU" sz="1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6" name=""/>
          <p:cNvSpPr/>
          <p:nvPr/>
        </p:nvSpPr>
        <p:spPr>
          <a:xfrm>
            <a:off x="1052280" y="4750920"/>
            <a:ext cx="146160" cy="146160"/>
          </a:xfrm>
          <a:custGeom>
            <a:avLst/>
            <a:gdLst/>
            <a:ahLst/>
            <a:rect l="0" t="0" r="r" b="b"/>
            <a:pathLst>
              <a:path w="406" h="406">
                <a:moveTo>
                  <a:pt x="406" y="203"/>
                </a:moveTo>
                <a:cubicBezTo>
                  <a:pt x="406" y="216"/>
                  <a:pt x="405" y="229"/>
                  <a:pt x="402" y="242"/>
                </a:cubicBezTo>
                <a:cubicBezTo>
                  <a:pt x="400" y="255"/>
                  <a:pt x="396" y="268"/>
                  <a:pt x="391" y="280"/>
                </a:cubicBezTo>
                <a:cubicBezTo>
                  <a:pt x="386" y="292"/>
                  <a:pt x="379" y="304"/>
                  <a:pt x="372" y="315"/>
                </a:cubicBezTo>
                <a:cubicBezTo>
                  <a:pt x="364" y="326"/>
                  <a:pt x="356" y="336"/>
                  <a:pt x="347" y="346"/>
                </a:cubicBezTo>
                <a:cubicBezTo>
                  <a:pt x="337" y="355"/>
                  <a:pt x="327" y="364"/>
                  <a:pt x="316" y="372"/>
                </a:cubicBezTo>
                <a:cubicBezTo>
                  <a:pt x="305" y="379"/>
                  <a:pt x="293" y="386"/>
                  <a:pt x="281" y="391"/>
                </a:cubicBezTo>
                <a:cubicBezTo>
                  <a:pt x="269" y="396"/>
                  <a:pt x="256" y="400"/>
                  <a:pt x="243" y="402"/>
                </a:cubicBezTo>
                <a:cubicBezTo>
                  <a:pt x="230" y="405"/>
                  <a:pt x="217" y="406"/>
                  <a:pt x="203" y="406"/>
                </a:cubicBezTo>
                <a:cubicBezTo>
                  <a:pt x="190" y="406"/>
                  <a:pt x="177" y="405"/>
                  <a:pt x="164" y="402"/>
                </a:cubicBezTo>
                <a:cubicBezTo>
                  <a:pt x="151" y="400"/>
                  <a:pt x="138" y="396"/>
                  <a:pt x="126" y="391"/>
                </a:cubicBezTo>
                <a:cubicBezTo>
                  <a:pt x="112" y="386"/>
                  <a:pt x="101" y="379"/>
                  <a:pt x="90" y="372"/>
                </a:cubicBezTo>
                <a:cubicBezTo>
                  <a:pt x="79" y="364"/>
                  <a:pt x="68" y="355"/>
                  <a:pt x="59" y="346"/>
                </a:cubicBezTo>
                <a:cubicBezTo>
                  <a:pt x="50" y="336"/>
                  <a:pt x="41" y="326"/>
                  <a:pt x="34" y="315"/>
                </a:cubicBezTo>
                <a:cubicBezTo>
                  <a:pt x="26" y="304"/>
                  <a:pt x="20" y="292"/>
                  <a:pt x="15" y="280"/>
                </a:cubicBezTo>
                <a:cubicBezTo>
                  <a:pt x="10" y="268"/>
                  <a:pt x="6" y="255"/>
                  <a:pt x="4" y="242"/>
                </a:cubicBezTo>
                <a:cubicBezTo>
                  <a:pt x="1" y="229"/>
                  <a:pt x="0" y="216"/>
                  <a:pt x="0" y="203"/>
                </a:cubicBezTo>
                <a:cubicBezTo>
                  <a:pt x="0" y="189"/>
                  <a:pt x="1" y="176"/>
                  <a:pt x="4" y="163"/>
                </a:cubicBezTo>
                <a:cubicBezTo>
                  <a:pt x="6" y="150"/>
                  <a:pt x="10" y="137"/>
                  <a:pt x="15" y="125"/>
                </a:cubicBezTo>
                <a:cubicBezTo>
                  <a:pt x="20" y="113"/>
                  <a:pt x="26" y="101"/>
                  <a:pt x="34" y="90"/>
                </a:cubicBezTo>
                <a:cubicBezTo>
                  <a:pt x="41" y="79"/>
                  <a:pt x="50" y="69"/>
                  <a:pt x="59" y="59"/>
                </a:cubicBezTo>
                <a:cubicBezTo>
                  <a:pt x="68" y="50"/>
                  <a:pt x="79" y="42"/>
                  <a:pt x="90" y="34"/>
                </a:cubicBezTo>
                <a:cubicBezTo>
                  <a:pt x="101" y="27"/>
                  <a:pt x="112" y="21"/>
                  <a:pt x="126" y="16"/>
                </a:cubicBezTo>
                <a:cubicBezTo>
                  <a:pt x="138" y="10"/>
                  <a:pt x="151" y="7"/>
                  <a:pt x="164" y="4"/>
                </a:cubicBezTo>
                <a:cubicBezTo>
                  <a:pt x="177" y="1"/>
                  <a:pt x="190" y="0"/>
                  <a:pt x="203" y="0"/>
                </a:cubicBezTo>
                <a:cubicBezTo>
                  <a:pt x="217" y="0"/>
                  <a:pt x="230" y="1"/>
                  <a:pt x="243" y="4"/>
                </a:cubicBezTo>
                <a:cubicBezTo>
                  <a:pt x="256" y="7"/>
                  <a:pt x="269" y="10"/>
                  <a:pt x="281" y="16"/>
                </a:cubicBezTo>
                <a:cubicBezTo>
                  <a:pt x="293" y="21"/>
                  <a:pt x="305" y="27"/>
                  <a:pt x="316" y="34"/>
                </a:cubicBezTo>
                <a:cubicBezTo>
                  <a:pt x="327" y="42"/>
                  <a:pt x="337" y="50"/>
                  <a:pt x="347" y="59"/>
                </a:cubicBezTo>
                <a:cubicBezTo>
                  <a:pt x="356" y="69"/>
                  <a:pt x="364" y="79"/>
                  <a:pt x="372" y="90"/>
                </a:cubicBezTo>
                <a:cubicBezTo>
                  <a:pt x="379" y="101"/>
                  <a:pt x="386" y="113"/>
                  <a:pt x="391" y="125"/>
                </a:cubicBezTo>
                <a:cubicBezTo>
                  <a:pt x="396" y="137"/>
                  <a:pt x="400" y="150"/>
                  <a:pt x="402" y="163"/>
                </a:cubicBezTo>
                <a:cubicBezTo>
                  <a:pt x="405" y="176"/>
                  <a:pt x="406" y="189"/>
                  <a:pt x="406" y="203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7" name=""/>
          <p:cNvSpPr/>
          <p:nvPr/>
        </p:nvSpPr>
        <p:spPr>
          <a:xfrm>
            <a:off x="1052280" y="4750920"/>
            <a:ext cx="146160" cy="146160"/>
          </a:xfrm>
          <a:custGeom>
            <a:avLst/>
            <a:gdLst/>
            <a:ahLst/>
            <a:rect l="0" t="0" r="r" b="b"/>
            <a:pathLst>
              <a:path w="406" h="406">
                <a:moveTo>
                  <a:pt x="406" y="203"/>
                </a:moveTo>
                <a:cubicBezTo>
                  <a:pt x="406" y="216"/>
                  <a:pt x="405" y="229"/>
                  <a:pt x="402" y="242"/>
                </a:cubicBezTo>
                <a:cubicBezTo>
                  <a:pt x="400" y="255"/>
                  <a:pt x="396" y="268"/>
                  <a:pt x="391" y="280"/>
                </a:cubicBezTo>
                <a:cubicBezTo>
                  <a:pt x="386" y="292"/>
                  <a:pt x="379" y="304"/>
                  <a:pt x="372" y="315"/>
                </a:cubicBezTo>
                <a:cubicBezTo>
                  <a:pt x="364" y="326"/>
                  <a:pt x="356" y="336"/>
                  <a:pt x="347" y="346"/>
                </a:cubicBezTo>
                <a:cubicBezTo>
                  <a:pt x="337" y="355"/>
                  <a:pt x="327" y="364"/>
                  <a:pt x="316" y="372"/>
                </a:cubicBezTo>
                <a:cubicBezTo>
                  <a:pt x="305" y="379"/>
                  <a:pt x="293" y="386"/>
                  <a:pt x="281" y="391"/>
                </a:cubicBezTo>
                <a:cubicBezTo>
                  <a:pt x="269" y="396"/>
                  <a:pt x="256" y="400"/>
                  <a:pt x="243" y="402"/>
                </a:cubicBezTo>
                <a:cubicBezTo>
                  <a:pt x="230" y="405"/>
                  <a:pt x="217" y="406"/>
                  <a:pt x="203" y="406"/>
                </a:cubicBezTo>
                <a:cubicBezTo>
                  <a:pt x="190" y="406"/>
                  <a:pt x="177" y="405"/>
                  <a:pt x="164" y="402"/>
                </a:cubicBezTo>
                <a:cubicBezTo>
                  <a:pt x="151" y="400"/>
                  <a:pt x="138" y="396"/>
                  <a:pt x="126" y="391"/>
                </a:cubicBezTo>
                <a:cubicBezTo>
                  <a:pt x="112" y="386"/>
                  <a:pt x="101" y="379"/>
                  <a:pt x="90" y="372"/>
                </a:cubicBezTo>
                <a:cubicBezTo>
                  <a:pt x="79" y="364"/>
                  <a:pt x="68" y="355"/>
                  <a:pt x="59" y="346"/>
                </a:cubicBezTo>
                <a:cubicBezTo>
                  <a:pt x="50" y="336"/>
                  <a:pt x="41" y="326"/>
                  <a:pt x="34" y="315"/>
                </a:cubicBezTo>
                <a:cubicBezTo>
                  <a:pt x="26" y="304"/>
                  <a:pt x="20" y="292"/>
                  <a:pt x="15" y="280"/>
                </a:cubicBezTo>
                <a:cubicBezTo>
                  <a:pt x="10" y="268"/>
                  <a:pt x="6" y="255"/>
                  <a:pt x="4" y="242"/>
                </a:cubicBezTo>
                <a:cubicBezTo>
                  <a:pt x="1" y="229"/>
                  <a:pt x="0" y="216"/>
                  <a:pt x="0" y="203"/>
                </a:cubicBezTo>
                <a:cubicBezTo>
                  <a:pt x="0" y="189"/>
                  <a:pt x="1" y="176"/>
                  <a:pt x="4" y="163"/>
                </a:cubicBezTo>
                <a:cubicBezTo>
                  <a:pt x="6" y="150"/>
                  <a:pt x="10" y="137"/>
                  <a:pt x="15" y="125"/>
                </a:cubicBezTo>
                <a:cubicBezTo>
                  <a:pt x="20" y="113"/>
                  <a:pt x="26" y="101"/>
                  <a:pt x="34" y="90"/>
                </a:cubicBezTo>
                <a:cubicBezTo>
                  <a:pt x="41" y="79"/>
                  <a:pt x="50" y="69"/>
                  <a:pt x="59" y="59"/>
                </a:cubicBezTo>
                <a:cubicBezTo>
                  <a:pt x="68" y="50"/>
                  <a:pt x="79" y="42"/>
                  <a:pt x="90" y="34"/>
                </a:cubicBezTo>
                <a:cubicBezTo>
                  <a:pt x="101" y="27"/>
                  <a:pt x="112" y="21"/>
                  <a:pt x="126" y="16"/>
                </a:cubicBezTo>
                <a:cubicBezTo>
                  <a:pt x="138" y="10"/>
                  <a:pt x="151" y="7"/>
                  <a:pt x="164" y="4"/>
                </a:cubicBezTo>
                <a:cubicBezTo>
                  <a:pt x="177" y="1"/>
                  <a:pt x="190" y="0"/>
                  <a:pt x="203" y="0"/>
                </a:cubicBezTo>
                <a:cubicBezTo>
                  <a:pt x="217" y="0"/>
                  <a:pt x="230" y="1"/>
                  <a:pt x="243" y="4"/>
                </a:cubicBezTo>
                <a:cubicBezTo>
                  <a:pt x="256" y="7"/>
                  <a:pt x="269" y="10"/>
                  <a:pt x="281" y="16"/>
                </a:cubicBezTo>
                <a:cubicBezTo>
                  <a:pt x="293" y="21"/>
                  <a:pt x="305" y="27"/>
                  <a:pt x="316" y="34"/>
                </a:cubicBezTo>
                <a:cubicBezTo>
                  <a:pt x="327" y="42"/>
                  <a:pt x="337" y="50"/>
                  <a:pt x="347" y="59"/>
                </a:cubicBezTo>
                <a:cubicBezTo>
                  <a:pt x="356" y="69"/>
                  <a:pt x="364" y="79"/>
                  <a:pt x="372" y="90"/>
                </a:cubicBezTo>
                <a:cubicBezTo>
                  <a:pt x="379" y="101"/>
                  <a:pt x="386" y="113"/>
                  <a:pt x="391" y="125"/>
                </a:cubicBezTo>
                <a:cubicBezTo>
                  <a:pt x="396" y="137"/>
                  <a:pt x="400" y="150"/>
                  <a:pt x="402" y="163"/>
                </a:cubicBezTo>
                <a:cubicBezTo>
                  <a:pt x="405" y="176"/>
                  <a:pt x="406" y="189"/>
                  <a:pt x="406" y="203"/>
                </a:cubicBezTo>
                <a:close/>
              </a:path>
            </a:pathLst>
          </a:custGeom>
          <a:noFill/>
          <a:ln w="4320">
            <a:solidFill>
              <a:srgbClr val="00a9ce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8" name=""/>
          <p:cNvSpPr/>
          <p:nvPr/>
        </p:nvSpPr>
        <p:spPr>
          <a:xfrm>
            <a:off x="1006560" y="4896720"/>
            <a:ext cx="237600" cy="383400"/>
          </a:xfrm>
          <a:custGeom>
            <a:avLst/>
            <a:gdLst/>
            <a:ahLst/>
            <a:rect l="0" t="0" r="r" b="b"/>
            <a:pathLst>
              <a:path fill="none" w="660" h="1065">
                <a:moveTo>
                  <a:pt x="330" y="0"/>
                </a:moveTo>
                <a:lnTo>
                  <a:pt x="330" y="684"/>
                </a:lnTo>
                <a:moveTo>
                  <a:pt x="0" y="203"/>
                </a:moveTo>
                <a:lnTo>
                  <a:pt x="660" y="203"/>
                </a:lnTo>
                <a:moveTo>
                  <a:pt x="330" y="684"/>
                </a:moveTo>
                <a:lnTo>
                  <a:pt x="0" y="1065"/>
                </a:lnTo>
                <a:moveTo>
                  <a:pt x="330" y="684"/>
                </a:moveTo>
                <a:lnTo>
                  <a:pt x="660" y="1065"/>
                </a:lnTo>
              </a:path>
            </a:pathLst>
          </a:custGeom>
          <a:ln w="4320">
            <a:solidFill>
              <a:srgbClr val="00a9ce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9" name=""/>
          <p:cNvSpPr/>
          <p:nvPr/>
        </p:nvSpPr>
        <p:spPr>
          <a:xfrm>
            <a:off x="2789280" y="1989000"/>
            <a:ext cx="605520" cy="475560"/>
          </a:xfrm>
          <a:custGeom>
            <a:avLst/>
            <a:gdLst/>
            <a:ahLst/>
            <a:rect l="0" t="0" r="r" b="b"/>
            <a:pathLst>
              <a:path w="1682" h="1321">
                <a:moveTo>
                  <a:pt x="64" y="0"/>
                </a:moveTo>
                <a:lnTo>
                  <a:pt x="1619" y="0"/>
                </a:lnTo>
                <a:cubicBezTo>
                  <a:pt x="1627" y="0"/>
                  <a:pt x="1635" y="2"/>
                  <a:pt x="1643" y="5"/>
                </a:cubicBezTo>
                <a:cubicBezTo>
                  <a:pt x="1651" y="8"/>
                  <a:pt x="1658" y="13"/>
                  <a:pt x="1664" y="19"/>
                </a:cubicBezTo>
                <a:cubicBezTo>
                  <a:pt x="1670" y="25"/>
                  <a:pt x="1674" y="32"/>
                  <a:pt x="1677" y="39"/>
                </a:cubicBezTo>
                <a:cubicBezTo>
                  <a:pt x="1681" y="47"/>
                  <a:pt x="1682" y="55"/>
                  <a:pt x="1682" y="64"/>
                </a:cubicBezTo>
                <a:lnTo>
                  <a:pt x="1682" y="1258"/>
                </a:lnTo>
                <a:cubicBezTo>
                  <a:pt x="1682" y="1266"/>
                  <a:pt x="1681" y="1274"/>
                  <a:pt x="1677" y="1282"/>
                </a:cubicBezTo>
                <a:cubicBezTo>
                  <a:pt x="1674" y="1290"/>
                  <a:pt x="1670" y="1297"/>
                  <a:pt x="1664" y="1303"/>
                </a:cubicBezTo>
                <a:cubicBezTo>
                  <a:pt x="1658" y="1309"/>
                  <a:pt x="1651" y="1313"/>
                  <a:pt x="1643" y="1316"/>
                </a:cubicBezTo>
                <a:cubicBezTo>
                  <a:pt x="1635" y="1320"/>
                  <a:pt x="1627" y="1321"/>
                  <a:pt x="1619" y="1321"/>
                </a:cubicBezTo>
                <a:lnTo>
                  <a:pt x="64" y="1321"/>
                </a:lnTo>
                <a:cubicBezTo>
                  <a:pt x="55" y="1321"/>
                  <a:pt x="47" y="1320"/>
                  <a:pt x="40" y="1316"/>
                </a:cubicBezTo>
                <a:cubicBezTo>
                  <a:pt x="32" y="1313"/>
                  <a:pt x="25" y="1309"/>
                  <a:pt x="19" y="1303"/>
                </a:cubicBezTo>
                <a:cubicBezTo>
                  <a:pt x="13" y="1297"/>
                  <a:pt x="9" y="1290"/>
                  <a:pt x="5" y="1282"/>
                </a:cubicBezTo>
                <a:cubicBezTo>
                  <a:pt x="2" y="1274"/>
                  <a:pt x="0" y="1266"/>
                  <a:pt x="0" y="1258"/>
                </a:cubicBezTo>
                <a:lnTo>
                  <a:pt x="0" y="64"/>
                </a:lnTo>
                <a:cubicBezTo>
                  <a:pt x="0" y="55"/>
                  <a:pt x="2" y="47"/>
                  <a:pt x="5" y="39"/>
                </a:cubicBezTo>
                <a:cubicBezTo>
                  <a:pt x="9" y="32"/>
                  <a:pt x="13" y="25"/>
                  <a:pt x="19" y="19"/>
                </a:cubicBezTo>
                <a:cubicBezTo>
                  <a:pt x="25" y="13"/>
                  <a:pt x="32" y="8"/>
                  <a:pt x="40" y="5"/>
                </a:cubicBezTo>
                <a:cubicBezTo>
                  <a:pt x="47" y="2"/>
                  <a:pt x="55" y="0"/>
                  <a:pt x="64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0" name=""/>
          <p:cNvSpPr/>
          <p:nvPr/>
        </p:nvSpPr>
        <p:spPr>
          <a:xfrm>
            <a:off x="2789280" y="1989000"/>
            <a:ext cx="605520" cy="475560"/>
          </a:xfrm>
          <a:custGeom>
            <a:avLst/>
            <a:gdLst/>
            <a:ahLst/>
            <a:rect l="0" t="0" r="r" b="b"/>
            <a:pathLst>
              <a:path w="1682" h="1321">
                <a:moveTo>
                  <a:pt x="64" y="0"/>
                </a:moveTo>
                <a:lnTo>
                  <a:pt x="1619" y="0"/>
                </a:lnTo>
                <a:cubicBezTo>
                  <a:pt x="1627" y="0"/>
                  <a:pt x="1635" y="2"/>
                  <a:pt x="1643" y="5"/>
                </a:cubicBezTo>
                <a:cubicBezTo>
                  <a:pt x="1651" y="8"/>
                  <a:pt x="1658" y="13"/>
                  <a:pt x="1664" y="19"/>
                </a:cubicBezTo>
                <a:cubicBezTo>
                  <a:pt x="1670" y="25"/>
                  <a:pt x="1674" y="32"/>
                  <a:pt x="1677" y="39"/>
                </a:cubicBezTo>
                <a:cubicBezTo>
                  <a:pt x="1681" y="47"/>
                  <a:pt x="1682" y="55"/>
                  <a:pt x="1682" y="64"/>
                </a:cubicBezTo>
                <a:lnTo>
                  <a:pt x="1682" y="1258"/>
                </a:lnTo>
                <a:cubicBezTo>
                  <a:pt x="1682" y="1266"/>
                  <a:pt x="1681" y="1274"/>
                  <a:pt x="1677" y="1282"/>
                </a:cubicBezTo>
                <a:cubicBezTo>
                  <a:pt x="1674" y="1290"/>
                  <a:pt x="1670" y="1297"/>
                  <a:pt x="1664" y="1303"/>
                </a:cubicBezTo>
                <a:cubicBezTo>
                  <a:pt x="1658" y="1309"/>
                  <a:pt x="1651" y="1313"/>
                  <a:pt x="1643" y="1316"/>
                </a:cubicBezTo>
                <a:cubicBezTo>
                  <a:pt x="1635" y="1320"/>
                  <a:pt x="1627" y="1321"/>
                  <a:pt x="1619" y="1321"/>
                </a:cubicBezTo>
                <a:lnTo>
                  <a:pt x="64" y="1321"/>
                </a:lnTo>
                <a:cubicBezTo>
                  <a:pt x="55" y="1321"/>
                  <a:pt x="47" y="1320"/>
                  <a:pt x="40" y="1316"/>
                </a:cubicBezTo>
                <a:cubicBezTo>
                  <a:pt x="32" y="1313"/>
                  <a:pt x="25" y="1309"/>
                  <a:pt x="19" y="1303"/>
                </a:cubicBezTo>
                <a:cubicBezTo>
                  <a:pt x="13" y="1297"/>
                  <a:pt x="9" y="1290"/>
                  <a:pt x="5" y="1282"/>
                </a:cubicBezTo>
                <a:cubicBezTo>
                  <a:pt x="2" y="1274"/>
                  <a:pt x="0" y="1266"/>
                  <a:pt x="0" y="1258"/>
                </a:cubicBezTo>
                <a:lnTo>
                  <a:pt x="0" y="64"/>
                </a:lnTo>
                <a:cubicBezTo>
                  <a:pt x="0" y="55"/>
                  <a:pt x="2" y="47"/>
                  <a:pt x="5" y="39"/>
                </a:cubicBezTo>
                <a:cubicBezTo>
                  <a:pt x="9" y="32"/>
                  <a:pt x="13" y="25"/>
                  <a:pt x="19" y="19"/>
                </a:cubicBezTo>
                <a:cubicBezTo>
                  <a:pt x="25" y="13"/>
                  <a:pt x="32" y="8"/>
                  <a:pt x="40" y="5"/>
                </a:cubicBezTo>
                <a:cubicBezTo>
                  <a:pt x="47" y="2"/>
                  <a:pt x="55" y="0"/>
                  <a:pt x="64" y="0"/>
                </a:cubicBezTo>
                <a:close/>
              </a:path>
            </a:pathLst>
          </a:custGeom>
          <a:noFill/>
          <a:ln w="4320">
            <a:solidFill>
              <a:srgbClr val="00a9ce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1" name=""/>
          <p:cNvSpPr txBox="1"/>
          <p:nvPr/>
        </p:nvSpPr>
        <p:spPr>
          <a:xfrm>
            <a:off x="875520" y="4587840"/>
            <a:ext cx="39708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010" spc="-1" strike="noStrike">
                <a:solidFill>
                  <a:srgbClr val="000000"/>
                </a:solidFill>
                <a:latin typeface="Calibri"/>
                <a:ea typeface="Calibri"/>
              </a:rPr>
              <a:t>(Placer)</a:t>
            </a:r>
            <a:endParaRPr b="0" lang="en-AU" sz="1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2" name=""/>
          <p:cNvSpPr txBox="1"/>
          <p:nvPr/>
        </p:nvSpPr>
        <p:spPr>
          <a:xfrm>
            <a:off x="2853360" y="2067840"/>
            <a:ext cx="41508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010" spc="-1" strike="noStrike">
                <a:solidFill>
                  <a:srgbClr val="001d34"/>
                </a:solidFill>
                <a:latin typeface="Calibri"/>
                <a:ea typeface="Calibri"/>
              </a:rPr>
              <a:t>Referral</a:t>
            </a:r>
            <a:endParaRPr b="0" lang="en-AU" sz="1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3" name=""/>
          <p:cNvSpPr/>
          <p:nvPr/>
        </p:nvSpPr>
        <p:spPr>
          <a:xfrm>
            <a:off x="2789280" y="4398840"/>
            <a:ext cx="605520" cy="475560"/>
          </a:xfrm>
          <a:custGeom>
            <a:avLst/>
            <a:gdLst/>
            <a:ahLst/>
            <a:rect l="0" t="0" r="r" b="b"/>
            <a:pathLst>
              <a:path w="1682" h="1321">
                <a:moveTo>
                  <a:pt x="64" y="0"/>
                </a:moveTo>
                <a:lnTo>
                  <a:pt x="1619" y="0"/>
                </a:lnTo>
                <a:cubicBezTo>
                  <a:pt x="1627" y="0"/>
                  <a:pt x="1635" y="1"/>
                  <a:pt x="1643" y="5"/>
                </a:cubicBezTo>
                <a:cubicBezTo>
                  <a:pt x="1651" y="8"/>
                  <a:pt x="1658" y="12"/>
                  <a:pt x="1664" y="18"/>
                </a:cubicBezTo>
                <a:cubicBezTo>
                  <a:pt x="1670" y="24"/>
                  <a:pt x="1674" y="31"/>
                  <a:pt x="1677" y="39"/>
                </a:cubicBezTo>
                <a:cubicBezTo>
                  <a:pt x="1681" y="47"/>
                  <a:pt x="1682" y="55"/>
                  <a:pt x="1682" y="63"/>
                </a:cubicBezTo>
                <a:lnTo>
                  <a:pt x="1682" y="1258"/>
                </a:lnTo>
                <a:cubicBezTo>
                  <a:pt x="1682" y="1266"/>
                  <a:pt x="1681" y="1274"/>
                  <a:pt x="1677" y="1282"/>
                </a:cubicBezTo>
                <a:cubicBezTo>
                  <a:pt x="1674" y="1290"/>
                  <a:pt x="1670" y="1296"/>
                  <a:pt x="1664" y="1302"/>
                </a:cubicBezTo>
                <a:cubicBezTo>
                  <a:pt x="1658" y="1308"/>
                  <a:pt x="1651" y="1313"/>
                  <a:pt x="1643" y="1316"/>
                </a:cubicBezTo>
                <a:cubicBezTo>
                  <a:pt x="1635" y="1319"/>
                  <a:pt x="1627" y="1321"/>
                  <a:pt x="1619" y="1321"/>
                </a:cubicBezTo>
                <a:lnTo>
                  <a:pt x="64" y="1321"/>
                </a:lnTo>
                <a:cubicBezTo>
                  <a:pt x="55" y="1321"/>
                  <a:pt x="47" y="1319"/>
                  <a:pt x="40" y="1316"/>
                </a:cubicBezTo>
                <a:cubicBezTo>
                  <a:pt x="32" y="1313"/>
                  <a:pt x="25" y="1308"/>
                  <a:pt x="19" y="1302"/>
                </a:cubicBezTo>
                <a:cubicBezTo>
                  <a:pt x="13" y="1296"/>
                  <a:pt x="9" y="1290"/>
                  <a:pt x="5" y="1282"/>
                </a:cubicBezTo>
                <a:cubicBezTo>
                  <a:pt x="2" y="1274"/>
                  <a:pt x="0" y="1266"/>
                  <a:pt x="0" y="1258"/>
                </a:cubicBezTo>
                <a:lnTo>
                  <a:pt x="0" y="63"/>
                </a:lnTo>
                <a:cubicBezTo>
                  <a:pt x="0" y="55"/>
                  <a:pt x="2" y="47"/>
                  <a:pt x="5" y="39"/>
                </a:cubicBezTo>
                <a:cubicBezTo>
                  <a:pt x="9" y="31"/>
                  <a:pt x="13" y="24"/>
                  <a:pt x="19" y="18"/>
                </a:cubicBezTo>
                <a:cubicBezTo>
                  <a:pt x="25" y="12"/>
                  <a:pt x="32" y="8"/>
                  <a:pt x="40" y="5"/>
                </a:cubicBezTo>
                <a:cubicBezTo>
                  <a:pt x="47" y="1"/>
                  <a:pt x="55" y="0"/>
                  <a:pt x="64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4" name=""/>
          <p:cNvSpPr/>
          <p:nvPr/>
        </p:nvSpPr>
        <p:spPr>
          <a:xfrm>
            <a:off x="2789280" y="4398840"/>
            <a:ext cx="605520" cy="475560"/>
          </a:xfrm>
          <a:custGeom>
            <a:avLst/>
            <a:gdLst/>
            <a:ahLst/>
            <a:rect l="0" t="0" r="r" b="b"/>
            <a:pathLst>
              <a:path w="1682" h="1321">
                <a:moveTo>
                  <a:pt x="64" y="0"/>
                </a:moveTo>
                <a:lnTo>
                  <a:pt x="1619" y="0"/>
                </a:lnTo>
                <a:cubicBezTo>
                  <a:pt x="1627" y="0"/>
                  <a:pt x="1635" y="1"/>
                  <a:pt x="1643" y="5"/>
                </a:cubicBezTo>
                <a:cubicBezTo>
                  <a:pt x="1651" y="8"/>
                  <a:pt x="1658" y="12"/>
                  <a:pt x="1664" y="18"/>
                </a:cubicBezTo>
                <a:cubicBezTo>
                  <a:pt x="1670" y="24"/>
                  <a:pt x="1674" y="31"/>
                  <a:pt x="1677" y="39"/>
                </a:cubicBezTo>
                <a:cubicBezTo>
                  <a:pt x="1681" y="47"/>
                  <a:pt x="1682" y="55"/>
                  <a:pt x="1682" y="63"/>
                </a:cubicBezTo>
                <a:lnTo>
                  <a:pt x="1682" y="1258"/>
                </a:lnTo>
                <a:cubicBezTo>
                  <a:pt x="1682" y="1266"/>
                  <a:pt x="1681" y="1274"/>
                  <a:pt x="1677" y="1282"/>
                </a:cubicBezTo>
                <a:cubicBezTo>
                  <a:pt x="1674" y="1290"/>
                  <a:pt x="1670" y="1296"/>
                  <a:pt x="1664" y="1302"/>
                </a:cubicBezTo>
                <a:cubicBezTo>
                  <a:pt x="1658" y="1308"/>
                  <a:pt x="1651" y="1313"/>
                  <a:pt x="1643" y="1316"/>
                </a:cubicBezTo>
                <a:cubicBezTo>
                  <a:pt x="1635" y="1319"/>
                  <a:pt x="1627" y="1321"/>
                  <a:pt x="1619" y="1321"/>
                </a:cubicBezTo>
                <a:lnTo>
                  <a:pt x="64" y="1321"/>
                </a:lnTo>
                <a:cubicBezTo>
                  <a:pt x="55" y="1321"/>
                  <a:pt x="47" y="1319"/>
                  <a:pt x="40" y="1316"/>
                </a:cubicBezTo>
                <a:cubicBezTo>
                  <a:pt x="32" y="1313"/>
                  <a:pt x="25" y="1308"/>
                  <a:pt x="19" y="1302"/>
                </a:cubicBezTo>
                <a:cubicBezTo>
                  <a:pt x="13" y="1296"/>
                  <a:pt x="9" y="1290"/>
                  <a:pt x="5" y="1282"/>
                </a:cubicBezTo>
                <a:cubicBezTo>
                  <a:pt x="2" y="1274"/>
                  <a:pt x="0" y="1266"/>
                  <a:pt x="0" y="1258"/>
                </a:cubicBezTo>
                <a:lnTo>
                  <a:pt x="0" y="63"/>
                </a:lnTo>
                <a:cubicBezTo>
                  <a:pt x="0" y="55"/>
                  <a:pt x="2" y="47"/>
                  <a:pt x="5" y="39"/>
                </a:cubicBezTo>
                <a:cubicBezTo>
                  <a:pt x="9" y="31"/>
                  <a:pt x="13" y="24"/>
                  <a:pt x="19" y="18"/>
                </a:cubicBezTo>
                <a:cubicBezTo>
                  <a:pt x="25" y="12"/>
                  <a:pt x="32" y="8"/>
                  <a:pt x="40" y="5"/>
                </a:cubicBezTo>
                <a:cubicBezTo>
                  <a:pt x="47" y="1"/>
                  <a:pt x="55" y="0"/>
                  <a:pt x="64" y="0"/>
                </a:cubicBezTo>
                <a:close/>
              </a:path>
            </a:pathLst>
          </a:custGeom>
          <a:noFill/>
          <a:ln w="4320">
            <a:solidFill>
              <a:srgbClr val="00a9ce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5" name=""/>
          <p:cNvSpPr txBox="1"/>
          <p:nvPr/>
        </p:nvSpPr>
        <p:spPr>
          <a:xfrm>
            <a:off x="2899800" y="2241720"/>
            <a:ext cx="36180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010" spc="-1" strike="noStrike">
                <a:solidFill>
                  <a:srgbClr val="001d34"/>
                </a:solidFill>
                <a:latin typeface="Calibri"/>
                <a:ea typeface="Calibri"/>
              </a:rPr>
              <a:t>Ser ver</a:t>
            </a:r>
            <a:endParaRPr b="0" lang="en-AU" sz="1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6" name=""/>
          <p:cNvSpPr txBox="1"/>
          <p:nvPr/>
        </p:nvSpPr>
        <p:spPr>
          <a:xfrm>
            <a:off x="2853360" y="4477680"/>
            <a:ext cx="41508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010" spc="-1" strike="noStrike">
                <a:solidFill>
                  <a:srgbClr val="001d34"/>
                </a:solidFill>
                <a:latin typeface="Calibri"/>
                <a:ea typeface="Calibri"/>
              </a:rPr>
              <a:t>Referral</a:t>
            </a:r>
            <a:endParaRPr b="0" lang="en-AU" sz="1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7" name=""/>
          <p:cNvSpPr/>
          <p:nvPr/>
        </p:nvSpPr>
        <p:spPr>
          <a:xfrm>
            <a:off x="5791320" y="1989000"/>
            <a:ext cx="1172880" cy="475560"/>
          </a:xfrm>
          <a:custGeom>
            <a:avLst/>
            <a:gdLst/>
            <a:ahLst/>
            <a:rect l="0" t="0" r="r" b="b"/>
            <a:pathLst>
              <a:path w="3258" h="1321">
                <a:moveTo>
                  <a:pt x="64" y="0"/>
                </a:moveTo>
                <a:lnTo>
                  <a:pt x="3195" y="0"/>
                </a:lnTo>
                <a:cubicBezTo>
                  <a:pt x="3203" y="0"/>
                  <a:pt x="3211" y="2"/>
                  <a:pt x="3219" y="5"/>
                </a:cubicBezTo>
                <a:cubicBezTo>
                  <a:pt x="3227" y="8"/>
                  <a:pt x="3233" y="13"/>
                  <a:pt x="3239" y="19"/>
                </a:cubicBezTo>
                <a:cubicBezTo>
                  <a:pt x="3245" y="25"/>
                  <a:pt x="3250" y="32"/>
                  <a:pt x="3253" y="39"/>
                </a:cubicBezTo>
                <a:cubicBezTo>
                  <a:pt x="3256" y="47"/>
                  <a:pt x="3258" y="55"/>
                  <a:pt x="3258" y="64"/>
                </a:cubicBezTo>
                <a:lnTo>
                  <a:pt x="3258" y="1258"/>
                </a:lnTo>
                <a:cubicBezTo>
                  <a:pt x="3258" y="1266"/>
                  <a:pt x="3256" y="1274"/>
                  <a:pt x="3253" y="1282"/>
                </a:cubicBezTo>
                <a:cubicBezTo>
                  <a:pt x="3250" y="1290"/>
                  <a:pt x="3245" y="1297"/>
                  <a:pt x="3239" y="1303"/>
                </a:cubicBezTo>
                <a:cubicBezTo>
                  <a:pt x="3233" y="1309"/>
                  <a:pt x="3227" y="1313"/>
                  <a:pt x="3219" y="1316"/>
                </a:cubicBezTo>
                <a:cubicBezTo>
                  <a:pt x="3211" y="1320"/>
                  <a:pt x="3203" y="1321"/>
                  <a:pt x="3195" y="1321"/>
                </a:cubicBezTo>
                <a:lnTo>
                  <a:pt x="64" y="1321"/>
                </a:lnTo>
                <a:cubicBezTo>
                  <a:pt x="55" y="1321"/>
                  <a:pt x="47" y="1320"/>
                  <a:pt x="39" y="1316"/>
                </a:cubicBezTo>
                <a:cubicBezTo>
                  <a:pt x="32" y="1313"/>
                  <a:pt x="25" y="1309"/>
                  <a:pt x="19" y="1303"/>
                </a:cubicBezTo>
                <a:cubicBezTo>
                  <a:pt x="13" y="1297"/>
                  <a:pt x="8" y="1290"/>
                  <a:pt x="5" y="1282"/>
                </a:cubicBezTo>
                <a:cubicBezTo>
                  <a:pt x="2" y="1274"/>
                  <a:pt x="0" y="1266"/>
                  <a:pt x="0" y="1258"/>
                </a:cubicBezTo>
                <a:lnTo>
                  <a:pt x="0" y="64"/>
                </a:lnTo>
                <a:cubicBezTo>
                  <a:pt x="0" y="55"/>
                  <a:pt x="2" y="47"/>
                  <a:pt x="5" y="39"/>
                </a:cubicBezTo>
                <a:cubicBezTo>
                  <a:pt x="8" y="32"/>
                  <a:pt x="13" y="25"/>
                  <a:pt x="19" y="19"/>
                </a:cubicBezTo>
                <a:cubicBezTo>
                  <a:pt x="25" y="13"/>
                  <a:pt x="32" y="8"/>
                  <a:pt x="39" y="5"/>
                </a:cubicBezTo>
                <a:cubicBezTo>
                  <a:pt x="47" y="2"/>
                  <a:pt x="55" y="0"/>
                  <a:pt x="64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8" name=""/>
          <p:cNvSpPr/>
          <p:nvPr/>
        </p:nvSpPr>
        <p:spPr>
          <a:xfrm>
            <a:off x="5791320" y="1989000"/>
            <a:ext cx="1172880" cy="475560"/>
          </a:xfrm>
          <a:custGeom>
            <a:avLst/>
            <a:gdLst/>
            <a:ahLst/>
            <a:rect l="0" t="0" r="r" b="b"/>
            <a:pathLst>
              <a:path w="3258" h="1321">
                <a:moveTo>
                  <a:pt x="64" y="0"/>
                </a:moveTo>
                <a:lnTo>
                  <a:pt x="3195" y="0"/>
                </a:lnTo>
                <a:cubicBezTo>
                  <a:pt x="3203" y="0"/>
                  <a:pt x="3211" y="2"/>
                  <a:pt x="3219" y="5"/>
                </a:cubicBezTo>
                <a:cubicBezTo>
                  <a:pt x="3227" y="8"/>
                  <a:pt x="3233" y="13"/>
                  <a:pt x="3239" y="19"/>
                </a:cubicBezTo>
                <a:cubicBezTo>
                  <a:pt x="3245" y="25"/>
                  <a:pt x="3250" y="32"/>
                  <a:pt x="3253" y="39"/>
                </a:cubicBezTo>
                <a:cubicBezTo>
                  <a:pt x="3256" y="47"/>
                  <a:pt x="3258" y="55"/>
                  <a:pt x="3258" y="64"/>
                </a:cubicBezTo>
                <a:lnTo>
                  <a:pt x="3258" y="1258"/>
                </a:lnTo>
                <a:cubicBezTo>
                  <a:pt x="3258" y="1266"/>
                  <a:pt x="3256" y="1274"/>
                  <a:pt x="3253" y="1282"/>
                </a:cubicBezTo>
                <a:cubicBezTo>
                  <a:pt x="3250" y="1290"/>
                  <a:pt x="3245" y="1297"/>
                  <a:pt x="3239" y="1303"/>
                </a:cubicBezTo>
                <a:cubicBezTo>
                  <a:pt x="3233" y="1309"/>
                  <a:pt x="3227" y="1313"/>
                  <a:pt x="3219" y="1316"/>
                </a:cubicBezTo>
                <a:cubicBezTo>
                  <a:pt x="3211" y="1320"/>
                  <a:pt x="3203" y="1321"/>
                  <a:pt x="3195" y="1321"/>
                </a:cubicBezTo>
                <a:lnTo>
                  <a:pt x="64" y="1321"/>
                </a:lnTo>
                <a:cubicBezTo>
                  <a:pt x="55" y="1321"/>
                  <a:pt x="47" y="1320"/>
                  <a:pt x="39" y="1316"/>
                </a:cubicBezTo>
                <a:cubicBezTo>
                  <a:pt x="32" y="1313"/>
                  <a:pt x="25" y="1309"/>
                  <a:pt x="19" y="1303"/>
                </a:cubicBezTo>
                <a:cubicBezTo>
                  <a:pt x="13" y="1297"/>
                  <a:pt x="8" y="1290"/>
                  <a:pt x="5" y="1282"/>
                </a:cubicBezTo>
                <a:cubicBezTo>
                  <a:pt x="2" y="1274"/>
                  <a:pt x="0" y="1266"/>
                  <a:pt x="0" y="1258"/>
                </a:cubicBezTo>
                <a:lnTo>
                  <a:pt x="0" y="64"/>
                </a:lnTo>
                <a:cubicBezTo>
                  <a:pt x="0" y="55"/>
                  <a:pt x="2" y="47"/>
                  <a:pt x="5" y="39"/>
                </a:cubicBezTo>
                <a:cubicBezTo>
                  <a:pt x="8" y="32"/>
                  <a:pt x="13" y="25"/>
                  <a:pt x="19" y="19"/>
                </a:cubicBezTo>
                <a:cubicBezTo>
                  <a:pt x="25" y="13"/>
                  <a:pt x="32" y="8"/>
                  <a:pt x="39" y="5"/>
                </a:cubicBezTo>
                <a:cubicBezTo>
                  <a:pt x="47" y="2"/>
                  <a:pt x="55" y="0"/>
                  <a:pt x="64" y="0"/>
                </a:cubicBezTo>
                <a:close/>
              </a:path>
            </a:pathLst>
          </a:custGeom>
          <a:noFill/>
          <a:ln w="4320">
            <a:solidFill>
              <a:srgbClr val="00a9ce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9" name=""/>
          <p:cNvSpPr txBox="1"/>
          <p:nvPr/>
        </p:nvSpPr>
        <p:spPr>
          <a:xfrm>
            <a:off x="2899800" y="4651560"/>
            <a:ext cx="36180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010" spc="-1" strike="noStrike">
                <a:solidFill>
                  <a:srgbClr val="001d34"/>
                </a:solidFill>
                <a:latin typeface="Calibri"/>
                <a:ea typeface="Calibri"/>
              </a:rPr>
              <a:t>Ser ver</a:t>
            </a:r>
            <a:endParaRPr b="0" lang="en-AU" sz="1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0" name=""/>
          <p:cNvSpPr txBox="1"/>
          <p:nvPr/>
        </p:nvSpPr>
        <p:spPr>
          <a:xfrm>
            <a:off x="5855400" y="2067840"/>
            <a:ext cx="88308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010" spc="-1" strike="noStrike">
                <a:solidFill>
                  <a:srgbClr val="001d34"/>
                </a:solidFill>
                <a:latin typeface="Calibri"/>
                <a:ea typeface="Calibri"/>
              </a:rPr>
              <a:t>Imaging Provider</a:t>
            </a:r>
            <a:endParaRPr b="0" lang="en-AU" sz="1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1" name=""/>
          <p:cNvSpPr/>
          <p:nvPr/>
        </p:nvSpPr>
        <p:spPr>
          <a:xfrm>
            <a:off x="5791320" y="4398840"/>
            <a:ext cx="1172880" cy="475560"/>
          </a:xfrm>
          <a:custGeom>
            <a:avLst/>
            <a:gdLst/>
            <a:ahLst/>
            <a:rect l="0" t="0" r="r" b="b"/>
            <a:pathLst>
              <a:path w="3258" h="1321">
                <a:moveTo>
                  <a:pt x="64" y="0"/>
                </a:moveTo>
                <a:lnTo>
                  <a:pt x="3195" y="0"/>
                </a:lnTo>
                <a:cubicBezTo>
                  <a:pt x="3203" y="0"/>
                  <a:pt x="3211" y="1"/>
                  <a:pt x="3219" y="5"/>
                </a:cubicBezTo>
                <a:cubicBezTo>
                  <a:pt x="3227" y="8"/>
                  <a:pt x="3233" y="12"/>
                  <a:pt x="3239" y="18"/>
                </a:cubicBezTo>
                <a:cubicBezTo>
                  <a:pt x="3245" y="24"/>
                  <a:pt x="3250" y="31"/>
                  <a:pt x="3253" y="39"/>
                </a:cubicBezTo>
                <a:cubicBezTo>
                  <a:pt x="3256" y="47"/>
                  <a:pt x="3258" y="55"/>
                  <a:pt x="3258" y="63"/>
                </a:cubicBezTo>
                <a:lnTo>
                  <a:pt x="3258" y="1258"/>
                </a:lnTo>
                <a:cubicBezTo>
                  <a:pt x="3258" y="1266"/>
                  <a:pt x="3256" y="1274"/>
                  <a:pt x="3253" y="1282"/>
                </a:cubicBezTo>
                <a:cubicBezTo>
                  <a:pt x="3250" y="1290"/>
                  <a:pt x="3245" y="1296"/>
                  <a:pt x="3239" y="1302"/>
                </a:cubicBezTo>
                <a:cubicBezTo>
                  <a:pt x="3233" y="1308"/>
                  <a:pt x="3227" y="1313"/>
                  <a:pt x="3219" y="1316"/>
                </a:cubicBezTo>
                <a:cubicBezTo>
                  <a:pt x="3211" y="1319"/>
                  <a:pt x="3203" y="1321"/>
                  <a:pt x="3195" y="1321"/>
                </a:cubicBezTo>
                <a:lnTo>
                  <a:pt x="64" y="1321"/>
                </a:lnTo>
                <a:cubicBezTo>
                  <a:pt x="55" y="1321"/>
                  <a:pt x="47" y="1319"/>
                  <a:pt x="39" y="1316"/>
                </a:cubicBezTo>
                <a:cubicBezTo>
                  <a:pt x="32" y="1313"/>
                  <a:pt x="25" y="1308"/>
                  <a:pt x="19" y="1302"/>
                </a:cubicBezTo>
                <a:cubicBezTo>
                  <a:pt x="13" y="1296"/>
                  <a:pt x="8" y="1290"/>
                  <a:pt x="5" y="1282"/>
                </a:cubicBezTo>
                <a:cubicBezTo>
                  <a:pt x="2" y="1274"/>
                  <a:pt x="0" y="1266"/>
                  <a:pt x="0" y="1258"/>
                </a:cubicBezTo>
                <a:lnTo>
                  <a:pt x="0" y="63"/>
                </a:lnTo>
                <a:cubicBezTo>
                  <a:pt x="0" y="55"/>
                  <a:pt x="2" y="47"/>
                  <a:pt x="5" y="39"/>
                </a:cubicBezTo>
                <a:cubicBezTo>
                  <a:pt x="8" y="31"/>
                  <a:pt x="13" y="24"/>
                  <a:pt x="19" y="18"/>
                </a:cubicBezTo>
                <a:cubicBezTo>
                  <a:pt x="25" y="12"/>
                  <a:pt x="32" y="8"/>
                  <a:pt x="39" y="5"/>
                </a:cubicBezTo>
                <a:cubicBezTo>
                  <a:pt x="47" y="1"/>
                  <a:pt x="55" y="0"/>
                  <a:pt x="64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2" name=""/>
          <p:cNvSpPr/>
          <p:nvPr/>
        </p:nvSpPr>
        <p:spPr>
          <a:xfrm>
            <a:off x="5791320" y="4398840"/>
            <a:ext cx="1172880" cy="475560"/>
          </a:xfrm>
          <a:custGeom>
            <a:avLst/>
            <a:gdLst/>
            <a:ahLst/>
            <a:rect l="0" t="0" r="r" b="b"/>
            <a:pathLst>
              <a:path w="3258" h="1321">
                <a:moveTo>
                  <a:pt x="64" y="0"/>
                </a:moveTo>
                <a:lnTo>
                  <a:pt x="3195" y="0"/>
                </a:lnTo>
                <a:cubicBezTo>
                  <a:pt x="3203" y="0"/>
                  <a:pt x="3211" y="1"/>
                  <a:pt x="3219" y="5"/>
                </a:cubicBezTo>
                <a:cubicBezTo>
                  <a:pt x="3227" y="8"/>
                  <a:pt x="3233" y="12"/>
                  <a:pt x="3239" y="18"/>
                </a:cubicBezTo>
                <a:cubicBezTo>
                  <a:pt x="3245" y="24"/>
                  <a:pt x="3250" y="31"/>
                  <a:pt x="3253" y="39"/>
                </a:cubicBezTo>
                <a:cubicBezTo>
                  <a:pt x="3256" y="47"/>
                  <a:pt x="3258" y="55"/>
                  <a:pt x="3258" y="63"/>
                </a:cubicBezTo>
                <a:lnTo>
                  <a:pt x="3258" y="1258"/>
                </a:lnTo>
                <a:cubicBezTo>
                  <a:pt x="3258" y="1266"/>
                  <a:pt x="3256" y="1274"/>
                  <a:pt x="3253" y="1282"/>
                </a:cubicBezTo>
                <a:cubicBezTo>
                  <a:pt x="3250" y="1290"/>
                  <a:pt x="3245" y="1296"/>
                  <a:pt x="3239" y="1302"/>
                </a:cubicBezTo>
                <a:cubicBezTo>
                  <a:pt x="3233" y="1308"/>
                  <a:pt x="3227" y="1313"/>
                  <a:pt x="3219" y="1316"/>
                </a:cubicBezTo>
                <a:cubicBezTo>
                  <a:pt x="3211" y="1319"/>
                  <a:pt x="3203" y="1321"/>
                  <a:pt x="3195" y="1321"/>
                </a:cubicBezTo>
                <a:lnTo>
                  <a:pt x="64" y="1321"/>
                </a:lnTo>
                <a:cubicBezTo>
                  <a:pt x="55" y="1321"/>
                  <a:pt x="47" y="1319"/>
                  <a:pt x="39" y="1316"/>
                </a:cubicBezTo>
                <a:cubicBezTo>
                  <a:pt x="32" y="1313"/>
                  <a:pt x="25" y="1308"/>
                  <a:pt x="19" y="1302"/>
                </a:cubicBezTo>
                <a:cubicBezTo>
                  <a:pt x="13" y="1296"/>
                  <a:pt x="8" y="1290"/>
                  <a:pt x="5" y="1282"/>
                </a:cubicBezTo>
                <a:cubicBezTo>
                  <a:pt x="2" y="1274"/>
                  <a:pt x="0" y="1266"/>
                  <a:pt x="0" y="1258"/>
                </a:cubicBezTo>
                <a:lnTo>
                  <a:pt x="0" y="63"/>
                </a:lnTo>
                <a:cubicBezTo>
                  <a:pt x="0" y="55"/>
                  <a:pt x="2" y="47"/>
                  <a:pt x="5" y="39"/>
                </a:cubicBezTo>
                <a:cubicBezTo>
                  <a:pt x="8" y="31"/>
                  <a:pt x="13" y="24"/>
                  <a:pt x="19" y="18"/>
                </a:cubicBezTo>
                <a:cubicBezTo>
                  <a:pt x="25" y="12"/>
                  <a:pt x="32" y="8"/>
                  <a:pt x="39" y="5"/>
                </a:cubicBezTo>
                <a:cubicBezTo>
                  <a:pt x="47" y="1"/>
                  <a:pt x="55" y="0"/>
                  <a:pt x="64" y="0"/>
                </a:cubicBezTo>
                <a:close/>
              </a:path>
            </a:pathLst>
          </a:custGeom>
          <a:noFill/>
          <a:ln w="4320">
            <a:solidFill>
              <a:srgbClr val="00a9ce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3" name=""/>
          <p:cNvSpPr txBox="1"/>
          <p:nvPr/>
        </p:nvSpPr>
        <p:spPr>
          <a:xfrm>
            <a:off x="6194520" y="2241720"/>
            <a:ext cx="33300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010" spc="-1" strike="noStrike">
                <a:solidFill>
                  <a:srgbClr val="001d34"/>
                </a:solidFill>
                <a:latin typeface="Calibri"/>
                <a:ea typeface="Calibri"/>
              </a:rPr>
              <a:t>(Filler)</a:t>
            </a:r>
            <a:endParaRPr b="0" lang="en-AU" sz="1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4" name=""/>
          <p:cNvSpPr txBox="1"/>
          <p:nvPr/>
        </p:nvSpPr>
        <p:spPr>
          <a:xfrm>
            <a:off x="5855400" y="4477680"/>
            <a:ext cx="88308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010" spc="-1" strike="noStrike">
                <a:solidFill>
                  <a:srgbClr val="001d34"/>
                </a:solidFill>
                <a:latin typeface="Calibri"/>
                <a:ea typeface="Calibri"/>
              </a:rPr>
              <a:t>Imaging Provider</a:t>
            </a:r>
            <a:endParaRPr b="0" lang="en-AU" sz="1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5" name=""/>
          <p:cNvSpPr/>
          <p:nvPr/>
        </p:nvSpPr>
        <p:spPr>
          <a:xfrm>
            <a:off x="2982600" y="2744280"/>
            <a:ext cx="91440" cy="73080"/>
          </a:xfrm>
          <a:custGeom>
            <a:avLst/>
            <a:gdLst/>
            <a:ahLst/>
            <a:rect l="0" t="0" r="r" b="b"/>
            <a:pathLst>
              <a:path w="254" h="203">
                <a:moveTo>
                  <a:pt x="0" y="0"/>
                </a:moveTo>
                <a:lnTo>
                  <a:pt x="254" y="101"/>
                </a:lnTo>
                <a:lnTo>
                  <a:pt x="0" y="203"/>
                </a:lnTo>
                <a:lnTo>
                  <a:pt x="101" y="101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9000">
            <a:solidFill>
              <a:srgbClr val="001d3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86" name=""/>
          <p:cNvSpPr/>
          <p:nvPr/>
        </p:nvSpPr>
        <p:spPr>
          <a:xfrm>
            <a:off x="1125000" y="2780640"/>
            <a:ext cx="1912320" cy="0"/>
          </a:xfrm>
          <a:prstGeom prst="line">
            <a:avLst/>
          </a:prstGeom>
          <a:ln w="9000">
            <a:solidFill>
              <a:srgbClr val="001d3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7" name=""/>
          <p:cNvSpPr txBox="1"/>
          <p:nvPr/>
        </p:nvSpPr>
        <p:spPr>
          <a:xfrm>
            <a:off x="6194520" y="4651560"/>
            <a:ext cx="33300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010" spc="-1" strike="noStrike">
                <a:solidFill>
                  <a:srgbClr val="001d34"/>
                </a:solidFill>
                <a:latin typeface="Calibri"/>
                <a:ea typeface="Calibri"/>
              </a:rPr>
              <a:t>(Filler)</a:t>
            </a:r>
            <a:endParaRPr b="0" lang="en-AU" sz="1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8" name=""/>
          <p:cNvSpPr/>
          <p:nvPr/>
        </p:nvSpPr>
        <p:spPr>
          <a:xfrm>
            <a:off x="1134360" y="3033000"/>
            <a:ext cx="91440" cy="73440"/>
          </a:xfrm>
          <a:custGeom>
            <a:avLst/>
            <a:gdLst/>
            <a:ahLst/>
            <a:rect l="0" t="0" r="r" b="b"/>
            <a:pathLst>
              <a:path w="254" h="204">
                <a:moveTo>
                  <a:pt x="254" y="0"/>
                </a:moveTo>
                <a:lnTo>
                  <a:pt x="0" y="102"/>
                </a:lnTo>
                <a:lnTo>
                  <a:pt x="254" y="204"/>
                </a:lnTo>
                <a:lnTo>
                  <a:pt x="153" y="102"/>
                </a:lnTo>
                <a:lnTo>
                  <a:pt x="254" y="0"/>
                </a:lnTo>
                <a:close/>
              </a:path>
            </a:pathLst>
          </a:custGeom>
          <a:solidFill>
            <a:srgbClr val="001d34"/>
          </a:solidFill>
          <a:ln w="9000">
            <a:solidFill>
              <a:srgbClr val="001d3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89" name=""/>
          <p:cNvSpPr/>
          <p:nvPr/>
        </p:nvSpPr>
        <p:spPr>
          <a:xfrm>
            <a:off x="1170720" y="3065040"/>
            <a:ext cx="1912680" cy="9360"/>
          </a:xfrm>
          <a:custGeom>
            <a:avLst/>
            <a:gdLst/>
            <a:ahLst/>
            <a:rect l="0" t="0" r="r" b="b"/>
            <a:pathLst>
              <a:path w="5313" h="26">
                <a:moveTo>
                  <a:pt x="0" y="0"/>
                </a:moveTo>
                <a:lnTo>
                  <a:pt x="51" y="0"/>
                </a:lnTo>
                <a:lnTo>
                  <a:pt x="51" y="26"/>
                </a:lnTo>
                <a:lnTo>
                  <a:pt x="0" y="26"/>
                </a:lnTo>
                <a:lnTo>
                  <a:pt x="0" y="0"/>
                </a:lnTo>
                <a:moveTo>
                  <a:pt x="101" y="0"/>
                </a:moveTo>
                <a:lnTo>
                  <a:pt x="152" y="0"/>
                </a:lnTo>
                <a:lnTo>
                  <a:pt x="152" y="26"/>
                </a:lnTo>
                <a:lnTo>
                  <a:pt x="101" y="26"/>
                </a:lnTo>
                <a:lnTo>
                  <a:pt x="101" y="0"/>
                </a:lnTo>
                <a:moveTo>
                  <a:pt x="203" y="0"/>
                </a:moveTo>
                <a:lnTo>
                  <a:pt x="253" y="0"/>
                </a:lnTo>
                <a:lnTo>
                  <a:pt x="253" y="26"/>
                </a:lnTo>
                <a:lnTo>
                  <a:pt x="203" y="26"/>
                </a:lnTo>
                <a:lnTo>
                  <a:pt x="203" y="0"/>
                </a:lnTo>
                <a:moveTo>
                  <a:pt x="304" y="0"/>
                </a:moveTo>
                <a:lnTo>
                  <a:pt x="355" y="0"/>
                </a:lnTo>
                <a:lnTo>
                  <a:pt x="355" y="26"/>
                </a:lnTo>
                <a:lnTo>
                  <a:pt x="304" y="26"/>
                </a:lnTo>
                <a:lnTo>
                  <a:pt x="304" y="0"/>
                </a:lnTo>
                <a:moveTo>
                  <a:pt x="405" y="0"/>
                </a:moveTo>
                <a:lnTo>
                  <a:pt x="456" y="0"/>
                </a:lnTo>
                <a:lnTo>
                  <a:pt x="456" y="26"/>
                </a:lnTo>
                <a:lnTo>
                  <a:pt x="405" y="26"/>
                </a:lnTo>
                <a:lnTo>
                  <a:pt x="405" y="0"/>
                </a:lnTo>
                <a:moveTo>
                  <a:pt x="507" y="0"/>
                </a:moveTo>
                <a:lnTo>
                  <a:pt x="557" y="0"/>
                </a:lnTo>
                <a:lnTo>
                  <a:pt x="557" y="26"/>
                </a:lnTo>
                <a:lnTo>
                  <a:pt x="507" y="26"/>
                </a:lnTo>
                <a:lnTo>
                  <a:pt x="507" y="0"/>
                </a:lnTo>
                <a:moveTo>
                  <a:pt x="608" y="0"/>
                </a:moveTo>
                <a:lnTo>
                  <a:pt x="659" y="0"/>
                </a:lnTo>
                <a:lnTo>
                  <a:pt x="659" y="26"/>
                </a:lnTo>
                <a:lnTo>
                  <a:pt x="608" y="26"/>
                </a:lnTo>
                <a:lnTo>
                  <a:pt x="608" y="0"/>
                </a:lnTo>
                <a:moveTo>
                  <a:pt x="709" y="0"/>
                </a:moveTo>
                <a:lnTo>
                  <a:pt x="760" y="0"/>
                </a:lnTo>
                <a:lnTo>
                  <a:pt x="760" y="26"/>
                </a:lnTo>
                <a:lnTo>
                  <a:pt x="709" y="26"/>
                </a:lnTo>
                <a:lnTo>
                  <a:pt x="709" y="0"/>
                </a:lnTo>
                <a:moveTo>
                  <a:pt x="811" y="0"/>
                </a:moveTo>
                <a:lnTo>
                  <a:pt x="861" y="0"/>
                </a:lnTo>
                <a:lnTo>
                  <a:pt x="861" y="26"/>
                </a:lnTo>
                <a:lnTo>
                  <a:pt x="811" y="26"/>
                </a:lnTo>
                <a:lnTo>
                  <a:pt x="811" y="0"/>
                </a:lnTo>
                <a:moveTo>
                  <a:pt x="912" y="0"/>
                </a:moveTo>
                <a:lnTo>
                  <a:pt x="963" y="0"/>
                </a:lnTo>
                <a:lnTo>
                  <a:pt x="963" y="26"/>
                </a:lnTo>
                <a:lnTo>
                  <a:pt x="912" y="26"/>
                </a:lnTo>
                <a:lnTo>
                  <a:pt x="912" y="0"/>
                </a:lnTo>
                <a:moveTo>
                  <a:pt x="1013" y="0"/>
                </a:moveTo>
                <a:lnTo>
                  <a:pt x="1064" y="0"/>
                </a:lnTo>
                <a:lnTo>
                  <a:pt x="1064" y="26"/>
                </a:lnTo>
                <a:lnTo>
                  <a:pt x="1013" y="26"/>
                </a:lnTo>
                <a:lnTo>
                  <a:pt x="1013" y="0"/>
                </a:lnTo>
                <a:moveTo>
                  <a:pt x="1115" y="0"/>
                </a:moveTo>
                <a:lnTo>
                  <a:pt x="1165" y="0"/>
                </a:lnTo>
                <a:lnTo>
                  <a:pt x="1165" y="26"/>
                </a:lnTo>
                <a:lnTo>
                  <a:pt x="1115" y="26"/>
                </a:lnTo>
                <a:lnTo>
                  <a:pt x="1115" y="0"/>
                </a:lnTo>
                <a:moveTo>
                  <a:pt x="1216" y="0"/>
                </a:moveTo>
                <a:lnTo>
                  <a:pt x="1267" y="0"/>
                </a:lnTo>
                <a:lnTo>
                  <a:pt x="1267" y="26"/>
                </a:lnTo>
                <a:lnTo>
                  <a:pt x="1216" y="26"/>
                </a:lnTo>
                <a:lnTo>
                  <a:pt x="1216" y="0"/>
                </a:lnTo>
                <a:moveTo>
                  <a:pt x="1317" y="0"/>
                </a:moveTo>
                <a:lnTo>
                  <a:pt x="1368" y="0"/>
                </a:lnTo>
                <a:lnTo>
                  <a:pt x="1368" y="26"/>
                </a:lnTo>
                <a:lnTo>
                  <a:pt x="1317" y="26"/>
                </a:lnTo>
                <a:lnTo>
                  <a:pt x="1317" y="0"/>
                </a:lnTo>
                <a:moveTo>
                  <a:pt x="1419" y="0"/>
                </a:moveTo>
                <a:lnTo>
                  <a:pt x="1469" y="0"/>
                </a:lnTo>
                <a:lnTo>
                  <a:pt x="1469" y="26"/>
                </a:lnTo>
                <a:lnTo>
                  <a:pt x="1419" y="26"/>
                </a:lnTo>
                <a:lnTo>
                  <a:pt x="1419" y="0"/>
                </a:lnTo>
                <a:moveTo>
                  <a:pt x="1520" y="0"/>
                </a:moveTo>
                <a:lnTo>
                  <a:pt x="1571" y="0"/>
                </a:lnTo>
                <a:lnTo>
                  <a:pt x="1571" y="26"/>
                </a:lnTo>
                <a:lnTo>
                  <a:pt x="1520" y="26"/>
                </a:lnTo>
                <a:lnTo>
                  <a:pt x="1520" y="0"/>
                </a:lnTo>
                <a:moveTo>
                  <a:pt x="1621" y="0"/>
                </a:moveTo>
                <a:lnTo>
                  <a:pt x="1672" y="0"/>
                </a:lnTo>
                <a:lnTo>
                  <a:pt x="1672" y="26"/>
                </a:lnTo>
                <a:lnTo>
                  <a:pt x="1621" y="26"/>
                </a:lnTo>
                <a:lnTo>
                  <a:pt x="1621" y="0"/>
                </a:lnTo>
                <a:moveTo>
                  <a:pt x="1723" y="0"/>
                </a:moveTo>
                <a:lnTo>
                  <a:pt x="1773" y="0"/>
                </a:lnTo>
                <a:lnTo>
                  <a:pt x="1773" y="26"/>
                </a:lnTo>
                <a:lnTo>
                  <a:pt x="1723" y="26"/>
                </a:lnTo>
                <a:lnTo>
                  <a:pt x="1723" y="0"/>
                </a:lnTo>
                <a:moveTo>
                  <a:pt x="1824" y="0"/>
                </a:moveTo>
                <a:lnTo>
                  <a:pt x="1875" y="0"/>
                </a:lnTo>
                <a:lnTo>
                  <a:pt x="1875" y="26"/>
                </a:lnTo>
                <a:lnTo>
                  <a:pt x="1824" y="26"/>
                </a:lnTo>
                <a:lnTo>
                  <a:pt x="1824" y="0"/>
                </a:lnTo>
                <a:moveTo>
                  <a:pt x="1925" y="0"/>
                </a:moveTo>
                <a:lnTo>
                  <a:pt x="1976" y="0"/>
                </a:lnTo>
                <a:lnTo>
                  <a:pt x="1976" y="26"/>
                </a:lnTo>
                <a:lnTo>
                  <a:pt x="1925" y="26"/>
                </a:lnTo>
                <a:lnTo>
                  <a:pt x="1925" y="0"/>
                </a:lnTo>
                <a:moveTo>
                  <a:pt x="2027" y="0"/>
                </a:moveTo>
                <a:lnTo>
                  <a:pt x="2077" y="0"/>
                </a:lnTo>
                <a:lnTo>
                  <a:pt x="2077" y="26"/>
                </a:lnTo>
                <a:lnTo>
                  <a:pt x="2027" y="26"/>
                </a:lnTo>
                <a:lnTo>
                  <a:pt x="2027" y="0"/>
                </a:lnTo>
                <a:moveTo>
                  <a:pt x="2128" y="0"/>
                </a:moveTo>
                <a:lnTo>
                  <a:pt x="2179" y="0"/>
                </a:lnTo>
                <a:lnTo>
                  <a:pt x="2179" y="26"/>
                </a:lnTo>
                <a:lnTo>
                  <a:pt x="2128" y="26"/>
                </a:lnTo>
                <a:lnTo>
                  <a:pt x="2128" y="0"/>
                </a:lnTo>
                <a:moveTo>
                  <a:pt x="2229" y="0"/>
                </a:moveTo>
                <a:lnTo>
                  <a:pt x="2280" y="0"/>
                </a:lnTo>
                <a:lnTo>
                  <a:pt x="2280" y="26"/>
                </a:lnTo>
                <a:lnTo>
                  <a:pt x="2229" y="26"/>
                </a:lnTo>
                <a:lnTo>
                  <a:pt x="2229" y="0"/>
                </a:lnTo>
                <a:moveTo>
                  <a:pt x="2331" y="0"/>
                </a:moveTo>
                <a:lnTo>
                  <a:pt x="2381" y="0"/>
                </a:lnTo>
                <a:lnTo>
                  <a:pt x="2381" y="26"/>
                </a:lnTo>
                <a:lnTo>
                  <a:pt x="2331" y="26"/>
                </a:lnTo>
                <a:lnTo>
                  <a:pt x="2331" y="0"/>
                </a:lnTo>
                <a:moveTo>
                  <a:pt x="2432" y="0"/>
                </a:moveTo>
                <a:lnTo>
                  <a:pt x="2483" y="0"/>
                </a:lnTo>
                <a:lnTo>
                  <a:pt x="2483" y="26"/>
                </a:lnTo>
                <a:lnTo>
                  <a:pt x="2432" y="26"/>
                </a:lnTo>
                <a:lnTo>
                  <a:pt x="2432" y="0"/>
                </a:lnTo>
                <a:moveTo>
                  <a:pt x="2533" y="0"/>
                </a:moveTo>
                <a:lnTo>
                  <a:pt x="2584" y="0"/>
                </a:lnTo>
                <a:lnTo>
                  <a:pt x="2584" y="26"/>
                </a:lnTo>
                <a:lnTo>
                  <a:pt x="2533" y="26"/>
                </a:lnTo>
                <a:lnTo>
                  <a:pt x="2533" y="0"/>
                </a:lnTo>
                <a:moveTo>
                  <a:pt x="2635" y="0"/>
                </a:moveTo>
                <a:lnTo>
                  <a:pt x="2685" y="0"/>
                </a:lnTo>
                <a:lnTo>
                  <a:pt x="2685" y="26"/>
                </a:lnTo>
                <a:lnTo>
                  <a:pt x="2635" y="26"/>
                </a:lnTo>
                <a:lnTo>
                  <a:pt x="2635" y="0"/>
                </a:lnTo>
                <a:moveTo>
                  <a:pt x="2736" y="0"/>
                </a:moveTo>
                <a:lnTo>
                  <a:pt x="2787" y="0"/>
                </a:lnTo>
                <a:lnTo>
                  <a:pt x="2787" y="26"/>
                </a:lnTo>
                <a:lnTo>
                  <a:pt x="2736" y="26"/>
                </a:lnTo>
                <a:lnTo>
                  <a:pt x="2736" y="0"/>
                </a:lnTo>
                <a:moveTo>
                  <a:pt x="2837" y="0"/>
                </a:moveTo>
                <a:lnTo>
                  <a:pt x="2888" y="0"/>
                </a:lnTo>
                <a:lnTo>
                  <a:pt x="2888" y="26"/>
                </a:lnTo>
                <a:lnTo>
                  <a:pt x="2837" y="26"/>
                </a:lnTo>
                <a:lnTo>
                  <a:pt x="2837" y="0"/>
                </a:lnTo>
                <a:moveTo>
                  <a:pt x="2939" y="0"/>
                </a:moveTo>
                <a:lnTo>
                  <a:pt x="2989" y="0"/>
                </a:lnTo>
                <a:lnTo>
                  <a:pt x="2989" y="26"/>
                </a:lnTo>
                <a:lnTo>
                  <a:pt x="2939" y="26"/>
                </a:lnTo>
                <a:lnTo>
                  <a:pt x="2939" y="0"/>
                </a:lnTo>
                <a:moveTo>
                  <a:pt x="3040" y="0"/>
                </a:moveTo>
                <a:lnTo>
                  <a:pt x="3091" y="0"/>
                </a:lnTo>
                <a:lnTo>
                  <a:pt x="3091" y="26"/>
                </a:lnTo>
                <a:lnTo>
                  <a:pt x="3040" y="26"/>
                </a:lnTo>
                <a:lnTo>
                  <a:pt x="3040" y="0"/>
                </a:lnTo>
                <a:moveTo>
                  <a:pt x="3141" y="0"/>
                </a:moveTo>
                <a:lnTo>
                  <a:pt x="3192" y="0"/>
                </a:lnTo>
                <a:lnTo>
                  <a:pt x="3192" y="26"/>
                </a:lnTo>
                <a:lnTo>
                  <a:pt x="3141" y="26"/>
                </a:lnTo>
                <a:lnTo>
                  <a:pt x="3141" y="0"/>
                </a:lnTo>
                <a:moveTo>
                  <a:pt x="3243" y="0"/>
                </a:moveTo>
                <a:lnTo>
                  <a:pt x="3293" y="0"/>
                </a:lnTo>
                <a:lnTo>
                  <a:pt x="3293" y="26"/>
                </a:lnTo>
                <a:lnTo>
                  <a:pt x="3243" y="26"/>
                </a:lnTo>
                <a:lnTo>
                  <a:pt x="3243" y="0"/>
                </a:lnTo>
                <a:moveTo>
                  <a:pt x="3344" y="0"/>
                </a:moveTo>
                <a:lnTo>
                  <a:pt x="3395" y="0"/>
                </a:lnTo>
                <a:lnTo>
                  <a:pt x="3395" y="26"/>
                </a:lnTo>
                <a:lnTo>
                  <a:pt x="3344" y="26"/>
                </a:lnTo>
                <a:lnTo>
                  <a:pt x="3344" y="0"/>
                </a:lnTo>
                <a:moveTo>
                  <a:pt x="3445" y="0"/>
                </a:moveTo>
                <a:lnTo>
                  <a:pt x="3496" y="0"/>
                </a:lnTo>
                <a:lnTo>
                  <a:pt x="3496" y="26"/>
                </a:lnTo>
                <a:lnTo>
                  <a:pt x="3445" y="26"/>
                </a:lnTo>
                <a:lnTo>
                  <a:pt x="3445" y="0"/>
                </a:lnTo>
                <a:moveTo>
                  <a:pt x="3547" y="0"/>
                </a:moveTo>
                <a:lnTo>
                  <a:pt x="3597" y="0"/>
                </a:lnTo>
                <a:lnTo>
                  <a:pt x="3597" y="26"/>
                </a:lnTo>
                <a:lnTo>
                  <a:pt x="3547" y="26"/>
                </a:lnTo>
                <a:lnTo>
                  <a:pt x="3547" y="0"/>
                </a:lnTo>
                <a:moveTo>
                  <a:pt x="3648" y="0"/>
                </a:moveTo>
                <a:lnTo>
                  <a:pt x="3699" y="0"/>
                </a:lnTo>
                <a:lnTo>
                  <a:pt x="3699" y="26"/>
                </a:lnTo>
                <a:lnTo>
                  <a:pt x="3648" y="26"/>
                </a:lnTo>
                <a:lnTo>
                  <a:pt x="3648" y="0"/>
                </a:lnTo>
                <a:moveTo>
                  <a:pt x="3749" y="0"/>
                </a:moveTo>
                <a:lnTo>
                  <a:pt x="3800" y="0"/>
                </a:lnTo>
                <a:lnTo>
                  <a:pt x="3800" y="26"/>
                </a:lnTo>
                <a:lnTo>
                  <a:pt x="3749" y="26"/>
                </a:lnTo>
                <a:lnTo>
                  <a:pt x="3749" y="0"/>
                </a:lnTo>
                <a:moveTo>
                  <a:pt x="3851" y="0"/>
                </a:moveTo>
                <a:lnTo>
                  <a:pt x="3901" y="0"/>
                </a:lnTo>
                <a:lnTo>
                  <a:pt x="3901" y="26"/>
                </a:lnTo>
                <a:lnTo>
                  <a:pt x="3851" y="26"/>
                </a:lnTo>
                <a:lnTo>
                  <a:pt x="3851" y="0"/>
                </a:lnTo>
                <a:moveTo>
                  <a:pt x="3952" y="0"/>
                </a:moveTo>
                <a:lnTo>
                  <a:pt x="4003" y="0"/>
                </a:lnTo>
                <a:lnTo>
                  <a:pt x="4003" y="26"/>
                </a:lnTo>
                <a:lnTo>
                  <a:pt x="3952" y="26"/>
                </a:lnTo>
                <a:lnTo>
                  <a:pt x="3952" y="0"/>
                </a:lnTo>
                <a:moveTo>
                  <a:pt x="4053" y="0"/>
                </a:moveTo>
                <a:lnTo>
                  <a:pt x="4104" y="0"/>
                </a:lnTo>
                <a:lnTo>
                  <a:pt x="4104" y="26"/>
                </a:lnTo>
                <a:lnTo>
                  <a:pt x="4053" y="26"/>
                </a:lnTo>
                <a:lnTo>
                  <a:pt x="4053" y="0"/>
                </a:lnTo>
                <a:moveTo>
                  <a:pt x="4155" y="0"/>
                </a:moveTo>
                <a:lnTo>
                  <a:pt x="4205" y="0"/>
                </a:lnTo>
                <a:lnTo>
                  <a:pt x="4205" y="26"/>
                </a:lnTo>
                <a:lnTo>
                  <a:pt x="4155" y="26"/>
                </a:lnTo>
                <a:lnTo>
                  <a:pt x="4155" y="0"/>
                </a:lnTo>
                <a:moveTo>
                  <a:pt x="4256" y="0"/>
                </a:moveTo>
                <a:lnTo>
                  <a:pt x="4307" y="0"/>
                </a:lnTo>
                <a:lnTo>
                  <a:pt x="4307" y="26"/>
                </a:lnTo>
                <a:lnTo>
                  <a:pt x="4256" y="26"/>
                </a:lnTo>
                <a:lnTo>
                  <a:pt x="4256" y="0"/>
                </a:lnTo>
                <a:moveTo>
                  <a:pt x="4357" y="0"/>
                </a:moveTo>
                <a:lnTo>
                  <a:pt x="4408" y="0"/>
                </a:lnTo>
                <a:lnTo>
                  <a:pt x="4408" y="26"/>
                </a:lnTo>
                <a:lnTo>
                  <a:pt x="4357" y="26"/>
                </a:lnTo>
                <a:lnTo>
                  <a:pt x="4357" y="0"/>
                </a:lnTo>
                <a:moveTo>
                  <a:pt x="4459" y="0"/>
                </a:moveTo>
                <a:lnTo>
                  <a:pt x="4509" y="0"/>
                </a:lnTo>
                <a:lnTo>
                  <a:pt x="4509" y="26"/>
                </a:lnTo>
                <a:lnTo>
                  <a:pt x="4459" y="26"/>
                </a:lnTo>
                <a:lnTo>
                  <a:pt x="4459" y="0"/>
                </a:lnTo>
                <a:moveTo>
                  <a:pt x="4560" y="0"/>
                </a:moveTo>
                <a:lnTo>
                  <a:pt x="4611" y="0"/>
                </a:lnTo>
                <a:lnTo>
                  <a:pt x="4611" y="26"/>
                </a:lnTo>
                <a:lnTo>
                  <a:pt x="4560" y="26"/>
                </a:lnTo>
                <a:lnTo>
                  <a:pt x="4560" y="0"/>
                </a:lnTo>
                <a:moveTo>
                  <a:pt x="4661" y="0"/>
                </a:moveTo>
                <a:lnTo>
                  <a:pt x="4712" y="0"/>
                </a:lnTo>
                <a:lnTo>
                  <a:pt x="4712" y="26"/>
                </a:lnTo>
                <a:lnTo>
                  <a:pt x="4661" y="26"/>
                </a:lnTo>
                <a:lnTo>
                  <a:pt x="4661" y="0"/>
                </a:lnTo>
                <a:moveTo>
                  <a:pt x="4764" y="0"/>
                </a:moveTo>
                <a:lnTo>
                  <a:pt x="4814" y="0"/>
                </a:lnTo>
                <a:lnTo>
                  <a:pt x="4814" y="26"/>
                </a:lnTo>
                <a:lnTo>
                  <a:pt x="4764" y="26"/>
                </a:lnTo>
                <a:lnTo>
                  <a:pt x="4764" y="0"/>
                </a:lnTo>
                <a:moveTo>
                  <a:pt x="4865" y="0"/>
                </a:moveTo>
                <a:lnTo>
                  <a:pt x="4916" y="0"/>
                </a:lnTo>
                <a:lnTo>
                  <a:pt x="4916" y="26"/>
                </a:lnTo>
                <a:lnTo>
                  <a:pt x="4865" y="26"/>
                </a:lnTo>
                <a:lnTo>
                  <a:pt x="4865" y="0"/>
                </a:lnTo>
                <a:moveTo>
                  <a:pt x="4966" y="0"/>
                </a:moveTo>
                <a:lnTo>
                  <a:pt x="5017" y="0"/>
                </a:lnTo>
                <a:lnTo>
                  <a:pt x="5017" y="26"/>
                </a:lnTo>
                <a:lnTo>
                  <a:pt x="4966" y="26"/>
                </a:lnTo>
                <a:lnTo>
                  <a:pt x="4966" y="0"/>
                </a:lnTo>
                <a:moveTo>
                  <a:pt x="5068" y="0"/>
                </a:moveTo>
                <a:lnTo>
                  <a:pt x="5118" y="0"/>
                </a:lnTo>
                <a:lnTo>
                  <a:pt x="5118" y="26"/>
                </a:lnTo>
                <a:lnTo>
                  <a:pt x="5068" y="26"/>
                </a:lnTo>
                <a:lnTo>
                  <a:pt x="5068" y="0"/>
                </a:lnTo>
                <a:moveTo>
                  <a:pt x="5169" y="0"/>
                </a:moveTo>
                <a:lnTo>
                  <a:pt x="5220" y="0"/>
                </a:lnTo>
                <a:lnTo>
                  <a:pt x="5220" y="26"/>
                </a:lnTo>
                <a:lnTo>
                  <a:pt x="5169" y="26"/>
                </a:lnTo>
                <a:lnTo>
                  <a:pt x="5169" y="0"/>
                </a:lnTo>
                <a:moveTo>
                  <a:pt x="5271" y="0"/>
                </a:moveTo>
                <a:lnTo>
                  <a:pt x="5313" y="0"/>
                </a:lnTo>
                <a:lnTo>
                  <a:pt x="5313" y="26"/>
                </a:lnTo>
                <a:lnTo>
                  <a:pt x="5271" y="26"/>
                </a:lnTo>
                <a:lnTo>
                  <a:pt x="5271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0" name=""/>
          <p:cNvSpPr txBox="1"/>
          <p:nvPr/>
        </p:nvSpPr>
        <p:spPr>
          <a:xfrm>
            <a:off x="1189080" y="2615040"/>
            <a:ext cx="1523160" cy="14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939" spc="-1" strike="noStrike">
                <a:solidFill>
                  <a:srgbClr val="000000"/>
                </a:solidFill>
                <a:latin typeface="Calibri"/>
                <a:ea typeface="Calibri"/>
              </a:rPr>
              <a:t>read Task / Appointment status</a:t>
            </a:r>
            <a:endParaRPr b="0" lang="en-AU" sz="93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1" name=""/>
          <p:cNvSpPr/>
          <p:nvPr/>
        </p:nvSpPr>
        <p:spPr>
          <a:xfrm>
            <a:off x="757800" y="3206520"/>
            <a:ext cx="610560" cy="179640"/>
          </a:xfrm>
          <a:custGeom>
            <a:avLst/>
            <a:gdLst/>
            <a:ahLst/>
            <a:rect l="0" t="0" r="r" b="b"/>
            <a:pathLst>
              <a:path w="1696" h="499">
                <a:moveTo>
                  <a:pt x="0" y="0"/>
                </a:moveTo>
                <a:lnTo>
                  <a:pt x="1696" y="0"/>
                </a:lnTo>
                <a:lnTo>
                  <a:pt x="1696" y="245"/>
                </a:lnTo>
                <a:lnTo>
                  <a:pt x="1443" y="499"/>
                </a:lnTo>
                <a:lnTo>
                  <a:pt x="0" y="499"/>
                </a:lnTo>
                <a:lnTo>
                  <a:pt x="0" y="0"/>
                </a:lnTo>
                <a:close/>
              </a:path>
            </a:pathLst>
          </a:custGeom>
          <a:solidFill>
            <a:srgbClr val="eeeee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2" name=""/>
          <p:cNvSpPr/>
          <p:nvPr/>
        </p:nvSpPr>
        <p:spPr>
          <a:xfrm>
            <a:off x="757800" y="3206520"/>
            <a:ext cx="610560" cy="179640"/>
          </a:xfrm>
          <a:custGeom>
            <a:avLst/>
            <a:gdLst/>
            <a:ahLst/>
            <a:rect l="0" t="0" r="r" b="b"/>
            <a:pathLst>
              <a:path fill="none" w="1696" h="499">
                <a:moveTo>
                  <a:pt x="0" y="0"/>
                </a:moveTo>
                <a:lnTo>
                  <a:pt x="1696" y="0"/>
                </a:lnTo>
                <a:lnTo>
                  <a:pt x="1696" y="245"/>
                </a:lnTo>
                <a:lnTo>
                  <a:pt x="1443" y="499"/>
                </a:lnTo>
                <a:lnTo>
                  <a:pt x="0" y="499"/>
                </a:lnTo>
                <a:lnTo>
                  <a:pt x="0" y="0"/>
                </a:lnTo>
              </a:path>
            </a:pathLst>
          </a:custGeom>
          <a:ln w="13320">
            <a:solidFill>
              <a:srgbClr val="000000"/>
            </a:solidFill>
            <a:miter/>
          </a:ln>
        </p:spPr>
        <p:txBody>
          <a:bodyPr lIns="6480" rIns="6480" tIns="6480" bIns="648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3" name=""/>
          <p:cNvSpPr/>
          <p:nvPr/>
        </p:nvSpPr>
        <p:spPr>
          <a:xfrm>
            <a:off x="757800" y="3206520"/>
            <a:ext cx="6297480" cy="1046880"/>
          </a:xfrm>
          <a:custGeom>
            <a:avLst/>
            <a:gdLst/>
            <a:ahLst/>
            <a:rect l="0" t="0" r="r" b="b"/>
            <a:pathLst>
              <a:path w="17493" h="2908">
                <a:moveTo>
                  <a:pt x="0" y="0"/>
                </a:moveTo>
                <a:lnTo>
                  <a:pt x="17493" y="0"/>
                </a:lnTo>
                <a:lnTo>
                  <a:pt x="17493" y="2908"/>
                </a:lnTo>
                <a:lnTo>
                  <a:pt x="0" y="2908"/>
                </a:lnTo>
                <a:lnTo>
                  <a:pt x="0" y="0"/>
                </a:lnTo>
                <a:close/>
              </a:path>
            </a:pathLst>
          </a:custGeom>
          <a:noFill/>
          <a:ln w="13320">
            <a:solidFill>
              <a:srgbClr val="000000"/>
            </a:solidFill>
            <a:miter/>
          </a:ln>
        </p:spPr>
        <p:txBody>
          <a:bodyPr lIns="6480" rIns="6480" tIns="6480" bIns="648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4" name=""/>
          <p:cNvSpPr txBox="1"/>
          <p:nvPr/>
        </p:nvSpPr>
        <p:spPr>
          <a:xfrm>
            <a:off x="1280160" y="2904120"/>
            <a:ext cx="1434960" cy="14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939" spc="-1" strike="noStrike">
                <a:solidFill>
                  <a:srgbClr val="000000"/>
                </a:solidFill>
                <a:latin typeface="Calibri"/>
                <a:ea typeface="Calibri"/>
              </a:rPr>
              <a:t>Task businessStatus = Booked</a:t>
            </a:r>
            <a:endParaRPr b="0" lang="en-AU" sz="93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5" name=""/>
          <p:cNvSpPr txBox="1"/>
          <p:nvPr/>
        </p:nvSpPr>
        <p:spPr>
          <a:xfrm>
            <a:off x="894600" y="3229560"/>
            <a:ext cx="223200" cy="14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939" spc="-1" strike="noStrike">
                <a:solidFill>
                  <a:srgbClr val="000000"/>
                </a:solidFill>
                <a:latin typeface="Calibri"/>
                <a:ea typeface="Calibri"/>
              </a:rPr>
              <a:t>o p t</a:t>
            </a:r>
            <a:endParaRPr b="0" lang="en-AU" sz="93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6" name=""/>
          <p:cNvSpPr/>
          <p:nvPr/>
        </p:nvSpPr>
        <p:spPr>
          <a:xfrm>
            <a:off x="3101040" y="3565440"/>
            <a:ext cx="91800" cy="73440"/>
          </a:xfrm>
          <a:custGeom>
            <a:avLst/>
            <a:gdLst/>
            <a:ahLst/>
            <a:rect l="0" t="0" r="r" b="b"/>
            <a:pathLst>
              <a:path w="255" h="204">
                <a:moveTo>
                  <a:pt x="255" y="0"/>
                </a:moveTo>
                <a:lnTo>
                  <a:pt x="0" y="103"/>
                </a:lnTo>
                <a:lnTo>
                  <a:pt x="255" y="204"/>
                </a:lnTo>
                <a:lnTo>
                  <a:pt x="153" y="103"/>
                </a:lnTo>
                <a:lnTo>
                  <a:pt x="255" y="0"/>
                </a:lnTo>
                <a:close/>
              </a:path>
            </a:pathLst>
          </a:custGeom>
          <a:solidFill>
            <a:srgbClr val="001d34"/>
          </a:solidFill>
          <a:ln w="9000">
            <a:solidFill>
              <a:srgbClr val="001d3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7" name=""/>
          <p:cNvSpPr/>
          <p:nvPr/>
        </p:nvSpPr>
        <p:spPr>
          <a:xfrm>
            <a:off x="3137760" y="3602160"/>
            <a:ext cx="3230640" cy="0"/>
          </a:xfrm>
          <a:prstGeom prst="line">
            <a:avLst/>
          </a:prstGeom>
          <a:ln w="9000">
            <a:solidFill>
              <a:srgbClr val="001d3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8" name=""/>
          <p:cNvSpPr txBox="1"/>
          <p:nvPr/>
        </p:nvSpPr>
        <p:spPr>
          <a:xfrm>
            <a:off x="1505160" y="3236400"/>
            <a:ext cx="99576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790" spc="-1" strike="noStrike">
                <a:solidFill>
                  <a:srgbClr val="000000"/>
                </a:solidFill>
                <a:latin typeface="Calibri"/>
                <a:ea typeface="Calibri"/>
              </a:rPr>
              <a:t>[report return (stretch)]</a:t>
            </a:r>
            <a:endParaRPr b="0" lang="en-AU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9" name=""/>
          <p:cNvSpPr/>
          <p:nvPr/>
        </p:nvSpPr>
        <p:spPr>
          <a:xfrm>
            <a:off x="2982600" y="3854520"/>
            <a:ext cx="91440" cy="73440"/>
          </a:xfrm>
          <a:custGeom>
            <a:avLst/>
            <a:gdLst/>
            <a:ahLst/>
            <a:rect l="0" t="0" r="r" b="b"/>
            <a:pathLst>
              <a:path w="254" h="204">
                <a:moveTo>
                  <a:pt x="0" y="0"/>
                </a:moveTo>
                <a:lnTo>
                  <a:pt x="254" y="102"/>
                </a:lnTo>
                <a:lnTo>
                  <a:pt x="0" y="204"/>
                </a:lnTo>
                <a:lnTo>
                  <a:pt x="101" y="102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9000">
            <a:solidFill>
              <a:srgbClr val="001d3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0" name=""/>
          <p:cNvSpPr/>
          <p:nvPr/>
        </p:nvSpPr>
        <p:spPr>
          <a:xfrm>
            <a:off x="1125000" y="3890880"/>
            <a:ext cx="1912320" cy="0"/>
          </a:xfrm>
          <a:prstGeom prst="line">
            <a:avLst/>
          </a:prstGeom>
          <a:ln w="9000">
            <a:solidFill>
              <a:srgbClr val="001d3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1" name=""/>
          <p:cNvSpPr txBox="1"/>
          <p:nvPr/>
        </p:nvSpPr>
        <p:spPr>
          <a:xfrm>
            <a:off x="3247200" y="3436560"/>
            <a:ext cx="2644920" cy="14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939" spc="-1" strike="noStrike">
                <a:solidFill>
                  <a:srgbClr val="000000"/>
                </a:solidFill>
                <a:latin typeface="Calibri"/>
                <a:ea typeface="Calibri"/>
              </a:rPr>
              <a:t>post DiagnosticReport / ImagingStudy; Task completed</a:t>
            </a:r>
            <a:endParaRPr b="0" lang="en-AU" sz="93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2" name=""/>
          <p:cNvSpPr/>
          <p:nvPr/>
        </p:nvSpPr>
        <p:spPr>
          <a:xfrm>
            <a:off x="1134360" y="4143600"/>
            <a:ext cx="91440" cy="73080"/>
          </a:xfrm>
          <a:custGeom>
            <a:avLst/>
            <a:gdLst/>
            <a:ahLst/>
            <a:rect l="0" t="0" r="r" b="b"/>
            <a:pathLst>
              <a:path w="254" h="203">
                <a:moveTo>
                  <a:pt x="254" y="0"/>
                </a:moveTo>
                <a:lnTo>
                  <a:pt x="0" y="101"/>
                </a:lnTo>
                <a:lnTo>
                  <a:pt x="254" y="203"/>
                </a:lnTo>
                <a:lnTo>
                  <a:pt x="153" y="101"/>
                </a:lnTo>
                <a:lnTo>
                  <a:pt x="254" y="0"/>
                </a:lnTo>
                <a:close/>
              </a:path>
            </a:pathLst>
          </a:custGeom>
          <a:solidFill>
            <a:srgbClr val="001d34"/>
          </a:solidFill>
          <a:ln w="9000">
            <a:solidFill>
              <a:srgbClr val="001d3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3" name=""/>
          <p:cNvSpPr/>
          <p:nvPr/>
        </p:nvSpPr>
        <p:spPr>
          <a:xfrm>
            <a:off x="1170720" y="4175640"/>
            <a:ext cx="1912680" cy="9360"/>
          </a:xfrm>
          <a:custGeom>
            <a:avLst/>
            <a:gdLst/>
            <a:ahLst/>
            <a:rect l="0" t="0" r="r" b="b"/>
            <a:pathLst>
              <a:path w="5313" h="26">
                <a:moveTo>
                  <a:pt x="0" y="0"/>
                </a:moveTo>
                <a:lnTo>
                  <a:pt x="51" y="0"/>
                </a:lnTo>
                <a:lnTo>
                  <a:pt x="51" y="26"/>
                </a:lnTo>
                <a:lnTo>
                  <a:pt x="0" y="26"/>
                </a:lnTo>
                <a:lnTo>
                  <a:pt x="0" y="0"/>
                </a:lnTo>
                <a:moveTo>
                  <a:pt x="101" y="0"/>
                </a:moveTo>
                <a:lnTo>
                  <a:pt x="152" y="0"/>
                </a:lnTo>
                <a:lnTo>
                  <a:pt x="152" y="26"/>
                </a:lnTo>
                <a:lnTo>
                  <a:pt x="101" y="26"/>
                </a:lnTo>
                <a:lnTo>
                  <a:pt x="101" y="0"/>
                </a:lnTo>
                <a:moveTo>
                  <a:pt x="203" y="0"/>
                </a:moveTo>
                <a:lnTo>
                  <a:pt x="253" y="0"/>
                </a:lnTo>
                <a:lnTo>
                  <a:pt x="253" y="26"/>
                </a:lnTo>
                <a:lnTo>
                  <a:pt x="203" y="26"/>
                </a:lnTo>
                <a:lnTo>
                  <a:pt x="203" y="0"/>
                </a:lnTo>
                <a:moveTo>
                  <a:pt x="304" y="0"/>
                </a:moveTo>
                <a:lnTo>
                  <a:pt x="355" y="0"/>
                </a:lnTo>
                <a:lnTo>
                  <a:pt x="355" y="26"/>
                </a:lnTo>
                <a:lnTo>
                  <a:pt x="304" y="26"/>
                </a:lnTo>
                <a:lnTo>
                  <a:pt x="304" y="0"/>
                </a:lnTo>
                <a:moveTo>
                  <a:pt x="405" y="0"/>
                </a:moveTo>
                <a:lnTo>
                  <a:pt x="456" y="0"/>
                </a:lnTo>
                <a:lnTo>
                  <a:pt x="456" y="26"/>
                </a:lnTo>
                <a:lnTo>
                  <a:pt x="405" y="26"/>
                </a:lnTo>
                <a:lnTo>
                  <a:pt x="405" y="0"/>
                </a:lnTo>
                <a:moveTo>
                  <a:pt x="507" y="0"/>
                </a:moveTo>
                <a:lnTo>
                  <a:pt x="557" y="0"/>
                </a:lnTo>
                <a:lnTo>
                  <a:pt x="557" y="26"/>
                </a:lnTo>
                <a:lnTo>
                  <a:pt x="507" y="26"/>
                </a:lnTo>
                <a:lnTo>
                  <a:pt x="507" y="0"/>
                </a:lnTo>
                <a:moveTo>
                  <a:pt x="608" y="0"/>
                </a:moveTo>
                <a:lnTo>
                  <a:pt x="659" y="0"/>
                </a:lnTo>
                <a:lnTo>
                  <a:pt x="659" y="26"/>
                </a:lnTo>
                <a:lnTo>
                  <a:pt x="608" y="26"/>
                </a:lnTo>
                <a:lnTo>
                  <a:pt x="608" y="0"/>
                </a:lnTo>
                <a:moveTo>
                  <a:pt x="709" y="0"/>
                </a:moveTo>
                <a:lnTo>
                  <a:pt x="760" y="0"/>
                </a:lnTo>
                <a:lnTo>
                  <a:pt x="760" y="26"/>
                </a:lnTo>
                <a:lnTo>
                  <a:pt x="709" y="26"/>
                </a:lnTo>
                <a:lnTo>
                  <a:pt x="709" y="0"/>
                </a:lnTo>
                <a:moveTo>
                  <a:pt x="811" y="0"/>
                </a:moveTo>
                <a:lnTo>
                  <a:pt x="861" y="0"/>
                </a:lnTo>
                <a:lnTo>
                  <a:pt x="861" y="26"/>
                </a:lnTo>
                <a:lnTo>
                  <a:pt x="811" y="26"/>
                </a:lnTo>
                <a:lnTo>
                  <a:pt x="811" y="0"/>
                </a:lnTo>
                <a:moveTo>
                  <a:pt x="912" y="0"/>
                </a:moveTo>
                <a:lnTo>
                  <a:pt x="963" y="0"/>
                </a:lnTo>
                <a:lnTo>
                  <a:pt x="963" y="26"/>
                </a:lnTo>
                <a:lnTo>
                  <a:pt x="912" y="26"/>
                </a:lnTo>
                <a:lnTo>
                  <a:pt x="912" y="0"/>
                </a:lnTo>
                <a:moveTo>
                  <a:pt x="1013" y="0"/>
                </a:moveTo>
                <a:lnTo>
                  <a:pt x="1064" y="0"/>
                </a:lnTo>
                <a:lnTo>
                  <a:pt x="1064" y="26"/>
                </a:lnTo>
                <a:lnTo>
                  <a:pt x="1013" y="26"/>
                </a:lnTo>
                <a:lnTo>
                  <a:pt x="1013" y="0"/>
                </a:lnTo>
                <a:moveTo>
                  <a:pt x="1115" y="0"/>
                </a:moveTo>
                <a:lnTo>
                  <a:pt x="1165" y="0"/>
                </a:lnTo>
                <a:lnTo>
                  <a:pt x="1165" y="26"/>
                </a:lnTo>
                <a:lnTo>
                  <a:pt x="1115" y="26"/>
                </a:lnTo>
                <a:lnTo>
                  <a:pt x="1115" y="0"/>
                </a:lnTo>
                <a:moveTo>
                  <a:pt x="1216" y="0"/>
                </a:moveTo>
                <a:lnTo>
                  <a:pt x="1267" y="0"/>
                </a:lnTo>
                <a:lnTo>
                  <a:pt x="1267" y="26"/>
                </a:lnTo>
                <a:lnTo>
                  <a:pt x="1216" y="26"/>
                </a:lnTo>
                <a:lnTo>
                  <a:pt x="1216" y="0"/>
                </a:lnTo>
                <a:moveTo>
                  <a:pt x="1317" y="0"/>
                </a:moveTo>
                <a:lnTo>
                  <a:pt x="1368" y="0"/>
                </a:lnTo>
                <a:lnTo>
                  <a:pt x="1368" y="26"/>
                </a:lnTo>
                <a:lnTo>
                  <a:pt x="1317" y="26"/>
                </a:lnTo>
                <a:lnTo>
                  <a:pt x="1317" y="0"/>
                </a:lnTo>
                <a:moveTo>
                  <a:pt x="1419" y="0"/>
                </a:moveTo>
                <a:lnTo>
                  <a:pt x="1469" y="0"/>
                </a:lnTo>
                <a:lnTo>
                  <a:pt x="1469" y="26"/>
                </a:lnTo>
                <a:lnTo>
                  <a:pt x="1419" y="26"/>
                </a:lnTo>
                <a:lnTo>
                  <a:pt x="1419" y="0"/>
                </a:lnTo>
                <a:moveTo>
                  <a:pt x="1520" y="0"/>
                </a:moveTo>
                <a:lnTo>
                  <a:pt x="1571" y="0"/>
                </a:lnTo>
                <a:lnTo>
                  <a:pt x="1571" y="26"/>
                </a:lnTo>
                <a:lnTo>
                  <a:pt x="1520" y="26"/>
                </a:lnTo>
                <a:lnTo>
                  <a:pt x="1520" y="0"/>
                </a:lnTo>
                <a:moveTo>
                  <a:pt x="1621" y="0"/>
                </a:moveTo>
                <a:lnTo>
                  <a:pt x="1672" y="0"/>
                </a:lnTo>
                <a:lnTo>
                  <a:pt x="1672" y="26"/>
                </a:lnTo>
                <a:lnTo>
                  <a:pt x="1621" y="26"/>
                </a:lnTo>
                <a:lnTo>
                  <a:pt x="1621" y="0"/>
                </a:lnTo>
                <a:moveTo>
                  <a:pt x="1723" y="0"/>
                </a:moveTo>
                <a:lnTo>
                  <a:pt x="1773" y="0"/>
                </a:lnTo>
                <a:lnTo>
                  <a:pt x="1773" y="26"/>
                </a:lnTo>
                <a:lnTo>
                  <a:pt x="1723" y="26"/>
                </a:lnTo>
                <a:lnTo>
                  <a:pt x="1723" y="0"/>
                </a:lnTo>
                <a:moveTo>
                  <a:pt x="1824" y="0"/>
                </a:moveTo>
                <a:lnTo>
                  <a:pt x="1875" y="0"/>
                </a:lnTo>
                <a:lnTo>
                  <a:pt x="1875" y="26"/>
                </a:lnTo>
                <a:lnTo>
                  <a:pt x="1824" y="26"/>
                </a:lnTo>
                <a:lnTo>
                  <a:pt x="1824" y="0"/>
                </a:lnTo>
                <a:moveTo>
                  <a:pt x="1925" y="0"/>
                </a:moveTo>
                <a:lnTo>
                  <a:pt x="1976" y="0"/>
                </a:lnTo>
                <a:lnTo>
                  <a:pt x="1976" y="26"/>
                </a:lnTo>
                <a:lnTo>
                  <a:pt x="1925" y="26"/>
                </a:lnTo>
                <a:lnTo>
                  <a:pt x="1925" y="0"/>
                </a:lnTo>
                <a:moveTo>
                  <a:pt x="2027" y="0"/>
                </a:moveTo>
                <a:lnTo>
                  <a:pt x="2077" y="0"/>
                </a:lnTo>
                <a:lnTo>
                  <a:pt x="2077" y="26"/>
                </a:lnTo>
                <a:lnTo>
                  <a:pt x="2027" y="26"/>
                </a:lnTo>
                <a:lnTo>
                  <a:pt x="2027" y="0"/>
                </a:lnTo>
                <a:moveTo>
                  <a:pt x="2128" y="0"/>
                </a:moveTo>
                <a:lnTo>
                  <a:pt x="2179" y="0"/>
                </a:lnTo>
                <a:lnTo>
                  <a:pt x="2179" y="26"/>
                </a:lnTo>
                <a:lnTo>
                  <a:pt x="2128" y="26"/>
                </a:lnTo>
                <a:lnTo>
                  <a:pt x="2128" y="0"/>
                </a:lnTo>
                <a:moveTo>
                  <a:pt x="2229" y="0"/>
                </a:moveTo>
                <a:lnTo>
                  <a:pt x="2280" y="0"/>
                </a:lnTo>
                <a:lnTo>
                  <a:pt x="2280" y="26"/>
                </a:lnTo>
                <a:lnTo>
                  <a:pt x="2229" y="26"/>
                </a:lnTo>
                <a:lnTo>
                  <a:pt x="2229" y="0"/>
                </a:lnTo>
                <a:moveTo>
                  <a:pt x="2331" y="0"/>
                </a:moveTo>
                <a:lnTo>
                  <a:pt x="2381" y="0"/>
                </a:lnTo>
                <a:lnTo>
                  <a:pt x="2381" y="26"/>
                </a:lnTo>
                <a:lnTo>
                  <a:pt x="2331" y="26"/>
                </a:lnTo>
                <a:lnTo>
                  <a:pt x="2331" y="0"/>
                </a:lnTo>
                <a:moveTo>
                  <a:pt x="2432" y="0"/>
                </a:moveTo>
                <a:lnTo>
                  <a:pt x="2483" y="0"/>
                </a:lnTo>
                <a:lnTo>
                  <a:pt x="2483" y="26"/>
                </a:lnTo>
                <a:lnTo>
                  <a:pt x="2432" y="26"/>
                </a:lnTo>
                <a:lnTo>
                  <a:pt x="2432" y="0"/>
                </a:lnTo>
                <a:moveTo>
                  <a:pt x="2533" y="0"/>
                </a:moveTo>
                <a:lnTo>
                  <a:pt x="2584" y="0"/>
                </a:lnTo>
                <a:lnTo>
                  <a:pt x="2584" y="26"/>
                </a:lnTo>
                <a:lnTo>
                  <a:pt x="2533" y="26"/>
                </a:lnTo>
                <a:lnTo>
                  <a:pt x="2533" y="0"/>
                </a:lnTo>
                <a:moveTo>
                  <a:pt x="2635" y="0"/>
                </a:moveTo>
                <a:lnTo>
                  <a:pt x="2685" y="0"/>
                </a:lnTo>
                <a:lnTo>
                  <a:pt x="2685" y="26"/>
                </a:lnTo>
                <a:lnTo>
                  <a:pt x="2635" y="26"/>
                </a:lnTo>
                <a:lnTo>
                  <a:pt x="2635" y="0"/>
                </a:lnTo>
                <a:moveTo>
                  <a:pt x="2736" y="0"/>
                </a:moveTo>
                <a:lnTo>
                  <a:pt x="2787" y="0"/>
                </a:lnTo>
                <a:lnTo>
                  <a:pt x="2787" y="26"/>
                </a:lnTo>
                <a:lnTo>
                  <a:pt x="2736" y="26"/>
                </a:lnTo>
                <a:lnTo>
                  <a:pt x="2736" y="0"/>
                </a:lnTo>
                <a:moveTo>
                  <a:pt x="2837" y="0"/>
                </a:moveTo>
                <a:lnTo>
                  <a:pt x="2888" y="0"/>
                </a:lnTo>
                <a:lnTo>
                  <a:pt x="2888" y="26"/>
                </a:lnTo>
                <a:lnTo>
                  <a:pt x="2837" y="26"/>
                </a:lnTo>
                <a:lnTo>
                  <a:pt x="2837" y="0"/>
                </a:lnTo>
                <a:moveTo>
                  <a:pt x="2939" y="0"/>
                </a:moveTo>
                <a:lnTo>
                  <a:pt x="2989" y="0"/>
                </a:lnTo>
                <a:lnTo>
                  <a:pt x="2989" y="26"/>
                </a:lnTo>
                <a:lnTo>
                  <a:pt x="2939" y="26"/>
                </a:lnTo>
                <a:lnTo>
                  <a:pt x="2939" y="0"/>
                </a:lnTo>
                <a:moveTo>
                  <a:pt x="3040" y="0"/>
                </a:moveTo>
                <a:lnTo>
                  <a:pt x="3091" y="0"/>
                </a:lnTo>
                <a:lnTo>
                  <a:pt x="3091" y="26"/>
                </a:lnTo>
                <a:lnTo>
                  <a:pt x="3040" y="26"/>
                </a:lnTo>
                <a:lnTo>
                  <a:pt x="3040" y="0"/>
                </a:lnTo>
                <a:moveTo>
                  <a:pt x="3141" y="0"/>
                </a:moveTo>
                <a:lnTo>
                  <a:pt x="3192" y="0"/>
                </a:lnTo>
                <a:lnTo>
                  <a:pt x="3192" y="26"/>
                </a:lnTo>
                <a:lnTo>
                  <a:pt x="3141" y="26"/>
                </a:lnTo>
                <a:lnTo>
                  <a:pt x="3141" y="0"/>
                </a:lnTo>
                <a:moveTo>
                  <a:pt x="3243" y="0"/>
                </a:moveTo>
                <a:lnTo>
                  <a:pt x="3293" y="0"/>
                </a:lnTo>
                <a:lnTo>
                  <a:pt x="3293" y="26"/>
                </a:lnTo>
                <a:lnTo>
                  <a:pt x="3243" y="26"/>
                </a:lnTo>
                <a:lnTo>
                  <a:pt x="3243" y="0"/>
                </a:lnTo>
                <a:moveTo>
                  <a:pt x="3344" y="0"/>
                </a:moveTo>
                <a:lnTo>
                  <a:pt x="3395" y="0"/>
                </a:lnTo>
                <a:lnTo>
                  <a:pt x="3395" y="26"/>
                </a:lnTo>
                <a:lnTo>
                  <a:pt x="3344" y="26"/>
                </a:lnTo>
                <a:lnTo>
                  <a:pt x="3344" y="0"/>
                </a:lnTo>
                <a:moveTo>
                  <a:pt x="3445" y="0"/>
                </a:moveTo>
                <a:lnTo>
                  <a:pt x="3496" y="0"/>
                </a:lnTo>
                <a:lnTo>
                  <a:pt x="3496" y="26"/>
                </a:lnTo>
                <a:lnTo>
                  <a:pt x="3445" y="26"/>
                </a:lnTo>
                <a:lnTo>
                  <a:pt x="3445" y="0"/>
                </a:lnTo>
                <a:moveTo>
                  <a:pt x="3547" y="0"/>
                </a:moveTo>
                <a:lnTo>
                  <a:pt x="3597" y="0"/>
                </a:lnTo>
                <a:lnTo>
                  <a:pt x="3597" y="26"/>
                </a:lnTo>
                <a:lnTo>
                  <a:pt x="3547" y="26"/>
                </a:lnTo>
                <a:lnTo>
                  <a:pt x="3547" y="0"/>
                </a:lnTo>
                <a:moveTo>
                  <a:pt x="3648" y="0"/>
                </a:moveTo>
                <a:lnTo>
                  <a:pt x="3699" y="0"/>
                </a:lnTo>
                <a:lnTo>
                  <a:pt x="3699" y="26"/>
                </a:lnTo>
                <a:lnTo>
                  <a:pt x="3648" y="26"/>
                </a:lnTo>
                <a:lnTo>
                  <a:pt x="3648" y="0"/>
                </a:lnTo>
                <a:moveTo>
                  <a:pt x="3749" y="0"/>
                </a:moveTo>
                <a:lnTo>
                  <a:pt x="3800" y="0"/>
                </a:lnTo>
                <a:lnTo>
                  <a:pt x="3800" y="26"/>
                </a:lnTo>
                <a:lnTo>
                  <a:pt x="3749" y="26"/>
                </a:lnTo>
                <a:lnTo>
                  <a:pt x="3749" y="0"/>
                </a:lnTo>
                <a:moveTo>
                  <a:pt x="3851" y="0"/>
                </a:moveTo>
                <a:lnTo>
                  <a:pt x="3901" y="0"/>
                </a:lnTo>
                <a:lnTo>
                  <a:pt x="3901" y="26"/>
                </a:lnTo>
                <a:lnTo>
                  <a:pt x="3851" y="26"/>
                </a:lnTo>
                <a:lnTo>
                  <a:pt x="3851" y="0"/>
                </a:lnTo>
                <a:moveTo>
                  <a:pt x="3952" y="0"/>
                </a:moveTo>
                <a:lnTo>
                  <a:pt x="4003" y="0"/>
                </a:lnTo>
                <a:lnTo>
                  <a:pt x="4003" y="26"/>
                </a:lnTo>
                <a:lnTo>
                  <a:pt x="3952" y="26"/>
                </a:lnTo>
                <a:lnTo>
                  <a:pt x="3952" y="0"/>
                </a:lnTo>
                <a:moveTo>
                  <a:pt x="4053" y="0"/>
                </a:moveTo>
                <a:lnTo>
                  <a:pt x="4104" y="0"/>
                </a:lnTo>
                <a:lnTo>
                  <a:pt x="4104" y="26"/>
                </a:lnTo>
                <a:lnTo>
                  <a:pt x="4053" y="26"/>
                </a:lnTo>
                <a:lnTo>
                  <a:pt x="4053" y="0"/>
                </a:lnTo>
                <a:moveTo>
                  <a:pt x="4155" y="0"/>
                </a:moveTo>
                <a:lnTo>
                  <a:pt x="4205" y="0"/>
                </a:lnTo>
                <a:lnTo>
                  <a:pt x="4205" y="26"/>
                </a:lnTo>
                <a:lnTo>
                  <a:pt x="4155" y="26"/>
                </a:lnTo>
                <a:lnTo>
                  <a:pt x="4155" y="0"/>
                </a:lnTo>
                <a:moveTo>
                  <a:pt x="4256" y="0"/>
                </a:moveTo>
                <a:lnTo>
                  <a:pt x="4307" y="0"/>
                </a:lnTo>
                <a:lnTo>
                  <a:pt x="4307" y="26"/>
                </a:lnTo>
                <a:lnTo>
                  <a:pt x="4256" y="26"/>
                </a:lnTo>
                <a:lnTo>
                  <a:pt x="4256" y="0"/>
                </a:lnTo>
                <a:moveTo>
                  <a:pt x="4357" y="0"/>
                </a:moveTo>
                <a:lnTo>
                  <a:pt x="4408" y="0"/>
                </a:lnTo>
                <a:lnTo>
                  <a:pt x="4408" y="26"/>
                </a:lnTo>
                <a:lnTo>
                  <a:pt x="4357" y="26"/>
                </a:lnTo>
                <a:lnTo>
                  <a:pt x="4357" y="0"/>
                </a:lnTo>
                <a:moveTo>
                  <a:pt x="4459" y="0"/>
                </a:moveTo>
                <a:lnTo>
                  <a:pt x="4509" y="0"/>
                </a:lnTo>
                <a:lnTo>
                  <a:pt x="4509" y="26"/>
                </a:lnTo>
                <a:lnTo>
                  <a:pt x="4459" y="26"/>
                </a:lnTo>
                <a:lnTo>
                  <a:pt x="4459" y="0"/>
                </a:lnTo>
                <a:moveTo>
                  <a:pt x="4560" y="0"/>
                </a:moveTo>
                <a:lnTo>
                  <a:pt x="4611" y="0"/>
                </a:lnTo>
                <a:lnTo>
                  <a:pt x="4611" y="26"/>
                </a:lnTo>
                <a:lnTo>
                  <a:pt x="4560" y="26"/>
                </a:lnTo>
                <a:lnTo>
                  <a:pt x="4560" y="0"/>
                </a:lnTo>
                <a:moveTo>
                  <a:pt x="4661" y="0"/>
                </a:moveTo>
                <a:lnTo>
                  <a:pt x="4712" y="0"/>
                </a:lnTo>
                <a:lnTo>
                  <a:pt x="4712" y="26"/>
                </a:lnTo>
                <a:lnTo>
                  <a:pt x="4661" y="26"/>
                </a:lnTo>
                <a:lnTo>
                  <a:pt x="4661" y="0"/>
                </a:lnTo>
                <a:moveTo>
                  <a:pt x="4764" y="0"/>
                </a:moveTo>
                <a:lnTo>
                  <a:pt x="4814" y="0"/>
                </a:lnTo>
                <a:lnTo>
                  <a:pt x="4814" y="26"/>
                </a:lnTo>
                <a:lnTo>
                  <a:pt x="4764" y="26"/>
                </a:lnTo>
                <a:lnTo>
                  <a:pt x="4764" y="0"/>
                </a:lnTo>
                <a:moveTo>
                  <a:pt x="4865" y="0"/>
                </a:moveTo>
                <a:lnTo>
                  <a:pt x="4916" y="0"/>
                </a:lnTo>
                <a:lnTo>
                  <a:pt x="4916" y="26"/>
                </a:lnTo>
                <a:lnTo>
                  <a:pt x="4865" y="26"/>
                </a:lnTo>
                <a:lnTo>
                  <a:pt x="4865" y="0"/>
                </a:lnTo>
                <a:moveTo>
                  <a:pt x="4966" y="0"/>
                </a:moveTo>
                <a:lnTo>
                  <a:pt x="5017" y="0"/>
                </a:lnTo>
                <a:lnTo>
                  <a:pt x="5017" y="26"/>
                </a:lnTo>
                <a:lnTo>
                  <a:pt x="4966" y="26"/>
                </a:lnTo>
                <a:lnTo>
                  <a:pt x="4966" y="0"/>
                </a:lnTo>
                <a:moveTo>
                  <a:pt x="5068" y="0"/>
                </a:moveTo>
                <a:lnTo>
                  <a:pt x="5118" y="0"/>
                </a:lnTo>
                <a:lnTo>
                  <a:pt x="5118" y="26"/>
                </a:lnTo>
                <a:lnTo>
                  <a:pt x="5068" y="26"/>
                </a:lnTo>
                <a:lnTo>
                  <a:pt x="5068" y="0"/>
                </a:lnTo>
                <a:moveTo>
                  <a:pt x="5169" y="0"/>
                </a:moveTo>
                <a:lnTo>
                  <a:pt x="5220" y="0"/>
                </a:lnTo>
                <a:lnTo>
                  <a:pt x="5220" y="26"/>
                </a:lnTo>
                <a:lnTo>
                  <a:pt x="5169" y="26"/>
                </a:lnTo>
                <a:lnTo>
                  <a:pt x="5169" y="0"/>
                </a:lnTo>
                <a:moveTo>
                  <a:pt x="5271" y="0"/>
                </a:moveTo>
                <a:lnTo>
                  <a:pt x="5313" y="0"/>
                </a:lnTo>
                <a:lnTo>
                  <a:pt x="5313" y="26"/>
                </a:lnTo>
                <a:lnTo>
                  <a:pt x="5271" y="26"/>
                </a:lnTo>
                <a:lnTo>
                  <a:pt x="5271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4" name=""/>
          <p:cNvSpPr txBox="1"/>
          <p:nvPr/>
        </p:nvSpPr>
        <p:spPr>
          <a:xfrm>
            <a:off x="1189080" y="3725280"/>
            <a:ext cx="462600" cy="14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939" spc="-1" strike="noStrike">
                <a:solidFill>
                  <a:srgbClr val="000000"/>
                </a:solidFill>
                <a:latin typeface="Calibri"/>
                <a:ea typeface="Calibri"/>
              </a:rPr>
              <a:t>read Task</a:t>
            </a:r>
            <a:endParaRPr b="0" lang="en-AU" sz="93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5" name=""/>
          <p:cNvSpPr txBox="1"/>
          <p:nvPr/>
        </p:nvSpPr>
        <p:spPr>
          <a:xfrm>
            <a:off x="1280160" y="4014360"/>
            <a:ext cx="1164960" cy="14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939" spc="-1" strike="noStrike">
                <a:solidFill>
                  <a:srgbClr val="000000"/>
                </a:solidFill>
                <a:latin typeface="Calibri"/>
                <a:ea typeface="Calibri"/>
              </a:rPr>
              <a:t>Task status = completed</a:t>
            </a:r>
            <a:endParaRPr b="0" lang="en-AU" sz="93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6" name=""/>
          <p:cNvSpPr txBox="1"/>
          <p:nvPr/>
        </p:nvSpPr>
        <p:spPr>
          <a:xfrm>
            <a:off x="666720" y="5631480"/>
            <a:ext cx="719244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Track status through to </a:t>
            </a:r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Booked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; report return closes the Task (stretch).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7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8" name=""/>
          <p:cNvSpPr txBox="1"/>
          <p:nvPr/>
        </p:nvSpPr>
        <p:spPr>
          <a:xfrm>
            <a:off x="11790360" y="6345000"/>
            <a:ext cx="2282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777777"/>
                </a:solidFill>
                <a:latin typeface="Calibri"/>
                <a:ea typeface="Calibri"/>
              </a:rPr>
              <a:t>8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2" name=""/>
          <p:cNvSpPr/>
          <p:nvPr/>
        </p:nvSpPr>
        <p:spPr>
          <a:xfrm>
            <a:off x="666720" y="2295360"/>
            <a:ext cx="10858680" cy="28800"/>
          </a:xfrm>
          <a:custGeom>
            <a:avLst/>
            <a:gdLst/>
            <a:ahLst/>
            <a:rect l="0" t="0" r="r" b="b"/>
            <a:pathLst>
              <a:path w="30163" h="80">
                <a:moveTo>
                  <a:pt x="0" y="0"/>
                </a:moveTo>
                <a:lnTo>
                  <a:pt x="30163" y="0"/>
                </a:lnTo>
                <a:lnTo>
                  <a:pt x="30163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3" name=""/>
          <p:cNvSpPr/>
          <p:nvPr/>
        </p:nvSpPr>
        <p:spPr>
          <a:xfrm>
            <a:off x="942840" y="262872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6"/>
                </a:moveTo>
                <a:cubicBezTo>
                  <a:pt x="213" y="120"/>
                  <a:pt x="210" y="133"/>
                  <a:pt x="204" y="146"/>
                </a:cubicBezTo>
                <a:cubicBezTo>
                  <a:pt x="199" y="159"/>
                  <a:pt x="191" y="171"/>
                  <a:pt x="182" y="181"/>
                </a:cubicBezTo>
                <a:cubicBezTo>
                  <a:pt x="172" y="192"/>
                  <a:pt x="160" y="199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199"/>
                  <a:pt x="42" y="192"/>
                  <a:pt x="32" y="181"/>
                </a:cubicBezTo>
                <a:cubicBezTo>
                  <a:pt x="22" y="171"/>
                  <a:pt x="13" y="159"/>
                  <a:pt x="8" y="146"/>
                </a:cubicBezTo>
                <a:cubicBezTo>
                  <a:pt x="3" y="133"/>
                  <a:pt x="0" y="120"/>
                  <a:pt x="0" y="106"/>
                </a:cubicBez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2" y="41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4" name=""/>
          <p:cNvSpPr txBox="1"/>
          <p:nvPr/>
        </p:nvSpPr>
        <p:spPr>
          <a:xfrm>
            <a:off x="666720" y="1834920"/>
            <a:ext cx="253224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550" spc="-1" strike="noStrike">
                <a:solidFill>
                  <a:srgbClr val="00a9ce"/>
                </a:solidFill>
                <a:latin typeface="Calibri"/>
                <a:ea typeface="Calibri"/>
              </a:rPr>
              <a:t>Standards in scope</a:t>
            </a:r>
            <a:endParaRPr b="0" lang="en-AU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5" name=""/>
          <p:cNvSpPr/>
          <p:nvPr/>
        </p:nvSpPr>
        <p:spPr>
          <a:xfrm>
            <a:off x="942840" y="306684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7"/>
                </a:moveTo>
                <a:cubicBezTo>
                  <a:pt x="213" y="121"/>
                  <a:pt x="210" y="134"/>
                  <a:pt x="204" y="147"/>
                </a:cubicBezTo>
                <a:cubicBezTo>
                  <a:pt x="199" y="160"/>
                  <a:pt x="191" y="172"/>
                  <a:pt x="182" y="182"/>
                </a:cubicBezTo>
                <a:cubicBezTo>
                  <a:pt x="172" y="192"/>
                  <a:pt x="160" y="199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199"/>
                  <a:pt x="42" y="192"/>
                  <a:pt x="32" y="182"/>
                </a:cubicBezTo>
                <a:cubicBezTo>
                  <a:pt x="22" y="172"/>
                  <a:pt x="13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3"/>
                  <a:pt x="3" y="79"/>
                  <a:pt x="8" y="66"/>
                </a:cubicBezTo>
                <a:cubicBezTo>
                  <a:pt x="13" y="53"/>
                  <a:pt x="22" y="42"/>
                  <a:pt x="32" y="32"/>
                </a:cubicBezTo>
                <a:cubicBezTo>
                  <a:pt x="42" y="21"/>
                  <a:pt x="53" y="14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4"/>
                  <a:pt x="172" y="21"/>
                  <a:pt x="182" y="32"/>
                </a:cubicBezTo>
                <a:cubicBezTo>
                  <a:pt x="191" y="42"/>
                  <a:pt x="199" y="53"/>
                  <a:pt x="204" y="66"/>
                </a:cubicBezTo>
                <a:cubicBezTo>
                  <a:pt x="210" y="79"/>
                  <a:pt x="213" y="93"/>
                  <a:pt x="213" y="107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6" name=""/>
          <p:cNvSpPr txBox="1"/>
          <p:nvPr/>
        </p:nvSpPr>
        <p:spPr>
          <a:xfrm>
            <a:off x="1162080" y="2507400"/>
            <a:ext cx="882504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AU Core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— Patient, Practitioner, PractitionerRole, Organization, Condition, Observation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7" name=""/>
          <p:cNvSpPr/>
          <p:nvPr/>
        </p:nvSpPr>
        <p:spPr>
          <a:xfrm>
            <a:off x="942840" y="349560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7"/>
                </a:moveTo>
                <a:cubicBezTo>
                  <a:pt x="213" y="121"/>
                  <a:pt x="210" y="134"/>
                  <a:pt x="204" y="147"/>
                </a:cubicBezTo>
                <a:cubicBezTo>
                  <a:pt x="199" y="160"/>
                  <a:pt x="191" y="171"/>
                  <a:pt x="182" y="181"/>
                </a:cubicBezTo>
                <a:cubicBezTo>
                  <a:pt x="172" y="191"/>
                  <a:pt x="160" y="199"/>
                  <a:pt x="147" y="204"/>
                </a:cubicBezTo>
                <a:cubicBezTo>
                  <a:pt x="134" y="210"/>
                  <a:pt x="121" y="212"/>
                  <a:pt x="107" y="212"/>
                </a:cubicBezTo>
                <a:cubicBezTo>
                  <a:pt x="93" y="212"/>
                  <a:pt x="79" y="210"/>
                  <a:pt x="66" y="204"/>
                </a:cubicBezTo>
                <a:cubicBezTo>
                  <a:pt x="53" y="199"/>
                  <a:pt x="42" y="191"/>
                  <a:pt x="32" y="181"/>
                </a:cubicBezTo>
                <a:cubicBezTo>
                  <a:pt x="22" y="171"/>
                  <a:pt x="13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2" y="41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2"/>
                  <a:pt x="93" y="0"/>
                  <a:pt x="107" y="0"/>
                </a:cubicBezTo>
                <a:cubicBezTo>
                  <a:pt x="121" y="0"/>
                  <a:pt x="134" y="2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3" y="92"/>
                  <a:pt x="213" y="107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8" name=""/>
          <p:cNvSpPr txBox="1"/>
          <p:nvPr/>
        </p:nvSpPr>
        <p:spPr>
          <a:xfrm>
            <a:off x="1162080" y="2945520"/>
            <a:ext cx="922104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AU eRequesting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— imaging ServiceRequest, Group + fulﬁlment Task (baseline to align with)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9" name=""/>
          <p:cNvSpPr/>
          <p:nvPr/>
        </p:nvSpPr>
        <p:spPr>
          <a:xfrm>
            <a:off x="942840" y="393372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6"/>
                </a:moveTo>
                <a:cubicBezTo>
                  <a:pt x="213" y="120"/>
                  <a:pt x="210" y="133"/>
                  <a:pt x="204" y="146"/>
                </a:cubicBezTo>
                <a:cubicBezTo>
                  <a:pt x="199" y="160"/>
                  <a:pt x="191" y="172"/>
                  <a:pt x="182" y="181"/>
                </a:cubicBezTo>
                <a:cubicBezTo>
                  <a:pt x="172" y="191"/>
                  <a:pt x="160" y="199"/>
                  <a:pt x="147" y="204"/>
                </a:cubicBezTo>
                <a:cubicBezTo>
                  <a:pt x="134" y="210"/>
                  <a:pt x="121" y="212"/>
                  <a:pt x="107" y="212"/>
                </a:cubicBezTo>
                <a:cubicBezTo>
                  <a:pt x="93" y="212"/>
                  <a:pt x="79" y="210"/>
                  <a:pt x="66" y="204"/>
                </a:cubicBezTo>
                <a:cubicBezTo>
                  <a:pt x="53" y="199"/>
                  <a:pt x="42" y="191"/>
                  <a:pt x="32" y="181"/>
                </a:cubicBezTo>
                <a:cubicBezTo>
                  <a:pt x="22" y="172"/>
                  <a:pt x="13" y="160"/>
                  <a:pt x="8" y="146"/>
                </a:cubicBezTo>
                <a:cubicBezTo>
                  <a:pt x="3" y="133"/>
                  <a:pt x="0" y="120"/>
                  <a:pt x="0" y="106"/>
                </a:cubicBez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2" y="41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2"/>
                  <a:pt x="93" y="0"/>
                  <a:pt x="107" y="0"/>
                </a:cubicBezTo>
                <a:cubicBezTo>
                  <a:pt x="121" y="0"/>
                  <a:pt x="134" y="2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20" name=""/>
          <p:cNvSpPr txBox="1"/>
          <p:nvPr/>
        </p:nvSpPr>
        <p:spPr>
          <a:xfrm>
            <a:off x="1162080" y="3374280"/>
            <a:ext cx="989136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QH FHIR Referrals IG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— QH extensions: referral category, urgency, facility identiﬁers </a:t>
            </a:r>
            <a:r>
              <a:rPr b="0" i="1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(version TBC)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1" name=""/>
          <p:cNvSpPr/>
          <p:nvPr/>
        </p:nvSpPr>
        <p:spPr>
          <a:xfrm>
            <a:off x="942840" y="436212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7"/>
                </a:moveTo>
                <a:cubicBezTo>
                  <a:pt x="213" y="121"/>
                  <a:pt x="210" y="135"/>
                  <a:pt x="204" y="148"/>
                </a:cubicBezTo>
                <a:cubicBezTo>
                  <a:pt x="199" y="161"/>
                  <a:pt x="191" y="172"/>
                  <a:pt x="182" y="182"/>
                </a:cubicBezTo>
                <a:cubicBezTo>
                  <a:pt x="172" y="192"/>
                  <a:pt x="160" y="200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200"/>
                  <a:pt x="42" y="192"/>
                  <a:pt x="32" y="182"/>
                </a:cubicBezTo>
                <a:cubicBezTo>
                  <a:pt x="22" y="172"/>
                  <a:pt x="13" y="161"/>
                  <a:pt x="8" y="148"/>
                </a:cubicBezTo>
                <a:cubicBezTo>
                  <a:pt x="3" y="135"/>
                  <a:pt x="0" y="121"/>
                  <a:pt x="0" y="107"/>
                </a:cubicBezTo>
                <a:cubicBezTo>
                  <a:pt x="0" y="93"/>
                  <a:pt x="3" y="80"/>
                  <a:pt x="8" y="67"/>
                </a:cubicBezTo>
                <a:cubicBezTo>
                  <a:pt x="13" y="54"/>
                  <a:pt x="22" y="42"/>
                  <a:pt x="32" y="32"/>
                </a:cubicBezTo>
                <a:cubicBezTo>
                  <a:pt x="42" y="22"/>
                  <a:pt x="53" y="14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4"/>
                  <a:pt x="172" y="22"/>
                  <a:pt x="182" y="32"/>
                </a:cubicBezTo>
                <a:cubicBezTo>
                  <a:pt x="191" y="42"/>
                  <a:pt x="199" y="54"/>
                  <a:pt x="204" y="67"/>
                </a:cubicBezTo>
                <a:cubicBezTo>
                  <a:pt x="210" y="80"/>
                  <a:pt x="213" y="93"/>
                  <a:pt x="213" y="107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22" name=""/>
          <p:cNvSpPr txBox="1"/>
          <p:nvPr/>
        </p:nvSpPr>
        <p:spPr>
          <a:xfrm>
            <a:off x="1162080" y="3812400"/>
            <a:ext cx="793908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HCPD / Provider Directory IG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— directory resources and search </a:t>
            </a:r>
            <a:r>
              <a:rPr b="0" i="1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(spec pending)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3" name=""/>
          <p:cNvSpPr/>
          <p:nvPr/>
        </p:nvSpPr>
        <p:spPr>
          <a:xfrm>
            <a:off x="942840" y="480024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7"/>
                </a:moveTo>
                <a:cubicBezTo>
                  <a:pt x="213" y="121"/>
                  <a:pt x="210" y="135"/>
                  <a:pt x="204" y="148"/>
                </a:cubicBezTo>
                <a:cubicBezTo>
                  <a:pt x="199" y="161"/>
                  <a:pt x="191" y="172"/>
                  <a:pt x="182" y="182"/>
                </a:cubicBezTo>
                <a:cubicBezTo>
                  <a:pt x="172" y="192"/>
                  <a:pt x="160" y="200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200"/>
                  <a:pt x="42" y="192"/>
                  <a:pt x="32" y="182"/>
                </a:cubicBezTo>
                <a:cubicBezTo>
                  <a:pt x="22" y="172"/>
                  <a:pt x="13" y="161"/>
                  <a:pt x="8" y="148"/>
                </a:cubicBezTo>
                <a:cubicBezTo>
                  <a:pt x="3" y="135"/>
                  <a:pt x="0" y="121"/>
                  <a:pt x="0" y="107"/>
                </a:cubicBezTo>
                <a:cubicBezTo>
                  <a:pt x="0" y="93"/>
                  <a:pt x="3" y="80"/>
                  <a:pt x="8" y="67"/>
                </a:cubicBezTo>
                <a:cubicBezTo>
                  <a:pt x="13" y="53"/>
                  <a:pt x="22" y="41"/>
                  <a:pt x="32" y="31"/>
                </a:cubicBezTo>
                <a:cubicBezTo>
                  <a:pt x="42" y="22"/>
                  <a:pt x="53" y="14"/>
                  <a:pt x="66" y="9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9"/>
                </a:cubicBezTo>
                <a:cubicBezTo>
                  <a:pt x="160" y="14"/>
                  <a:pt x="172" y="22"/>
                  <a:pt x="182" y="31"/>
                </a:cubicBezTo>
                <a:cubicBezTo>
                  <a:pt x="191" y="41"/>
                  <a:pt x="199" y="53"/>
                  <a:pt x="204" y="67"/>
                </a:cubicBezTo>
                <a:cubicBezTo>
                  <a:pt x="210" y="80"/>
                  <a:pt x="213" y="93"/>
                  <a:pt x="213" y="107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24" name=""/>
          <p:cNvSpPr txBox="1"/>
          <p:nvPr/>
        </p:nvSpPr>
        <p:spPr>
          <a:xfrm>
            <a:off x="1162080" y="4241160"/>
            <a:ext cx="518976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FHIR R4 Scheduling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— Schedule, Slot, Appointment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5" name=""/>
          <p:cNvSpPr/>
          <p:nvPr/>
        </p:nvSpPr>
        <p:spPr>
          <a:xfrm>
            <a:off x="4086000" y="4705200"/>
            <a:ext cx="1048320" cy="314640"/>
          </a:xfrm>
          <a:custGeom>
            <a:avLst/>
            <a:gdLst/>
            <a:ahLst/>
            <a:rect l="0" t="0" r="r" b="b"/>
            <a:pathLst>
              <a:path w="2912" h="874">
                <a:moveTo>
                  <a:pt x="0" y="715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7"/>
                  <a:pt x="8" y="108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3" y="62"/>
                  <a:pt x="39" y="54"/>
                  <a:pt x="47" y="46"/>
                </a:cubicBezTo>
                <a:cubicBezTo>
                  <a:pt x="54" y="39"/>
                  <a:pt x="62" y="32"/>
                  <a:pt x="71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2753" y="0"/>
                </a:lnTo>
                <a:cubicBezTo>
                  <a:pt x="2763" y="0"/>
                  <a:pt x="2774" y="1"/>
                  <a:pt x="2784" y="3"/>
                </a:cubicBezTo>
                <a:cubicBezTo>
                  <a:pt x="2794" y="5"/>
                  <a:pt x="2804" y="8"/>
                  <a:pt x="2814" y="12"/>
                </a:cubicBezTo>
                <a:cubicBezTo>
                  <a:pt x="2823" y="16"/>
                  <a:pt x="2832" y="21"/>
                  <a:pt x="2841" y="27"/>
                </a:cubicBezTo>
                <a:cubicBezTo>
                  <a:pt x="2850" y="32"/>
                  <a:pt x="2858" y="39"/>
                  <a:pt x="2865" y="46"/>
                </a:cubicBezTo>
                <a:cubicBezTo>
                  <a:pt x="2872" y="54"/>
                  <a:pt x="2879" y="62"/>
                  <a:pt x="2885" y="70"/>
                </a:cubicBezTo>
                <a:cubicBezTo>
                  <a:pt x="2891" y="79"/>
                  <a:pt x="2895" y="88"/>
                  <a:pt x="2899" y="98"/>
                </a:cubicBezTo>
                <a:cubicBezTo>
                  <a:pt x="2903" y="108"/>
                  <a:pt x="2906" y="117"/>
                  <a:pt x="2908" y="128"/>
                </a:cubicBezTo>
                <a:cubicBezTo>
                  <a:pt x="2911" y="138"/>
                  <a:pt x="2912" y="148"/>
                  <a:pt x="2912" y="159"/>
                </a:cubicBezTo>
                <a:lnTo>
                  <a:pt x="2912" y="715"/>
                </a:lnTo>
                <a:cubicBezTo>
                  <a:pt x="2912" y="726"/>
                  <a:pt x="2911" y="736"/>
                  <a:pt x="2908" y="746"/>
                </a:cubicBezTo>
                <a:cubicBezTo>
                  <a:pt x="2906" y="756"/>
                  <a:pt x="2903" y="766"/>
                  <a:pt x="2899" y="776"/>
                </a:cubicBezTo>
                <a:cubicBezTo>
                  <a:pt x="2895" y="786"/>
                  <a:pt x="2891" y="795"/>
                  <a:pt x="2885" y="803"/>
                </a:cubicBezTo>
                <a:cubicBezTo>
                  <a:pt x="2879" y="812"/>
                  <a:pt x="2872" y="820"/>
                  <a:pt x="2865" y="828"/>
                </a:cubicBezTo>
                <a:cubicBezTo>
                  <a:pt x="2858" y="835"/>
                  <a:pt x="2850" y="841"/>
                  <a:pt x="2841" y="847"/>
                </a:cubicBezTo>
                <a:cubicBezTo>
                  <a:pt x="2832" y="853"/>
                  <a:pt x="2823" y="858"/>
                  <a:pt x="2814" y="862"/>
                </a:cubicBezTo>
                <a:cubicBezTo>
                  <a:pt x="2804" y="866"/>
                  <a:pt x="2794" y="869"/>
                  <a:pt x="2784" y="871"/>
                </a:cubicBezTo>
                <a:cubicBezTo>
                  <a:pt x="2774" y="873"/>
                  <a:pt x="2763" y="874"/>
                  <a:pt x="2753" y="874"/>
                </a:cubicBezTo>
                <a:lnTo>
                  <a:pt x="159" y="874"/>
                </a:lnTo>
                <a:cubicBezTo>
                  <a:pt x="148" y="874"/>
                  <a:pt x="138" y="873"/>
                  <a:pt x="128" y="871"/>
                </a:cubicBezTo>
                <a:cubicBezTo>
                  <a:pt x="118" y="869"/>
                  <a:pt x="108" y="866"/>
                  <a:pt x="98" y="862"/>
                </a:cubicBezTo>
                <a:cubicBezTo>
                  <a:pt x="88" y="858"/>
                  <a:pt x="79" y="853"/>
                  <a:pt x="71" y="847"/>
                </a:cubicBezTo>
                <a:cubicBezTo>
                  <a:pt x="62" y="841"/>
                  <a:pt x="54" y="835"/>
                  <a:pt x="47" y="828"/>
                </a:cubicBezTo>
                <a:cubicBezTo>
                  <a:pt x="39" y="820"/>
                  <a:pt x="33" y="812"/>
                  <a:pt x="27" y="803"/>
                </a:cubicBezTo>
                <a:cubicBezTo>
                  <a:pt x="21" y="795"/>
                  <a:pt x="16" y="786"/>
                  <a:pt x="12" y="776"/>
                </a:cubicBezTo>
                <a:cubicBezTo>
                  <a:pt x="8" y="766"/>
                  <a:pt x="5" y="756"/>
                  <a:pt x="3" y="746"/>
                </a:cubicBezTo>
                <a:cubicBezTo>
                  <a:pt x="1" y="736"/>
                  <a:pt x="0" y="726"/>
                  <a:pt x="0" y="715"/>
                </a:cubicBez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6" name=""/>
          <p:cNvSpPr txBox="1"/>
          <p:nvPr/>
        </p:nvSpPr>
        <p:spPr>
          <a:xfrm>
            <a:off x="1162080" y="4679280"/>
            <a:ext cx="293616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Bulk Data Access IG 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— HCPD 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7" name=""/>
          <p:cNvSpPr txBox="1"/>
          <p:nvPr/>
        </p:nvSpPr>
        <p:spPr>
          <a:xfrm>
            <a:off x="4166280" y="4743360"/>
            <a:ext cx="883080" cy="23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60" spc="-1" strike="noStrike">
                <a:solidFill>
                  <a:srgbClr val="007a53"/>
                </a:solidFill>
                <a:latin typeface="Courier New"/>
                <a:ea typeface="Courier New"/>
              </a:rPr>
              <a:t>$export</a:t>
            </a:r>
            <a:endParaRPr b="0" lang="en-AU" sz="16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8" name=""/>
          <p:cNvSpPr txBox="1"/>
          <p:nvPr/>
        </p:nvSpPr>
        <p:spPr>
          <a:xfrm>
            <a:off x="5134320" y="4679280"/>
            <a:ext cx="91512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(stretch)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9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0" name=""/>
          <p:cNvSpPr txBox="1"/>
          <p:nvPr/>
        </p:nvSpPr>
        <p:spPr>
          <a:xfrm>
            <a:off x="11790360" y="6345000"/>
            <a:ext cx="2282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777777"/>
                </a:solidFill>
                <a:latin typeface="Calibri"/>
                <a:ea typeface="Calibri"/>
              </a:rPr>
              <a:t>9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4" name=""/>
          <p:cNvSpPr/>
          <p:nvPr/>
        </p:nvSpPr>
        <p:spPr>
          <a:xfrm>
            <a:off x="666720" y="2124000"/>
            <a:ext cx="10858680" cy="28800"/>
          </a:xfrm>
          <a:custGeom>
            <a:avLst/>
            <a:gdLst/>
            <a:ahLst/>
            <a:rect l="0" t="0" r="r" b="b"/>
            <a:pathLst>
              <a:path w="30163" h="80">
                <a:moveTo>
                  <a:pt x="0" y="0"/>
                </a:moveTo>
                <a:lnTo>
                  <a:pt x="30163" y="0"/>
                </a:lnTo>
                <a:lnTo>
                  <a:pt x="30163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5" name=""/>
          <p:cNvSpPr txBox="1"/>
          <p:nvPr/>
        </p:nvSpPr>
        <p:spPr>
          <a:xfrm>
            <a:off x="666720" y="1663200"/>
            <a:ext cx="375876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550" spc="-1" strike="noStrike">
                <a:solidFill>
                  <a:srgbClr val="00a9ce"/>
                </a:solidFill>
                <a:latin typeface="Calibri"/>
                <a:ea typeface="Calibri"/>
              </a:rPr>
              <a:t>Two streams, run in parallel</a:t>
            </a:r>
            <a:endParaRPr b="0" lang="en-AU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6" name=""/>
          <p:cNvSpPr/>
          <p:nvPr/>
        </p:nvSpPr>
        <p:spPr>
          <a:xfrm>
            <a:off x="942840" y="301932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6"/>
                </a:moveTo>
                <a:cubicBezTo>
                  <a:pt x="213" y="120"/>
                  <a:pt x="210" y="133"/>
                  <a:pt x="204" y="146"/>
                </a:cubicBezTo>
                <a:cubicBezTo>
                  <a:pt x="199" y="160"/>
                  <a:pt x="191" y="172"/>
                  <a:pt x="182" y="181"/>
                </a:cubicBezTo>
                <a:cubicBezTo>
                  <a:pt x="172" y="191"/>
                  <a:pt x="160" y="199"/>
                  <a:pt x="147" y="204"/>
                </a:cubicBezTo>
                <a:cubicBezTo>
                  <a:pt x="134" y="210"/>
                  <a:pt x="121" y="212"/>
                  <a:pt x="107" y="212"/>
                </a:cubicBezTo>
                <a:cubicBezTo>
                  <a:pt x="93" y="212"/>
                  <a:pt x="79" y="210"/>
                  <a:pt x="66" y="204"/>
                </a:cubicBezTo>
                <a:cubicBezTo>
                  <a:pt x="53" y="199"/>
                  <a:pt x="42" y="191"/>
                  <a:pt x="32" y="181"/>
                </a:cubicBezTo>
                <a:cubicBezTo>
                  <a:pt x="22" y="172"/>
                  <a:pt x="13" y="160"/>
                  <a:pt x="8" y="146"/>
                </a:cubicBezTo>
                <a:cubicBezTo>
                  <a:pt x="3" y="133"/>
                  <a:pt x="0" y="120"/>
                  <a:pt x="0" y="106"/>
                </a:cubicBez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2" y="41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2"/>
                  <a:pt x="93" y="0"/>
                  <a:pt x="107" y="0"/>
                </a:cubicBezTo>
                <a:cubicBezTo>
                  <a:pt x="121" y="0"/>
                  <a:pt x="134" y="2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7" name=""/>
          <p:cNvSpPr txBox="1"/>
          <p:nvPr/>
        </p:nvSpPr>
        <p:spPr>
          <a:xfrm>
            <a:off x="666720" y="2384640"/>
            <a:ext cx="2036880" cy="32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100" spc="-1" strike="noStrike">
                <a:solidFill>
                  <a:srgbClr val="1e22aa"/>
                </a:solidFill>
                <a:latin typeface="Calibri"/>
                <a:ea typeface="Calibri"/>
              </a:rPr>
              <a:t>Browser core path</a:t>
            </a:r>
            <a:endParaRPr b="0" lang="en-AU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8" name=""/>
          <p:cNvSpPr/>
          <p:nvPr/>
        </p:nvSpPr>
        <p:spPr>
          <a:xfrm>
            <a:off x="942840" y="345744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6"/>
                </a:moveTo>
                <a:cubicBezTo>
                  <a:pt x="213" y="120"/>
                  <a:pt x="210" y="133"/>
                  <a:pt x="204" y="146"/>
                </a:cubicBezTo>
                <a:cubicBezTo>
                  <a:pt x="199" y="159"/>
                  <a:pt x="191" y="171"/>
                  <a:pt x="182" y="181"/>
                </a:cubicBezTo>
                <a:cubicBezTo>
                  <a:pt x="172" y="190"/>
                  <a:pt x="160" y="198"/>
                  <a:pt x="147" y="203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3"/>
                </a:cubicBezTo>
                <a:cubicBezTo>
                  <a:pt x="53" y="198"/>
                  <a:pt x="42" y="190"/>
                  <a:pt x="32" y="181"/>
                </a:cubicBezTo>
                <a:cubicBezTo>
                  <a:pt x="22" y="171"/>
                  <a:pt x="13" y="159"/>
                  <a:pt x="8" y="146"/>
                </a:cubicBezTo>
                <a:cubicBezTo>
                  <a:pt x="3" y="133"/>
                  <a:pt x="0" y="120"/>
                  <a:pt x="0" y="106"/>
                </a:cubicBez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2" y="41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9" name=""/>
          <p:cNvSpPr txBox="1"/>
          <p:nvPr/>
        </p:nvSpPr>
        <p:spPr>
          <a:xfrm>
            <a:off x="1162080" y="2898000"/>
            <a:ext cx="892836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HCPD queries, referral creation and booking via a client (Postman / Bruno / test harness)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0" name=""/>
          <p:cNvSpPr txBox="1"/>
          <p:nvPr/>
        </p:nvSpPr>
        <p:spPr>
          <a:xfrm>
            <a:off x="1162080" y="3336120"/>
            <a:ext cx="745308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Right for less-technical participants and anyone with locked-down laptops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1" name=""/>
          <p:cNvSpPr/>
          <p:nvPr/>
        </p:nvSpPr>
        <p:spPr>
          <a:xfrm>
            <a:off x="942840" y="454320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6"/>
                </a:moveTo>
                <a:cubicBezTo>
                  <a:pt x="213" y="120"/>
                  <a:pt x="210" y="133"/>
                  <a:pt x="204" y="147"/>
                </a:cubicBezTo>
                <a:cubicBezTo>
                  <a:pt x="199" y="160"/>
                  <a:pt x="191" y="172"/>
                  <a:pt x="182" y="182"/>
                </a:cubicBezTo>
                <a:cubicBezTo>
                  <a:pt x="172" y="192"/>
                  <a:pt x="160" y="199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199"/>
                  <a:pt x="42" y="192"/>
                  <a:pt x="32" y="182"/>
                </a:cubicBezTo>
                <a:cubicBezTo>
                  <a:pt x="22" y="172"/>
                  <a:pt x="13" y="160"/>
                  <a:pt x="8" y="147"/>
                </a:cubicBezTo>
                <a:cubicBezTo>
                  <a:pt x="3" y="133"/>
                  <a:pt x="0" y="120"/>
                  <a:pt x="0" y="106"/>
                </a:cubicBez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2" y="41"/>
                  <a:pt x="32" y="31"/>
                </a:cubicBezTo>
                <a:cubicBezTo>
                  <a:pt x="42" y="21"/>
                  <a:pt x="53" y="14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4"/>
                  <a:pt x="172" y="21"/>
                  <a:pt x="182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42" name=""/>
          <p:cNvSpPr txBox="1"/>
          <p:nvPr/>
        </p:nvSpPr>
        <p:spPr>
          <a:xfrm>
            <a:off x="666720" y="3908520"/>
            <a:ext cx="3742200" cy="32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100" spc="-1" strike="noStrike">
                <a:solidFill>
                  <a:srgbClr val="1e22aa"/>
                </a:solidFill>
                <a:latin typeface="Calibri"/>
                <a:ea typeface="Calibri"/>
              </a:rPr>
              <a:t>Developer deep dive (~10 people)</a:t>
            </a:r>
            <a:endParaRPr b="0" lang="en-AU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3" name=""/>
          <p:cNvSpPr/>
          <p:nvPr/>
        </p:nvSpPr>
        <p:spPr>
          <a:xfrm>
            <a:off x="942840" y="497196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7"/>
                </a:moveTo>
                <a:cubicBezTo>
                  <a:pt x="213" y="121"/>
                  <a:pt x="210" y="134"/>
                  <a:pt x="204" y="147"/>
                </a:cubicBezTo>
                <a:cubicBezTo>
                  <a:pt x="199" y="160"/>
                  <a:pt x="191" y="171"/>
                  <a:pt x="182" y="181"/>
                </a:cubicBezTo>
                <a:cubicBezTo>
                  <a:pt x="172" y="191"/>
                  <a:pt x="160" y="199"/>
                  <a:pt x="147" y="204"/>
                </a:cubicBezTo>
                <a:cubicBezTo>
                  <a:pt x="134" y="210"/>
                  <a:pt x="121" y="212"/>
                  <a:pt x="107" y="212"/>
                </a:cubicBezTo>
                <a:cubicBezTo>
                  <a:pt x="93" y="212"/>
                  <a:pt x="79" y="210"/>
                  <a:pt x="66" y="204"/>
                </a:cubicBezTo>
                <a:cubicBezTo>
                  <a:pt x="53" y="199"/>
                  <a:pt x="42" y="191"/>
                  <a:pt x="32" y="181"/>
                </a:cubicBezTo>
                <a:cubicBezTo>
                  <a:pt x="22" y="171"/>
                  <a:pt x="13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3"/>
                  <a:pt x="3" y="79"/>
                  <a:pt x="8" y="66"/>
                </a:cubicBezTo>
                <a:cubicBezTo>
                  <a:pt x="13" y="53"/>
                  <a:pt x="22" y="42"/>
                  <a:pt x="32" y="32"/>
                </a:cubicBezTo>
                <a:cubicBezTo>
                  <a:pt x="42" y="22"/>
                  <a:pt x="53" y="14"/>
                  <a:pt x="66" y="8"/>
                </a:cubicBezTo>
                <a:cubicBezTo>
                  <a:pt x="79" y="2"/>
                  <a:pt x="93" y="0"/>
                  <a:pt x="107" y="0"/>
                </a:cubicBezTo>
                <a:cubicBezTo>
                  <a:pt x="121" y="0"/>
                  <a:pt x="134" y="2"/>
                  <a:pt x="147" y="8"/>
                </a:cubicBezTo>
                <a:cubicBezTo>
                  <a:pt x="160" y="14"/>
                  <a:pt x="172" y="22"/>
                  <a:pt x="182" y="32"/>
                </a:cubicBezTo>
                <a:cubicBezTo>
                  <a:pt x="191" y="42"/>
                  <a:pt x="199" y="53"/>
                  <a:pt x="204" y="66"/>
                </a:cubicBezTo>
                <a:cubicBezTo>
                  <a:pt x="210" y="79"/>
                  <a:pt x="213" y="93"/>
                  <a:pt x="213" y="107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44" name=""/>
          <p:cNvSpPr txBox="1"/>
          <p:nvPr/>
        </p:nvSpPr>
        <p:spPr>
          <a:xfrm>
            <a:off x="1162080" y="4421880"/>
            <a:ext cx="730980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Local tooling, extending the workﬂow, validation and state management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5" name=""/>
          <p:cNvSpPr txBox="1"/>
          <p:nvPr/>
        </p:nvSpPr>
        <p:spPr>
          <a:xfrm>
            <a:off x="1162080" y="4850640"/>
            <a:ext cx="628596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Laptop permissions and prerequisites shared </a:t>
            </a:r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before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the event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6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7" name=""/>
          <p:cNvSpPr txBox="1"/>
          <p:nvPr/>
        </p:nvSpPr>
        <p:spPr>
          <a:xfrm>
            <a:off x="11674440" y="6345000"/>
            <a:ext cx="23220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777777"/>
                </a:solidFill>
                <a:latin typeface="Calibri"/>
                <a:ea typeface="Calibri"/>
              </a:rPr>
              <a:t>10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1" name=""/>
          <p:cNvSpPr/>
          <p:nvPr/>
        </p:nvSpPr>
        <p:spPr>
          <a:xfrm>
            <a:off x="666720" y="2428560"/>
            <a:ext cx="10858680" cy="29160"/>
          </a:xfrm>
          <a:custGeom>
            <a:avLst/>
            <a:gdLst/>
            <a:ahLst/>
            <a:rect l="0" t="0" r="r" b="b"/>
            <a:pathLst>
              <a:path w="30163" h="81">
                <a:moveTo>
                  <a:pt x="0" y="0"/>
                </a:moveTo>
                <a:lnTo>
                  <a:pt x="30163" y="0"/>
                </a:lnTo>
                <a:lnTo>
                  <a:pt x="30163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2" name=""/>
          <p:cNvSpPr/>
          <p:nvPr/>
        </p:nvSpPr>
        <p:spPr>
          <a:xfrm>
            <a:off x="676080" y="2609640"/>
            <a:ext cx="1314720" cy="438480"/>
          </a:xfrm>
          <a:custGeom>
            <a:avLst/>
            <a:gdLst/>
            <a:ahLst/>
            <a:rect l="0" t="0" r="r" b="b"/>
            <a:pathLst>
              <a:path w="3652" h="1218">
                <a:moveTo>
                  <a:pt x="0" y="0"/>
                </a:moveTo>
                <a:lnTo>
                  <a:pt x="3652" y="0"/>
                </a:lnTo>
                <a:lnTo>
                  <a:pt x="3652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3" name=""/>
          <p:cNvSpPr/>
          <p:nvPr/>
        </p:nvSpPr>
        <p:spPr>
          <a:xfrm>
            <a:off x="1990440" y="2609640"/>
            <a:ext cx="7992000" cy="438480"/>
          </a:xfrm>
          <a:custGeom>
            <a:avLst/>
            <a:gdLst/>
            <a:ahLst/>
            <a:rect l="0" t="0" r="r" b="b"/>
            <a:pathLst>
              <a:path w="22200" h="1218">
                <a:moveTo>
                  <a:pt x="0" y="0"/>
                </a:moveTo>
                <a:lnTo>
                  <a:pt x="22200" y="0"/>
                </a:lnTo>
                <a:lnTo>
                  <a:pt x="22200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4" name=""/>
          <p:cNvSpPr/>
          <p:nvPr/>
        </p:nvSpPr>
        <p:spPr>
          <a:xfrm>
            <a:off x="676080" y="2609640"/>
            <a:ext cx="1314720" cy="438480"/>
          </a:xfrm>
          <a:custGeom>
            <a:avLst/>
            <a:gdLst/>
            <a:ahLst/>
            <a:rect l="0" t="0" r="r" b="b"/>
            <a:pathLst>
              <a:path w="3652" h="1218">
                <a:moveTo>
                  <a:pt x="0" y="0"/>
                </a:moveTo>
                <a:lnTo>
                  <a:pt x="3652" y="0"/>
                </a:lnTo>
                <a:lnTo>
                  <a:pt x="3652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5" name=""/>
          <p:cNvSpPr/>
          <p:nvPr/>
        </p:nvSpPr>
        <p:spPr>
          <a:xfrm>
            <a:off x="1990440" y="2609640"/>
            <a:ext cx="7992000" cy="438480"/>
          </a:xfrm>
          <a:custGeom>
            <a:avLst/>
            <a:gdLst/>
            <a:ahLst/>
            <a:rect l="0" t="0" r="r" b="b"/>
            <a:pathLst>
              <a:path w="22200" h="1218">
                <a:moveTo>
                  <a:pt x="0" y="0"/>
                </a:moveTo>
                <a:lnTo>
                  <a:pt x="22200" y="0"/>
                </a:lnTo>
                <a:lnTo>
                  <a:pt x="22200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6" name=""/>
          <p:cNvSpPr/>
          <p:nvPr/>
        </p:nvSpPr>
        <p:spPr>
          <a:xfrm>
            <a:off x="676080" y="3047760"/>
            <a:ext cx="1314720" cy="438480"/>
          </a:xfrm>
          <a:custGeom>
            <a:avLst/>
            <a:gdLst/>
            <a:ahLst/>
            <a:rect l="0" t="0" r="r" b="b"/>
            <a:pathLst>
              <a:path w="3652" h="1218">
                <a:moveTo>
                  <a:pt x="0" y="0"/>
                </a:moveTo>
                <a:lnTo>
                  <a:pt x="3652" y="0"/>
                </a:lnTo>
                <a:lnTo>
                  <a:pt x="3652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7" name=""/>
          <p:cNvSpPr/>
          <p:nvPr/>
        </p:nvSpPr>
        <p:spPr>
          <a:xfrm>
            <a:off x="1990440" y="3047760"/>
            <a:ext cx="7992000" cy="438480"/>
          </a:xfrm>
          <a:custGeom>
            <a:avLst/>
            <a:gdLst/>
            <a:ahLst/>
            <a:rect l="0" t="0" r="r" b="b"/>
            <a:pathLst>
              <a:path w="22200" h="1218">
                <a:moveTo>
                  <a:pt x="0" y="0"/>
                </a:moveTo>
                <a:lnTo>
                  <a:pt x="22200" y="0"/>
                </a:lnTo>
                <a:lnTo>
                  <a:pt x="22200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8" name=""/>
          <p:cNvSpPr/>
          <p:nvPr/>
        </p:nvSpPr>
        <p:spPr>
          <a:xfrm>
            <a:off x="676080" y="3485880"/>
            <a:ext cx="1314720" cy="438480"/>
          </a:xfrm>
          <a:custGeom>
            <a:avLst/>
            <a:gdLst/>
            <a:ahLst/>
            <a:rect l="0" t="0" r="r" b="b"/>
            <a:pathLst>
              <a:path w="3652" h="1218">
                <a:moveTo>
                  <a:pt x="0" y="0"/>
                </a:moveTo>
                <a:lnTo>
                  <a:pt x="3652" y="0"/>
                </a:lnTo>
                <a:lnTo>
                  <a:pt x="3652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9" name=""/>
          <p:cNvSpPr/>
          <p:nvPr/>
        </p:nvSpPr>
        <p:spPr>
          <a:xfrm>
            <a:off x="1990440" y="3485880"/>
            <a:ext cx="7992000" cy="438480"/>
          </a:xfrm>
          <a:custGeom>
            <a:avLst/>
            <a:gdLst/>
            <a:ahLst/>
            <a:rect l="0" t="0" r="r" b="b"/>
            <a:pathLst>
              <a:path w="22200" h="1218">
                <a:moveTo>
                  <a:pt x="0" y="0"/>
                </a:moveTo>
                <a:lnTo>
                  <a:pt x="22200" y="0"/>
                </a:lnTo>
                <a:lnTo>
                  <a:pt x="22200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0" name=""/>
          <p:cNvSpPr/>
          <p:nvPr/>
        </p:nvSpPr>
        <p:spPr>
          <a:xfrm>
            <a:off x="676080" y="3924000"/>
            <a:ext cx="1314720" cy="438480"/>
          </a:xfrm>
          <a:custGeom>
            <a:avLst/>
            <a:gdLst/>
            <a:ahLst/>
            <a:rect l="0" t="0" r="r" b="b"/>
            <a:pathLst>
              <a:path w="3652" h="1218">
                <a:moveTo>
                  <a:pt x="0" y="0"/>
                </a:moveTo>
                <a:lnTo>
                  <a:pt x="3652" y="0"/>
                </a:lnTo>
                <a:lnTo>
                  <a:pt x="3652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1" name=""/>
          <p:cNvSpPr/>
          <p:nvPr/>
        </p:nvSpPr>
        <p:spPr>
          <a:xfrm>
            <a:off x="1990440" y="3924000"/>
            <a:ext cx="7992000" cy="438480"/>
          </a:xfrm>
          <a:custGeom>
            <a:avLst/>
            <a:gdLst/>
            <a:ahLst/>
            <a:rect l="0" t="0" r="r" b="b"/>
            <a:pathLst>
              <a:path w="22200" h="1218">
                <a:moveTo>
                  <a:pt x="0" y="0"/>
                </a:moveTo>
                <a:lnTo>
                  <a:pt x="22200" y="0"/>
                </a:lnTo>
                <a:lnTo>
                  <a:pt x="22200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2" name=""/>
          <p:cNvSpPr/>
          <p:nvPr/>
        </p:nvSpPr>
        <p:spPr>
          <a:xfrm>
            <a:off x="666720" y="2609640"/>
            <a:ext cx="9720" cy="448200"/>
          </a:xfrm>
          <a:custGeom>
            <a:avLst/>
            <a:gdLst/>
            <a:ahLst/>
            <a:rect l="0" t="0" r="r" b="b"/>
            <a:pathLst>
              <a:path w="27" h="1245">
                <a:moveTo>
                  <a:pt x="0" y="0"/>
                </a:moveTo>
                <a:lnTo>
                  <a:pt x="27" y="0"/>
                </a:lnTo>
                <a:lnTo>
                  <a:pt x="27" y="1245"/>
                </a:lnTo>
                <a:lnTo>
                  <a:pt x="0" y="124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3" name=""/>
          <p:cNvSpPr/>
          <p:nvPr/>
        </p:nvSpPr>
        <p:spPr>
          <a:xfrm>
            <a:off x="666720" y="2609640"/>
            <a:ext cx="1333800" cy="10080"/>
          </a:xfrm>
          <a:custGeom>
            <a:avLst/>
            <a:gdLst/>
            <a:ahLst/>
            <a:rect l="0" t="0" r="r" b="b"/>
            <a:pathLst>
              <a:path w="3705" h="28">
                <a:moveTo>
                  <a:pt x="0" y="0"/>
                </a:moveTo>
                <a:lnTo>
                  <a:pt x="3705" y="0"/>
                </a:lnTo>
                <a:lnTo>
                  <a:pt x="37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4" name=""/>
          <p:cNvSpPr/>
          <p:nvPr/>
        </p:nvSpPr>
        <p:spPr>
          <a:xfrm>
            <a:off x="1990440" y="2609640"/>
            <a:ext cx="10080" cy="448200"/>
          </a:xfrm>
          <a:custGeom>
            <a:avLst/>
            <a:gdLst/>
            <a:ahLst/>
            <a:rect l="0" t="0" r="r" b="b"/>
            <a:pathLst>
              <a:path w="28" h="1245">
                <a:moveTo>
                  <a:pt x="0" y="0"/>
                </a:moveTo>
                <a:lnTo>
                  <a:pt x="28" y="0"/>
                </a:lnTo>
                <a:lnTo>
                  <a:pt x="28" y="1245"/>
                </a:lnTo>
                <a:lnTo>
                  <a:pt x="0" y="124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5" name=""/>
          <p:cNvSpPr/>
          <p:nvPr/>
        </p:nvSpPr>
        <p:spPr>
          <a:xfrm>
            <a:off x="2000160" y="2609640"/>
            <a:ext cx="7991640" cy="10080"/>
          </a:xfrm>
          <a:custGeom>
            <a:avLst/>
            <a:gdLst/>
            <a:ahLst/>
            <a:rect l="0" t="0" r="r" b="b"/>
            <a:pathLst>
              <a:path w="22199" h="28">
                <a:moveTo>
                  <a:pt x="0" y="0"/>
                </a:moveTo>
                <a:lnTo>
                  <a:pt x="22199" y="0"/>
                </a:lnTo>
                <a:lnTo>
                  <a:pt x="2219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6" name=""/>
          <p:cNvSpPr/>
          <p:nvPr/>
        </p:nvSpPr>
        <p:spPr>
          <a:xfrm>
            <a:off x="9982080" y="2609640"/>
            <a:ext cx="9720" cy="448200"/>
          </a:xfrm>
          <a:custGeom>
            <a:avLst/>
            <a:gdLst/>
            <a:ahLst/>
            <a:rect l="0" t="0" r="r" b="b"/>
            <a:pathLst>
              <a:path w="27" h="1245">
                <a:moveTo>
                  <a:pt x="0" y="0"/>
                </a:moveTo>
                <a:lnTo>
                  <a:pt x="27" y="0"/>
                </a:lnTo>
                <a:lnTo>
                  <a:pt x="27" y="1245"/>
                </a:lnTo>
                <a:lnTo>
                  <a:pt x="0" y="124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7" name=""/>
          <p:cNvSpPr/>
          <p:nvPr/>
        </p:nvSpPr>
        <p:spPr>
          <a:xfrm>
            <a:off x="666720" y="3047760"/>
            <a:ext cx="1333800" cy="10080"/>
          </a:xfrm>
          <a:custGeom>
            <a:avLst/>
            <a:gdLst/>
            <a:ahLst/>
            <a:rect l="0" t="0" r="r" b="b"/>
            <a:pathLst>
              <a:path w="3705" h="28">
                <a:moveTo>
                  <a:pt x="0" y="0"/>
                </a:moveTo>
                <a:lnTo>
                  <a:pt x="3705" y="0"/>
                </a:lnTo>
                <a:lnTo>
                  <a:pt x="37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8" name=""/>
          <p:cNvSpPr/>
          <p:nvPr/>
        </p:nvSpPr>
        <p:spPr>
          <a:xfrm>
            <a:off x="2000160" y="3047760"/>
            <a:ext cx="7991640" cy="10080"/>
          </a:xfrm>
          <a:custGeom>
            <a:avLst/>
            <a:gdLst/>
            <a:ahLst/>
            <a:rect l="0" t="0" r="r" b="b"/>
            <a:pathLst>
              <a:path w="22199" h="28">
                <a:moveTo>
                  <a:pt x="0" y="0"/>
                </a:moveTo>
                <a:lnTo>
                  <a:pt x="22199" y="0"/>
                </a:lnTo>
                <a:lnTo>
                  <a:pt x="2219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9" name=""/>
          <p:cNvSpPr/>
          <p:nvPr/>
        </p:nvSpPr>
        <p:spPr>
          <a:xfrm>
            <a:off x="666720" y="305748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0" name=""/>
          <p:cNvSpPr/>
          <p:nvPr/>
        </p:nvSpPr>
        <p:spPr>
          <a:xfrm>
            <a:off x="1990440" y="305748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28" y="0"/>
                </a:lnTo>
                <a:lnTo>
                  <a:pt x="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1" name=""/>
          <p:cNvSpPr/>
          <p:nvPr/>
        </p:nvSpPr>
        <p:spPr>
          <a:xfrm>
            <a:off x="9982080" y="305748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2" name=""/>
          <p:cNvSpPr/>
          <p:nvPr/>
        </p:nvSpPr>
        <p:spPr>
          <a:xfrm>
            <a:off x="666720" y="349560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3" name=""/>
          <p:cNvSpPr/>
          <p:nvPr/>
        </p:nvSpPr>
        <p:spPr>
          <a:xfrm>
            <a:off x="666720" y="3485880"/>
            <a:ext cx="1333800" cy="10080"/>
          </a:xfrm>
          <a:custGeom>
            <a:avLst/>
            <a:gdLst/>
            <a:ahLst/>
            <a:rect l="0" t="0" r="r" b="b"/>
            <a:pathLst>
              <a:path w="3705" h="28">
                <a:moveTo>
                  <a:pt x="0" y="0"/>
                </a:moveTo>
                <a:lnTo>
                  <a:pt x="3705" y="0"/>
                </a:lnTo>
                <a:lnTo>
                  <a:pt x="37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4" name=""/>
          <p:cNvSpPr/>
          <p:nvPr/>
        </p:nvSpPr>
        <p:spPr>
          <a:xfrm>
            <a:off x="1990440" y="349560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28" y="0"/>
                </a:lnTo>
                <a:lnTo>
                  <a:pt x="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5" name=""/>
          <p:cNvSpPr/>
          <p:nvPr/>
        </p:nvSpPr>
        <p:spPr>
          <a:xfrm>
            <a:off x="2000160" y="3485880"/>
            <a:ext cx="7991640" cy="10080"/>
          </a:xfrm>
          <a:custGeom>
            <a:avLst/>
            <a:gdLst/>
            <a:ahLst/>
            <a:rect l="0" t="0" r="r" b="b"/>
            <a:pathLst>
              <a:path w="22199" h="28">
                <a:moveTo>
                  <a:pt x="0" y="0"/>
                </a:moveTo>
                <a:lnTo>
                  <a:pt x="22199" y="0"/>
                </a:lnTo>
                <a:lnTo>
                  <a:pt x="2219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6" name=""/>
          <p:cNvSpPr/>
          <p:nvPr/>
        </p:nvSpPr>
        <p:spPr>
          <a:xfrm>
            <a:off x="9982080" y="349560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7" name=""/>
          <p:cNvSpPr/>
          <p:nvPr/>
        </p:nvSpPr>
        <p:spPr>
          <a:xfrm>
            <a:off x="666720" y="393372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8" name=""/>
          <p:cNvSpPr/>
          <p:nvPr/>
        </p:nvSpPr>
        <p:spPr>
          <a:xfrm>
            <a:off x="666720" y="3924000"/>
            <a:ext cx="1333800" cy="10080"/>
          </a:xfrm>
          <a:custGeom>
            <a:avLst/>
            <a:gdLst/>
            <a:ahLst/>
            <a:rect l="0" t="0" r="r" b="b"/>
            <a:pathLst>
              <a:path w="3705" h="28">
                <a:moveTo>
                  <a:pt x="0" y="0"/>
                </a:moveTo>
                <a:lnTo>
                  <a:pt x="3705" y="0"/>
                </a:lnTo>
                <a:lnTo>
                  <a:pt x="37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9" name=""/>
          <p:cNvSpPr/>
          <p:nvPr/>
        </p:nvSpPr>
        <p:spPr>
          <a:xfrm>
            <a:off x="1990440" y="393372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28" y="0"/>
                </a:lnTo>
                <a:lnTo>
                  <a:pt x="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0" name=""/>
          <p:cNvSpPr/>
          <p:nvPr/>
        </p:nvSpPr>
        <p:spPr>
          <a:xfrm>
            <a:off x="2000160" y="3924000"/>
            <a:ext cx="7991640" cy="10080"/>
          </a:xfrm>
          <a:custGeom>
            <a:avLst/>
            <a:gdLst/>
            <a:ahLst/>
            <a:rect l="0" t="0" r="r" b="b"/>
            <a:pathLst>
              <a:path w="22199" h="28">
                <a:moveTo>
                  <a:pt x="0" y="0"/>
                </a:moveTo>
                <a:lnTo>
                  <a:pt x="22199" y="0"/>
                </a:lnTo>
                <a:lnTo>
                  <a:pt x="2219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1" name=""/>
          <p:cNvSpPr/>
          <p:nvPr/>
        </p:nvSpPr>
        <p:spPr>
          <a:xfrm>
            <a:off x="9982080" y="393372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2" name=""/>
          <p:cNvSpPr/>
          <p:nvPr/>
        </p:nvSpPr>
        <p:spPr>
          <a:xfrm>
            <a:off x="666720" y="4362120"/>
            <a:ext cx="1333800" cy="10080"/>
          </a:xfrm>
          <a:custGeom>
            <a:avLst/>
            <a:gdLst/>
            <a:ahLst/>
            <a:rect l="0" t="0" r="r" b="b"/>
            <a:pathLst>
              <a:path w="3705" h="28">
                <a:moveTo>
                  <a:pt x="0" y="0"/>
                </a:moveTo>
                <a:lnTo>
                  <a:pt x="3705" y="0"/>
                </a:lnTo>
                <a:lnTo>
                  <a:pt x="37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3" name=""/>
          <p:cNvSpPr/>
          <p:nvPr/>
        </p:nvSpPr>
        <p:spPr>
          <a:xfrm>
            <a:off x="2000160" y="4362120"/>
            <a:ext cx="7991640" cy="10080"/>
          </a:xfrm>
          <a:custGeom>
            <a:avLst/>
            <a:gdLst/>
            <a:ahLst/>
            <a:rect l="0" t="0" r="r" b="b"/>
            <a:pathLst>
              <a:path w="22199" h="28">
                <a:moveTo>
                  <a:pt x="0" y="0"/>
                </a:moveTo>
                <a:lnTo>
                  <a:pt x="22199" y="0"/>
                </a:lnTo>
                <a:lnTo>
                  <a:pt x="2219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4" name=""/>
          <p:cNvSpPr txBox="1"/>
          <p:nvPr/>
        </p:nvSpPr>
        <p:spPr>
          <a:xfrm>
            <a:off x="666720" y="1958760"/>
            <a:ext cx="401040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550" spc="-1" strike="noStrike">
                <a:solidFill>
                  <a:srgbClr val="00a9ce"/>
                </a:solidFill>
                <a:latin typeface="Calibri"/>
                <a:ea typeface="Calibri"/>
              </a:rPr>
              <a:t>Day 1 — Thursday 29 October</a:t>
            </a:r>
            <a:endParaRPr b="0" lang="en-AU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5" name=""/>
          <p:cNvSpPr txBox="1"/>
          <p:nvPr/>
        </p:nvSpPr>
        <p:spPr>
          <a:xfrm>
            <a:off x="1117440" y="2705760"/>
            <a:ext cx="42912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ffffff"/>
                </a:solidFill>
                <a:latin typeface="Calibri"/>
                <a:ea typeface="Calibri"/>
              </a:rPr>
              <a:t>Time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6" name=""/>
          <p:cNvSpPr txBox="1"/>
          <p:nvPr/>
        </p:nvSpPr>
        <p:spPr>
          <a:xfrm>
            <a:off x="5745240" y="2705760"/>
            <a:ext cx="49140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ffffff"/>
                </a:solidFill>
                <a:latin typeface="Calibri"/>
                <a:ea typeface="Calibri"/>
              </a:rPr>
              <a:t>Focus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7" name=""/>
          <p:cNvSpPr txBox="1"/>
          <p:nvPr/>
        </p:nvSpPr>
        <p:spPr>
          <a:xfrm>
            <a:off x="799920" y="3143880"/>
            <a:ext cx="106308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11:30–13:00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8" name=""/>
          <p:cNvSpPr txBox="1"/>
          <p:nvPr/>
        </p:nvSpPr>
        <p:spPr>
          <a:xfrm>
            <a:off x="2123640" y="3143880"/>
            <a:ext cx="775764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1e22aa"/>
                </a:solidFill>
                <a:latin typeface="Calibri"/>
                <a:ea typeface="Calibri"/>
              </a:rPr>
              <a:t>Kick-oﬀ &amp; environment</a:t>
            </a:r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 — scenario intro, roles, HCPD connectivity, seed data; split streams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9" name=""/>
          <p:cNvSpPr txBox="1"/>
          <p:nvPr/>
        </p:nvSpPr>
        <p:spPr>
          <a:xfrm>
            <a:off x="799920" y="3582000"/>
            <a:ext cx="106308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14:00–15:00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0" name=""/>
          <p:cNvSpPr txBox="1"/>
          <p:nvPr/>
        </p:nvSpPr>
        <p:spPr>
          <a:xfrm>
            <a:off x="2123640" y="3582000"/>
            <a:ext cx="495828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1e22aa"/>
                </a:solidFill>
                <a:latin typeface="Calibri"/>
                <a:ea typeface="Calibri"/>
              </a:rPr>
              <a:t>Discovery</a:t>
            </a:r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 — HCPD queries; resolve the receiving Endpoint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1" name=""/>
          <p:cNvSpPr txBox="1"/>
          <p:nvPr/>
        </p:nvSpPr>
        <p:spPr>
          <a:xfrm>
            <a:off x="799920" y="4020120"/>
            <a:ext cx="106308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15:30–17:00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2" name=""/>
          <p:cNvSpPr/>
          <p:nvPr/>
        </p:nvSpPr>
        <p:spPr>
          <a:xfrm>
            <a:off x="6467400" y="4028760"/>
            <a:ext cx="1105200" cy="276840"/>
          </a:xfrm>
          <a:custGeom>
            <a:avLst/>
            <a:gdLst/>
            <a:ahLst/>
            <a:rect l="0" t="0" r="r" b="b"/>
            <a:pathLst>
              <a:path w="3070" h="769">
                <a:moveTo>
                  <a:pt x="0" y="609"/>
                </a:moveTo>
                <a:lnTo>
                  <a:pt x="0" y="159"/>
                </a:lnTo>
                <a:cubicBezTo>
                  <a:pt x="0" y="149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9"/>
                  <a:pt x="21" y="80"/>
                  <a:pt x="26" y="71"/>
                </a:cubicBezTo>
                <a:cubicBezTo>
                  <a:pt x="32" y="62"/>
                  <a:pt x="39" y="54"/>
                  <a:pt x="46" y="47"/>
                </a:cubicBezTo>
                <a:cubicBezTo>
                  <a:pt x="54" y="40"/>
                  <a:pt x="62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lnTo>
                  <a:pt x="2911" y="0"/>
                </a:lnTo>
                <a:cubicBezTo>
                  <a:pt x="2922" y="0"/>
                  <a:pt x="2932" y="1"/>
                  <a:pt x="2942" y="3"/>
                </a:cubicBezTo>
                <a:cubicBezTo>
                  <a:pt x="2952" y="5"/>
                  <a:pt x="2962" y="8"/>
                  <a:pt x="2972" y="12"/>
                </a:cubicBezTo>
                <a:cubicBezTo>
                  <a:pt x="2982" y="16"/>
                  <a:pt x="2991" y="21"/>
                  <a:pt x="2999" y="27"/>
                </a:cubicBezTo>
                <a:cubicBezTo>
                  <a:pt x="3008" y="33"/>
                  <a:pt x="3016" y="40"/>
                  <a:pt x="3023" y="47"/>
                </a:cubicBezTo>
                <a:cubicBezTo>
                  <a:pt x="3031" y="54"/>
                  <a:pt x="3037" y="62"/>
                  <a:pt x="3043" y="71"/>
                </a:cubicBezTo>
                <a:cubicBezTo>
                  <a:pt x="3049" y="80"/>
                  <a:pt x="3054" y="89"/>
                  <a:pt x="3058" y="98"/>
                </a:cubicBezTo>
                <a:cubicBezTo>
                  <a:pt x="3062" y="108"/>
                  <a:pt x="3065" y="118"/>
                  <a:pt x="3067" y="128"/>
                </a:cubicBezTo>
                <a:cubicBezTo>
                  <a:pt x="3069" y="138"/>
                  <a:pt x="3070" y="149"/>
                  <a:pt x="3070" y="159"/>
                </a:cubicBezTo>
                <a:lnTo>
                  <a:pt x="3070" y="609"/>
                </a:lnTo>
                <a:cubicBezTo>
                  <a:pt x="3070" y="619"/>
                  <a:pt x="3069" y="630"/>
                  <a:pt x="3067" y="640"/>
                </a:cubicBezTo>
                <a:cubicBezTo>
                  <a:pt x="3065" y="650"/>
                  <a:pt x="3062" y="660"/>
                  <a:pt x="3058" y="670"/>
                </a:cubicBezTo>
                <a:cubicBezTo>
                  <a:pt x="3054" y="679"/>
                  <a:pt x="3049" y="688"/>
                  <a:pt x="3043" y="697"/>
                </a:cubicBezTo>
                <a:cubicBezTo>
                  <a:pt x="3037" y="707"/>
                  <a:pt x="3031" y="715"/>
                  <a:pt x="3023" y="722"/>
                </a:cubicBezTo>
                <a:cubicBezTo>
                  <a:pt x="3016" y="730"/>
                  <a:pt x="3008" y="736"/>
                  <a:pt x="2999" y="742"/>
                </a:cubicBezTo>
                <a:cubicBezTo>
                  <a:pt x="2991" y="748"/>
                  <a:pt x="2982" y="753"/>
                  <a:pt x="2972" y="757"/>
                </a:cubicBezTo>
                <a:cubicBezTo>
                  <a:pt x="2962" y="761"/>
                  <a:pt x="2952" y="764"/>
                  <a:pt x="2942" y="766"/>
                </a:cubicBezTo>
                <a:cubicBezTo>
                  <a:pt x="2932" y="768"/>
                  <a:pt x="2922" y="769"/>
                  <a:pt x="2911" y="769"/>
                </a:cubicBezTo>
                <a:lnTo>
                  <a:pt x="158" y="769"/>
                </a:lnTo>
                <a:cubicBezTo>
                  <a:pt x="148" y="769"/>
                  <a:pt x="138" y="768"/>
                  <a:pt x="127" y="766"/>
                </a:cubicBezTo>
                <a:cubicBezTo>
                  <a:pt x="117" y="764"/>
                  <a:pt x="107" y="761"/>
                  <a:pt x="98" y="757"/>
                </a:cubicBezTo>
                <a:cubicBezTo>
                  <a:pt x="88" y="753"/>
                  <a:pt x="79" y="748"/>
                  <a:pt x="70" y="742"/>
                </a:cubicBezTo>
                <a:cubicBezTo>
                  <a:pt x="62" y="736"/>
                  <a:pt x="54" y="730"/>
                  <a:pt x="46" y="722"/>
                </a:cubicBezTo>
                <a:cubicBezTo>
                  <a:pt x="39" y="715"/>
                  <a:pt x="32" y="707"/>
                  <a:pt x="26" y="697"/>
                </a:cubicBezTo>
                <a:cubicBezTo>
                  <a:pt x="21" y="688"/>
                  <a:pt x="16" y="679"/>
                  <a:pt x="12" y="670"/>
                </a:cubicBezTo>
                <a:cubicBezTo>
                  <a:pt x="8" y="660"/>
                  <a:pt x="5" y="650"/>
                  <a:pt x="3" y="640"/>
                </a:cubicBezTo>
                <a:cubicBezTo>
                  <a:pt x="1" y="630"/>
                  <a:pt x="0" y="619"/>
                  <a:pt x="0" y="609"/>
                </a:cubicBez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3" name=""/>
          <p:cNvSpPr txBox="1"/>
          <p:nvPr/>
        </p:nvSpPr>
        <p:spPr>
          <a:xfrm>
            <a:off x="2123640" y="4020120"/>
            <a:ext cx="436428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1e22aa"/>
                </a:solidFill>
                <a:latin typeface="Calibri"/>
                <a:ea typeface="Calibri"/>
              </a:rPr>
              <a:t>Referral creation</a:t>
            </a:r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 — ServiceRequest + Task Bundle; 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4" name=""/>
          <p:cNvSpPr txBox="1"/>
          <p:nvPr/>
        </p:nvSpPr>
        <p:spPr>
          <a:xfrm>
            <a:off x="6536880" y="4068720"/>
            <a:ext cx="962280" cy="201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410" spc="-1" strike="noStrike">
                <a:solidFill>
                  <a:srgbClr val="007a53"/>
                </a:solidFill>
                <a:latin typeface="Courier New"/>
                <a:ea typeface="Courier New"/>
              </a:rPr>
              <a:t>$validate</a:t>
            </a:r>
            <a:endParaRPr b="0" lang="en-AU" sz="14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5" name=""/>
          <p:cNvSpPr txBox="1"/>
          <p:nvPr/>
        </p:nvSpPr>
        <p:spPr>
          <a:xfrm>
            <a:off x="7569720" y="4020120"/>
            <a:ext cx="72468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 </a:t>
            </a:r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on HAPI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6" name=""/>
          <p:cNvSpPr txBox="1"/>
          <p:nvPr/>
        </p:nvSpPr>
        <p:spPr>
          <a:xfrm>
            <a:off x="666720" y="4555440"/>
            <a:ext cx="771516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(Plenaries 9:00–10:30, morning tea 11:00, lunch 13:00, afternoon tea 15:00.)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7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8" name=""/>
          <p:cNvSpPr txBox="1"/>
          <p:nvPr/>
        </p:nvSpPr>
        <p:spPr>
          <a:xfrm>
            <a:off x="11674440" y="6345000"/>
            <a:ext cx="23220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777777"/>
                </a:solidFill>
                <a:latin typeface="Calibri"/>
                <a:ea typeface="Calibri"/>
              </a:rPr>
              <a:t>11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2" name=""/>
          <p:cNvSpPr/>
          <p:nvPr/>
        </p:nvSpPr>
        <p:spPr>
          <a:xfrm>
            <a:off x="666720" y="2209680"/>
            <a:ext cx="10858680" cy="28800"/>
          </a:xfrm>
          <a:custGeom>
            <a:avLst/>
            <a:gdLst/>
            <a:ahLst/>
            <a:rect l="0" t="0" r="r" b="b"/>
            <a:pathLst>
              <a:path w="30163" h="80">
                <a:moveTo>
                  <a:pt x="0" y="0"/>
                </a:moveTo>
                <a:lnTo>
                  <a:pt x="30163" y="0"/>
                </a:lnTo>
                <a:lnTo>
                  <a:pt x="30163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03" name=""/>
          <p:cNvSpPr/>
          <p:nvPr/>
        </p:nvSpPr>
        <p:spPr>
          <a:xfrm>
            <a:off x="676080" y="2390760"/>
            <a:ext cx="1314720" cy="438480"/>
          </a:xfrm>
          <a:custGeom>
            <a:avLst/>
            <a:gdLst/>
            <a:ahLst/>
            <a:rect l="0" t="0" r="r" b="b"/>
            <a:pathLst>
              <a:path w="3652" h="1218">
                <a:moveTo>
                  <a:pt x="0" y="0"/>
                </a:moveTo>
                <a:lnTo>
                  <a:pt x="3652" y="0"/>
                </a:lnTo>
                <a:lnTo>
                  <a:pt x="3652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4" name=""/>
          <p:cNvSpPr/>
          <p:nvPr/>
        </p:nvSpPr>
        <p:spPr>
          <a:xfrm>
            <a:off x="1990440" y="2390760"/>
            <a:ext cx="5953680" cy="438480"/>
          </a:xfrm>
          <a:custGeom>
            <a:avLst/>
            <a:gdLst/>
            <a:ahLst/>
            <a:rect l="0" t="0" r="r" b="b"/>
            <a:pathLst>
              <a:path w="16538" h="1218">
                <a:moveTo>
                  <a:pt x="0" y="0"/>
                </a:moveTo>
                <a:lnTo>
                  <a:pt x="16538" y="0"/>
                </a:lnTo>
                <a:lnTo>
                  <a:pt x="1653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5" name=""/>
          <p:cNvSpPr/>
          <p:nvPr/>
        </p:nvSpPr>
        <p:spPr>
          <a:xfrm>
            <a:off x="676080" y="2390760"/>
            <a:ext cx="1314720" cy="438480"/>
          </a:xfrm>
          <a:custGeom>
            <a:avLst/>
            <a:gdLst/>
            <a:ahLst/>
            <a:rect l="0" t="0" r="r" b="b"/>
            <a:pathLst>
              <a:path w="3652" h="1218">
                <a:moveTo>
                  <a:pt x="0" y="0"/>
                </a:moveTo>
                <a:lnTo>
                  <a:pt x="3652" y="0"/>
                </a:lnTo>
                <a:lnTo>
                  <a:pt x="3652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06" name=""/>
          <p:cNvSpPr/>
          <p:nvPr/>
        </p:nvSpPr>
        <p:spPr>
          <a:xfrm>
            <a:off x="1990440" y="2390760"/>
            <a:ext cx="5953680" cy="438480"/>
          </a:xfrm>
          <a:custGeom>
            <a:avLst/>
            <a:gdLst/>
            <a:ahLst/>
            <a:rect l="0" t="0" r="r" b="b"/>
            <a:pathLst>
              <a:path w="16538" h="1218">
                <a:moveTo>
                  <a:pt x="0" y="0"/>
                </a:moveTo>
                <a:lnTo>
                  <a:pt x="16538" y="0"/>
                </a:lnTo>
                <a:lnTo>
                  <a:pt x="1653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07" name=""/>
          <p:cNvSpPr/>
          <p:nvPr/>
        </p:nvSpPr>
        <p:spPr>
          <a:xfrm>
            <a:off x="676080" y="2828880"/>
            <a:ext cx="1314720" cy="438480"/>
          </a:xfrm>
          <a:custGeom>
            <a:avLst/>
            <a:gdLst/>
            <a:ahLst/>
            <a:rect l="0" t="0" r="r" b="b"/>
            <a:pathLst>
              <a:path w="3652" h="1218">
                <a:moveTo>
                  <a:pt x="0" y="0"/>
                </a:moveTo>
                <a:lnTo>
                  <a:pt x="3652" y="0"/>
                </a:lnTo>
                <a:lnTo>
                  <a:pt x="3652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8" name=""/>
          <p:cNvSpPr/>
          <p:nvPr/>
        </p:nvSpPr>
        <p:spPr>
          <a:xfrm>
            <a:off x="1990440" y="2828880"/>
            <a:ext cx="5953680" cy="438480"/>
          </a:xfrm>
          <a:custGeom>
            <a:avLst/>
            <a:gdLst/>
            <a:ahLst/>
            <a:rect l="0" t="0" r="r" b="b"/>
            <a:pathLst>
              <a:path w="16538" h="1218">
                <a:moveTo>
                  <a:pt x="0" y="0"/>
                </a:moveTo>
                <a:lnTo>
                  <a:pt x="16538" y="0"/>
                </a:lnTo>
                <a:lnTo>
                  <a:pt x="1653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9" name=""/>
          <p:cNvSpPr/>
          <p:nvPr/>
        </p:nvSpPr>
        <p:spPr>
          <a:xfrm>
            <a:off x="676080" y="3267000"/>
            <a:ext cx="1314720" cy="438480"/>
          </a:xfrm>
          <a:custGeom>
            <a:avLst/>
            <a:gdLst/>
            <a:ahLst/>
            <a:rect l="0" t="0" r="r" b="b"/>
            <a:pathLst>
              <a:path w="3652" h="1218">
                <a:moveTo>
                  <a:pt x="0" y="0"/>
                </a:moveTo>
                <a:lnTo>
                  <a:pt x="3652" y="0"/>
                </a:lnTo>
                <a:lnTo>
                  <a:pt x="3652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0" name=""/>
          <p:cNvSpPr/>
          <p:nvPr/>
        </p:nvSpPr>
        <p:spPr>
          <a:xfrm>
            <a:off x="1990440" y="3267000"/>
            <a:ext cx="5953680" cy="438480"/>
          </a:xfrm>
          <a:custGeom>
            <a:avLst/>
            <a:gdLst/>
            <a:ahLst/>
            <a:rect l="0" t="0" r="r" b="b"/>
            <a:pathLst>
              <a:path w="16538" h="1218">
                <a:moveTo>
                  <a:pt x="0" y="0"/>
                </a:moveTo>
                <a:lnTo>
                  <a:pt x="16538" y="0"/>
                </a:lnTo>
                <a:lnTo>
                  <a:pt x="1653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1" name=""/>
          <p:cNvSpPr/>
          <p:nvPr/>
        </p:nvSpPr>
        <p:spPr>
          <a:xfrm>
            <a:off x="676080" y="3705120"/>
            <a:ext cx="1314720" cy="438480"/>
          </a:xfrm>
          <a:custGeom>
            <a:avLst/>
            <a:gdLst/>
            <a:ahLst/>
            <a:rect l="0" t="0" r="r" b="b"/>
            <a:pathLst>
              <a:path w="3652" h="1218">
                <a:moveTo>
                  <a:pt x="0" y="0"/>
                </a:moveTo>
                <a:lnTo>
                  <a:pt x="3652" y="0"/>
                </a:lnTo>
                <a:lnTo>
                  <a:pt x="3652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2" name=""/>
          <p:cNvSpPr/>
          <p:nvPr/>
        </p:nvSpPr>
        <p:spPr>
          <a:xfrm>
            <a:off x="1990440" y="3705120"/>
            <a:ext cx="5953680" cy="438480"/>
          </a:xfrm>
          <a:custGeom>
            <a:avLst/>
            <a:gdLst/>
            <a:ahLst/>
            <a:rect l="0" t="0" r="r" b="b"/>
            <a:pathLst>
              <a:path w="16538" h="1218">
                <a:moveTo>
                  <a:pt x="0" y="0"/>
                </a:moveTo>
                <a:lnTo>
                  <a:pt x="16538" y="0"/>
                </a:lnTo>
                <a:lnTo>
                  <a:pt x="1653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3" name=""/>
          <p:cNvSpPr/>
          <p:nvPr/>
        </p:nvSpPr>
        <p:spPr>
          <a:xfrm>
            <a:off x="676080" y="4143240"/>
            <a:ext cx="1314720" cy="438480"/>
          </a:xfrm>
          <a:custGeom>
            <a:avLst/>
            <a:gdLst/>
            <a:ahLst/>
            <a:rect l="0" t="0" r="r" b="b"/>
            <a:pathLst>
              <a:path w="3652" h="1218">
                <a:moveTo>
                  <a:pt x="0" y="0"/>
                </a:moveTo>
                <a:lnTo>
                  <a:pt x="3652" y="0"/>
                </a:lnTo>
                <a:lnTo>
                  <a:pt x="3652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4" name=""/>
          <p:cNvSpPr/>
          <p:nvPr/>
        </p:nvSpPr>
        <p:spPr>
          <a:xfrm>
            <a:off x="1990440" y="4143240"/>
            <a:ext cx="5953680" cy="438480"/>
          </a:xfrm>
          <a:custGeom>
            <a:avLst/>
            <a:gdLst/>
            <a:ahLst/>
            <a:rect l="0" t="0" r="r" b="b"/>
            <a:pathLst>
              <a:path w="16538" h="1218">
                <a:moveTo>
                  <a:pt x="0" y="0"/>
                </a:moveTo>
                <a:lnTo>
                  <a:pt x="16538" y="0"/>
                </a:lnTo>
                <a:lnTo>
                  <a:pt x="1653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5" name=""/>
          <p:cNvSpPr/>
          <p:nvPr/>
        </p:nvSpPr>
        <p:spPr>
          <a:xfrm>
            <a:off x="666720" y="2390760"/>
            <a:ext cx="9720" cy="447840"/>
          </a:xfrm>
          <a:custGeom>
            <a:avLst/>
            <a:gdLst/>
            <a:ahLst/>
            <a:rect l="0" t="0" r="r" b="b"/>
            <a:pathLst>
              <a:path w="27" h="1244">
                <a:moveTo>
                  <a:pt x="0" y="0"/>
                </a:moveTo>
                <a:lnTo>
                  <a:pt x="27" y="0"/>
                </a:lnTo>
                <a:lnTo>
                  <a:pt x="27" y="1244"/>
                </a:lnTo>
                <a:lnTo>
                  <a:pt x="0" y="124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6" name=""/>
          <p:cNvSpPr/>
          <p:nvPr/>
        </p:nvSpPr>
        <p:spPr>
          <a:xfrm>
            <a:off x="666720" y="2390760"/>
            <a:ext cx="1333800" cy="9720"/>
          </a:xfrm>
          <a:custGeom>
            <a:avLst/>
            <a:gdLst/>
            <a:ahLst/>
            <a:rect l="0" t="0" r="r" b="b"/>
            <a:pathLst>
              <a:path w="3705" h="27">
                <a:moveTo>
                  <a:pt x="0" y="0"/>
                </a:moveTo>
                <a:lnTo>
                  <a:pt x="3705" y="0"/>
                </a:lnTo>
                <a:lnTo>
                  <a:pt x="37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7" name=""/>
          <p:cNvSpPr/>
          <p:nvPr/>
        </p:nvSpPr>
        <p:spPr>
          <a:xfrm>
            <a:off x="1990440" y="2390760"/>
            <a:ext cx="10080" cy="447840"/>
          </a:xfrm>
          <a:custGeom>
            <a:avLst/>
            <a:gdLst/>
            <a:ahLst/>
            <a:rect l="0" t="0" r="r" b="b"/>
            <a:pathLst>
              <a:path w="28" h="1244">
                <a:moveTo>
                  <a:pt x="0" y="0"/>
                </a:moveTo>
                <a:lnTo>
                  <a:pt x="28" y="0"/>
                </a:lnTo>
                <a:lnTo>
                  <a:pt x="28" y="1244"/>
                </a:lnTo>
                <a:lnTo>
                  <a:pt x="0" y="124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8" name=""/>
          <p:cNvSpPr/>
          <p:nvPr/>
        </p:nvSpPr>
        <p:spPr>
          <a:xfrm>
            <a:off x="2000160" y="2390760"/>
            <a:ext cx="5953320" cy="9720"/>
          </a:xfrm>
          <a:custGeom>
            <a:avLst/>
            <a:gdLst/>
            <a:ahLst/>
            <a:rect l="0" t="0" r="r" b="b"/>
            <a:pathLst>
              <a:path w="16537" h="27">
                <a:moveTo>
                  <a:pt x="0" y="0"/>
                </a:moveTo>
                <a:lnTo>
                  <a:pt x="16537" y="0"/>
                </a:lnTo>
                <a:lnTo>
                  <a:pt x="1653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9" name=""/>
          <p:cNvSpPr/>
          <p:nvPr/>
        </p:nvSpPr>
        <p:spPr>
          <a:xfrm>
            <a:off x="7943760" y="2390760"/>
            <a:ext cx="9720" cy="447840"/>
          </a:xfrm>
          <a:custGeom>
            <a:avLst/>
            <a:gdLst/>
            <a:ahLst/>
            <a:rect l="0" t="0" r="r" b="b"/>
            <a:pathLst>
              <a:path w="27" h="1244">
                <a:moveTo>
                  <a:pt x="0" y="0"/>
                </a:moveTo>
                <a:lnTo>
                  <a:pt x="27" y="0"/>
                </a:lnTo>
                <a:lnTo>
                  <a:pt x="27" y="1244"/>
                </a:lnTo>
                <a:lnTo>
                  <a:pt x="0" y="124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0" name=""/>
          <p:cNvSpPr/>
          <p:nvPr/>
        </p:nvSpPr>
        <p:spPr>
          <a:xfrm>
            <a:off x="666720" y="2828880"/>
            <a:ext cx="1333800" cy="9720"/>
          </a:xfrm>
          <a:custGeom>
            <a:avLst/>
            <a:gdLst/>
            <a:ahLst/>
            <a:rect l="0" t="0" r="r" b="b"/>
            <a:pathLst>
              <a:path w="3705" h="27">
                <a:moveTo>
                  <a:pt x="0" y="0"/>
                </a:moveTo>
                <a:lnTo>
                  <a:pt x="3705" y="0"/>
                </a:lnTo>
                <a:lnTo>
                  <a:pt x="37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1" name=""/>
          <p:cNvSpPr/>
          <p:nvPr/>
        </p:nvSpPr>
        <p:spPr>
          <a:xfrm>
            <a:off x="2000160" y="2828880"/>
            <a:ext cx="5953320" cy="9720"/>
          </a:xfrm>
          <a:custGeom>
            <a:avLst/>
            <a:gdLst/>
            <a:ahLst/>
            <a:rect l="0" t="0" r="r" b="b"/>
            <a:pathLst>
              <a:path w="16537" h="27">
                <a:moveTo>
                  <a:pt x="0" y="0"/>
                </a:moveTo>
                <a:lnTo>
                  <a:pt x="16537" y="0"/>
                </a:lnTo>
                <a:lnTo>
                  <a:pt x="1653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2" name=""/>
          <p:cNvSpPr/>
          <p:nvPr/>
        </p:nvSpPr>
        <p:spPr>
          <a:xfrm>
            <a:off x="666720" y="283824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3" name=""/>
          <p:cNvSpPr/>
          <p:nvPr/>
        </p:nvSpPr>
        <p:spPr>
          <a:xfrm>
            <a:off x="1990440" y="283824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28" y="0"/>
                </a:lnTo>
                <a:lnTo>
                  <a:pt x="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4" name=""/>
          <p:cNvSpPr/>
          <p:nvPr/>
        </p:nvSpPr>
        <p:spPr>
          <a:xfrm>
            <a:off x="7943760" y="283824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5" name=""/>
          <p:cNvSpPr/>
          <p:nvPr/>
        </p:nvSpPr>
        <p:spPr>
          <a:xfrm>
            <a:off x="666720" y="327636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6" name=""/>
          <p:cNvSpPr/>
          <p:nvPr/>
        </p:nvSpPr>
        <p:spPr>
          <a:xfrm>
            <a:off x="666720" y="3267000"/>
            <a:ext cx="1333800" cy="9720"/>
          </a:xfrm>
          <a:custGeom>
            <a:avLst/>
            <a:gdLst/>
            <a:ahLst/>
            <a:rect l="0" t="0" r="r" b="b"/>
            <a:pathLst>
              <a:path w="3705" h="27">
                <a:moveTo>
                  <a:pt x="0" y="0"/>
                </a:moveTo>
                <a:lnTo>
                  <a:pt x="3705" y="0"/>
                </a:lnTo>
                <a:lnTo>
                  <a:pt x="37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7" name=""/>
          <p:cNvSpPr/>
          <p:nvPr/>
        </p:nvSpPr>
        <p:spPr>
          <a:xfrm>
            <a:off x="1990440" y="327636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28" y="0"/>
                </a:lnTo>
                <a:lnTo>
                  <a:pt x="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8" name=""/>
          <p:cNvSpPr/>
          <p:nvPr/>
        </p:nvSpPr>
        <p:spPr>
          <a:xfrm>
            <a:off x="2000160" y="3267000"/>
            <a:ext cx="5953320" cy="9720"/>
          </a:xfrm>
          <a:custGeom>
            <a:avLst/>
            <a:gdLst/>
            <a:ahLst/>
            <a:rect l="0" t="0" r="r" b="b"/>
            <a:pathLst>
              <a:path w="16537" h="27">
                <a:moveTo>
                  <a:pt x="0" y="0"/>
                </a:moveTo>
                <a:lnTo>
                  <a:pt x="16537" y="0"/>
                </a:lnTo>
                <a:lnTo>
                  <a:pt x="1653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9" name=""/>
          <p:cNvSpPr/>
          <p:nvPr/>
        </p:nvSpPr>
        <p:spPr>
          <a:xfrm>
            <a:off x="7943760" y="327636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0" name=""/>
          <p:cNvSpPr/>
          <p:nvPr/>
        </p:nvSpPr>
        <p:spPr>
          <a:xfrm>
            <a:off x="666720" y="371448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1" name=""/>
          <p:cNvSpPr/>
          <p:nvPr/>
        </p:nvSpPr>
        <p:spPr>
          <a:xfrm>
            <a:off x="666720" y="3705120"/>
            <a:ext cx="1333800" cy="9720"/>
          </a:xfrm>
          <a:custGeom>
            <a:avLst/>
            <a:gdLst/>
            <a:ahLst/>
            <a:rect l="0" t="0" r="r" b="b"/>
            <a:pathLst>
              <a:path w="3705" h="27">
                <a:moveTo>
                  <a:pt x="0" y="0"/>
                </a:moveTo>
                <a:lnTo>
                  <a:pt x="3705" y="0"/>
                </a:lnTo>
                <a:lnTo>
                  <a:pt x="37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2" name=""/>
          <p:cNvSpPr/>
          <p:nvPr/>
        </p:nvSpPr>
        <p:spPr>
          <a:xfrm>
            <a:off x="1990440" y="371448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28" y="0"/>
                </a:lnTo>
                <a:lnTo>
                  <a:pt x="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3" name=""/>
          <p:cNvSpPr/>
          <p:nvPr/>
        </p:nvSpPr>
        <p:spPr>
          <a:xfrm>
            <a:off x="2000160" y="3705120"/>
            <a:ext cx="5953320" cy="9720"/>
          </a:xfrm>
          <a:custGeom>
            <a:avLst/>
            <a:gdLst/>
            <a:ahLst/>
            <a:rect l="0" t="0" r="r" b="b"/>
            <a:pathLst>
              <a:path w="16537" h="27">
                <a:moveTo>
                  <a:pt x="0" y="0"/>
                </a:moveTo>
                <a:lnTo>
                  <a:pt x="16537" y="0"/>
                </a:lnTo>
                <a:lnTo>
                  <a:pt x="1653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4" name=""/>
          <p:cNvSpPr/>
          <p:nvPr/>
        </p:nvSpPr>
        <p:spPr>
          <a:xfrm>
            <a:off x="7943760" y="371448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5" name=""/>
          <p:cNvSpPr/>
          <p:nvPr/>
        </p:nvSpPr>
        <p:spPr>
          <a:xfrm>
            <a:off x="666720" y="415260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6" name=""/>
          <p:cNvSpPr/>
          <p:nvPr/>
        </p:nvSpPr>
        <p:spPr>
          <a:xfrm>
            <a:off x="666720" y="4143240"/>
            <a:ext cx="1333800" cy="9720"/>
          </a:xfrm>
          <a:custGeom>
            <a:avLst/>
            <a:gdLst/>
            <a:ahLst/>
            <a:rect l="0" t="0" r="r" b="b"/>
            <a:pathLst>
              <a:path w="3705" h="27">
                <a:moveTo>
                  <a:pt x="0" y="0"/>
                </a:moveTo>
                <a:lnTo>
                  <a:pt x="3705" y="0"/>
                </a:lnTo>
                <a:lnTo>
                  <a:pt x="37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7" name=""/>
          <p:cNvSpPr/>
          <p:nvPr/>
        </p:nvSpPr>
        <p:spPr>
          <a:xfrm>
            <a:off x="1990440" y="415260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28" y="0"/>
                </a:lnTo>
                <a:lnTo>
                  <a:pt x="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8" name=""/>
          <p:cNvSpPr/>
          <p:nvPr/>
        </p:nvSpPr>
        <p:spPr>
          <a:xfrm>
            <a:off x="2000160" y="4143240"/>
            <a:ext cx="5953320" cy="9720"/>
          </a:xfrm>
          <a:custGeom>
            <a:avLst/>
            <a:gdLst/>
            <a:ahLst/>
            <a:rect l="0" t="0" r="r" b="b"/>
            <a:pathLst>
              <a:path w="16537" h="27">
                <a:moveTo>
                  <a:pt x="0" y="0"/>
                </a:moveTo>
                <a:lnTo>
                  <a:pt x="16537" y="0"/>
                </a:lnTo>
                <a:lnTo>
                  <a:pt x="1653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9" name=""/>
          <p:cNvSpPr/>
          <p:nvPr/>
        </p:nvSpPr>
        <p:spPr>
          <a:xfrm>
            <a:off x="7943760" y="415260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0" name=""/>
          <p:cNvSpPr/>
          <p:nvPr/>
        </p:nvSpPr>
        <p:spPr>
          <a:xfrm>
            <a:off x="666720" y="4581360"/>
            <a:ext cx="1333800" cy="9720"/>
          </a:xfrm>
          <a:custGeom>
            <a:avLst/>
            <a:gdLst/>
            <a:ahLst/>
            <a:rect l="0" t="0" r="r" b="b"/>
            <a:pathLst>
              <a:path w="3705" h="27">
                <a:moveTo>
                  <a:pt x="0" y="0"/>
                </a:moveTo>
                <a:lnTo>
                  <a:pt x="3705" y="0"/>
                </a:lnTo>
                <a:lnTo>
                  <a:pt x="37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1" name=""/>
          <p:cNvSpPr/>
          <p:nvPr/>
        </p:nvSpPr>
        <p:spPr>
          <a:xfrm>
            <a:off x="2000160" y="4581360"/>
            <a:ext cx="5953320" cy="9720"/>
          </a:xfrm>
          <a:custGeom>
            <a:avLst/>
            <a:gdLst/>
            <a:ahLst/>
            <a:rect l="0" t="0" r="r" b="b"/>
            <a:pathLst>
              <a:path w="16537" h="27">
                <a:moveTo>
                  <a:pt x="0" y="0"/>
                </a:moveTo>
                <a:lnTo>
                  <a:pt x="16537" y="0"/>
                </a:lnTo>
                <a:lnTo>
                  <a:pt x="1653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2" name=""/>
          <p:cNvSpPr txBox="1"/>
          <p:nvPr/>
        </p:nvSpPr>
        <p:spPr>
          <a:xfrm>
            <a:off x="666720" y="1739520"/>
            <a:ext cx="360036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550" spc="-1" strike="noStrike">
                <a:solidFill>
                  <a:srgbClr val="00a9ce"/>
                </a:solidFill>
                <a:latin typeface="Calibri"/>
                <a:ea typeface="Calibri"/>
              </a:rPr>
              <a:t>Day 2 — Friday 30 October</a:t>
            </a:r>
            <a:endParaRPr b="0" lang="en-AU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3" name=""/>
          <p:cNvSpPr txBox="1"/>
          <p:nvPr/>
        </p:nvSpPr>
        <p:spPr>
          <a:xfrm>
            <a:off x="1117440" y="2486520"/>
            <a:ext cx="42912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ffffff"/>
                </a:solidFill>
                <a:latin typeface="Calibri"/>
                <a:ea typeface="Calibri"/>
              </a:rPr>
              <a:t>Time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4" name=""/>
          <p:cNvSpPr txBox="1"/>
          <p:nvPr/>
        </p:nvSpPr>
        <p:spPr>
          <a:xfrm>
            <a:off x="4725720" y="2486520"/>
            <a:ext cx="49140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ffffff"/>
                </a:solidFill>
                <a:latin typeface="Calibri"/>
                <a:ea typeface="Calibri"/>
              </a:rPr>
              <a:t>Focus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5" name=""/>
          <p:cNvSpPr txBox="1"/>
          <p:nvPr/>
        </p:nvSpPr>
        <p:spPr>
          <a:xfrm>
            <a:off x="799920" y="2924640"/>
            <a:ext cx="95616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9:30–10:30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6" name=""/>
          <p:cNvSpPr txBox="1"/>
          <p:nvPr/>
        </p:nvSpPr>
        <p:spPr>
          <a:xfrm>
            <a:off x="2123640" y="2924640"/>
            <a:ext cx="568512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1e22aa"/>
                </a:solidFill>
                <a:latin typeface="Calibri"/>
                <a:ea typeface="Calibri"/>
              </a:rPr>
              <a:t>Filler triage &amp; availability</a:t>
            </a:r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 — accept / reject / on-hold; publish Slots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7" name=""/>
          <p:cNvSpPr txBox="1"/>
          <p:nvPr/>
        </p:nvSpPr>
        <p:spPr>
          <a:xfrm>
            <a:off x="799920" y="3362760"/>
            <a:ext cx="106308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11:00–12:30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8" name=""/>
          <p:cNvSpPr txBox="1"/>
          <p:nvPr/>
        </p:nvSpPr>
        <p:spPr>
          <a:xfrm>
            <a:off x="2123640" y="3362760"/>
            <a:ext cx="562752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1e22aa"/>
                </a:solidFill>
                <a:latin typeface="Calibri"/>
                <a:ea typeface="Calibri"/>
              </a:rPr>
              <a:t>Booking</a:t>
            </a:r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 — Appointment, conﬁrm, cancel &amp; rebook, negative tests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9" name=""/>
          <p:cNvSpPr txBox="1"/>
          <p:nvPr/>
        </p:nvSpPr>
        <p:spPr>
          <a:xfrm>
            <a:off x="799920" y="3800880"/>
            <a:ext cx="106308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13:30–15:00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0" name=""/>
          <p:cNvSpPr txBox="1"/>
          <p:nvPr/>
        </p:nvSpPr>
        <p:spPr>
          <a:xfrm>
            <a:off x="2123640" y="3800880"/>
            <a:ext cx="356832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1e22aa"/>
                </a:solidFill>
                <a:latin typeface="Calibri"/>
                <a:ea typeface="Calibri"/>
              </a:rPr>
              <a:t>Status tracking</a:t>
            </a:r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 end-to-end + stretch goals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1" name=""/>
          <p:cNvSpPr txBox="1"/>
          <p:nvPr/>
        </p:nvSpPr>
        <p:spPr>
          <a:xfrm>
            <a:off x="799920" y="4239000"/>
            <a:ext cx="106308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15:30–16:30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2" name=""/>
          <p:cNvSpPr txBox="1"/>
          <p:nvPr/>
        </p:nvSpPr>
        <p:spPr>
          <a:xfrm>
            <a:off x="2123640" y="4239000"/>
            <a:ext cx="311724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1e22aa"/>
                </a:solidFill>
                <a:latin typeface="Calibri"/>
                <a:ea typeface="Calibri"/>
              </a:rPr>
              <a:t>Show and Tell!</a:t>
            </a:r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 — demo the full ﬂow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3" name=""/>
          <p:cNvSpPr txBox="1"/>
          <p:nvPr/>
        </p:nvSpPr>
        <p:spPr>
          <a:xfrm>
            <a:off x="666720" y="4774320"/>
            <a:ext cx="796500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(Recap 9:00, morning tea 10:30, lunch 12:30, afternoon tea 15:00, close 16:30.)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4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5" name=""/>
          <p:cNvSpPr txBox="1"/>
          <p:nvPr/>
        </p:nvSpPr>
        <p:spPr>
          <a:xfrm>
            <a:off x="11674440" y="6345000"/>
            <a:ext cx="23220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777777"/>
                </a:solidFill>
                <a:latin typeface="Calibri"/>
                <a:ea typeface="Calibri"/>
              </a:rPr>
              <a:t>12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9" name=""/>
          <p:cNvSpPr/>
          <p:nvPr/>
        </p:nvSpPr>
        <p:spPr>
          <a:xfrm>
            <a:off x="666720" y="2733480"/>
            <a:ext cx="10858680" cy="28800"/>
          </a:xfrm>
          <a:custGeom>
            <a:avLst/>
            <a:gdLst/>
            <a:ahLst/>
            <a:rect l="0" t="0" r="r" b="b"/>
            <a:pathLst>
              <a:path w="30163" h="80">
                <a:moveTo>
                  <a:pt x="0" y="0"/>
                </a:moveTo>
                <a:lnTo>
                  <a:pt x="30163" y="0"/>
                </a:lnTo>
                <a:lnTo>
                  <a:pt x="30163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60" name=""/>
          <p:cNvSpPr/>
          <p:nvPr/>
        </p:nvSpPr>
        <p:spPr>
          <a:xfrm>
            <a:off x="942840" y="306684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7"/>
                </a:moveTo>
                <a:cubicBezTo>
                  <a:pt x="213" y="121"/>
                  <a:pt x="210" y="134"/>
                  <a:pt x="204" y="147"/>
                </a:cubicBezTo>
                <a:cubicBezTo>
                  <a:pt x="199" y="160"/>
                  <a:pt x="191" y="172"/>
                  <a:pt x="182" y="182"/>
                </a:cubicBezTo>
                <a:cubicBezTo>
                  <a:pt x="172" y="192"/>
                  <a:pt x="160" y="199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199"/>
                  <a:pt x="42" y="192"/>
                  <a:pt x="32" y="182"/>
                </a:cubicBezTo>
                <a:cubicBezTo>
                  <a:pt x="22" y="172"/>
                  <a:pt x="13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3"/>
                  <a:pt x="3" y="79"/>
                  <a:pt x="8" y="66"/>
                </a:cubicBezTo>
                <a:cubicBezTo>
                  <a:pt x="13" y="53"/>
                  <a:pt x="22" y="42"/>
                  <a:pt x="32" y="32"/>
                </a:cubicBezTo>
                <a:cubicBezTo>
                  <a:pt x="42" y="21"/>
                  <a:pt x="53" y="14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4"/>
                  <a:pt x="172" y="21"/>
                  <a:pt x="182" y="32"/>
                </a:cubicBezTo>
                <a:cubicBezTo>
                  <a:pt x="191" y="42"/>
                  <a:pt x="199" y="53"/>
                  <a:pt x="204" y="66"/>
                </a:cubicBezTo>
                <a:cubicBezTo>
                  <a:pt x="210" y="79"/>
                  <a:pt x="213" y="93"/>
                  <a:pt x="213" y="107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61" name=""/>
          <p:cNvSpPr txBox="1"/>
          <p:nvPr/>
        </p:nvSpPr>
        <p:spPr>
          <a:xfrm>
            <a:off x="666720" y="2263320"/>
            <a:ext cx="202932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550" spc="-1" strike="noStrike">
                <a:solidFill>
                  <a:srgbClr val="00a9ce"/>
                </a:solidFill>
                <a:latin typeface="Calibri"/>
                <a:ea typeface="Calibri"/>
              </a:rPr>
              <a:t>Getting started</a:t>
            </a:r>
            <a:endParaRPr b="0" lang="en-AU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2" name=""/>
          <p:cNvSpPr/>
          <p:nvPr/>
        </p:nvSpPr>
        <p:spPr>
          <a:xfrm>
            <a:off x="942840" y="349560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7"/>
                </a:moveTo>
                <a:cubicBezTo>
                  <a:pt x="213" y="121"/>
                  <a:pt x="210" y="134"/>
                  <a:pt x="204" y="147"/>
                </a:cubicBezTo>
                <a:cubicBezTo>
                  <a:pt x="199" y="160"/>
                  <a:pt x="191" y="171"/>
                  <a:pt x="182" y="181"/>
                </a:cubicBezTo>
                <a:cubicBezTo>
                  <a:pt x="172" y="191"/>
                  <a:pt x="160" y="199"/>
                  <a:pt x="147" y="204"/>
                </a:cubicBezTo>
                <a:cubicBezTo>
                  <a:pt x="134" y="210"/>
                  <a:pt x="121" y="212"/>
                  <a:pt x="107" y="212"/>
                </a:cubicBezTo>
                <a:cubicBezTo>
                  <a:pt x="93" y="212"/>
                  <a:pt x="79" y="210"/>
                  <a:pt x="66" y="204"/>
                </a:cubicBezTo>
                <a:cubicBezTo>
                  <a:pt x="53" y="199"/>
                  <a:pt x="42" y="191"/>
                  <a:pt x="32" y="181"/>
                </a:cubicBezTo>
                <a:cubicBezTo>
                  <a:pt x="22" y="171"/>
                  <a:pt x="13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2" y="41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2"/>
                  <a:pt x="93" y="0"/>
                  <a:pt x="107" y="0"/>
                </a:cubicBezTo>
                <a:cubicBezTo>
                  <a:pt x="121" y="0"/>
                  <a:pt x="134" y="2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3" y="92"/>
                  <a:pt x="213" y="107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63" name=""/>
          <p:cNvSpPr txBox="1"/>
          <p:nvPr/>
        </p:nvSpPr>
        <p:spPr>
          <a:xfrm>
            <a:off x="1162080" y="2945520"/>
            <a:ext cx="905904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Servers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</a:t>
            </a:r>
            <a:r>
              <a:rPr b="0" i="1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(conﬁrm 2026 URLs) 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— secured &amp; open FHIR endpoints on the shared HAPI server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4" name=""/>
          <p:cNvSpPr/>
          <p:nvPr/>
        </p:nvSpPr>
        <p:spPr>
          <a:xfrm>
            <a:off x="4647960" y="3400200"/>
            <a:ext cx="3076920" cy="324360"/>
          </a:xfrm>
          <a:custGeom>
            <a:avLst/>
            <a:gdLst/>
            <a:ahLst/>
            <a:rect l="0" t="0" r="r" b="b"/>
            <a:pathLst>
              <a:path w="8547" h="901">
                <a:moveTo>
                  <a:pt x="0" y="741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8387" y="0"/>
                </a:lnTo>
                <a:cubicBezTo>
                  <a:pt x="8398" y="0"/>
                  <a:pt x="8408" y="1"/>
                  <a:pt x="8418" y="3"/>
                </a:cubicBezTo>
                <a:cubicBezTo>
                  <a:pt x="8429" y="5"/>
                  <a:pt x="8439" y="8"/>
                  <a:pt x="8448" y="12"/>
                </a:cubicBezTo>
                <a:cubicBezTo>
                  <a:pt x="8459" y="16"/>
                  <a:pt x="8468" y="21"/>
                  <a:pt x="8477" y="27"/>
                </a:cubicBezTo>
                <a:cubicBezTo>
                  <a:pt x="8485" y="33"/>
                  <a:pt x="8493" y="39"/>
                  <a:pt x="8501" y="47"/>
                </a:cubicBezTo>
                <a:cubicBezTo>
                  <a:pt x="8508" y="54"/>
                  <a:pt x="8515" y="62"/>
                  <a:pt x="8520" y="71"/>
                </a:cubicBezTo>
                <a:cubicBezTo>
                  <a:pt x="8526" y="79"/>
                  <a:pt x="8531" y="88"/>
                  <a:pt x="8535" y="98"/>
                </a:cubicBezTo>
                <a:cubicBezTo>
                  <a:pt x="8539" y="108"/>
                  <a:pt x="8542" y="118"/>
                  <a:pt x="8544" y="128"/>
                </a:cubicBezTo>
                <a:cubicBezTo>
                  <a:pt x="8546" y="138"/>
                  <a:pt x="8547" y="148"/>
                  <a:pt x="8547" y="159"/>
                </a:cubicBezTo>
                <a:lnTo>
                  <a:pt x="8547" y="741"/>
                </a:lnTo>
                <a:cubicBezTo>
                  <a:pt x="8547" y="751"/>
                  <a:pt x="8546" y="762"/>
                  <a:pt x="8544" y="772"/>
                </a:cubicBezTo>
                <a:cubicBezTo>
                  <a:pt x="8542" y="782"/>
                  <a:pt x="8539" y="792"/>
                  <a:pt x="8535" y="802"/>
                </a:cubicBezTo>
                <a:cubicBezTo>
                  <a:pt x="8531" y="811"/>
                  <a:pt x="8526" y="820"/>
                  <a:pt x="8520" y="829"/>
                </a:cubicBezTo>
                <a:cubicBezTo>
                  <a:pt x="8515" y="838"/>
                  <a:pt x="8508" y="846"/>
                  <a:pt x="8501" y="853"/>
                </a:cubicBezTo>
                <a:cubicBezTo>
                  <a:pt x="8493" y="861"/>
                  <a:pt x="8485" y="867"/>
                  <a:pt x="8477" y="873"/>
                </a:cubicBezTo>
                <a:cubicBezTo>
                  <a:pt x="8468" y="879"/>
                  <a:pt x="8459" y="884"/>
                  <a:pt x="8448" y="888"/>
                </a:cubicBezTo>
                <a:cubicBezTo>
                  <a:pt x="8439" y="892"/>
                  <a:pt x="8429" y="896"/>
                  <a:pt x="8418" y="898"/>
                </a:cubicBezTo>
                <a:cubicBezTo>
                  <a:pt x="8408" y="900"/>
                  <a:pt x="8398" y="901"/>
                  <a:pt x="8387" y="901"/>
                </a:cubicBezTo>
                <a:lnTo>
                  <a:pt x="159" y="901"/>
                </a:lnTo>
                <a:cubicBezTo>
                  <a:pt x="148" y="901"/>
                  <a:pt x="138" y="900"/>
                  <a:pt x="128" y="898"/>
                </a:cubicBezTo>
                <a:cubicBezTo>
                  <a:pt x="118" y="896"/>
                  <a:pt x="108" y="892"/>
                  <a:pt x="98" y="888"/>
                </a:cubicBezTo>
                <a:cubicBezTo>
                  <a:pt x="89" y="884"/>
                  <a:pt x="79" y="879"/>
                  <a:pt x="71" y="873"/>
                </a:cubicBezTo>
                <a:cubicBezTo>
                  <a:pt x="62" y="867"/>
                  <a:pt x="54" y="861"/>
                  <a:pt x="47" y="853"/>
                </a:cubicBezTo>
                <a:cubicBezTo>
                  <a:pt x="39" y="846"/>
                  <a:pt x="33" y="838"/>
                  <a:pt x="27" y="829"/>
                </a:cubicBezTo>
                <a:cubicBezTo>
                  <a:pt x="21" y="820"/>
                  <a:pt x="16" y="811"/>
                  <a:pt x="12" y="802"/>
                </a:cubicBezTo>
                <a:cubicBezTo>
                  <a:pt x="8" y="792"/>
                  <a:pt x="5" y="782"/>
                  <a:pt x="3" y="772"/>
                </a:cubicBezTo>
                <a:cubicBezTo>
                  <a:pt x="1" y="762"/>
                  <a:pt x="0" y="751"/>
                  <a:pt x="0" y="741"/>
                </a:cubicBez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5" name=""/>
          <p:cNvSpPr txBox="1"/>
          <p:nvPr/>
        </p:nvSpPr>
        <p:spPr>
          <a:xfrm>
            <a:off x="1162080" y="3374280"/>
            <a:ext cx="350928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Every HCPD request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sends header 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6" name=""/>
          <p:cNvSpPr/>
          <p:nvPr/>
        </p:nvSpPr>
        <p:spPr>
          <a:xfrm>
            <a:off x="942840" y="393372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6"/>
                </a:moveTo>
                <a:cubicBezTo>
                  <a:pt x="213" y="120"/>
                  <a:pt x="210" y="133"/>
                  <a:pt x="204" y="146"/>
                </a:cubicBezTo>
                <a:cubicBezTo>
                  <a:pt x="199" y="160"/>
                  <a:pt x="191" y="172"/>
                  <a:pt x="182" y="181"/>
                </a:cubicBezTo>
                <a:cubicBezTo>
                  <a:pt x="172" y="191"/>
                  <a:pt x="160" y="199"/>
                  <a:pt x="147" y="204"/>
                </a:cubicBezTo>
                <a:cubicBezTo>
                  <a:pt x="134" y="210"/>
                  <a:pt x="121" y="212"/>
                  <a:pt x="107" y="212"/>
                </a:cubicBezTo>
                <a:cubicBezTo>
                  <a:pt x="93" y="212"/>
                  <a:pt x="79" y="210"/>
                  <a:pt x="66" y="204"/>
                </a:cubicBezTo>
                <a:cubicBezTo>
                  <a:pt x="53" y="199"/>
                  <a:pt x="42" y="191"/>
                  <a:pt x="32" y="181"/>
                </a:cubicBezTo>
                <a:cubicBezTo>
                  <a:pt x="22" y="172"/>
                  <a:pt x="13" y="160"/>
                  <a:pt x="8" y="146"/>
                </a:cubicBezTo>
                <a:cubicBezTo>
                  <a:pt x="3" y="133"/>
                  <a:pt x="0" y="120"/>
                  <a:pt x="0" y="106"/>
                </a:cubicBez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2" y="41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2"/>
                  <a:pt x="93" y="0"/>
                  <a:pt x="107" y="0"/>
                </a:cubicBezTo>
                <a:cubicBezTo>
                  <a:pt x="121" y="0"/>
                  <a:pt x="134" y="2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67" name=""/>
          <p:cNvSpPr txBox="1"/>
          <p:nvPr/>
        </p:nvSpPr>
        <p:spPr>
          <a:xfrm>
            <a:off x="4732920" y="3438360"/>
            <a:ext cx="2902320" cy="23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60" spc="-1" strike="noStrike">
                <a:solidFill>
                  <a:srgbClr val="007a53"/>
                </a:solidFill>
                <a:latin typeface="Courier New"/>
                <a:ea typeface="Courier New"/>
              </a:rPr>
              <a:t>X-Request-ID: &lt;UUID v4&gt;</a:t>
            </a:r>
            <a:endParaRPr b="0" lang="en-AU" sz="16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8" name=""/>
          <p:cNvSpPr/>
          <p:nvPr/>
        </p:nvSpPr>
        <p:spPr>
          <a:xfrm>
            <a:off x="6143400" y="3838320"/>
            <a:ext cx="1305360" cy="314640"/>
          </a:xfrm>
          <a:custGeom>
            <a:avLst/>
            <a:gdLst/>
            <a:ahLst/>
            <a:rect l="0" t="0" r="r" b="b"/>
            <a:pathLst>
              <a:path w="3626" h="874">
                <a:moveTo>
                  <a:pt x="0" y="716"/>
                </a:moveTo>
                <a:lnTo>
                  <a:pt x="0" y="159"/>
                </a:lnTo>
                <a:cubicBezTo>
                  <a:pt x="0" y="149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9"/>
                  <a:pt x="21" y="79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3467" y="0"/>
                </a:lnTo>
                <a:cubicBezTo>
                  <a:pt x="3478" y="0"/>
                  <a:pt x="3488" y="1"/>
                  <a:pt x="3498" y="3"/>
                </a:cubicBezTo>
                <a:cubicBezTo>
                  <a:pt x="3508" y="5"/>
                  <a:pt x="3518" y="8"/>
                  <a:pt x="3528" y="12"/>
                </a:cubicBezTo>
                <a:cubicBezTo>
                  <a:pt x="3538" y="16"/>
                  <a:pt x="3547" y="21"/>
                  <a:pt x="3555" y="27"/>
                </a:cubicBezTo>
                <a:cubicBezTo>
                  <a:pt x="3564" y="33"/>
                  <a:pt x="3572" y="39"/>
                  <a:pt x="3579" y="47"/>
                </a:cubicBezTo>
                <a:cubicBezTo>
                  <a:pt x="3587" y="54"/>
                  <a:pt x="3593" y="62"/>
                  <a:pt x="3599" y="71"/>
                </a:cubicBezTo>
                <a:cubicBezTo>
                  <a:pt x="3605" y="79"/>
                  <a:pt x="3610" y="89"/>
                  <a:pt x="3614" y="98"/>
                </a:cubicBezTo>
                <a:cubicBezTo>
                  <a:pt x="3618" y="108"/>
                  <a:pt x="3621" y="118"/>
                  <a:pt x="3623" y="128"/>
                </a:cubicBezTo>
                <a:cubicBezTo>
                  <a:pt x="3625" y="138"/>
                  <a:pt x="3626" y="149"/>
                  <a:pt x="3626" y="159"/>
                </a:cubicBezTo>
                <a:lnTo>
                  <a:pt x="3626" y="716"/>
                </a:lnTo>
                <a:cubicBezTo>
                  <a:pt x="3626" y="726"/>
                  <a:pt x="3625" y="736"/>
                  <a:pt x="3623" y="747"/>
                </a:cubicBezTo>
                <a:cubicBezTo>
                  <a:pt x="3621" y="757"/>
                  <a:pt x="3618" y="767"/>
                  <a:pt x="3614" y="776"/>
                </a:cubicBezTo>
                <a:cubicBezTo>
                  <a:pt x="3610" y="786"/>
                  <a:pt x="3605" y="795"/>
                  <a:pt x="3599" y="804"/>
                </a:cubicBezTo>
                <a:cubicBezTo>
                  <a:pt x="3593" y="812"/>
                  <a:pt x="3587" y="820"/>
                  <a:pt x="3579" y="828"/>
                </a:cubicBezTo>
                <a:cubicBezTo>
                  <a:pt x="3572" y="835"/>
                  <a:pt x="3564" y="842"/>
                  <a:pt x="3555" y="848"/>
                </a:cubicBezTo>
                <a:cubicBezTo>
                  <a:pt x="3547" y="853"/>
                  <a:pt x="3538" y="858"/>
                  <a:pt x="3528" y="862"/>
                </a:cubicBezTo>
                <a:cubicBezTo>
                  <a:pt x="3518" y="866"/>
                  <a:pt x="3508" y="869"/>
                  <a:pt x="3498" y="871"/>
                </a:cubicBezTo>
                <a:cubicBezTo>
                  <a:pt x="3488" y="873"/>
                  <a:pt x="3478" y="874"/>
                  <a:pt x="3467" y="874"/>
                </a:cubicBezTo>
                <a:lnTo>
                  <a:pt x="159" y="874"/>
                </a:lnTo>
                <a:cubicBezTo>
                  <a:pt x="148" y="874"/>
                  <a:pt x="138" y="873"/>
                  <a:pt x="128" y="871"/>
                </a:cubicBezTo>
                <a:cubicBezTo>
                  <a:pt x="118" y="869"/>
                  <a:pt x="108" y="866"/>
                  <a:pt x="98" y="862"/>
                </a:cubicBezTo>
                <a:cubicBezTo>
                  <a:pt x="88" y="858"/>
                  <a:pt x="79" y="853"/>
                  <a:pt x="71" y="848"/>
                </a:cubicBezTo>
                <a:cubicBezTo>
                  <a:pt x="62" y="842"/>
                  <a:pt x="54" y="835"/>
                  <a:pt x="47" y="828"/>
                </a:cubicBezTo>
                <a:cubicBezTo>
                  <a:pt x="39" y="820"/>
                  <a:pt x="33" y="812"/>
                  <a:pt x="27" y="804"/>
                </a:cubicBezTo>
                <a:cubicBezTo>
                  <a:pt x="21" y="795"/>
                  <a:pt x="16" y="786"/>
                  <a:pt x="12" y="776"/>
                </a:cubicBezTo>
                <a:cubicBezTo>
                  <a:pt x="8" y="767"/>
                  <a:pt x="5" y="757"/>
                  <a:pt x="3" y="747"/>
                </a:cubicBezTo>
                <a:cubicBezTo>
                  <a:pt x="1" y="736"/>
                  <a:pt x="0" y="726"/>
                  <a:pt x="0" y="716"/>
                </a:cubicBez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9" name=""/>
          <p:cNvSpPr txBox="1"/>
          <p:nvPr/>
        </p:nvSpPr>
        <p:spPr>
          <a:xfrm>
            <a:off x="1162080" y="3812400"/>
            <a:ext cx="503460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Validate against the QH IG / AU eRequesting with 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0" name=""/>
          <p:cNvSpPr/>
          <p:nvPr/>
        </p:nvSpPr>
        <p:spPr>
          <a:xfrm>
            <a:off x="942840" y="437184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6"/>
                </a:moveTo>
                <a:cubicBezTo>
                  <a:pt x="213" y="120"/>
                  <a:pt x="210" y="133"/>
                  <a:pt x="204" y="146"/>
                </a:cubicBezTo>
                <a:cubicBezTo>
                  <a:pt x="199" y="159"/>
                  <a:pt x="191" y="171"/>
                  <a:pt x="182" y="181"/>
                </a:cubicBezTo>
                <a:cubicBezTo>
                  <a:pt x="172" y="190"/>
                  <a:pt x="160" y="198"/>
                  <a:pt x="147" y="204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4"/>
                </a:cubicBezTo>
                <a:cubicBezTo>
                  <a:pt x="53" y="198"/>
                  <a:pt x="42" y="190"/>
                  <a:pt x="32" y="181"/>
                </a:cubicBezTo>
                <a:cubicBezTo>
                  <a:pt x="22" y="171"/>
                  <a:pt x="13" y="159"/>
                  <a:pt x="8" y="146"/>
                </a:cubicBezTo>
                <a:cubicBezTo>
                  <a:pt x="3" y="133"/>
                  <a:pt x="0" y="120"/>
                  <a:pt x="0" y="106"/>
                </a:cubicBez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2" y="41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1" name=""/>
          <p:cNvSpPr txBox="1"/>
          <p:nvPr/>
        </p:nvSpPr>
        <p:spPr>
          <a:xfrm>
            <a:off x="6227640" y="3876480"/>
            <a:ext cx="1136160" cy="23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60" spc="-1" strike="noStrike">
                <a:solidFill>
                  <a:srgbClr val="007a53"/>
                </a:solidFill>
                <a:latin typeface="Courier New"/>
                <a:ea typeface="Courier New"/>
              </a:rPr>
              <a:t>$validate</a:t>
            </a:r>
            <a:endParaRPr b="0" lang="en-AU" sz="16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2" name=""/>
          <p:cNvSpPr txBox="1"/>
          <p:nvPr/>
        </p:nvSpPr>
        <p:spPr>
          <a:xfrm>
            <a:off x="1162080" y="4250520"/>
            <a:ext cx="702936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Bring your laptop, synthetic data, and your ideas — nothing sensitive!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3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4" name=""/>
          <p:cNvSpPr txBox="1"/>
          <p:nvPr/>
        </p:nvSpPr>
        <p:spPr>
          <a:xfrm>
            <a:off x="11674440" y="6345000"/>
            <a:ext cx="23220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777777"/>
                </a:solidFill>
                <a:latin typeface="Calibri"/>
                <a:ea typeface="Calibri"/>
              </a:rPr>
              <a:t>13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8" name=""/>
          <p:cNvSpPr/>
          <p:nvPr/>
        </p:nvSpPr>
        <p:spPr>
          <a:xfrm>
            <a:off x="666720" y="2466720"/>
            <a:ext cx="10858680" cy="29160"/>
          </a:xfrm>
          <a:custGeom>
            <a:avLst/>
            <a:gdLst/>
            <a:ahLst/>
            <a:rect l="0" t="0" r="r" b="b"/>
            <a:pathLst>
              <a:path w="30163" h="81">
                <a:moveTo>
                  <a:pt x="0" y="0"/>
                </a:moveTo>
                <a:lnTo>
                  <a:pt x="30163" y="0"/>
                </a:lnTo>
                <a:lnTo>
                  <a:pt x="30163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9" name=""/>
          <p:cNvSpPr/>
          <p:nvPr/>
        </p:nvSpPr>
        <p:spPr>
          <a:xfrm>
            <a:off x="666720" y="4476600"/>
            <a:ext cx="57240" cy="371880"/>
          </a:xfrm>
          <a:custGeom>
            <a:avLst/>
            <a:gdLst/>
            <a:ahLst/>
            <a:rect l="0" t="0" r="r" b="b"/>
            <a:pathLst>
              <a:path w="159" h="1033">
                <a:moveTo>
                  <a:pt x="0" y="0"/>
                </a:moveTo>
                <a:lnTo>
                  <a:pt x="159" y="0"/>
                </a:lnTo>
                <a:lnTo>
                  <a:pt x="159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0" name=""/>
          <p:cNvSpPr/>
          <p:nvPr/>
        </p:nvSpPr>
        <p:spPr>
          <a:xfrm>
            <a:off x="942840" y="280008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6"/>
                </a:moveTo>
                <a:cubicBezTo>
                  <a:pt x="213" y="120"/>
                  <a:pt x="210" y="134"/>
                  <a:pt x="204" y="148"/>
                </a:cubicBezTo>
                <a:cubicBezTo>
                  <a:pt x="199" y="161"/>
                  <a:pt x="191" y="172"/>
                  <a:pt x="182" y="182"/>
                </a:cubicBezTo>
                <a:cubicBezTo>
                  <a:pt x="172" y="192"/>
                  <a:pt x="160" y="199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199"/>
                  <a:pt x="42" y="192"/>
                  <a:pt x="32" y="182"/>
                </a:cubicBezTo>
                <a:cubicBezTo>
                  <a:pt x="22" y="172"/>
                  <a:pt x="13" y="161"/>
                  <a:pt x="8" y="148"/>
                </a:cubicBezTo>
                <a:cubicBezTo>
                  <a:pt x="3" y="134"/>
                  <a:pt x="0" y="120"/>
                  <a:pt x="0" y="106"/>
                </a:cubicBezTo>
                <a:cubicBezTo>
                  <a:pt x="0" y="92"/>
                  <a:pt x="3" y="79"/>
                  <a:pt x="8" y="66"/>
                </a:cubicBezTo>
                <a:cubicBezTo>
                  <a:pt x="13" y="53"/>
                  <a:pt x="22" y="41"/>
                  <a:pt x="32" y="31"/>
                </a:cubicBezTo>
                <a:cubicBezTo>
                  <a:pt x="42" y="21"/>
                  <a:pt x="53" y="14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4"/>
                  <a:pt x="172" y="21"/>
                  <a:pt x="182" y="31"/>
                </a:cubicBezTo>
                <a:cubicBezTo>
                  <a:pt x="191" y="41"/>
                  <a:pt x="199" y="53"/>
                  <a:pt x="204" y="66"/>
                </a:cubicBezTo>
                <a:cubicBezTo>
                  <a:pt x="210" y="79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81" name=""/>
          <p:cNvSpPr txBox="1"/>
          <p:nvPr/>
        </p:nvSpPr>
        <p:spPr>
          <a:xfrm>
            <a:off x="666720" y="2006280"/>
            <a:ext cx="439740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550" spc="-1" strike="noStrike">
                <a:solidFill>
                  <a:srgbClr val="00a9ce"/>
                </a:solidFill>
                <a:latin typeface="Calibri"/>
                <a:ea typeface="Calibri"/>
              </a:rPr>
              <a:t>Open decisions (before we start)</a:t>
            </a:r>
            <a:endParaRPr b="0" lang="en-AU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2" name=""/>
          <p:cNvSpPr/>
          <p:nvPr/>
        </p:nvSpPr>
        <p:spPr>
          <a:xfrm>
            <a:off x="942840" y="323820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6"/>
                </a:moveTo>
                <a:cubicBezTo>
                  <a:pt x="213" y="120"/>
                  <a:pt x="210" y="134"/>
                  <a:pt x="204" y="147"/>
                </a:cubicBezTo>
                <a:cubicBezTo>
                  <a:pt x="199" y="160"/>
                  <a:pt x="191" y="171"/>
                  <a:pt x="182" y="181"/>
                </a:cubicBezTo>
                <a:cubicBezTo>
                  <a:pt x="172" y="192"/>
                  <a:pt x="160" y="200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200"/>
                  <a:pt x="42" y="192"/>
                  <a:pt x="32" y="181"/>
                </a:cubicBezTo>
                <a:cubicBezTo>
                  <a:pt x="22" y="171"/>
                  <a:pt x="13" y="160"/>
                  <a:pt x="8" y="147"/>
                </a:cubicBezTo>
                <a:cubicBezTo>
                  <a:pt x="3" y="134"/>
                  <a:pt x="0" y="120"/>
                  <a:pt x="0" y="106"/>
                </a:cubicBezTo>
                <a:cubicBezTo>
                  <a:pt x="0" y="92"/>
                  <a:pt x="3" y="79"/>
                  <a:pt x="8" y="66"/>
                </a:cubicBezTo>
                <a:cubicBezTo>
                  <a:pt x="13" y="53"/>
                  <a:pt x="22" y="41"/>
                  <a:pt x="32" y="31"/>
                </a:cubicBezTo>
                <a:cubicBezTo>
                  <a:pt x="42" y="21"/>
                  <a:pt x="53" y="14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4"/>
                  <a:pt x="172" y="21"/>
                  <a:pt x="182" y="31"/>
                </a:cubicBezTo>
                <a:cubicBezTo>
                  <a:pt x="191" y="41"/>
                  <a:pt x="199" y="53"/>
                  <a:pt x="204" y="66"/>
                </a:cubicBezTo>
                <a:cubicBezTo>
                  <a:pt x="210" y="79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83" name=""/>
          <p:cNvSpPr txBox="1"/>
          <p:nvPr/>
        </p:nvSpPr>
        <p:spPr>
          <a:xfrm>
            <a:off x="1162080" y="2678760"/>
            <a:ext cx="613620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HCPD access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— SIT credentials &amp; onboarding for participants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4" name=""/>
          <p:cNvSpPr/>
          <p:nvPr/>
        </p:nvSpPr>
        <p:spPr>
          <a:xfrm>
            <a:off x="2199960" y="3133440"/>
            <a:ext cx="248040" cy="248040"/>
          </a:xfrm>
          <a:custGeom>
            <a:avLst/>
            <a:gdLst/>
            <a:ahLst/>
            <a:rect l="0" t="0" r="r" b="b"/>
            <a:pathLst>
              <a:path w="689" h="689">
                <a:moveTo>
                  <a:pt x="689" y="613"/>
                </a:moveTo>
                <a:cubicBezTo>
                  <a:pt x="689" y="655"/>
                  <a:pt x="655" y="689"/>
                  <a:pt x="613" y="689"/>
                </a:cubicBezTo>
                <a:lnTo>
                  <a:pt x="77" y="689"/>
                </a:lnTo>
                <a:cubicBezTo>
                  <a:pt x="35" y="689"/>
                  <a:pt x="0" y="655"/>
                  <a:pt x="0" y="613"/>
                </a:cubicBezTo>
                <a:lnTo>
                  <a:pt x="0" y="77"/>
                </a:lnTo>
                <a:cubicBezTo>
                  <a:pt x="0" y="35"/>
                  <a:pt x="35" y="0"/>
                  <a:pt x="77" y="0"/>
                </a:cubicBezTo>
                <a:lnTo>
                  <a:pt x="613" y="0"/>
                </a:lnTo>
                <a:cubicBezTo>
                  <a:pt x="655" y="0"/>
                  <a:pt x="689" y="35"/>
                  <a:pt x="689" y="77"/>
                </a:cubicBezTo>
                <a:lnTo>
                  <a:pt x="689" y="613"/>
                </a:ln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85" name=""/>
          <p:cNvSpPr/>
          <p:nvPr/>
        </p:nvSpPr>
        <p:spPr>
          <a:xfrm>
            <a:off x="2220840" y="3195360"/>
            <a:ext cx="206640" cy="124200"/>
          </a:xfrm>
          <a:custGeom>
            <a:avLst/>
            <a:gdLst/>
            <a:ahLst/>
            <a:rect l="0" t="0" r="r" b="b"/>
            <a:pathLst>
              <a:path w="574" h="345">
                <a:moveTo>
                  <a:pt x="191" y="0"/>
                </a:moveTo>
                <a:lnTo>
                  <a:pt x="0" y="172"/>
                </a:lnTo>
                <a:lnTo>
                  <a:pt x="191" y="345"/>
                </a:lnTo>
                <a:lnTo>
                  <a:pt x="191" y="0"/>
                </a:lnTo>
                <a:moveTo>
                  <a:pt x="574" y="172"/>
                </a:moveTo>
                <a:lnTo>
                  <a:pt x="382" y="0"/>
                </a:lnTo>
                <a:lnTo>
                  <a:pt x="382" y="345"/>
                </a:lnTo>
                <a:lnTo>
                  <a:pt x="574" y="172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6" name=""/>
          <p:cNvSpPr/>
          <p:nvPr/>
        </p:nvSpPr>
        <p:spPr>
          <a:xfrm>
            <a:off x="2282760" y="3229920"/>
            <a:ext cx="82800" cy="55440"/>
          </a:xfrm>
          <a:custGeom>
            <a:avLst/>
            <a:gdLst/>
            <a:ahLst/>
            <a:rect l="0" t="0" r="r" b="b"/>
            <a:pathLst>
              <a:path w="230" h="154">
                <a:moveTo>
                  <a:pt x="0" y="0"/>
                </a:moveTo>
                <a:lnTo>
                  <a:pt x="230" y="0"/>
                </a:lnTo>
                <a:lnTo>
                  <a:pt x="230" y="154"/>
                </a:lnTo>
                <a:lnTo>
                  <a:pt x="0" y="15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7" name=""/>
          <p:cNvSpPr txBox="1"/>
          <p:nvPr/>
        </p:nvSpPr>
        <p:spPr>
          <a:xfrm>
            <a:off x="1162080" y="3116880"/>
            <a:ext cx="101736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Directory 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8" name=""/>
          <p:cNvSpPr/>
          <p:nvPr/>
        </p:nvSpPr>
        <p:spPr>
          <a:xfrm>
            <a:off x="942840" y="366696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7"/>
                </a:moveTo>
                <a:cubicBezTo>
                  <a:pt x="213" y="121"/>
                  <a:pt x="210" y="134"/>
                  <a:pt x="204" y="147"/>
                </a:cubicBezTo>
                <a:cubicBezTo>
                  <a:pt x="199" y="160"/>
                  <a:pt x="191" y="172"/>
                  <a:pt x="182" y="182"/>
                </a:cubicBezTo>
                <a:cubicBezTo>
                  <a:pt x="172" y="192"/>
                  <a:pt x="160" y="199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199"/>
                  <a:pt x="42" y="192"/>
                  <a:pt x="32" y="182"/>
                </a:cubicBezTo>
                <a:cubicBezTo>
                  <a:pt x="22" y="172"/>
                  <a:pt x="13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3"/>
                  <a:pt x="3" y="79"/>
                  <a:pt x="8" y="66"/>
                </a:cubicBezTo>
                <a:cubicBezTo>
                  <a:pt x="13" y="53"/>
                  <a:pt x="22" y="41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1"/>
                  <a:pt x="199" y="53"/>
                  <a:pt x="204" y="66"/>
                </a:cubicBezTo>
                <a:cubicBezTo>
                  <a:pt x="210" y="79"/>
                  <a:pt x="213" y="93"/>
                  <a:pt x="213" y="107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89" name=""/>
          <p:cNvSpPr txBox="1"/>
          <p:nvPr/>
        </p:nvSpPr>
        <p:spPr>
          <a:xfrm>
            <a:off x="2456280" y="3116880"/>
            <a:ext cx="593028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 </a:t>
            </a:r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referral server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— test Endpoints in HCPD, or a local mirror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0" name=""/>
          <p:cNvSpPr/>
          <p:nvPr/>
        </p:nvSpPr>
        <p:spPr>
          <a:xfrm>
            <a:off x="942840" y="410508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7"/>
                </a:moveTo>
                <a:cubicBezTo>
                  <a:pt x="213" y="121"/>
                  <a:pt x="210" y="134"/>
                  <a:pt x="204" y="147"/>
                </a:cubicBezTo>
                <a:cubicBezTo>
                  <a:pt x="199" y="160"/>
                  <a:pt x="191" y="172"/>
                  <a:pt x="182" y="182"/>
                </a:cubicBezTo>
                <a:cubicBezTo>
                  <a:pt x="172" y="192"/>
                  <a:pt x="160" y="199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199"/>
                  <a:pt x="42" y="192"/>
                  <a:pt x="32" y="182"/>
                </a:cubicBezTo>
                <a:cubicBezTo>
                  <a:pt x="22" y="172"/>
                  <a:pt x="13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2" y="41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3" y="92"/>
                  <a:pt x="213" y="107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91" name=""/>
          <p:cNvSpPr txBox="1"/>
          <p:nvPr/>
        </p:nvSpPr>
        <p:spPr>
          <a:xfrm>
            <a:off x="1162080" y="3545640"/>
            <a:ext cx="689508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Who books?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— referrer directly, or ﬁller after triage (support both?)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2" name=""/>
          <p:cNvSpPr txBox="1"/>
          <p:nvPr/>
        </p:nvSpPr>
        <p:spPr>
          <a:xfrm>
            <a:off x="1162080" y="3983760"/>
            <a:ext cx="857340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Transport &amp; security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— shared HAPI vs push to discovered endpoint; open vs SMART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3" name=""/>
          <p:cNvSpPr/>
          <p:nvPr/>
        </p:nvSpPr>
        <p:spPr>
          <a:xfrm>
            <a:off x="4200480" y="4533840"/>
            <a:ext cx="1933920" cy="314640"/>
          </a:xfrm>
          <a:custGeom>
            <a:avLst/>
            <a:gdLst/>
            <a:ahLst/>
            <a:rect l="0" t="0" r="r" b="b"/>
            <a:pathLst>
              <a:path w="5372" h="874">
                <a:moveTo>
                  <a:pt x="0" y="715"/>
                </a:moveTo>
                <a:lnTo>
                  <a:pt x="0" y="159"/>
                </a:lnTo>
                <a:cubicBezTo>
                  <a:pt x="0" y="149"/>
                  <a:pt x="1" y="139"/>
                  <a:pt x="3" y="128"/>
                </a:cubicBezTo>
                <a:cubicBezTo>
                  <a:pt x="5" y="118"/>
                  <a:pt x="8" y="108"/>
                  <a:pt x="12" y="99"/>
                </a:cubicBezTo>
                <a:cubicBezTo>
                  <a:pt x="16" y="89"/>
                  <a:pt x="21" y="80"/>
                  <a:pt x="26" y="71"/>
                </a:cubicBezTo>
                <a:cubicBezTo>
                  <a:pt x="32" y="62"/>
                  <a:pt x="39" y="54"/>
                  <a:pt x="46" y="46"/>
                </a:cubicBezTo>
                <a:cubicBezTo>
                  <a:pt x="53" y="39"/>
                  <a:pt x="62" y="32"/>
                  <a:pt x="70" y="26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lnTo>
                  <a:pt x="5213" y="0"/>
                </a:lnTo>
                <a:cubicBezTo>
                  <a:pt x="5223" y="0"/>
                  <a:pt x="5234" y="1"/>
                  <a:pt x="5244" y="3"/>
                </a:cubicBezTo>
                <a:cubicBezTo>
                  <a:pt x="5254" y="5"/>
                  <a:pt x="5264" y="8"/>
                  <a:pt x="5274" y="12"/>
                </a:cubicBezTo>
                <a:cubicBezTo>
                  <a:pt x="5283" y="16"/>
                  <a:pt x="5292" y="21"/>
                  <a:pt x="5301" y="26"/>
                </a:cubicBezTo>
                <a:cubicBezTo>
                  <a:pt x="5310" y="32"/>
                  <a:pt x="5318" y="39"/>
                  <a:pt x="5325" y="46"/>
                </a:cubicBezTo>
                <a:cubicBezTo>
                  <a:pt x="5333" y="54"/>
                  <a:pt x="5339" y="62"/>
                  <a:pt x="5345" y="71"/>
                </a:cubicBezTo>
                <a:cubicBezTo>
                  <a:pt x="5351" y="80"/>
                  <a:pt x="5356" y="89"/>
                  <a:pt x="5360" y="99"/>
                </a:cubicBezTo>
                <a:cubicBezTo>
                  <a:pt x="5364" y="108"/>
                  <a:pt x="5367" y="118"/>
                  <a:pt x="5369" y="128"/>
                </a:cubicBezTo>
                <a:cubicBezTo>
                  <a:pt x="5371" y="139"/>
                  <a:pt x="5372" y="149"/>
                  <a:pt x="5372" y="159"/>
                </a:cubicBezTo>
                <a:lnTo>
                  <a:pt x="5372" y="715"/>
                </a:lnTo>
                <a:cubicBezTo>
                  <a:pt x="5372" y="725"/>
                  <a:pt x="5371" y="736"/>
                  <a:pt x="5369" y="746"/>
                </a:cubicBezTo>
                <a:cubicBezTo>
                  <a:pt x="5367" y="756"/>
                  <a:pt x="5364" y="766"/>
                  <a:pt x="5360" y="776"/>
                </a:cubicBezTo>
                <a:cubicBezTo>
                  <a:pt x="5356" y="785"/>
                  <a:pt x="5351" y="795"/>
                  <a:pt x="5345" y="803"/>
                </a:cubicBezTo>
                <a:cubicBezTo>
                  <a:pt x="5339" y="812"/>
                  <a:pt x="5333" y="820"/>
                  <a:pt x="5325" y="827"/>
                </a:cubicBezTo>
                <a:cubicBezTo>
                  <a:pt x="5318" y="835"/>
                  <a:pt x="5310" y="841"/>
                  <a:pt x="5301" y="847"/>
                </a:cubicBezTo>
                <a:cubicBezTo>
                  <a:pt x="5292" y="853"/>
                  <a:pt x="5283" y="858"/>
                  <a:pt x="5274" y="862"/>
                </a:cubicBezTo>
                <a:cubicBezTo>
                  <a:pt x="5264" y="866"/>
                  <a:pt x="5254" y="869"/>
                  <a:pt x="5244" y="871"/>
                </a:cubicBezTo>
                <a:cubicBezTo>
                  <a:pt x="5234" y="873"/>
                  <a:pt x="5223" y="874"/>
                  <a:pt x="5213" y="874"/>
                </a:cubicBezTo>
                <a:lnTo>
                  <a:pt x="158" y="874"/>
                </a:lnTo>
                <a:cubicBezTo>
                  <a:pt x="148" y="874"/>
                  <a:pt x="138" y="873"/>
                  <a:pt x="127" y="871"/>
                </a:cubicBezTo>
                <a:cubicBezTo>
                  <a:pt x="117" y="869"/>
                  <a:pt x="107" y="866"/>
                  <a:pt x="98" y="862"/>
                </a:cubicBezTo>
                <a:cubicBezTo>
                  <a:pt x="88" y="858"/>
                  <a:pt x="79" y="853"/>
                  <a:pt x="70" y="847"/>
                </a:cubicBezTo>
                <a:cubicBezTo>
                  <a:pt x="62" y="841"/>
                  <a:pt x="53" y="835"/>
                  <a:pt x="46" y="827"/>
                </a:cubicBezTo>
                <a:cubicBezTo>
                  <a:pt x="39" y="820"/>
                  <a:pt x="32" y="812"/>
                  <a:pt x="26" y="803"/>
                </a:cubicBezTo>
                <a:cubicBezTo>
                  <a:pt x="21" y="795"/>
                  <a:pt x="16" y="785"/>
                  <a:pt x="12" y="776"/>
                </a:cubicBezTo>
                <a:cubicBezTo>
                  <a:pt x="8" y="766"/>
                  <a:pt x="5" y="756"/>
                  <a:pt x="3" y="746"/>
                </a:cubicBezTo>
                <a:cubicBezTo>
                  <a:pt x="1" y="736"/>
                  <a:pt x="0" y="725"/>
                  <a:pt x="0" y="715"/>
                </a:cubicBez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4" name=""/>
          <p:cNvSpPr txBox="1"/>
          <p:nvPr/>
        </p:nvSpPr>
        <p:spPr>
          <a:xfrm>
            <a:off x="971640" y="4507560"/>
            <a:ext cx="326664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59636e"/>
                </a:solidFill>
                <a:latin typeface="Calibri"/>
                <a:ea typeface="Calibri"/>
              </a:rPr>
              <a:t>Tracked as GitHub issues on the 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5" name=""/>
          <p:cNvSpPr txBox="1"/>
          <p:nvPr/>
        </p:nvSpPr>
        <p:spPr>
          <a:xfrm>
            <a:off x="4283280" y="4572000"/>
            <a:ext cx="1766880" cy="23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60" spc="-1" strike="noStrike">
                <a:solidFill>
                  <a:srgbClr val="007a53"/>
                </a:solidFill>
                <a:latin typeface="Courier New"/>
                <a:ea typeface="Courier New"/>
              </a:rPr>
              <a:t>track:services</a:t>
            </a:r>
            <a:endParaRPr b="0" lang="en-AU" sz="16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6" name=""/>
          <p:cNvSpPr txBox="1"/>
          <p:nvPr/>
        </p:nvSpPr>
        <p:spPr>
          <a:xfrm>
            <a:off x="6135480" y="4507560"/>
            <a:ext cx="60408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59636e"/>
                </a:solidFill>
                <a:latin typeface="Calibri"/>
                <a:ea typeface="Calibri"/>
              </a:rPr>
              <a:t> </a:t>
            </a:r>
            <a:r>
              <a:rPr b="0" lang="en-AU" sz="1950" spc="-1" strike="noStrike">
                <a:solidFill>
                  <a:srgbClr val="59636e"/>
                </a:solidFill>
                <a:latin typeface="Calibri"/>
                <a:ea typeface="Calibri"/>
              </a:rPr>
              <a:t>label.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7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8" name=""/>
          <p:cNvSpPr txBox="1"/>
          <p:nvPr/>
        </p:nvSpPr>
        <p:spPr>
          <a:xfrm>
            <a:off x="11674440" y="6345000"/>
            <a:ext cx="23220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777777"/>
                </a:solidFill>
                <a:latin typeface="Calibri"/>
                <a:ea typeface="Calibri"/>
              </a:rPr>
              <a:t>14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2" name=""/>
          <p:cNvSpPr txBox="1"/>
          <p:nvPr/>
        </p:nvSpPr>
        <p:spPr>
          <a:xfrm>
            <a:off x="666720" y="2453400"/>
            <a:ext cx="2602080" cy="629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4050" spc="-1" strike="noStrike">
                <a:solidFill>
                  <a:srgbClr val="ffffff"/>
                </a:solidFill>
                <a:latin typeface="Calibri"/>
                <a:ea typeface="Calibri"/>
              </a:rPr>
              <a:t>Let's build it</a:t>
            </a:r>
            <a:endParaRPr b="0" lang="en-AU" sz="40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3" name=""/>
          <p:cNvSpPr txBox="1"/>
          <p:nvPr/>
        </p:nvSpPr>
        <p:spPr>
          <a:xfrm>
            <a:off x="666720" y="3490200"/>
            <a:ext cx="4330440" cy="349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250" spc="-1" strike="noStrike">
                <a:solidFill>
                  <a:srgbClr val="00a9ce"/>
                </a:solidFill>
                <a:latin typeface="Calibri"/>
                <a:ea typeface="Calibri"/>
              </a:rPr>
              <a:t>Questions, ideas, and let's FHIR it up</a:t>
            </a:r>
            <a:endParaRPr b="0" lang="en-AU" sz="22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4" name=""/>
          <p:cNvSpPr/>
          <p:nvPr/>
        </p:nvSpPr>
        <p:spPr>
          <a:xfrm>
            <a:off x="1771560" y="4095720"/>
            <a:ext cx="3886560" cy="295560"/>
          </a:xfrm>
          <a:custGeom>
            <a:avLst/>
            <a:gdLst/>
            <a:ahLst/>
            <a:rect l="0" t="0" r="r" b="b"/>
            <a:pathLst>
              <a:path w="10796" h="821">
                <a:moveTo>
                  <a:pt x="0" y="662"/>
                </a:moveTo>
                <a:lnTo>
                  <a:pt x="0" y="158"/>
                </a:lnTo>
                <a:cubicBezTo>
                  <a:pt x="0" y="148"/>
                  <a:pt x="1" y="138"/>
                  <a:pt x="3" y="127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2" y="61"/>
                  <a:pt x="39" y="53"/>
                  <a:pt x="46" y="46"/>
                </a:cubicBezTo>
                <a:cubicBezTo>
                  <a:pt x="54" y="39"/>
                  <a:pt x="62" y="32"/>
                  <a:pt x="70" y="26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8" y="3"/>
                </a:cubicBezTo>
                <a:cubicBezTo>
                  <a:pt x="138" y="1"/>
                  <a:pt x="148" y="0"/>
                  <a:pt x="158" y="0"/>
                </a:cubicBezTo>
                <a:lnTo>
                  <a:pt x="10637" y="0"/>
                </a:lnTo>
                <a:cubicBezTo>
                  <a:pt x="10647" y="0"/>
                  <a:pt x="10658" y="1"/>
                  <a:pt x="10668" y="3"/>
                </a:cubicBezTo>
                <a:cubicBezTo>
                  <a:pt x="10678" y="5"/>
                  <a:pt x="10688" y="8"/>
                  <a:pt x="10698" y="12"/>
                </a:cubicBezTo>
                <a:cubicBezTo>
                  <a:pt x="10707" y="16"/>
                  <a:pt x="10717" y="21"/>
                  <a:pt x="10725" y="26"/>
                </a:cubicBezTo>
                <a:cubicBezTo>
                  <a:pt x="10734" y="32"/>
                  <a:pt x="10742" y="39"/>
                  <a:pt x="10749" y="46"/>
                </a:cubicBezTo>
                <a:cubicBezTo>
                  <a:pt x="10757" y="53"/>
                  <a:pt x="10763" y="61"/>
                  <a:pt x="10769" y="70"/>
                </a:cubicBezTo>
                <a:cubicBezTo>
                  <a:pt x="10775" y="79"/>
                  <a:pt x="10780" y="88"/>
                  <a:pt x="10784" y="98"/>
                </a:cubicBezTo>
                <a:cubicBezTo>
                  <a:pt x="10788" y="107"/>
                  <a:pt x="10791" y="117"/>
                  <a:pt x="10793" y="127"/>
                </a:cubicBezTo>
                <a:cubicBezTo>
                  <a:pt x="10795" y="138"/>
                  <a:pt x="10796" y="148"/>
                  <a:pt x="10796" y="158"/>
                </a:cubicBezTo>
                <a:lnTo>
                  <a:pt x="10796" y="662"/>
                </a:lnTo>
                <a:cubicBezTo>
                  <a:pt x="10796" y="672"/>
                  <a:pt x="10795" y="683"/>
                  <a:pt x="10793" y="693"/>
                </a:cubicBezTo>
                <a:cubicBezTo>
                  <a:pt x="10791" y="703"/>
                  <a:pt x="10788" y="713"/>
                  <a:pt x="10784" y="723"/>
                </a:cubicBezTo>
                <a:cubicBezTo>
                  <a:pt x="10780" y="732"/>
                  <a:pt x="10775" y="742"/>
                  <a:pt x="10769" y="750"/>
                </a:cubicBezTo>
                <a:cubicBezTo>
                  <a:pt x="10763" y="759"/>
                  <a:pt x="10757" y="767"/>
                  <a:pt x="10749" y="774"/>
                </a:cubicBezTo>
                <a:cubicBezTo>
                  <a:pt x="10742" y="782"/>
                  <a:pt x="10734" y="788"/>
                  <a:pt x="10725" y="794"/>
                </a:cubicBezTo>
                <a:cubicBezTo>
                  <a:pt x="10717" y="800"/>
                  <a:pt x="10707" y="805"/>
                  <a:pt x="10698" y="809"/>
                </a:cubicBezTo>
                <a:cubicBezTo>
                  <a:pt x="10688" y="813"/>
                  <a:pt x="10678" y="816"/>
                  <a:pt x="10668" y="818"/>
                </a:cubicBezTo>
                <a:cubicBezTo>
                  <a:pt x="10658" y="820"/>
                  <a:pt x="10647" y="821"/>
                  <a:pt x="10637" y="821"/>
                </a:cubicBezTo>
                <a:lnTo>
                  <a:pt x="158" y="821"/>
                </a:lnTo>
                <a:cubicBezTo>
                  <a:pt x="148" y="821"/>
                  <a:pt x="138" y="820"/>
                  <a:pt x="128" y="818"/>
                </a:cubicBezTo>
                <a:cubicBezTo>
                  <a:pt x="117" y="816"/>
                  <a:pt x="107" y="813"/>
                  <a:pt x="98" y="809"/>
                </a:cubicBezTo>
                <a:cubicBezTo>
                  <a:pt x="88" y="805"/>
                  <a:pt x="79" y="800"/>
                  <a:pt x="70" y="794"/>
                </a:cubicBezTo>
                <a:cubicBezTo>
                  <a:pt x="62" y="788"/>
                  <a:pt x="54" y="782"/>
                  <a:pt x="46" y="774"/>
                </a:cubicBezTo>
                <a:cubicBezTo>
                  <a:pt x="39" y="767"/>
                  <a:pt x="32" y="759"/>
                  <a:pt x="27" y="750"/>
                </a:cubicBezTo>
                <a:cubicBezTo>
                  <a:pt x="21" y="742"/>
                  <a:pt x="16" y="732"/>
                  <a:pt x="12" y="723"/>
                </a:cubicBezTo>
                <a:cubicBezTo>
                  <a:pt x="8" y="713"/>
                  <a:pt x="5" y="703"/>
                  <a:pt x="3" y="693"/>
                </a:cubicBezTo>
                <a:cubicBezTo>
                  <a:pt x="1" y="683"/>
                  <a:pt x="0" y="672"/>
                  <a:pt x="0" y="662"/>
                </a:cubicBez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5" name=""/>
          <p:cNvSpPr txBox="1"/>
          <p:nvPr/>
        </p:nvSpPr>
        <p:spPr>
          <a:xfrm>
            <a:off x="666720" y="4078080"/>
            <a:ext cx="11131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c7d0d6"/>
                </a:solidFill>
                <a:latin typeface="Calibri"/>
                <a:ea typeface="Calibri"/>
              </a:rPr>
              <a:t>Repository: 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6" name=""/>
          <p:cNvSpPr txBox="1"/>
          <p:nvPr/>
        </p:nvSpPr>
        <p:spPr>
          <a:xfrm>
            <a:off x="1852920" y="4134600"/>
            <a:ext cx="3746880" cy="221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530" spc="-1" strike="noStrike">
                <a:solidFill>
                  <a:srgbClr val="007a53"/>
                </a:solidFill>
                <a:latin typeface="Courier New"/>
                <a:ea typeface="Courier New"/>
              </a:rPr>
              <a:t>github.com/aehrc/qh-connectathon</a:t>
            </a:r>
            <a:endParaRPr b="0" lang="en-AU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7" name=""/>
          <p:cNvSpPr/>
          <p:nvPr/>
        </p:nvSpPr>
        <p:spPr>
          <a:xfrm>
            <a:off x="5972040" y="4095720"/>
            <a:ext cx="3648240" cy="295560"/>
          </a:xfrm>
          <a:custGeom>
            <a:avLst/>
            <a:gdLst/>
            <a:ahLst/>
            <a:rect l="0" t="0" r="r" b="b"/>
            <a:pathLst>
              <a:path w="10134" h="821">
                <a:moveTo>
                  <a:pt x="0" y="662"/>
                </a:moveTo>
                <a:lnTo>
                  <a:pt x="0" y="158"/>
                </a:lnTo>
                <a:cubicBezTo>
                  <a:pt x="0" y="148"/>
                  <a:pt x="1" y="138"/>
                  <a:pt x="3" y="127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2" y="61"/>
                  <a:pt x="39" y="53"/>
                  <a:pt x="46" y="46"/>
                </a:cubicBezTo>
                <a:cubicBezTo>
                  <a:pt x="54" y="39"/>
                  <a:pt x="62" y="32"/>
                  <a:pt x="70" y="26"/>
                </a:cubicBezTo>
                <a:cubicBezTo>
                  <a:pt x="79" y="21"/>
                  <a:pt x="88" y="16"/>
                  <a:pt x="98" y="12"/>
                </a:cubicBezTo>
                <a:cubicBezTo>
                  <a:pt x="108" y="8"/>
                  <a:pt x="117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9976" y="0"/>
                </a:lnTo>
                <a:cubicBezTo>
                  <a:pt x="9986" y="0"/>
                  <a:pt x="9996" y="1"/>
                  <a:pt x="10007" y="3"/>
                </a:cubicBezTo>
                <a:cubicBezTo>
                  <a:pt x="10017" y="5"/>
                  <a:pt x="10027" y="8"/>
                  <a:pt x="10036" y="12"/>
                </a:cubicBezTo>
                <a:cubicBezTo>
                  <a:pt x="10046" y="16"/>
                  <a:pt x="10055" y="21"/>
                  <a:pt x="10064" y="26"/>
                </a:cubicBezTo>
                <a:cubicBezTo>
                  <a:pt x="10073" y="32"/>
                  <a:pt x="10081" y="39"/>
                  <a:pt x="10088" y="46"/>
                </a:cubicBezTo>
                <a:cubicBezTo>
                  <a:pt x="10095" y="53"/>
                  <a:pt x="10102" y="61"/>
                  <a:pt x="10108" y="70"/>
                </a:cubicBezTo>
                <a:cubicBezTo>
                  <a:pt x="10113" y="79"/>
                  <a:pt x="10118" y="88"/>
                  <a:pt x="10122" y="98"/>
                </a:cubicBezTo>
                <a:cubicBezTo>
                  <a:pt x="10126" y="107"/>
                  <a:pt x="10129" y="117"/>
                  <a:pt x="10131" y="127"/>
                </a:cubicBezTo>
                <a:cubicBezTo>
                  <a:pt x="10133" y="138"/>
                  <a:pt x="10134" y="148"/>
                  <a:pt x="10134" y="158"/>
                </a:cubicBezTo>
                <a:lnTo>
                  <a:pt x="10134" y="662"/>
                </a:lnTo>
                <a:cubicBezTo>
                  <a:pt x="10134" y="672"/>
                  <a:pt x="10133" y="683"/>
                  <a:pt x="10131" y="693"/>
                </a:cubicBezTo>
                <a:cubicBezTo>
                  <a:pt x="10129" y="703"/>
                  <a:pt x="10126" y="713"/>
                  <a:pt x="10122" y="723"/>
                </a:cubicBezTo>
                <a:cubicBezTo>
                  <a:pt x="10118" y="732"/>
                  <a:pt x="10113" y="742"/>
                  <a:pt x="10108" y="750"/>
                </a:cubicBezTo>
                <a:cubicBezTo>
                  <a:pt x="10102" y="759"/>
                  <a:pt x="10095" y="767"/>
                  <a:pt x="10088" y="774"/>
                </a:cubicBezTo>
                <a:cubicBezTo>
                  <a:pt x="10081" y="782"/>
                  <a:pt x="10073" y="788"/>
                  <a:pt x="10064" y="794"/>
                </a:cubicBezTo>
                <a:cubicBezTo>
                  <a:pt x="10055" y="800"/>
                  <a:pt x="10046" y="805"/>
                  <a:pt x="10036" y="809"/>
                </a:cubicBezTo>
                <a:cubicBezTo>
                  <a:pt x="10027" y="813"/>
                  <a:pt x="10017" y="816"/>
                  <a:pt x="10007" y="818"/>
                </a:cubicBezTo>
                <a:cubicBezTo>
                  <a:pt x="9996" y="820"/>
                  <a:pt x="9986" y="821"/>
                  <a:pt x="9976" y="821"/>
                </a:cubicBezTo>
                <a:lnTo>
                  <a:pt x="159" y="821"/>
                </a:lnTo>
                <a:cubicBezTo>
                  <a:pt x="148" y="821"/>
                  <a:pt x="138" y="820"/>
                  <a:pt x="128" y="818"/>
                </a:cubicBezTo>
                <a:cubicBezTo>
                  <a:pt x="117" y="816"/>
                  <a:pt x="108" y="813"/>
                  <a:pt x="98" y="809"/>
                </a:cubicBezTo>
                <a:cubicBezTo>
                  <a:pt x="88" y="805"/>
                  <a:pt x="79" y="800"/>
                  <a:pt x="70" y="794"/>
                </a:cubicBezTo>
                <a:cubicBezTo>
                  <a:pt x="62" y="788"/>
                  <a:pt x="54" y="782"/>
                  <a:pt x="46" y="774"/>
                </a:cubicBezTo>
                <a:cubicBezTo>
                  <a:pt x="39" y="767"/>
                  <a:pt x="32" y="759"/>
                  <a:pt x="27" y="750"/>
                </a:cubicBezTo>
                <a:cubicBezTo>
                  <a:pt x="21" y="742"/>
                  <a:pt x="16" y="732"/>
                  <a:pt x="12" y="723"/>
                </a:cubicBezTo>
                <a:cubicBezTo>
                  <a:pt x="8" y="713"/>
                  <a:pt x="5" y="703"/>
                  <a:pt x="3" y="693"/>
                </a:cubicBezTo>
                <a:cubicBezTo>
                  <a:pt x="1" y="683"/>
                  <a:pt x="0" y="672"/>
                  <a:pt x="0" y="662"/>
                </a:cubicBez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8" name=""/>
          <p:cNvSpPr txBox="1"/>
          <p:nvPr/>
        </p:nvSpPr>
        <p:spPr>
          <a:xfrm>
            <a:off x="5660280" y="4078080"/>
            <a:ext cx="30996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c7d0d6"/>
                </a:solidFill>
                <a:latin typeface="Calibri"/>
                <a:ea typeface="Calibri"/>
              </a:rPr>
              <a:t> → 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9" name=""/>
          <p:cNvSpPr txBox="1"/>
          <p:nvPr/>
        </p:nvSpPr>
        <p:spPr>
          <a:xfrm>
            <a:off x="6048360" y="4134600"/>
            <a:ext cx="3512160" cy="221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530" spc="-1" strike="noStrike">
                <a:solidFill>
                  <a:srgbClr val="007a53"/>
                </a:solidFill>
                <a:latin typeface="Courier New"/>
                <a:ea typeface="Courier New"/>
              </a:rPr>
              <a:t>2026-10-29/1-FHIR-For-Services</a:t>
            </a:r>
            <a:endParaRPr b="0" lang="en-AU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0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en-AU</dc:language>
  <cp:lastModifiedBy/>
  <cp:revision>0</cp:revision>
  <dc:subject/>
  <dc:title/>
</cp:coreProperties>
</file>