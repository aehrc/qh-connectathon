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A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AU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AU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A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A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A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A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666720" y="2206080"/>
            <a:ext cx="5925960" cy="629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050" spc="-1" strike="noStrike">
                <a:solidFill>
                  <a:srgbClr val="ffffff"/>
                </a:solidFill>
                <a:latin typeface="Calibri"/>
                <a:ea typeface="Calibri"/>
              </a:rPr>
              <a:t>FHIR for Services — Kick Oﬀ</a:t>
            </a:r>
            <a:endParaRPr b="0" lang="en-AU" sz="4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666720" y="3242520"/>
            <a:ext cx="67384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50" spc="-1" strike="noStrike">
                <a:solidFill>
                  <a:srgbClr val="00a9ce"/>
                </a:solidFill>
                <a:latin typeface="Calibri"/>
                <a:ea typeface="Calibri"/>
              </a:rPr>
              <a:t>Radiology Referral with Directory Discovery and Booking</a:t>
            </a:r>
            <a:endParaRPr b="0" lang="en-AU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666720" y="3840120"/>
            <a:ext cx="53348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FHIR in Queensland Health Connectathon | October 2026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666720" y="4335480"/>
            <a:ext cx="52038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Track leads: Daniel Foulkes · Joern Guy Süß · Paul Davies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666720" y="216216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666720" y="4781520"/>
            <a:ext cx="57240" cy="371520"/>
          </a:xfrm>
          <a:custGeom>
            <a:avLst/>
            <a:gdLst/>
            <a:ahLst/>
            <a:rect l="0" t="0" r="r" b="b"/>
            <a:pathLst>
              <a:path w="159" h="1032">
                <a:moveTo>
                  <a:pt x="0" y="0"/>
                </a:moveTo>
                <a:lnTo>
                  <a:pt x="159" y="0"/>
                </a:lnTo>
                <a:lnTo>
                  <a:pt x="159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666720" y="1701360"/>
            <a:ext cx="28947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What we are building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666720" y="2374200"/>
            <a:ext cx="55249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An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end-to-end radiology referral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workﬂow. A referrer: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918000" y="2898000"/>
            <a:ext cx="88048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1.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Discovers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 suitable imaging service in the Health Connect Provider Directory (HCPD)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3752640" y="3352680"/>
            <a:ext cx="1943640" cy="324000"/>
          </a:xfrm>
          <a:custGeom>
            <a:avLst/>
            <a:gdLst/>
            <a:ahLst/>
            <a:rect l="0" t="0" r="r" b="b"/>
            <a:pathLst>
              <a:path w="5399" h="900">
                <a:moveTo>
                  <a:pt x="0" y="742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5240" y="0"/>
                </a:lnTo>
                <a:cubicBezTo>
                  <a:pt x="5250" y="0"/>
                  <a:pt x="5261" y="1"/>
                  <a:pt x="5271" y="3"/>
                </a:cubicBezTo>
                <a:cubicBezTo>
                  <a:pt x="5281" y="5"/>
                  <a:pt x="5291" y="8"/>
                  <a:pt x="5301" y="12"/>
                </a:cubicBezTo>
                <a:cubicBezTo>
                  <a:pt x="5310" y="16"/>
                  <a:pt x="5319" y="21"/>
                  <a:pt x="5328" y="27"/>
                </a:cubicBezTo>
                <a:cubicBezTo>
                  <a:pt x="5337" y="32"/>
                  <a:pt x="5345" y="39"/>
                  <a:pt x="5352" y="46"/>
                </a:cubicBezTo>
                <a:cubicBezTo>
                  <a:pt x="5359" y="54"/>
                  <a:pt x="5366" y="62"/>
                  <a:pt x="5372" y="70"/>
                </a:cubicBezTo>
                <a:cubicBezTo>
                  <a:pt x="5378" y="79"/>
                  <a:pt x="5383" y="88"/>
                  <a:pt x="5386" y="98"/>
                </a:cubicBezTo>
                <a:cubicBezTo>
                  <a:pt x="5390" y="107"/>
                  <a:pt x="5393" y="117"/>
                  <a:pt x="5396" y="129"/>
                </a:cubicBezTo>
                <a:cubicBezTo>
                  <a:pt x="5398" y="139"/>
                  <a:pt x="5399" y="149"/>
                  <a:pt x="5399" y="160"/>
                </a:cubicBezTo>
                <a:lnTo>
                  <a:pt x="5399" y="742"/>
                </a:lnTo>
                <a:cubicBezTo>
                  <a:pt x="5399" y="752"/>
                  <a:pt x="5398" y="762"/>
                  <a:pt x="5396" y="773"/>
                </a:cubicBezTo>
                <a:cubicBezTo>
                  <a:pt x="5393" y="783"/>
                  <a:pt x="5390" y="793"/>
                  <a:pt x="5386" y="802"/>
                </a:cubicBezTo>
                <a:cubicBezTo>
                  <a:pt x="5383" y="812"/>
                  <a:pt x="5378" y="821"/>
                  <a:pt x="5372" y="830"/>
                </a:cubicBezTo>
                <a:cubicBezTo>
                  <a:pt x="5366" y="839"/>
                  <a:pt x="5359" y="847"/>
                  <a:pt x="5352" y="854"/>
                </a:cubicBezTo>
                <a:cubicBezTo>
                  <a:pt x="5345" y="861"/>
                  <a:pt x="5337" y="868"/>
                  <a:pt x="5328" y="874"/>
                </a:cubicBezTo>
                <a:cubicBezTo>
                  <a:pt x="5319" y="879"/>
                  <a:pt x="5310" y="884"/>
                  <a:pt x="5301" y="888"/>
                </a:cubicBezTo>
                <a:cubicBezTo>
                  <a:pt x="5291" y="892"/>
                  <a:pt x="5281" y="895"/>
                  <a:pt x="5271" y="897"/>
                </a:cubicBezTo>
                <a:cubicBezTo>
                  <a:pt x="5261" y="899"/>
                  <a:pt x="5250" y="900"/>
                  <a:pt x="5240" y="900"/>
                </a:cubicBezTo>
                <a:lnTo>
                  <a:pt x="159" y="900"/>
                </a:lnTo>
                <a:cubicBezTo>
                  <a:pt x="148" y="900"/>
                  <a:pt x="138" y="899"/>
                  <a:pt x="128" y="897"/>
                </a:cubicBezTo>
                <a:cubicBezTo>
                  <a:pt x="118" y="895"/>
                  <a:pt x="108" y="892"/>
                  <a:pt x="98" y="888"/>
                </a:cubicBezTo>
                <a:cubicBezTo>
                  <a:pt x="88" y="884"/>
                  <a:pt x="79" y="879"/>
                  <a:pt x="71" y="874"/>
                </a:cubicBezTo>
                <a:cubicBezTo>
                  <a:pt x="62" y="868"/>
                  <a:pt x="54" y="861"/>
                  <a:pt x="47" y="854"/>
                </a:cubicBezTo>
                <a:cubicBezTo>
                  <a:pt x="39" y="847"/>
                  <a:pt x="33" y="839"/>
                  <a:pt x="27" y="830"/>
                </a:cubicBezTo>
                <a:cubicBezTo>
                  <a:pt x="21" y="821"/>
                  <a:pt x="16" y="812"/>
                  <a:pt x="12" y="802"/>
                </a:cubicBezTo>
                <a:cubicBezTo>
                  <a:pt x="8" y="793"/>
                  <a:pt x="5" y="783"/>
                  <a:pt x="3" y="773"/>
                </a:cubicBezTo>
                <a:cubicBezTo>
                  <a:pt x="1" y="762"/>
                  <a:pt x="0" y="752"/>
                  <a:pt x="0" y="74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918000" y="3336120"/>
            <a:ext cx="2870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2.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Creates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 FHIR referral —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841200" y="3390840"/>
            <a:ext cx="17668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ServiceRequest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5924520" y="3352680"/>
            <a:ext cx="676440" cy="324000"/>
          </a:xfrm>
          <a:custGeom>
            <a:avLst/>
            <a:gdLst/>
            <a:ahLst/>
            <a:rect l="0" t="0" r="r" b="b"/>
            <a:pathLst>
              <a:path w="1879" h="900">
                <a:moveTo>
                  <a:pt x="0" y="742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1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720" y="0"/>
                </a:lnTo>
                <a:cubicBezTo>
                  <a:pt x="1731" y="0"/>
                  <a:pt x="1741" y="1"/>
                  <a:pt x="1751" y="3"/>
                </a:cubicBezTo>
                <a:cubicBezTo>
                  <a:pt x="1762" y="5"/>
                  <a:pt x="1771" y="8"/>
                  <a:pt x="1781" y="12"/>
                </a:cubicBezTo>
                <a:cubicBezTo>
                  <a:pt x="1791" y="16"/>
                  <a:pt x="1800" y="21"/>
                  <a:pt x="1809" y="27"/>
                </a:cubicBezTo>
                <a:cubicBezTo>
                  <a:pt x="1817" y="32"/>
                  <a:pt x="1825" y="39"/>
                  <a:pt x="1833" y="46"/>
                </a:cubicBezTo>
                <a:cubicBezTo>
                  <a:pt x="1840" y="54"/>
                  <a:pt x="1847" y="62"/>
                  <a:pt x="1852" y="70"/>
                </a:cubicBezTo>
                <a:cubicBezTo>
                  <a:pt x="1858" y="79"/>
                  <a:pt x="1863" y="88"/>
                  <a:pt x="1867" y="98"/>
                </a:cubicBezTo>
                <a:cubicBezTo>
                  <a:pt x="1871" y="107"/>
                  <a:pt x="1874" y="117"/>
                  <a:pt x="1876" y="129"/>
                </a:cubicBezTo>
                <a:cubicBezTo>
                  <a:pt x="1878" y="139"/>
                  <a:pt x="1879" y="149"/>
                  <a:pt x="1879" y="160"/>
                </a:cubicBezTo>
                <a:lnTo>
                  <a:pt x="1879" y="742"/>
                </a:lnTo>
                <a:cubicBezTo>
                  <a:pt x="1879" y="752"/>
                  <a:pt x="1878" y="762"/>
                  <a:pt x="1876" y="773"/>
                </a:cubicBezTo>
                <a:cubicBezTo>
                  <a:pt x="1874" y="783"/>
                  <a:pt x="1871" y="793"/>
                  <a:pt x="1867" y="802"/>
                </a:cubicBezTo>
                <a:cubicBezTo>
                  <a:pt x="1863" y="812"/>
                  <a:pt x="1858" y="821"/>
                  <a:pt x="1852" y="830"/>
                </a:cubicBezTo>
                <a:cubicBezTo>
                  <a:pt x="1847" y="839"/>
                  <a:pt x="1840" y="847"/>
                  <a:pt x="1833" y="854"/>
                </a:cubicBezTo>
                <a:cubicBezTo>
                  <a:pt x="1825" y="861"/>
                  <a:pt x="1817" y="868"/>
                  <a:pt x="1809" y="874"/>
                </a:cubicBezTo>
                <a:cubicBezTo>
                  <a:pt x="1800" y="879"/>
                  <a:pt x="1791" y="884"/>
                  <a:pt x="1781" y="888"/>
                </a:cubicBezTo>
                <a:cubicBezTo>
                  <a:pt x="1771" y="892"/>
                  <a:pt x="1762" y="895"/>
                  <a:pt x="1751" y="897"/>
                </a:cubicBezTo>
                <a:cubicBezTo>
                  <a:pt x="1741" y="899"/>
                  <a:pt x="1731" y="900"/>
                  <a:pt x="1720" y="900"/>
                </a:cubicBezTo>
                <a:lnTo>
                  <a:pt x="158" y="900"/>
                </a:lnTo>
                <a:cubicBezTo>
                  <a:pt x="148" y="900"/>
                  <a:pt x="138" y="899"/>
                  <a:pt x="127" y="897"/>
                </a:cubicBezTo>
                <a:cubicBezTo>
                  <a:pt x="117" y="895"/>
                  <a:pt x="107" y="892"/>
                  <a:pt x="98" y="888"/>
                </a:cubicBezTo>
                <a:cubicBezTo>
                  <a:pt x="88" y="884"/>
                  <a:pt x="79" y="879"/>
                  <a:pt x="70" y="874"/>
                </a:cubicBezTo>
                <a:cubicBezTo>
                  <a:pt x="61" y="868"/>
                  <a:pt x="53" y="861"/>
                  <a:pt x="46" y="854"/>
                </a:cubicBezTo>
                <a:cubicBezTo>
                  <a:pt x="39" y="847"/>
                  <a:pt x="32" y="839"/>
                  <a:pt x="26" y="830"/>
                </a:cubicBezTo>
                <a:cubicBezTo>
                  <a:pt x="21" y="821"/>
                  <a:pt x="16" y="812"/>
                  <a:pt x="12" y="802"/>
                </a:cubicBezTo>
                <a:cubicBezTo>
                  <a:pt x="8" y="793"/>
                  <a:pt x="5" y="783"/>
                  <a:pt x="3" y="773"/>
                </a:cubicBezTo>
                <a:cubicBezTo>
                  <a:pt x="1" y="762"/>
                  <a:pt x="0" y="752"/>
                  <a:pt x="0" y="74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5693400" y="3336120"/>
            <a:ext cx="2473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+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6012720" y="3390840"/>
            <a:ext cx="5050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Task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6602040" y="3336120"/>
            <a:ext cx="29052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with supporting information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918000" y="3764880"/>
            <a:ext cx="70171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3.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Books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an appointment against slots the imaging provider publishes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666720" y="4288680"/>
            <a:ext cx="85687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…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with the referral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status tracked through a Task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until the appointment is conﬁrmed.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971640" y="4812480"/>
            <a:ext cx="8855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One cohesive scenario that exercises many core FHIR resources and workﬂow concepts.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2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666720" y="251424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942840" y="28479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2"/>
                </a:cubicBezTo>
                <a:cubicBezTo>
                  <a:pt x="42" y="22"/>
                  <a:pt x="53" y="14"/>
                  <a:pt x="66" y="9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9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666720" y="2053800"/>
            <a:ext cx="23979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Why this scenario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942840" y="32860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1162080" y="2726640"/>
            <a:ext cx="73116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Realistic and manageable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relevant to Queensland Health participants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942840" y="37144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1162080" y="3164760"/>
            <a:ext cx="8387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Exercises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Provider, ServiceRequest, Task, Schedule, Slot, Appointment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in one ﬂow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942840" y="41526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162080" y="3593160"/>
            <a:ext cx="5429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Complements QH's existing smart-referral capabilities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942840" y="45813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162080" y="4031280"/>
            <a:ext cx="80413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Builds on existing referral workﬂow prototypes and provider-directory concepts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162080" y="4460040"/>
            <a:ext cx="50986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Broadest track draw — plan for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35–40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participants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3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666720" y="124776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3071880" y="1480680"/>
            <a:ext cx="139320" cy="139320"/>
          </a:xfrm>
          <a:custGeom>
            <a:avLst/>
            <a:gdLst/>
            <a:ahLst/>
            <a:rect l="0" t="0" r="r" b="b"/>
            <a:pathLst>
              <a:path w="387" h="387">
                <a:moveTo>
                  <a:pt x="387" y="193"/>
                </a:moveTo>
                <a:cubicBezTo>
                  <a:pt x="387" y="206"/>
                  <a:pt x="386" y="218"/>
                  <a:pt x="383" y="231"/>
                </a:cubicBezTo>
                <a:cubicBezTo>
                  <a:pt x="381" y="243"/>
                  <a:pt x="377" y="255"/>
                  <a:pt x="372" y="267"/>
                </a:cubicBezTo>
                <a:cubicBezTo>
                  <a:pt x="368" y="279"/>
                  <a:pt x="362" y="290"/>
                  <a:pt x="355" y="300"/>
                </a:cubicBezTo>
                <a:cubicBezTo>
                  <a:pt x="348" y="311"/>
                  <a:pt x="340" y="321"/>
                  <a:pt x="331" y="330"/>
                </a:cubicBezTo>
                <a:cubicBezTo>
                  <a:pt x="322" y="339"/>
                  <a:pt x="312" y="347"/>
                  <a:pt x="301" y="354"/>
                </a:cubicBezTo>
                <a:cubicBezTo>
                  <a:pt x="291" y="361"/>
                  <a:pt x="280" y="367"/>
                  <a:pt x="268" y="372"/>
                </a:cubicBezTo>
                <a:cubicBezTo>
                  <a:pt x="256" y="377"/>
                  <a:pt x="244" y="381"/>
                  <a:pt x="232" y="383"/>
                </a:cubicBezTo>
                <a:cubicBezTo>
                  <a:pt x="219" y="386"/>
                  <a:pt x="207" y="387"/>
                  <a:pt x="194" y="387"/>
                </a:cubicBezTo>
                <a:cubicBezTo>
                  <a:pt x="181" y="387"/>
                  <a:pt x="169" y="386"/>
                  <a:pt x="156" y="383"/>
                </a:cubicBezTo>
                <a:cubicBezTo>
                  <a:pt x="143" y="381"/>
                  <a:pt x="131" y="377"/>
                  <a:pt x="119" y="372"/>
                </a:cubicBezTo>
                <a:cubicBezTo>
                  <a:pt x="107" y="367"/>
                  <a:pt x="96" y="361"/>
                  <a:pt x="86" y="354"/>
                </a:cubicBezTo>
                <a:cubicBezTo>
                  <a:pt x="75" y="347"/>
                  <a:pt x="65" y="339"/>
                  <a:pt x="56" y="330"/>
                </a:cubicBezTo>
                <a:cubicBezTo>
                  <a:pt x="48" y="321"/>
                  <a:pt x="40" y="311"/>
                  <a:pt x="32" y="300"/>
                </a:cubicBezTo>
                <a:cubicBezTo>
                  <a:pt x="25" y="290"/>
                  <a:pt x="19" y="279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6"/>
                  <a:pt x="0" y="193"/>
                </a:cubicBezTo>
                <a:cubicBezTo>
                  <a:pt x="0" y="180"/>
                  <a:pt x="1" y="168"/>
                  <a:pt x="4" y="155"/>
                </a:cubicBezTo>
                <a:cubicBezTo>
                  <a:pt x="6" y="143"/>
                  <a:pt x="10" y="131"/>
                  <a:pt x="15" y="119"/>
                </a:cubicBezTo>
                <a:cubicBezTo>
                  <a:pt x="19" y="107"/>
                  <a:pt x="25" y="96"/>
                  <a:pt x="32" y="86"/>
                </a:cubicBezTo>
                <a:cubicBezTo>
                  <a:pt x="40" y="75"/>
                  <a:pt x="48" y="65"/>
                  <a:pt x="56" y="57"/>
                </a:cubicBezTo>
                <a:cubicBezTo>
                  <a:pt x="65" y="48"/>
                  <a:pt x="75" y="40"/>
                  <a:pt x="86" y="33"/>
                </a:cubicBezTo>
                <a:cubicBezTo>
                  <a:pt x="96" y="25"/>
                  <a:pt x="107" y="20"/>
                  <a:pt x="119" y="15"/>
                </a:cubicBezTo>
                <a:cubicBezTo>
                  <a:pt x="131" y="10"/>
                  <a:pt x="143" y="6"/>
                  <a:pt x="156" y="4"/>
                </a:cubicBezTo>
                <a:cubicBezTo>
                  <a:pt x="169" y="1"/>
                  <a:pt x="181" y="0"/>
                  <a:pt x="194" y="0"/>
                </a:cubicBezTo>
                <a:cubicBezTo>
                  <a:pt x="207" y="0"/>
                  <a:pt x="219" y="1"/>
                  <a:pt x="232" y="4"/>
                </a:cubicBezTo>
                <a:cubicBezTo>
                  <a:pt x="244" y="6"/>
                  <a:pt x="256" y="10"/>
                  <a:pt x="268" y="15"/>
                </a:cubicBezTo>
                <a:cubicBezTo>
                  <a:pt x="280" y="20"/>
                  <a:pt x="291" y="25"/>
                  <a:pt x="301" y="33"/>
                </a:cubicBezTo>
                <a:cubicBezTo>
                  <a:pt x="312" y="40"/>
                  <a:pt x="322" y="48"/>
                  <a:pt x="331" y="57"/>
                </a:cubicBezTo>
                <a:cubicBezTo>
                  <a:pt x="340" y="65"/>
                  <a:pt x="348" y="75"/>
                  <a:pt x="355" y="86"/>
                </a:cubicBezTo>
                <a:cubicBezTo>
                  <a:pt x="362" y="96"/>
                  <a:pt x="368" y="107"/>
                  <a:pt x="372" y="119"/>
                </a:cubicBezTo>
                <a:cubicBezTo>
                  <a:pt x="377" y="131"/>
                  <a:pt x="381" y="143"/>
                  <a:pt x="383" y="155"/>
                </a:cubicBezTo>
                <a:cubicBezTo>
                  <a:pt x="386" y="168"/>
                  <a:pt x="387" y="180"/>
                  <a:pt x="387" y="193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3071880" y="1480680"/>
            <a:ext cx="139320" cy="139320"/>
          </a:xfrm>
          <a:custGeom>
            <a:avLst/>
            <a:gdLst/>
            <a:ahLst/>
            <a:rect l="0" t="0" r="r" b="b"/>
            <a:pathLst>
              <a:path w="387" h="387">
                <a:moveTo>
                  <a:pt x="387" y="193"/>
                </a:moveTo>
                <a:cubicBezTo>
                  <a:pt x="387" y="206"/>
                  <a:pt x="386" y="218"/>
                  <a:pt x="383" y="231"/>
                </a:cubicBezTo>
                <a:cubicBezTo>
                  <a:pt x="381" y="243"/>
                  <a:pt x="377" y="255"/>
                  <a:pt x="372" y="267"/>
                </a:cubicBezTo>
                <a:cubicBezTo>
                  <a:pt x="368" y="279"/>
                  <a:pt x="362" y="290"/>
                  <a:pt x="355" y="300"/>
                </a:cubicBezTo>
                <a:cubicBezTo>
                  <a:pt x="348" y="311"/>
                  <a:pt x="340" y="321"/>
                  <a:pt x="331" y="330"/>
                </a:cubicBezTo>
                <a:cubicBezTo>
                  <a:pt x="322" y="339"/>
                  <a:pt x="312" y="347"/>
                  <a:pt x="301" y="354"/>
                </a:cubicBezTo>
                <a:cubicBezTo>
                  <a:pt x="291" y="361"/>
                  <a:pt x="280" y="367"/>
                  <a:pt x="268" y="372"/>
                </a:cubicBezTo>
                <a:cubicBezTo>
                  <a:pt x="256" y="377"/>
                  <a:pt x="244" y="381"/>
                  <a:pt x="232" y="383"/>
                </a:cubicBezTo>
                <a:cubicBezTo>
                  <a:pt x="219" y="386"/>
                  <a:pt x="207" y="387"/>
                  <a:pt x="194" y="387"/>
                </a:cubicBezTo>
                <a:cubicBezTo>
                  <a:pt x="181" y="387"/>
                  <a:pt x="169" y="386"/>
                  <a:pt x="156" y="383"/>
                </a:cubicBezTo>
                <a:cubicBezTo>
                  <a:pt x="143" y="381"/>
                  <a:pt x="131" y="377"/>
                  <a:pt x="119" y="372"/>
                </a:cubicBezTo>
                <a:cubicBezTo>
                  <a:pt x="107" y="367"/>
                  <a:pt x="96" y="361"/>
                  <a:pt x="86" y="354"/>
                </a:cubicBezTo>
                <a:cubicBezTo>
                  <a:pt x="75" y="347"/>
                  <a:pt x="65" y="339"/>
                  <a:pt x="56" y="330"/>
                </a:cubicBezTo>
                <a:cubicBezTo>
                  <a:pt x="48" y="321"/>
                  <a:pt x="40" y="311"/>
                  <a:pt x="32" y="300"/>
                </a:cubicBezTo>
                <a:cubicBezTo>
                  <a:pt x="25" y="290"/>
                  <a:pt x="19" y="279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6"/>
                  <a:pt x="0" y="193"/>
                </a:cubicBezTo>
                <a:cubicBezTo>
                  <a:pt x="0" y="180"/>
                  <a:pt x="1" y="168"/>
                  <a:pt x="4" y="155"/>
                </a:cubicBezTo>
                <a:cubicBezTo>
                  <a:pt x="6" y="143"/>
                  <a:pt x="10" y="131"/>
                  <a:pt x="15" y="119"/>
                </a:cubicBezTo>
                <a:cubicBezTo>
                  <a:pt x="19" y="107"/>
                  <a:pt x="25" y="96"/>
                  <a:pt x="32" y="86"/>
                </a:cubicBezTo>
                <a:cubicBezTo>
                  <a:pt x="40" y="75"/>
                  <a:pt x="48" y="65"/>
                  <a:pt x="56" y="57"/>
                </a:cubicBezTo>
                <a:cubicBezTo>
                  <a:pt x="65" y="48"/>
                  <a:pt x="75" y="40"/>
                  <a:pt x="86" y="33"/>
                </a:cubicBezTo>
                <a:cubicBezTo>
                  <a:pt x="96" y="25"/>
                  <a:pt x="107" y="20"/>
                  <a:pt x="119" y="15"/>
                </a:cubicBezTo>
                <a:cubicBezTo>
                  <a:pt x="131" y="10"/>
                  <a:pt x="143" y="6"/>
                  <a:pt x="156" y="4"/>
                </a:cubicBezTo>
                <a:cubicBezTo>
                  <a:pt x="169" y="1"/>
                  <a:pt x="181" y="0"/>
                  <a:pt x="194" y="0"/>
                </a:cubicBezTo>
                <a:cubicBezTo>
                  <a:pt x="207" y="0"/>
                  <a:pt x="219" y="1"/>
                  <a:pt x="232" y="4"/>
                </a:cubicBezTo>
                <a:cubicBezTo>
                  <a:pt x="244" y="6"/>
                  <a:pt x="256" y="10"/>
                  <a:pt x="268" y="15"/>
                </a:cubicBezTo>
                <a:cubicBezTo>
                  <a:pt x="280" y="20"/>
                  <a:pt x="291" y="25"/>
                  <a:pt x="301" y="33"/>
                </a:cubicBezTo>
                <a:cubicBezTo>
                  <a:pt x="312" y="40"/>
                  <a:pt x="322" y="48"/>
                  <a:pt x="331" y="57"/>
                </a:cubicBezTo>
                <a:cubicBezTo>
                  <a:pt x="340" y="65"/>
                  <a:pt x="348" y="75"/>
                  <a:pt x="355" y="86"/>
                </a:cubicBezTo>
                <a:cubicBezTo>
                  <a:pt x="362" y="96"/>
                  <a:pt x="368" y="107"/>
                  <a:pt x="372" y="119"/>
                </a:cubicBezTo>
                <a:cubicBezTo>
                  <a:pt x="377" y="131"/>
                  <a:pt x="381" y="143"/>
                  <a:pt x="383" y="155"/>
                </a:cubicBezTo>
                <a:cubicBezTo>
                  <a:pt x="386" y="168"/>
                  <a:pt x="387" y="180"/>
                  <a:pt x="387" y="193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3028320" y="1619640"/>
            <a:ext cx="226440" cy="365040"/>
          </a:xfrm>
          <a:custGeom>
            <a:avLst/>
            <a:gdLst/>
            <a:ahLst/>
            <a:rect l="0" t="0" r="r" b="b"/>
            <a:pathLst>
              <a:path fill="none" w="629" h="1014">
                <a:moveTo>
                  <a:pt x="315" y="0"/>
                </a:moveTo>
                <a:lnTo>
                  <a:pt x="315" y="652"/>
                </a:lnTo>
                <a:moveTo>
                  <a:pt x="0" y="194"/>
                </a:moveTo>
                <a:lnTo>
                  <a:pt x="629" y="194"/>
                </a:lnTo>
                <a:moveTo>
                  <a:pt x="315" y="652"/>
                </a:moveTo>
                <a:lnTo>
                  <a:pt x="0" y="1014"/>
                </a:lnTo>
                <a:moveTo>
                  <a:pt x="315" y="652"/>
                </a:moveTo>
                <a:lnTo>
                  <a:pt x="629" y="1014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666720" y="786960"/>
            <a:ext cx="242388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Systems and roles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904480" y="2011680"/>
            <a:ext cx="412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727560" y="3169800"/>
            <a:ext cx="1217160" cy="505080"/>
          </a:xfrm>
          <a:custGeom>
            <a:avLst/>
            <a:gdLst/>
            <a:ahLst/>
            <a:rect l="0" t="0" r="r" b="b"/>
            <a:pathLst>
              <a:path w="3381" h="1403">
                <a:moveTo>
                  <a:pt x="60" y="0"/>
                </a:moveTo>
                <a:lnTo>
                  <a:pt x="3321" y="0"/>
                </a:lnTo>
                <a:cubicBezTo>
                  <a:pt x="3329" y="0"/>
                  <a:pt x="3337" y="1"/>
                  <a:pt x="3344" y="4"/>
                </a:cubicBezTo>
                <a:cubicBezTo>
                  <a:pt x="3351" y="7"/>
                  <a:pt x="3358" y="12"/>
                  <a:pt x="3364" y="17"/>
                </a:cubicBezTo>
                <a:cubicBezTo>
                  <a:pt x="3369" y="23"/>
                  <a:pt x="3374" y="30"/>
                  <a:pt x="3377" y="37"/>
                </a:cubicBezTo>
                <a:cubicBezTo>
                  <a:pt x="3380" y="44"/>
                  <a:pt x="3381" y="52"/>
                  <a:pt x="3381" y="60"/>
                </a:cubicBezTo>
                <a:lnTo>
                  <a:pt x="3381" y="1343"/>
                </a:lnTo>
                <a:cubicBezTo>
                  <a:pt x="3381" y="1351"/>
                  <a:pt x="3380" y="1358"/>
                  <a:pt x="3377" y="1366"/>
                </a:cubicBezTo>
                <a:cubicBezTo>
                  <a:pt x="3374" y="1373"/>
                  <a:pt x="3369" y="1380"/>
                  <a:pt x="3364" y="1385"/>
                </a:cubicBezTo>
                <a:cubicBezTo>
                  <a:pt x="3358" y="1391"/>
                  <a:pt x="3351" y="1395"/>
                  <a:pt x="3344" y="1398"/>
                </a:cubicBezTo>
                <a:cubicBezTo>
                  <a:pt x="3337" y="1402"/>
                  <a:pt x="3329" y="1403"/>
                  <a:pt x="3321" y="1403"/>
                </a:cubicBezTo>
                <a:lnTo>
                  <a:pt x="60" y="1403"/>
                </a:lnTo>
                <a:cubicBezTo>
                  <a:pt x="52" y="1403"/>
                  <a:pt x="44" y="1402"/>
                  <a:pt x="37" y="1398"/>
                </a:cubicBezTo>
                <a:cubicBezTo>
                  <a:pt x="29" y="1395"/>
                  <a:pt x="23" y="1391"/>
                  <a:pt x="17" y="1385"/>
                </a:cubicBezTo>
                <a:cubicBezTo>
                  <a:pt x="12" y="1380"/>
                  <a:pt x="7" y="1373"/>
                  <a:pt x="4" y="1366"/>
                </a:cubicBezTo>
                <a:cubicBezTo>
                  <a:pt x="1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1" y="44"/>
                  <a:pt x="4" y="37"/>
                </a:cubicBezTo>
                <a:cubicBezTo>
                  <a:pt x="7" y="30"/>
                  <a:pt x="12" y="23"/>
                  <a:pt x="17" y="17"/>
                </a:cubicBezTo>
                <a:cubicBezTo>
                  <a:pt x="23" y="12"/>
                  <a:pt x="29" y="7"/>
                  <a:pt x="37" y="4"/>
                </a:cubicBezTo>
                <a:cubicBezTo>
                  <a:pt x="44" y="1"/>
                  <a:pt x="52" y="0"/>
                  <a:pt x="60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727560" y="3169800"/>
            <a:ext cx="1217160" cy="505080"/>
          </a:xfrm>
          <a:custGeom>
            <a:avLst/>
            <a:gdLst/>
            <a:ahLst/>
            <a:rect l="0" t="0" r="r" b="b"/>
            <a:pathLst>
              <a:path w="3381" h="1403">
                <a:moveTo>
                  <a:pt x="60" y="0"/>
                </a:moveTo>
                <a:lnTo>
                  <a:pt x="3321" y="0"/>
                </a:lnTo>
                <a:cubicBezTo>
                  <a:pt x="3329" y="0"/>
                  <a:pt x="3337" y="1"/>
                  <a:pt x="3344" y="4"/>
                </a:cubicBezTo>
                <a:cubicBezTo>
                  <a:pt x="3351" y="7"/>
                  <a:pt x="3358" y="12"/>
                  <a:pt x="3364" y="17"/>
                </a:cubicBezTo>
                <a:cubicBezTo>
                  <a:pt x="3369" y="23"/>
                  <a:pt x="3374" y="30"/>
                  <a:pt x="3377" y="37"/>
                </a:cubicBezTo>
                <a:cubicBezTo>
                  <a:pt x="3380" y="44"/>
                  <a:pt x="3381" y="52"/>
                  <a:pt x="3381" y="60"/>
                </a:cubicBezTo>
                <a:lnTo>
                  <a:pt x="3381" y="1343"/>
                </a:lnTo>
                <a:cubicBezTo>
                  <a:pt x="3381" y="1351"/>
                  <a:pt x="3380" y="1358"/>
                  <a:pt x="3377" y="1366"/>
                </a:cubicBezTo>
                <a:cubicBezTo>
                  <a:pt x="3374" y="1373"/>
                  <a:pt x="3369" y="1380"/>
                  <a:pt x="3364" y="1385"/>
                </a:cubicBezTo>
                <a:cubicBezTo>
                  <a:pt x="3358" y="1391"/>
                  <a:pt x="3351" y="1395"/>
                  <a:pt x="3344" y="1398"/>
                </a:cubicBezTo>
                <a:cubicBezTo>
                  <a:pt x="3337" y="1402"/>
                  <a:pt x="3329" y="1403"/>
                  <a:pt x="3321" y="1403"/>
                </a:cubicBezTo>
                <a:lnTo>
                  <a:pt x="60" y="1403"/>
                </a:lnTo>
                <a:cubicBezTo>
                  <a:pt x="52" y="1403"/>
                  <a:pt x="44" y="1402"/>
                  <a:pt x="37" y="1398"/>
                </a:cubicBezTo>
                <a:cubicBezTo>
                  <a:pt x="29" y="1395"/>
                  <a:pt x="23" y="1391"/>
                  <a:pt x="17" y="1385"/>
                </a:cubicBezTo>
                <a:cubicBezTo>
                  <a:pt x="12" y="1380"/>
                  <a:pt x="7" y="1373"/>
                  <a:pt x="4" y="1366"/>
                </a:cubicBezTo>
                <a:cubicBezTo>
                  <a:pt x="1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1" y="44"/>
                  <a:pt x="4" y="37"/>
                </a:cubicBezTo>
                <a:cubicBezTo>
                  <a:pt x="7" y="30"/>
                  <a:pt x="12" y="23"/>
                  <a:pt x="17" y="17"/>
                </a:cubicBezTo>
                <a:cubicBezTo>
                  <a:pt x="23" y="12"/>
                  <a:pt x="29" y="7"/>
                  <a:pt x="37" y="4"/>
                </a:cubicBezTo>
                <a:cubicBezTo>
                  <a:pt x="44" y="1"/>
                  <a:pt x="52" y="0"/>
                  <a:pt x="60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2904480" y="2177280"/>
            <a:ext cx="378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814320" y="3270960"/>
            <a:ext cx="9075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Provider Directory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4229640" y="3169800"/>
            <a:ext cx="1027080" cy="505080"/>
          </a:xfrm>
          <a:custGeom>
            <a:avLst/>
            <a:gdLst/>
            <a:ahLst/>
            <a:rect l="0" t="0" r="r" b="b"/>
            <a:pathLst>
              <a:path w="2853" h="1403">
                <a:moveTo>
                  <a:pt x="60" y="0"/>
                </a:moveTo>
                <a:lnTo>
                  <a:pt x="2792" y="0"/>
                </a:lnTo>
                <a:cubicBezTo>
                  <a:pt x="2800" y="0"/>
                  <a:pt x="2808" y="1"/>
                  <a:pt x="2815" y="4"/>
                </a:cubicBezTo>
                <a:cubicBezTo>
                  <a:pt x="2823" y="7"/>
                  <a:pt x="2829" y="12"/>
                  <a:pt x="2835" y="17"/>
                </a:cubicBezTo>
                <a:cubicBezTo>
                  <a:pt x="2841" y="23"/>
                  <a:pt x="2845" y="30"/>
                  <a:pt x="2848" y="37"/>
                </a:cubicBezTo>
                <a:cubicBezTo>
                  <a:pt x="2851" y="44"/>
                  <a:pt x="2853" y="52"/>
                  <a:pt x="2853" y="60"/>
                </a:cubicBezTo>
                <a:lnTo>
                  <a:pt x="2853" y="1343"/>
                </a:lnTo>
                <a:cubicBezTo>
                  <a:pt x="2853" y="1351"/>
                  <a:pt x="2851" y="1358"/>
                  <a:pt x="2848" y="1366"/>
                </a:cubicBezTo>
                <a:cubicBezTo>
                  <a:pt x="2845" y="1373"/>
                  <a:pt x="2841" y="1380"/>
                  <a:pt x="2835" y="1385"/>
                </a:cubicBezTo>
                <a:cubicBezTo>
                  <a:pt x="2829" y="1391"/>
                  <a:pt x="2823" y="1395"/>
                  <a:pt x="2815" y="1398"/>
                </a:cubicBezTo>
                <a:cubicBezTo>
                  <a:pt x="2808" y="1402"/>
                  <a:pt x="2800" y="1403"/>
                  <a:pt x="2792" y="1403"/>
                </a:cubicBezTo>
                <a:lnTo>
                  <a:pt x="60" y="1403"/>
                </a:lnTo>
                <a:cubicBezTo>
                  <a:pt x="52" y="1403"/>
                  <a:pt x="44" y="1402"/>
                  <a:pt x="37" y="1398"/>
                </a:cubicBezTo>
                <a:cubicBezTo>
                  <a:pt x="30" y="1395"/>
                  <a:pt x="23" y="1391"/>
                  <a:pt x="18" y="1385"/>
                </a:cubicBezTo>
                <a:cubicBezTo>
                  <a:pt x="12" y="1380"/>
                  <a:pt x="7" y="1373"/>
                  <a:pt x="4" y="1366"/>
                </a:cubicBezTo>
                <a:cubicBezTo>
                  <a:pt x="1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1" y="44"/>
                  <a:pt x="4" y="37"/>
                </a:cubicBezTo>
                <a:cubicBezTo>
                  <a:pt x="7" y="30"/>
                  <a:pt x="12" y="23"/>
                  <a:pt x="18" y="17"/>
                </a:cubicBezTo>
                <a:cubicBezTo>
                  <a:pt x="23" y="12"/>
                  <a:pt x="30" y="7"/>
                  <a:pt x="37" y="4"/>
                </a:cubicBezTo>
                <a:cubicBezTo>
                  <a:pt x="44" y="1"/>
                  <a:pt x="52" y="0"/>
                  <a:pt x="60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4229640" y="3169800"/>
            <a:ext cx="1027080" cy="505080"/>
          </a:xfrm>
          <a:custGeom>
            <a:avLst/>
            <a:gdLst/>
            <a:ahLst/>
            <a:rect l="0" t="0" r="r" b="b"/>
            <a:pathLst>
              <a:path w="2853" h="1403">
                <a:moveTo>
                  <a:pt x="60" y="0"/>
                </a:moveTo>
                <a:lnTo>
                  <a:pt x="2792" y="0"/>
                </a:lnTo>
                <a:cubicBezTo>
                  <a:pt x="2800" y="0"/>
                  <a:pt x="2808" y="1"/>
                  <a:pt x="2815" y="4"/>
                </a:cubicBezTo>
                <a:cubicBezTo>
                  <a:pt x="2823" y="7"/>
                  <a:pt x="2829" y="12"/>
                  <a:pt x="2835" y="17"/>
                </a:cubicBezTo>
                <a:cubicBezTo>
                  <a:pt x="2841" y="23"/>
                  <a:pt x="2845" y="30"/>
                  <a:pt x="2848" y="37"/>
                </a:cubicBezTo>
                <a:cubicBezTo>
                  <a:pt x="2851" y="44"/>
                  <a:pt x="2853" y="52"/>
                  <a:pt x="2853" y="60"/>
                </a:cubicBezTo>
                <a:lnTo>
                  <a:pt x="2853" y="1343"/>
                </a:lnTo>
                <a:cubicBezTo>
                  <a:pt x="2853" y="1351"/>
                  <a:pt x="2851" y="1358"/>
                  <a:pt x="2848" y="1366"/>
                </a:cubicBezTo>
                <a:cubicBezTo>
                  <a:pt x="2845" y="1373"/>
                  <a:pt x="2841" y="1380"/>
                  <a:pt x="2835" y="1385"/>
                </a:cubicBezTo>
                <a:cubicBezTo>
                  <a:pt x="2829" y="1391"/>
                  <a:pt x="2823" y="1395"/>
                  <a:pt x="2815" y="1398"/>
                </a:cubicBezTo>
                <a:cubicBezTo>
                  <a:pt x="2808" y="1402"/>
                  <a:pt x="2800" y="1403"/>
                  <a:pt x="2792" y="1403"/>
                </a:cubicBezTo>
                <a:lnTo>
                  <a:pt x="60" y="1403"/>
                </a:lnTo>
                <a:cubicBezTo>
                  <a:pt x="52" y="1403"/>
                  <a:pt x="44" y="1402"/>
                  <a:pt x="37" y="1398"/>
                </a:cubicBezTo>
                <a:cubicBezTo>
                  <a:pt x="30" y="1395"/>
                  <a:pt x="23" y="1391"/>
                  <a:pt x="18" y="1385"/>
                </a:cubicBezTo>
                <a:cubicBezTo>
                  <a:pt x="12" y="1380"/>
                  <a:pt x="7" y="1373"/>
                  <a:pt x="4" y="1366"/>
                </a:cubicBezTo>
                <a:cubicBezTo>
                  <a:pt x="1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1" y="44"/>
                  <a:pt x="4" y="37"/>
                </a:cubicBezTo>
                <a:cubicBezTo>
                  <a:pt x="7" y="30"/>
                  <a:pt x="12" y="23"/>
                  <a:pt x="18" y="17"/>
                </a:cubicBezTo>
                <a:cubicBezTo>
                  <a:pt x="23" y="12"/>
                  <a:pt x="30" y="7"/>
                  <a:pt x="37" y="4"/>
                </a:cubicBezTo>
                <a:cubicBezTo>
                  <a:pt x="44" y="1"/>
                  <a:pt x="52" y="0"/>
                  <a:pt x="60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814320" y="3436560"/>
            <a:ext cx="352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(HCPD)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316400" y="3270960"/>
            <a:ext cx="7412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Referral Server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3269160" y="4515840"/>
            <a:ext cx="1169640" cy="505080"/>
          </a:xfrm>
          <a:custGeom>
            <a:avLst/>
            <a:gdLst/>
            <a:ahLst/>
            <a:rect l="0" t="0" r="r" b="b"/>
            <a:pathLst>
              <a:path w="3249" h="1403">
                <a:moveTo>
                  <a:pt x="61" y="0"/>
                </a:moveTo>
                <a:lnTo>
                  <a:pt x="3189" y="0"/>
                </a:lnTo>
                <a:cubicBezTo>
                  <a:pt x="3197" y="0"/>
                  <a:pt x="3205" y="1"/>
                  <a:pt x="3212" y="4"/>
                </a:cubicBezTo>
                <a:cubicBezTo>
                  <a:pt x="3219" y="7"/>
                  <a:pt x="3226" y="12"/>
                  <a:pt x="3232" y="17"/>
                </a:cubicBezTo>
                <a:cubicBezTo>
                  <a:pt x="3237" y="23"/>
                  <a:pt x="3242" y="29"/>
                  <a:pt x="3245" y="37"/>
                </a:cubicBezTo>
                <a:cubicBezTo>
                  <a:pt x="3248" y="44"/>
                  <a:pt x="3249" y="52"/>
                  <a:pt x="3249" y="60"/>
                </a:cubicBezTo>
                <a:lnTo>
                  <a:pt x="3249" y="1343"/>
                </a:lnTo>
                <a:cubicBezTo>
                  <a:pt x="3249" y="1351"/>
                  <a:pt x="3248" y="1358"/>
                  <a:pt x="3245" y="1366"/>
                </a:cubicBezTo>
                <a:cubicBezTo>
                  <a:pt x="3242" y="1373"/>
                  <a:pt x="3237" y="1380"/>
                  <a:pt x="3232" y="1385"/>
                </a:cubicBezTo>
                <a:cubicBezTo>
                  <a:pt x="3226" y="1391"/>
                  <a:pt x="3219" y="1395"/>
                  <a:pt x="3212" y="1398"/>
                </a:cubicBezTo>
                <a:cubicBezTo>
                  <a:pt x="3205" y="1401"/>
                  <a:pt x="3197" y="1403"/>
                  <a:pt x="3189" y="1403"/>
                </a:cubicBezTo>
                <a:lnTo>
                  <a:pt x="61" y="1403"/>
                </a:lnTo>
                <a:cubicBezTo>
                  <a:pt x="53" y="1403"/>
                  <a:pt x="45" y="1401"/>
                  <a:pt x="38" y="1398"/>
                </a:cubicBezTo>
                <a:cubicBezTo>
                  <a:pt x="30" y="1395"/>
                  <a:pt x="24" y="1391"/>
                  <a:pt x="18" y="1385"/>
                </a:cubicBezTo>
                <a:cubicBezTo>
                  <a:pt x="12" y="1380"/>
                  <a:pt x="8" y="1373"/>
                  <a:pt x="5" y="1366"/>
                </a:cubicBezTo>
                <a:cubicBezTo>
                  <a:pt x="2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2" y="44"/>
                  <a:pt x="5" y="37"/>
                </a:cubicBezTo>
                <a:cubicBezTo>
                  <a:pt x="8" y="29"/>
                  <a:pt x="12" y="23"/>
                  <a:pt x="18" y="17"/>
                </a:cubicBezTo>
                <a:cubicBezTo>
                  <a:pt x="24" y="12"/>
                  <a:pt x="30" y="7"/>
                  <a:pt x="38" y="4"/>
                </a:cubicBezTo>
                <a:cubicBezTo>
                  <a:pt x="45" y="1"/>
                  <a:pt x="53" y="0"/>
                  <a:pt x="61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3269160" y="4515840"/>
            <a:ext cx="1169640" cy="505080"/>
          </a:xfrm>
          <a:custGeom>
            <a:avLst/>
            <a:gdLst/>
            <a:ahLst/>
            <a:rect l="0" t="0" r="r" b="b"/>
            <a:pathLst>
              <a:path w="3249" h="1403">
                <a:moveTo>
                  <a:pt x="61" y="0"/>
                </a:moveTo>
                <a:lnTo>
                  <a:pt x="3189" y="0"/>
                </a:lnTo>
                <a:cubicBezTo>
                  <a:pt x="3197" y="0"/>
                  <a:pt x="3205" y="1"/>
                  <a:pt x="3212" y="4"/>
                </a:cubicBezTo>
                <a:cubicBezTo>
                  <a:pt x="3219" y="7"/>
                  <a:pt x="3226" y="12"/>
                  <a:pt x="3232" y="17"/>
                </a:cubicBezTo>
                <a:cubicBezTo>
                  <a:pt x="3237" y="23"/>
                  <a:pt x="3242" y="29"/>
                  <a:pt x="3245" y="37"/>
                </a:cubicBezTo>
                <a:cubicBezTo>
                  <a:pt x="3248" y="44"/>
                  <a:pt x="3249" y="52"/>
                  <a:pt x="3249" y="60"/>
                </a:cubicBezTo>
                <a:lnTo>
                  <a:pt x="3249" y="1343"/>
                </a:lnTo>
                <a:cubicBezTo>
                  <a:pt x="3249" y="1351"/>
                  <a:pt x="3248" y="1358"/>
                  <a:pt x="3245" y="1366"/>
                </a:cubicBezTo>
                <a:cubicBezTo>
                  <a:pt x="3242" y="1373"/>
                  <a:pt x="3237" y="1380"/>
                  <a:pt x="3232" y="1385"/>
                </a:cubicBezTo>
                <a:cubicBezTo>
                  <a:pt x="3226" y="1391"/>
                  <a:pt x="3219" y="1395"/>
                  <a:pt x="3212" y="1398"/>
                </a:cubicBezTo>
                <a:cubicBezTo>
                  <a:pt x="3205" y="1401"/>
                  <a:pt x="3197" y="1403"/>
                  <a:pt x="3189" y="1403"/>
                </a:cubicBezTo>
                <a:lnTo>
                  <a:pt x="61" y="1403"/>
                </a:lnTo>
                <a:cubicBezTo>
                  <a:pt x="53" y="1403"/>
                  <a:pt x="45" y="1401"/>
                  <a:pt x="38" y="1398"/>
                </a:cubicBezTo>
                <a:cubicBezTo>
                  <a:pt x="30" y="1395"/>
                  <a:pt x="24" y="1391"/>
                  <a:pt x="18" y="1385"/>
                </a:cubicBezTo>
                <a:cubicBezTo>
                  <a:pt x="12" y="1380"/>
                  <a:pt x="8" y="1373"/>
                  <a:pt x="5" y="1366"/>
                </a:cubicBezTo>
                <a:cubicBezTo>
                  <a:pt x="2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2" y="44"/>
                  <a:pt x="5" y="37"/>
                </a:cubicBezTo>
                <a:cubicBezTo>
                  <a:pt x="8" y="29"/>
                  <a:pt x="12" y="23"/>
                  <a:pt x="18" y="17"/>
                </a:cubicBezTo>
                <a:cubicBezTo>
                  <a:pt x="24" y="12"/>
                  <a:pt x="30" y="7"/>
                  <a:pt x="38" y="4"/>
                </a:cubicBezTo>
                <a:cubicBezTo>
                  <a:pt x="45" y="1"/>
                  <a:pt x="53" y="0"/>
                  <a:pt x="61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4316400" y="3436560"/>
            <a:ext cx="7232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(HAPI + QH IG)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3356280" y="4617000"/>
            <a:ext cx="840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6716160" y="1480680"/>
            <a:ext cx="139680" cy="139320"/>
          </a:xfrm>
          <a:custGeom>
            <a:avLst/>
            <a:gdLst/>
            <a:ahLst/>
            <a:rect l="0" t="0" r="r" b="b"/>
            <a:pathLst>
              <a:path w="388" h="387">
                <a:moveTo>
                  <a:pt x="388" y="193"/>
                </a:moveTo>
                <a:cubicBezTo>
                  <a:pt x="388" y="206"/>
                  <a:pt x="386" y="218"/>
                  <a:pt x="384" y="231"/>
                </a:cubicBezTo>
                <a:cubicBezTo>
                  <a:pt x="382" y="243"/>
                  <a:pt x="378" y="255"/>
                  <a:pt x="373" y="267"/>
                </a:cubicBezTo>
                <a:cubicBezTo>
                  <a:pt x="368" y="279"/>
                  <a:pt x="362" y="290"/>
                  <a:pt x="355" y="300"/>
                </a:cubicBezTo>
                <a:cubicBezTo>
                  <a:pt x="348" y="311"/>
                  <a:pt x="340" y="321"/>
                  <a:pt x="331" y="330"/>
                </a:cubicBezTo>
                <a:cubicBezTo>
                  <a:pt x="322" y="339"/>
                  <a:pt x="312" y="347"/>
                  <a:pt x="302" y="354"/>
                </a:cubicBezTo>
                <a:cubicBezTo>
                  <a:pt x="291" y="361"/>
                  <a:pt x="280" y="367"/>
                  <a:pt x="268" y="372"/>
                </a:cubicBezTo>
                <a:cubicBezTo>
                  <a:pt x="257" y="377"/>
                  <a:pt x="245" y="381"/>
                  <a:pt x="232" y="383"/>
                </a:cubicBezTo>
                <a:cubicBezTo>
                  <a:pt x="220" y="386"/>
                  <a:pt x="207" y="387"/>
                  <a:pt x="195" y="387"/>
                </a:cubicBezTo>
                <a:cubicBezTo>
                  <a:pt x="182" y="387"/>
                  <a:pt x="169" y="386"/>
                  <a:pt x="157" y="383"/>
                </a:cubicBezTo>
                <a:cubicBezTo>
                  <a:pt x="144" y="381"/>
                  <a:pt x="132" y="377"/>
                  <a:pt x="121" y="372"/>
                </a:cubicBezTo>
                <a:cubicBezTo>
                  <a:pt x="109" y="367"/>
                  <a:pt x="98" y="361"/>
                  <a:pt x="87" y="354"/>
                </a:cubicBezTo>
                <a:cubicBezTo>
                  <a:pt x="77" y="347"/>
                  <a:pt x="67" y="339"/>
                  <a:pt x="57" y="330"/>
                </a:cubicBezTo>
                <a:cubicBezTo>
                  <a:pt x="48" y="321"/>
                  <a:pt x="40" y="311"/>
                  <a:pt x="33" y="300"/>
                </a:cubicBezTo>
                <a:cubicBezTo>
                  <a:pt x="26" y="290"/>
                  <a:pt x="20" y="279"/>
                  <a:pt x="15" y="267"/>
                </a:cubicBezTo>
                <a:cubicBezTo>
                  <a:pt x="10" y="255"/>
                  <a:pt x="7" y="243"/>
                  <a:pt x="4" y="231"/>
                </a:cubicBezTo>
                <a:cubicBezTo>
                  <a:pt x="2" y="218"/>
                  <a:pt x="0" y="206"/>
                  <a:pt x="0" y="193"/>
                </a:cubicBezTo>
                <a:cubicBezTo>
                  <a:pt x="0" y="180"/>
                  <a:pt x="2" y="168"/>
                  <a:pt x="4" y="155"/>
                </a:cubicBezTo>
                <a:cubicBezTo>
                  <a:pt x="7" y="143"/>
                  <a:pt x="10" y="131"/>
                  <a:pt x="15" y="119"/>
                </a:cubicBezTo>
                <a:cubicBezTo>
                  <a:pt x="20" y="107"/>
                  <a:pt x="26" y="96"/>
                  <a:pt x="33" y="86"/>
                </a:cubicBezTo>
                <a:cubicBezTo>
                  <a:pt x="40" y="75"/>
                  <a:pt x="48" y="65"/>
                  <a:pt x="57" y="57"/>
                </a:cubicBezTo>
                <a:cubicBezTo>
                  <a:pt x="67" y="48"/>
                  <a:pt x="77" y="40"/>
                  <a:pt x="87" y="33"/>
                </a:cubicBezTo>
                <a:cubicBezTo>
                  <a:pt x="98" y="25"/>
                  <a:pt x="109" y="20"/>
                  <a:pt x="121" y="15"/>
                </a:cubicBezTo>
                <a:cubicBezTo>
                  <a:pt x="132" y="10"/>
                  <a:pt x="144" y="6"/>
                  <a:pt x="157" y="4"/>
                </a:cubicBezTo>
                <a:cubicBezTo>
                  <a:pt x="169" y="1"/>
                  <a:pt x="182" y="0"/>
                  <a:pt x="195" y="0"/>
                </a:cubicBezTo>
                <a:cubicBezTo>
                  <a:pt x="207" y="0"/>
                  <a:pt x="220" y="1"/>
                  <a:pt x="232" y="4"/>
                </a:cubicBezTo>
                <a:cubicBezTo>
                  <a:pt x="245" y="6"/>
                  <a:pt x="257" y="10"/>
                  <a:pt x="268" y="15"/>
                </a:cubicBezTo>
                <a:cubicBezTo>
                  <a:pt x="280" y="20"/>
                  <a:pt x="291" y="25"/>
                  <a:pt x="302" y="33"/>
                </a:cubicBezTo>
                <a:cubicBezTo>
                  <a:pt x="312" y="40"/>
                  <a:pt x="322" y="48"/>
                  <a:pt x="331" y="57"/>
                </a:cubicBezTo>
                <a:cubicBezTo>
                  <a:pt x="340" y="65"/>
                  <a:pt x="348" y="75"/>
                  <a:pt x="355" y="86"/>
                </a:cubicBezTo>
                <a:cubicBezTo>
                  <a:pt x="362" y="96"/>
                  <a:pt x="368" y="107"/>
                  <a:pt x="373" y="119"/>
                </a:cubicBezTo>
                <a:cubicBezTo>
                  <a:pt x="378" y="131"/>
                  <a:pt x="382" y="143"/>
                  <a:pt x="384" y="155"/>
                </a:cubicBezTo>
                <a:cubicBezTo>
                  <a:pt x="386" y="168"/>
                  <a:pt x="388" y="180"/>
                  <a:pt x="388" y="193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6716160" y="1480680"/>
            <a:ext cx="139680" cy="139320"/>
          </a:xfrm>
          <a:custGeom>
            <a:avLst/>
            <a:gdLst/>
            <a:ahLst/>
            <a:rect l="0" t="0" r="r" b="b"/>
            <a:pathLst>
              <a:path w="388" h="387">
                <a:moveTo>
                  <a:pt x="388" y="193"/>
                </a:moveTo>
                <a:cubicBezTo>
                  <a:pt x="388" y="206"/>
                  <a:pt x="386" y="218"/>
                  <a:pt x="384" y="231"/>
                </a:cubicBezTo>
                <a:cubicBezTo>
                  <a:pt x="382" y="243"/>
                  <a:pt x="378" y="255"/>
                  <a:pt x="373" y="267"/>
                </a:cubicBezTo>
                <a:cubicBezTo>
                  <a:pt x="368" y="279"/>
                  <a:pt x="362" y="290"/>
                  <a:pt x="355" y="300"/>
                </a:cubicBezTo>
                <a:cubicBezTo>
                  <a:pt x="348" y="311"/>
                  <a:pt x="340" y="321"/>
                  <a:pt x="331" y="330"/>
                </a:cubicBezTo>
                <a:cubicBezTo>
                  <a:pt x="322" y="339"/>
                  <a:pt x="312" y="347"/>
                  <a:pt x="302" y="354"/>
                </a:cubicBezTo>
                <a:cubicBezTo>
                  <a:pt x="291" y="361"/>
                  <a:pt x="280" y="367"/>
                  <a:pt x="268" y="372"/>
                </a:cubicBezTo>
                <a:cubicBezTo>
                  <a:pt x="257" y="377"/>
                  <a:pt x="245" y="381"/>
                  <a:pt x="232" y="383"/>
                </a:cubicBezTo>
                <a:cubicBezTo>
                  <a:pt x="220" y="386"/>
                  <a:pt x="207" y="387"/>
                  <a:pt x="195" y="387"/>
                </a:cubicBezTo>
                <a:cubicBezTo>
                  <a:pt x="182" y="387"/>
                  <a:pt x="169" y="386"/>
                  <a:pt x="157" y="383"/>
                </a:cubicBezTo>
                <a:cubicBezTo>
                  <a:pt x="144" y="381"/>
                  <a:pt x="132" y="377"/>
                  <a:pt x="121" y="372"/>
                </a:cubicBezTo>
                <a:cubicBezTo>
                  <a:pt x="109" y="367"/>
                  <a:pt x="98" y="361"/>
                  <a:pt x="87" y="354"/>
                </a:cubicBezTo>
                <a:cubicBezTo>
                  <a:pt x="77" y="347"/>
                  <a:pt x="67" y="339"/>
                  <a:pt x="57" y="330"/>
                </a:cubicBezTo>
                <a:cubicBezTo>
                  <a:pt x="48" y="321"/>
                  <a:pt x="40" y="311"/>
                  <a:pt x="33" y="300"/>
                </a:cubicBezTo>
                <a:cubicBezTo>
                  <a:pt x="26" y="290"/>
                  <a:pt x="20" y="279"/>
                  <a:pt x="15" y="267"/>
                </a:cubicBezTo>
                <a:cubicBezTo>
                  <a:pt x="10" y="255"/>
                  <a:pt x="7" y="243"/>
                  <a:pt x="4" y="231"/>
                </a:cubicBezTo>
                <a:cubicBezTo>
                  <a:pt x="2" y="218"/>
                  <a:pt x="0" y="206"/>
                  <a:pt x="0" y="193"/>
                </a:cubicBezTo>
                <a:cubicBezTo>
                  <a:pt x="0" y="180"/>
                  <a:pt x="2" y="168"/>
                  <a:pt x="4" y="155"/>
                </a:cubicBezTo>
                <a:cubicBezTo>
                  <a:pt x="7" y="143"/>
                  <a:pt x="10" y="131"/>
                  <a:pt x="15" y="119"/>
                </a:cubicBezTo>
                <a:cubicBezTo>
                  <a:pt x="20" y="107"/>
                  <a:pt x="26" y="96"/>
                  <a:pt x="33" y="86"/>
                </a:cubicBezTo>
                <a:cubicBezTo>
                  <a:pt x="40" y="75"/>
                  <a:pt x="48" y="65"/>
                  <a:pt x="57" y="57"/>
                </a:cubicBezTo>
                <a:cubicBezTo>
                  <a:pt x="67" y="48"/>
                  <a:pt x="77" y="40"/>
                  <a:pt x="87" y="33"/>
                </a:cubicBezTo>
                <a:cubicBezTo>
                  <a:pt x="98" y="25"/>
                  <a:pt x="109" y="20"/>
                  <a:pt x="121" y="15"/>
                </a:cubicBezTo>
                <a:cubicBezTo>
                  <a:pt x="132" y="10"/>
                  <a:pt x="144" y="6"/>
                  <a:pt x="157" y="4"/>
                </a:cubicBezTo>
                <a:cubicBezTo>
                  <a:pt x="169" y="1"/>
                  <a:pt x="182" y="0"/>
                  <a:pt x="195" y="0"/>
                </a:cubicBezTo>
                <a:cubicBezTo>
                  <a:pt x="207" y="0"/>
                  <a:pt x="220" y="1"/>
                  <a:pt x="232" y="4"/>
                </a:cubicBezTo>
                <a:cubicBezTo>
                  <a:pt x="245" y="6"/>
                  <a:pt x="257" y="10"/>
                  <a:pt x="268" y="15"/>
                </a:cubicBezTo>
                <a:cubicBezTo>
                  <a:pt x="280" y="20"/>
                  <a:pt x="291" y="25"/>
                  <a:pt x="302" y="33"/>
                </a:cubicBezTo>
                <a:cubicBezTo>
                  <a:pt x="312" y="40"/>
                  <a:pt x="322" y="48"/>
                  <a:pt x="331" y="57"/>
                </a:cubicBezTo>
                <a:cubicBezTo>
                  <a:pt x="340" y="65"/>
                  <a:pt x="348" y="75"/>
                  <a:pt x="355" y="86"/>
                </a:cubicBezTo>
                <a:cubicBezTo>
                  <a:pt x="362" y="96"/>
                  <a:pt x="368" y="107"/>
                  <a:pt x="373" y="119"/>
                </a:cubicBezTo>
                <a:cubicBezTo>
                  <a:pt x="378" y="131"/>
                  <a:pt x="382" y="143"/>
                  <a:pt x="384" y="155"/>
                </a:cubicBezTo>
                <a:cubicBezTo>
                  <a:pt x="386" y="168"/>
                  <a:pt x="388" y="180"/>
                  <a:pt x="388" y="193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6672960" y="1619640"/>
            <a:ext cx="226080" cy="365040"/>
          </a:xfrm>
          <a:custGeom>
            <a:avLst/>
            <a:gdLst/>
            <a:ahLst/>
            <a:rect l="0" t="0" r="r" b="b"/>
            <a:pathLst>
              <a:path fill="none" w="628" h="1014">
                <a:moveTo>
                  <a:pt x="314" y="0"/>
                </a:moveTo>
                <a:lnTo>
                  <a:pt x="314" y="652"/>
                </a:lnTo>
                <a:moveTo>
                  <a:pt x="0" y="194"/>
                </a:moveTo>
                <a:lnTo>
                  <a:pt x="628" y="194"/>
                </a:lnTo>
                <a:moveTo>
                  <a:pt x="314" y="652"/>
                </a:moveTo>
                <a:lnTo>
                  <a:pt x="0" y="1014"/>
                </a:lnTo>
                <a:moveTo>
                  <a:pt x="314" y="652"/>
                </a:moveTo>
                <a:lnTo>
                  <a:pt x="628" y="1014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3356280" y="4782240"/>
            <a:ext cx="5724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(Filler / RIS)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6458760" y="2011680"/>
            <a:ext cx="569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0000"/>
                </a:solidFill>
                <a:latin typeface="Calibri"/>
                <a:ea typeface="Calibri"/>
              </a:rPr>
              <a:t>Patient app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5155200" y="4572000"/>
            <a:ext cx="1765800" cy="394920"/>
          </a:xfrm>
          <a:custGeom>
            <a:avLst/>
            <a:gdLst/>
            <a:ahLst/>
            <a:rect l="0" t="0" r="r" b="b"/>
            <a:pathLst>
              <a:path w="4905" h="1097">
                <a:moveTo>
                  <a:pt x="0" y="0"/>
                </a:moveTo>
                <a:lnTo>
                  <a:pt x="0" y="1097"/>
                </a:lnTo>
                <a:lnTo>
                  <a:pt x="4905" y="1097"/>
                </a:lnTo>
                <a:lnTo>
                  <a:pt x="4905" y="242"/>
                </a:lnTo>
                <a:lnTo>
                  <a:pt x="4663" y="0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5155200" y="4572000"/>
            <a:ext cx="1765800" cy="394920"/>
          </a:xfrm>
          <a:custGeom>
            <a:avLst/>
            <a:gdLst/>
            <a:ahLst/>
            <a:rect l="0" t="0" r="r" b="b"/>
            <a:pathLst>
              <a:path fill="none" w="4905" h="1097">
                <a:moveTo>
                  <a:pt x="0" y="0"/>
                </a:moveTo>
                <a:lnTo>
                  <a:pt x="0" y="1097"/>
                </a:lnTo>
                <a:lnTo>
                  <a:pt x="4905" y="1097"/>
                </a:lnTo>
                <a:lnTo>
                  <a:pt x="4905" y="242"/>
                </a:lnTo>
                <a:lnTo>
                  <a:pt x="4663" y="0"/>
                </a:lnTo>
                <a:lnTo>
                  <a:pt x="0" y="0"/>
                </a:lnTo>
              </a:path>
            </a:pathLst>
          </a:custGeom>
          <a:ln w="4320">
            <a:solidFill>
              <a:srgbClr val="181818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6833520" y="4572000"/>
            <a:ext cx="87480" cy="87480"/>
          </a:xfrm>
          <a:custGeom>
            <a:avLst/>
            <a:gdLst/>
            <a:ahLst/>
            <a:rect l="0" t="0" r="r" b="b"/>
            <a:pathLst>
              <a:path w="243" h="243">
                <a:moveTo>
                  <a:pt x="0" y="0"/>
                </a:moveTo>
                <a:lnTo>
                  <a:pt x="0" y="243"/>
                </a:lnTo>
                <a:lnTo>
                  <a:pt x="243" y="243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6833520" y="4572000"/>
            <a:ext cx="87480" cy="87480"/>
          </a:xfrm>
          <a:custGeom>
            <a:avLst/>
            <a:gdLst/>
            <a:ahLst/>
            <a:rect l="0" t="0" r="r" b="b"/>
            <a:pathLst>
              <a:path fill="none" w="243" h="243">
                <a:moveTo>
                  <a:pt x="0" y="0"/>
                </a:moveTo>
                <a:lnTo>
                  <a:pt x="0" y="243"/>
                </a:lnTo>
                <a:lnTo>
                  <a:pt x="243" y="243"/>
                </a:lnTo>
                <a:lnTo>
                  <a:pt x="0" y="0"/>
                </a:lnTo>
              </a:path>
            </a:pathLst>
          </a:custGeom>
          <a:ln w="8640">
            <a:solidFill>
              <a:srgbClr val="181818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6458760" y="2177280"/>
            <a:ext cx="421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0000"/>
                </a:solidFill>
                <a:latin typeface="Calibri"/>
                <a:ea typeface="Calibri"/>
              </a:rPr>
              <a:t>(stretch)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5207400" y="462888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000000"/>
                </a:solidFill>
                <a:latin typeface="Calibri"/>
                <a:ea typeface="Calibri"/>
              </a:rPr>
              <a:t>Holds ServiceRequest, Task,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1320480" y="1936440"/>
            <a:ext cx="1582560" cy="1179000"/>
          </a:xfrm>
          <a:custGeom>
            <a:avLst/>
            <a:gdLst/>
            <a:ahLst/>
            <a:rect l="0" t="0" r="r" b="b"/>
            <a:pathLst>
              <a:path fill="none" w="4396" h="3275">
                <a:moveTo>
                  <a:pt x="4396" y="0"/>
                </a:moveTo>
                <a:cubicBezTo>
                  <a:pt x="3377" y="147"/>
                  <a:pt x="1448" y="580"/>
                  <a:pt x="453" y="1810"/>
                </a:cubicBezTo>
                <a:cubicBezTo>
                  <a:pt x="89" y="2259"/>
                  <a:pt x="5" y="2777"/>
                  <a:pt x="0" y="3275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1285920" y="3088800"/>
            <a:ext cx="70200" cy="78480"/>
          </a:xfrm>
          <a:custGeom>
            <a:avLst/>
            <a:gdLst/>
            <a:ahLst/>
            <a:rect l="0" t="0" r="r" b="b"/>
            <a:pathLst>
              <a:path w="195" h="218">
                <a:moveTo>
                  <a:pt x="95" y="218"/>
                </a:moveTo>
                <a:lnTo>
                  <a:pt x="195" y="1"/>
                </a:lnTo>
                <a:lnTo>
                  <a:pt x="96" y="97"/>
                </a:lnTo>
                <a:lnTo>
                  <a:pt x="0" y="0"/>
                </a:lnTo>
                <a:lnTo>
                  <a:pt x="95" y="218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5207400" y="4782600"/>
            <a:ext cx="138924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000000"/>
                </a:solidFill>
                <a:latin typeface="Calibri"/>
                <a:ea typeface="Calibri"/>
              </a:rPr>
              <a:t>Schedule / Slot / Appointment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3007080" y="2329560"/>
            <a:ext cx="1167840" cy="1070280"/>
          </a:xfrm>
          <a:custGeom>
            <a:avLst/>
            <a:gdLst/>
            <a:ahLst/>
            <a:rect l="0" t="0" r="r" b="b"/>
            <a:pathLst>
              <a:path fill="none" w="3244" h="2973">
                <a:moveTo>
                  <a:pt x="43" y="0"/>
                </a:moveTo>
                <a:cubicBezTo>
                  <a:pt x="-41" y="538"/>
                  <a:pt x="-28" y="1157"/>
                  <a:pt x="307" y="1611"/>
                </a:cubicBezTo>
                <a:cubicBezTo>
                  <a:pt x="1008" y="2562"/>
                  <a:pt x="2204" y="2871"/>
                  <a:pt x="3244" y="2973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4145040" y="3362400"/>
            <a:ext cx="81360" cy="69480"/>
          </a:xfrm>
          <a:custGeom>
            <a:avLst/>
            <a:gdLst/>
            <a:ahLst/>
            <a:rect l="0" t="0" r="r" b="b"/>
            <a:pathLst>
              <a:path w="226" h="193">
                <a:moveTo>
                  <a:pt x="226" y="117"/>
                </a:moveTo>
                <a:lnTo>
                  <a:pt x="19" y="0"/>
                </a:lnTo>
                <a:lnTo>
                  <a:pt x="106" y="105"/>
                </a:lnTo>
                <a:lnTo>
                  <a:pt x="0" y="193"/>
                </a:lnTo>
                <a:lnTo>
                  <a:pt x="226" y="117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1492200" y="2688120"/>
            <a:ext cx="12502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discover service + Endpoint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3366000" y="2609640"/>
            <a:ext cx="6606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create referral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3383640" y="1983960"/>
            <a:ext cx="1292040" cy="1134720"/>
          </a:xfrm>
          <a:custGeom>
            <a:avLst/>
            <a:gdLst/>
            <a:ahLst/>
            <a:rect l="0" t="0" r="r" b="b"/>
            <a:pathLst>
              <a:path fill="none" w="3589" h="3152">
                <a:moveTo>
                  <a:pt x="0" y="0"/>
                </a:moveTo>
                <a:cubicBezTo>
                  <a:pt x="777" y="269"/>
                  <a:pt x="2052" y="812"/>
                  <a:pt x="2833" y="1678"/>
                </a:cubicBezTo>
                <a:cubicBezTo>
                  <a:pt x="3246" y="2134"/>
                  <a:pt x="3453" y="2657"/>
                  <a:pt x="3589" y="3152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4635000" y="3084120"/>
            <a:ext cx="67320" cy="84960"/>
          </a:xfrm>
          <a:custGeom>
            <a:avLst/>
            <a:gdLst/>
            <a:ahLst/>
            <a:rect l="0" t="0" r="r" b="b"/>
            <a:pathLst>
              <a:path w="187" h="236">
                <a:moveTo>
                  <a:pt x="152" y="236"/>
                </a:moveTo>
                <a:lnTo>
                  <a:pt x="187" y="0"/>
                </a:lnTo>
                <a:lnTo>
                  <a:pt x="120" y="119"/>
                </a:lnTo>
                <a:lnTo>
                  <a:pt x="0" y="51"/>
                </a:lnTo>
                <a:lnTo>
                  <a:pt x="152" y="236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125880" y="2763720"/>
            <a:ext cx="10810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(ServiceRequest + Task)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4169880" y="3724920"/>
            <a:ext cx="487440" cy="788760"/>
          </a:xfrm>
          <a:custGeom>
            <a:avLst/>
            <a:gdLst/>
            <a:ahLst/>
            <a:rect l="0" t="0" r="r" b="b"/>
            <a:pathLst>
              <a:path fill="none" w="1354" h="2191">
                <a:moveTo>
                  <a:pt x="0" y="2191"/>
                </a:moveTo>
                <a:cubicBezTo>
                  <a:pt x="232" y="1979"/>
                  <a:pt x="468" y="1733"/>
                  <a:pt x="649" y="1473"/>
                </a:cubicBezTo>
                <a:cubicBezTo>
                  <a:pt x="993" y="979"/>
                  <a:pt x="1197" y="477"/>
                  <a:pt x="1354" y="0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4615920" y="3675240"/>
            <a:ext cx="66240" cy="85320"/>
          </a:xfrm>
          <a:custGeom>
            <a:avLst/>
            <a:gdLst/>
            <a:ahLst/>
            <a:rect l="0" t="0" r="r" b="b"/>
            <a:pathLst>
              <a:path w="184" h="237">
                <a:moveTo>
                  <a:pt x="159" y="0"/>
                </a:moveTo>
                <a:lnTo>
                  <a:pt x="0" y="178"/>
                </a:lnTo>
                <a:lnTo>
                  <a:pt x="122" y="116"/>
                </a:lnTo>
                <a:lnTo>
                  <a:pt x="184" y="237"/>
                </a:lnTo>
                <a:lnTo>
                  <a:pt x="159" y="0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4603320" y="2688120"/>
            <a:ext cx="14590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search Slot / book Appointment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4577400" y="3956040"/>
            <a:ext cx="9259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triage, publish Slots,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3329640" y="3478680"/>
            <a:ext cx="900000" cy="997920"/>
          </a:xfrm>
          <a:custGeom>
            <a:avLst/>
            <a:gdLst/>
            <a:ahLst/>
            <a:rect l="0" t="0" r="r" b="b"/>
            <a:pathLst>
              <a:path fill="none" w="2500" h="2772">
                <a:moveTo>
                  <a:pt x="2500" y="0"/>
                </a:moveTo>
                <a:cubicBezTo>
                  <a:pt x="1668" y="162"/>
                  <a:pt x="684" y="510"/>
                  <a:pt x="158" y="1265"/>
                </a:cubicBezTo>
                <a:cubicBezTo>
                  <a:pt x="-202" y="1784"/>
                  <a:pt x="104" y="2305"/>
                  <a:pt x="556" y="2772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3486600" y="4433400"/>
            <a:ext cx="79560" cy="80640"/>
          </a:xfrm>
          <a:custGeom>
            <a:avLst/>
            <a:gdLst/>
            <a:ahLst/>
            <a:rect l="0" t="0" r="r" b="b"/>
            <a:pathLst>
              <a:path w="221" h="224">
                <a:moveTo>
                  <a:pt x="221" y="224"/>
                </a:moveTo>
                <a:lnTo>
                  <a:pt x="140" y="0"/>
                </a:lnTo>
                <a:lnTo>
                  <a:pt x="137" y="137"/>
                </a:lnTo>
                <a:lnTo>
                  <a:pt x="0" y="135"/>
                </a:lnTo>
                <a:lnTo>
                  <a:pt x="221" y="224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4677840" y="4109760"/>
            <a:ext cx="7491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conﬁrm booking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5307480" y="2327040"/>
            <a:ext cx="1390680" cy="1034280"/>
          </a:xfrm>
          <a:custGeom>
            <a:avLst/>
            <a:gdLst/>
            <a:ahLst/>
            <a:rect l="0" t="0" r="r" b="b"/>
            <a:pathLst>
              <a:path w="3863" h="2873">
                <a:moveTo>
                  <a:pt x="3863" y="7"/>
                </a:moveTo>
                <a:cubicBezTo>
                  <a:pt x="3847" y="60"/>
                  <a:pt x="3829" y="113"/>
                  <a:pt x="3811" y="164"/>
                </a:cubicBezTo>
                <a:lnTo>
                  <a:pt x="3789" y="156"/>
                </a:lnTo>
                <a:cubicBezTo>
                  <a:pt x="3806" y="105"/>
                  <a:pt x="3824" y="53"/>
                  <a:pt x="3840" y="0"/>
                </a:cubicBezTo>
                <a:lnTo>
                  <a:pt x="3863" y="7"/>
                </a:lnTo>
                <a:moveTo>
                  <a:pt x="3753" y="324"/>
                </a:moveTo>
                <a:cubicBezTo>
                  <a:pt x="3733" y="378"/>
                  <a:pt x="3711" y="431"/>
                  <a:pt x="3689" y="483"/>
                </a:cubicBezTo>
                <a:lnTo>
                  <a:pt x="3667" y="474"/>
                </a:lnTo>
                <a:cubicBezTo>
                  <a:pt x="3689" y="422"/>
                  <a:pt x="3710" y="369"/>
                  <a:pt x="3731" y="315"/>
                </a:cubicBezTo>
                <a:lnTo>
                  <a:pt x="3753" y="324"/>
                </a:lnTo>
                <a:moveTo>
                  <a:pt x="3621" y="637"/>
                </a:moveTo>
                <a:cubicBezTo>
                  <a:pt x="3597" y="690"/>
                  <a:pt x="3572" y="742"/>
                  <a:pt x="3546" y="791"/>
                </a:cubicBezTo>
                <a:lnTo>
                  <a:pt x="3525" y="780"/>
                </a:lnTo>
                <a:cubicBezTo>
                  <a:pt x="3550" y="731"/>
                  <a:pt x="3575" y="679"/>
                  <a:pt x="3599" y="627"/>
                </a:cubicBezTo>
                <a:lnTo>
                  <a:pt x="3621" y="637"/>
                </a:lnTo>
                <a:moveTo>
                  <a:pt x="3465" y="941"/>
                </a:moveTo>
                <a:cubicBezTo>
                  <a:pt x="3437" y="991"/>
                  <a:pt x="3407" y="1039"/>
                  <a:pt x="3378" y="1086"/>
                </a:cubicBezTo>
                <a:lnTo>
                  <a:pt x="3357" y="1073"/>
                </a:lnTo>
                <a:cubicBezTo>
                  <a:pt x="3387" y="1027"/>
                  <a:pt x="3416" y="979"/>
                  <a:pt x="3444" y="929"/>
                </a:cubicBezTo>
                <a:lnTo>
                  <a:pt x="3465" y="941"/>
                </a:lnTo>
                <a:moveTo>
                  <a:pt x="3283" y="1227"/>
                </a:moveTo>
                <a:cubicBezTo>
                  <a:pt x="3249" y="1274"/>
                  <a:pt x="3214" y="1319"/>
                  <a:pt x="3179" y="1362"/>
                </a:cubicBezTo>
                <a:lnTo>
                  <a:pt x="3160" y="1347"/>
                </a:lnTo>
                <a:cubicBezTo>
                  <a:pt x="3195" y="1304"/>
                  <a:pt x="3229" y="1259"/>
                  <a:pt x="3263" y="1213"/>
                </a:cubicBezTo>
                <a:lnTo>
                  <a:pt x="3283" y="1227"/>
                </a:lnTo>
                <a:moveTo>
                  <a:pt x="3068" y="1490"/>
                </a:moveTo>
                <a:cubicBezTo>
                  <a:pt x="3028" y="1533"/>
                  <a:pt x="2988" y="1572"/>
                  <a:pt x="2948" y="1610"/>
                </a:cubicBezTo>
                <a:lnTo>
                  <a:pt x="2931" y="1592"/>
                </a:lnTo>
                <a:cubicBezTo>
                  <a:pt x="2972" y="1555"/>
                  <a:pt x="3011" y="1516"/>
                  <a:pt x="3050" y="1474"/>
                </a:cubicBezTo>
                <a:lnTo>
                  <a:pt x="3068" y="1490"/>
                </a:lnTo>
                <a:moveTo>
                  <a:pt x="2820" y="1722"/>
                </a:moveTo>
                <a:cubicBezTo>
                  <a:pt x="2776" y="1758"/>
                  <a:pt x="2732" y="1794"/>
                  <a:pt x="2687" y="1828"/>
                </a:cubicBezTo>
                <a:lnTo>
                  <a:pt x="2673" y="1809"/>
                </a:lnTo>
                <a:cubicBezTo>
                  <a:pt x="2717" y="1775"/>
                  <a:pt x="2761" y="1740"/>
                  <a:pt x="2804" y="1704"/>
                </a:cubicBezTo>
                <a:lnTo>
                  <a:pt x="2820" y="1722"/>
                </a:lnTo>
                <a:moveTo>
                  <a:pt x="2550" y="1929"/>
                </a:moveTo>
                <a:cubicBezTo>
                  <a:pt x="2504" y="1961"/>
                  <a:pt x="2457" y="1993"/>
                  <a:pt x="2410" y="2024"/>
                </a:cubicBezTo>
                <a:lnTo>
                  <a:pt x="2396" y="2003"/>
                </a:lnTo>
                <a:cubicBezTo>
                  <a:pt x="2444" y="1973"/>
                  <a:pt x="2491" y="1941"/>
                  <a:pt x="2536" y="1909"/>
                </a:cubicBezTo>
                <a:lnTo>
                  <a:pt x="2550" y="1929"/>
                </a:lnTo>
                <a:moveTo>
                  <a:pt x="2266" y="2113"/>
                </a:moveTo>
                <a:cubicBezTo>
                  <a:pt x="2218" y="2141"/>
                  <a:pt x="2168" y="2169"/>
                  <a:pt x="2118" y="2196"/>
                </a:cubicBezTo>
                <a:lnTo>
                  <a:pt x="2107" y="2175"/>
                </a:lnTo>
                <a:cubicBezTo>
                  <a:pt x="2157" y="2148"/>
                  <a:pt x="2206" y="2120"/>
                  <a:pt x="2254" y="2092"/>
                </a:cubicBezTo>
                <a:lnTo>
                  <a:pt x="2266" y="2113"/>
                </a:lnTo>
                <a:moveTo>
                  <a:pt x="1968" y="2275"/>
                </a:moveTo>
                <a:cubicBezTo>
                  <a:pt x="1918" y="2300"/>
                  <a:pt x="1867" y="2324"/>
                  <a:pt x="1816" y="2348"/>
                </a:cubicBezTo>
                <a:lnTo>
                  <a:pt x="1805" y="2326"/>
                </a:lnTo>
                <a:cubicBezTo>
                  <a:pt x="1857" y="2303"/>
                  <a:pt x="1908" y="2278"/>
                  <a:pt x="1957" y="2253"/>
                </a:cubicBezTo>
                <a:lnTo>
                  <a:pt x="1968" y="2275"/>
                </a:lnTo>
                <a:moveTo>
                  <a:pt x="1660" y="2417"/>
                </a:moveTo>
                <a:cubicBezTo>
                  <a:pt x="1609" y="2438"/>
                  <a:pt x="1557" y="2459"/>
                  <a:pt x="1504" y="2480"/>
                </a:cubicBezTo>
                <a:lnTo>
                  <a:pt x="1495" y="2457"/>
                </a:lnTo>
                <a:cubicBezTo>
                  <a:pt x="1548" y="2437"/>
                  <a:pt x="1600" y="2416"/>
                  <a:pt x="1651" y="2394"/>
                </a:cubicBezTo>
                <a:lnTo>
                  <a:pt x="1660" y="2417"/>
                </a:lnTo>
                <a:moveTo>
                  <a:pt x="1344" y="2539"/>
                </a:moveTo>
                <a:cubicBezTo>
                  <a:pt x="1292" y="2558"/>
                  <a:pt x="1239" y="2576"/>
                  <a:pt x="1184" y="2593"/>
                </a:cubicBezTo>
                <a:lnTo>
                  <a:pt x="1177" y="2570"/>
                </a:lnTo>
                <a:cubicBezTo>
                  <a:pt x="1231" y="2553"/>
                  <a:pt x="1284" y="2535"/>
                  <a:pt x="1336" y="2516"/>
                </a:cubicBezTo>
                <a:lnTo>
                  <a:pt x="1344" y="2539"/>
                </a:lnTo>
                <a:moveTo>
                  <a:pt x="1022" y="2644"/>
                </a:moveTo>
                <a:cubicBezTo>
                  <a:pt x="969" y="2660"/>
                  <a:pt x="915" y="2675"/>
                  <a:pt x="860" y="2690"/>
                </a:cubicBezTo>
                <a:lnTo>
                  <a:pt x="853" y="2667"/>
                </a:lnTo>
                <a:cubicBezTo>
                  <a:pt x="908" y="2652"/>
                  <a:pt x="962" y="2636"/>
                  <a:pt x="1016" y="2620"/>
                </a:cubicBezTo>
                <a:lnTo>
                  <a:pt x="1022" y="2644"/>
                </a:lnTo>
                <a:moveTo>
                  <a:pt x="696" y="2732"/>
                </a:moveTo>
                <a:cubicBezTo>
                  <a:pt x="641" y="2746"/>
                  <a:pt x="586" y="2759"/>
                  <a:pt x="530" y="2771"/>
                </a:cubicBezTo>
                <a:lnTo>
                  <a:pt x="525" y="2748"/>
                </a:lnTo>
                <a:cubicBezTo>
                  <a:pt x="581" y="2735"/>
                  <a:pt x="636" y="2722"/>
                  <a:pt x="690" y="2709"/>
                </a:cubicBezTo>
                <a:lnTo>
                  <a:pt x="696" y="2732"/>
                </a:lnTo>
                <a:moveTo>
                  <a:pt x="366" y="2806"/>
                </a:moveTo>
                <a:cubicBezTo>
                  <a:pt x="311" y="2818"/>
                  <a:pt x="255" y="2828"/>
                  <a:pt x="198" y="2839"/>
                </a:cubicBezTo>
                <a:lnTo>
                  <a:pt x="194" y="2815"/>
                </a:lnTo>
                <a:cubicBezTo>
                  <a:pt x="251" y="2805"/>
                  <a:pt x="306" y="2794"/>
                  <a:pt x="361" y="2783"/>
                </a:cubicBezTo>
                <a:lnTo>
                  <a:pt x="366" y="2806"/>
                </a:lnTo>
                <a:moveTo>
                  <a:pt x="33" y="2868"/>
                </a:moveTo>
                <a:lnTo>
                  <a:pt x="4" y="2873"/>
                </a:lnTo>
                <a:lnTo>
                  <a:pt x="0" y="2849"/>
                </a:lnTo>
                <a:lnTo>
                  <a:pt x="29" y="2844"/>
                </a:lnTo>
                <a:lnTo>
                  <a:pt x="33" y="2868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5256720" y="3318120"/>
            <a:ext cx="83160" cy="68760"/>
          </a:xfrm>
          <a:custGeom>
            <a:avLst/>
            <a:gdLst/>
            <a:ahLst/>
            <a:rect l="0" t="0" r="r" b="b"/>
            <a:pathLst>
              <a:path w="231" h="191">
                <a:moveTo>
                  <a:pt x="0" y="130"/>
                </a:moveTo>
                <a:lnTo>
                  <a:pt x="231" y="191"/>
                </a:lnTo>
                <a:lnTo>
                  <a:pt x="120" y="111"/>
                </a:lnTo>
                <a:lnTo>
                  <a:pt x="200" y="0"/>
                </a:lnTo>
                <a:lnTo>
                  <a:pt x="0" y="130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3395520" y="4033800"/>
            <a:ext cx="8085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deliver new Tasks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5255640" y="3600000"/>
            <a:ext cx="756360" cy="965520"/>
          </a:xfrm>
          <a:custGeom>
            <a:avLst/>
            <a:gdLst/>
            <a:ahLst/>
            <a:rect l="0" t="0" r="r" b="b"/>
            <a:pathLst>
              <a:path w="2101" h="2682">
                <a:moveTo>
                  <a:pt x="10" y="0"/>
                </a:moveTo>
                <a:cubicBezTo>
                  <a:pt x="61" y="24"/>
                  <a:pt x="112" y="48"/>
                  <a:pt x="161" y="72"/>
                </a:cubicBezTo>
                <a:lnTo>
                  <a:pt x="150" y="94"/>
                </a:lnTo>
                <a:cubicBezTo>
                  <a:pt x="101" y="70"/>
                  <a:pt x="51" y="46"/>
                  <a:pt x="0" y="22"/>
                </a:cubicBezTo>
                <a:lnTo>
                  <a:pt x="10" y="0"/>
                </a:lnTo>
                <a:moveTo>
                  <a:pt x="312" y="150"/>
                </a:moveTo>
                <a:cubicBezTo>
                  <a:pt x="363" y="177"/>
                  <a:pt x="412" y="205"/>
                  <a:pt x="461" y="233"/>
                </a:cubicBezTo>
                <a:lnTo>
                  <a:pt x="449" y="254"/>
                </a:lnTo>
                <a:cubicBezTo>
                  <a:pt x="401" y="226"/>
                  <a:pt x="351" y="199"/>
                  <a:pt x="301" y="172"/>
                </a:cubicBezTo>
                <a:lnTo>
                  <a:pt x="312" y="150"/>
                </a:lnTo>
                <a:moveTo>
                  <a:pt x="606" y="320"/>
                </a:moveTo>
                <a:cubicBezTo>
                  <a:pt x="655" y="351"/>
                  <a:pt x="702" y="382"/>
                  <a:pt x="748" y="413"/>
                </a:cubicBezTo>
                <a:lnTo>
                  <a:pt x="735" y="433"/>
                </a:lnTo>
                <a:cubicBezTo>
                  <a:pt x="689" y="402"/>
                  <a:pt x="642" y="371"/>
                  <a:pt x="593" y="341"/>
                </a:cubicBezTo>
                <a:lnTo>
                  <a:pt x="606" y="320"/>
                </a:lnTo>
                <a:moveTo>
                  <a:pt x="886" y="512"/>
                </a:moveTo>
                <a:cubicBezTo>
                  <a:pt x="932" y="547"/>
                  <a:pt x="977" y="581"/>
                  <a:pt x="1019" y="617"/>
                </a:cubicBezTo>
                <a:lnTo>
                  <a:pt x="1004" y="635"/>
                </a:lnTo>
                <a:cubicBezTo>
                  <a:pt x="962" y="600"/>
                  <a:pt x="918" y="566"/>
                  <a:pt x="872" y="531"/>
                </a:cubicBezTo>
                <a:lnTo>
                  <a:pt x="886" y="512"/>
                </a:lnTo>
                <a:moveTo>
                  <a:pt x="1148" y="729"/>
                </a:moveTo>
                <a:cubicBezTo>
                  <a:pt x="1191" y="768"/>
                  <a:pt x="1231" y="808"/>
                  <a:pt x="1270" y="848"/>
                </a:cubicBezTo>
                <a:lnTo>
                  <a:pt x="1252" y="864"/>
                </a:lnTo>
                <a:cubicBezTo>
                  <a:pt x="1214" y="825"/>
                  <a:pt x="1174" y="785"/>
                  <a:pt x="1131" y="747"/>
                </a:cubicBezTo>
                <a:lnTo>
                  <a:pt x="1148" y="729"/>
                </a:lnTo>
                <a:moveTo>
                  <a:pt x="1382" y="973"/>
                </a:moveTo>
                <a:cubicBezTo>
                  <a:pt x="1418" y="1016"/>
                  <a:pt x="1452" y="1061"/>
                  <a:pt x="1486" y="1109"/>
                </a:cubicBezTo>
                <a:lnTo>
                  <a:pt x="1466" y="1122"/>
                </a:lnTo>
                <a:cubicBezTo>
                  <a:pt x="1433" y="1076"/>
                  <a:pt x="1399" y="1031"/>
                  <a:pt x="1364" y="989"/>
                </a:cubicBezTo>
                <a:lnTo>
                  <a:pt x="1382" y="973"/>
                </a:lnTo>
                <a:moveTo>
                  <a:pt x="1579" y="1250"/>
                </a:moveTo>
                <a:cubicBezTo>
                  <a:pt x="1608" y="1297"/>
                  <a:pt x="1637" y="1347"/>
                  <a:pt x="1664" y="1398"/>
                </a:cubicBezTo>
                <a:lnTo>
                  <a:pt x="1643" y="1409"/>
                </a:lnTo>
                <a:cubicBezTo>
                  <a:pt x="1616" y="1358"/>
                  <a:pt x="1588" y="1310"/>
                  <a:pt x="1559" y="1263"/>
                </a:cubicBezTo>
                <a:lnTo>
                  <a:pt x="1579" y="1250"/>
                </a:lnTo>
                <a:moveTo>
                  <a:pt x="1741" y="1550"/>
                </a:moveTo>
                <a:cubicBezTo>
                  <a:pt x="1765" y="1600"/>
                  <a:pt x="1788" y="1651"/>
                  <a:pt x="1810" y="1704"/>
                </a:cubicBezTo>
                <a:lnTo>
                  <a:pt x="1788" y="1714"/>
                </a:lnTo>
                <a:cubicBezTo>
                  <a:pt x="1765" y="1661"/>
                  <a:pt x="1743" y="1610"/>
                  <a:pt x="1719" y="1560"/>
                </a:cubicBezTo>
                <a:lnTo>
                  <a:pt x="1741" y="1550"/>
                </a:lnTo>
                <a:moveTo>
                  <a:pt x="1873" y="1863"/>
                </a:moveTo>
                <a:cubicBezTo>
                  <a:pt x="1892" y="1916"/>
                  <a:pt x="1911" y="1970"/>
                  <a:pt x="1930" y="2026"/>
                </a:cubicBezTo>
                <a:lnTo>
                  <a:pt x="1907" y="2033"/>
                </a:lnTo>
                <a:cubicBezTo>
                  <a:pt x="1889" y="1978"/>
                  <a:pt x="1870" y="1924"/>
                  <a:pt x="1850" y="1871"/>
                </a:cubicBezTo>
                <a:lnTo>
                  <a:pt x="1873" y="1863"/>
                </a:lnTo>
                <a:moveTo>
                  <a:pt x="1980" y="2187"/>
                </a:moveTo>
                <a:cubicBezTo>
                  <a:pt x="1995" y="2240"/>
                  <a:pt x="2010" y="2294"/>
                  <a:pt x="2025" y="2348"/>
                </a:cubicBezTo>
                <a:lnTo>
                  <a:pt x="2001" y="2355"/>
                </a:lnTo>
                <a:cubicBezTo>
                  <a:pt x="1987" y="2300"/>
                  <a:pt x="1972" y="2247"/>
                  <a:pt x="1957" y="2194"/>
                </a:cubicBezTo>
                <a:lnTo>
                  <a:pt x="1980" y="2187"/>
                </a:lnTo>
                <a:moveTo>
                  <a:pt x="2065" y="2512"/>
                </a:moveTo>
                <a:cubicBezTo>
                  <a:pt x="2078" y="2566"/>
                  <a:pt x="2090" y="2622"/>
                  <a:pt x="2101" y="2677"/>
                </a:cubicBezTo>
                <a:lnTo>
                  <a:pt x="2077" y="2682"/>
                </a:lnTo>
                <a:cubicBezTo>
                  <a:pt x="2066" y="2627"/>
                  <a:pt x="2054" y="2572"/>
                  <a:pt x="2041" y="2517"/>
                </a:cubicBezTo>
                <a:lnTo>
                  <a:pt x="2065" y="2512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6584760" y="2688120"/>
            <a:ext cx="11026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view referral / self-book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666720" y="5355360"/>
            <a:ext cx="83322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Referrer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raises &amp; books ·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HCPD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directory of record ·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Referral Server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(HAPI + QH IG)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666720" y="5726880"/>
            <a:ext cx="92134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holds the resources ·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Imaging Provider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triages &amp; conﬁrms ·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Patient app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(stretch) self-books.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4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666720" y="141912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712800" y="3727440"/>
            <a:ext cx="4250520" cy="1221840"/>
          </a:xfrm>
          <a:custGeom>
            <a:avLst/>
            <a:gdLst/>
            <a:ahLst/>
            <a:rect l="0" t="0" r="r" b="b"/>
            <a:pathLst>
              <a:path w="11807" h="3394">
                <a:moveTo>
                  <a:pt x="0" y="0"/>
                </a:moveTo>
                <a:lnTo>
                  <a:pt x="11807" y="0"/>
                </a:lnTo>
                <a:lnTo>
                  <a:pt x="11807" y="3394"/>
                </a:lnTo>
                <a:lnTo>
                  <a:pt x="0" y="339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00000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880200" y="2076120"/>
            <a:ext cx="37080" cy="3244320"/>
          </a:xfrm>
          <a:custGeom>
            <a:avLst/>
            <a:gdLst/>
            <a:ahLst/>
            <a:rect l="0" t="0" r="r" b="b"/>
            <a:pathLst>
              <a:path w="103" h="9012">
                <a:moveTo>
                  <a:pt x="0" y="0"/>
                </a:moveTo>
                <a:lnTo>
                  <a:pt x="103" y="0"/>
                </a:lnTo>
                <a:lnTo>
                  <a:pt x="103" y="9012"/>
                </a:lnTo>
                <a:lnTo>
                  <a:pt x="0" y="9012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896040" y="2076120"/>
            <a:ext cx="2880" cy="3244320"/>
          </a:xfrm>
          <a:custGeom>
            <a:avLst/>
            <a:gdLst/>
            <a:ahLst/>
            <a:rect l="0" t="0" r="r" b="b"/>
            <a:pathLst>
              <a:path w="8" h="9012">
                <a:moveTo>
                  <a:pt x="8" y="0"/>
                </a:moveTo>
                <a:lnTo>
                  <a:pt x="8" y="64"/>
                </a:lnTo>
                <a:lnTo>
                  <a:pt x="0" y="64"/>
                </a:lnTo>
                <a:lnTo>
                  <a:pt x="0" y="0"/>
                </a:lnTo>
                <a:lnTo>
                  <a:pt x="8" y="0"/>
                </a:lnTo>
                <a:moveTo>
                  <a:pt x="8" y="128"/>
                </a:moveTo>
                <a:lnTo>
                  <a:pt x="8" y="192"/>
                </a:lnTo>
                <a:lnTo>
                  <a:pt x="0" y="192"/>
                </a:lnTo>
                <a:lnTo>
                  <a:pt x="0" y="128"/>
                </a:lnTo>
                <a:lnTo>
                  <a:pt x="8" y="128"/>
                </a:lnTo>
                <a:moveTo>
                  <a:pt x="8" y="256"/>
                </a:moveTo>
                <a:lnTo>
                  <a:pt x="8" y="320"/>
                </a:lnTo>
                <a:lnTo>
                  <a:pt x="0" y="320"/>
                </a:lnTo>
                <a:lnTo>
                  <a:pt x="0" y="256"/>
                </a:lnTo>
                <a:lnTo>
                  <a:pt x="8" y="256"/>
                </a:lnTo>
                <a:moveTo>
                  <a:pt x="8" y="384"/>
                </a:moveTo>
                <a:lnTo>
                  <a:pt x="8" y="449"/>
                </a:lnTo>
                <a:lnTo>
                  <a:pt x="0" y="449"/>
                </a:lnTo>
                <a:lnTo>
                  <a:pt x="0" y="384"/>
                </a:lnTo>
                <a:lnTo>
                  <a:pt x="8" y="384"/>
                </a:lnTo>
                <a:moveTo>
                  <a:pt x="8" y="513"/>
                </a:moveTo>
                <a:lnTo>
                  <a:pt x="8" y="577"/>
                </a:lnTo>
                <a:lnTo>
                  <a:pt x="0" y="577"/>
                </a:lnTo>
                <a:lnTo>
                  <a:pt x="0" y="513"/>
                </a:lnTo>
                <a:lnTo>
                  <a:pt x="8" y="513"/>
                </a:lnTo>
                <a:moveTo>
                  <a:pt x="8" y="641"/>
                </a:moveTo>
                <a:lnTo>
                  <a:pt x="8" y="705"/>
                </a:lnTo>
                <a:lnTo>
                  <a:pt x="0" y="705"/>
                </a:lnTo>
                <a:lnTo>
                  <a:pt x="0" y="641"/>
                </a:lnTo>
                <a:lnTo>
                  <a:pt x="8" y="641"/>
                </a:lnTo>
                <a:moveTo>
                  <a:pt x="8" y="769"/>
                </a:moveTo>
                <a:lnTo>
                  <a:pt x="8" y="833"/>
                </a:lnTo>
                <a:lnTo>
                  <a:pt x="0" y="833"/>
                </a:lnTo>
                <a:lnTo>
                  <a:pt x="0" y="769"/>
                </a:lnTo>
                <a:lnTo>
                  <a:pt x="8" y="769"/>
                </a:lnTo>
                <a:moveTo>
                  <a:pt x="8" y="897"/>
                </a:moveTo>
                <a:lnTo>
                  <a:pt x="8" y="961"/>
                </a:lnTo>
                <a:lnTo>
                  <a:pt x="0" y="961"/>
                </a:lnTo>
                <a:lnTo>
                  <a:pt x="0" y="897"/>
                </a:lnTo>
                <a:lnTo>
                  <a:pt x="8" y="897"/>
                </a:lnTo>
                <a:moveTo>
                  <a:pt x="8" y="1026"/>
                </a:moveTo>
                <a:lnTo>
                  <a:pt x="8" y="1090"/>
                </a:lnTo>
                <a:lnTo>
                  <a:pt x="0" y="1090"/>
                </a:lnTo>
                <a:lnTo>
                  <a:pt x="0" y="1026"/>
                </a:lnTo>
                <a:lnTo>
                  <a:pt x="8" y="1026"/>
                </a:lnTo>
                <a:moveTo>
                  <a:pt x="8" y="1154"/>
                </a:moveTo>
                <a:lnTo>
                  <a:pt x="8" y="1218"/>
                </a:lnTo>
                <a:lnTo>
                  <a:pt x="0" y="1218"/>
                </a:lnTo>
                <a:lnTo>
                  <a:pt x="0" y="1154"/>
                </a:lnTo>
                <a:lnTo>
                  <a:pt x="8" y="1154"/>
                </a:lnTo>
                <a:moveTo>
                  <a:pt x="8" y="1282"/>
                </a:moveTo>
                <a:lnTo>
                  <a:pt x="8" y="1346"/>
                </a:lnTo>
                <a:lnTo>
                  <a:pt x="0" y="1346"/>
                </a:lnTo>
                <a:lnTo>
                  <a:pt x="0" y="1282"/>
                </a:lnTo>
                <a:lnTo>
                  <a:pt x="8" y="1282"/>
                </a:lnTo>
                <a:moveTo>
                  <a:pt x="8" y="1410"/>
                </a:moveTo>
                <a:lnTo>
                  <a:pt x="8" y="1474"/>
                </a:lnTo>
                <a:lnTo>
                  <a:pt x="0" y="1474"/>
                </a:lnTo>
                <a:lnTo>
                  <a:pt x="0" y="1410"/>
                </a:lnTo>
                <a:lnTo>
                  <a:pt x="8" y="1410"/>
                </a:lnTo>
                <a:moveTo>
                  <a:pt x="8" y="1538"/>
                </a:moveTo>
                <a:lnTo>
                  <a:pt x="8" y="1602"/>
                </a:lnTo>
                <a:lnTo>
                  <a:pt x="0" y="1602"/>
                </a:lnTo>
                <a:lnTo>
                  <a:pt x="0" y="1538"/>
                </a:lnTo>
                <a:lnTo>
                  <a:pt x="8" y="1538"/>
                </a:lnTo>
                <a:moveTo>
                  <a:pt x="8" y="1667"/>
                </a:moveTo>
                <a:lnTo>
                  <a:pt x="8" y="1731"/>
                </a:lnTo>
                <a:lnTo>
                  <a:pt x="0" y="1731"/>
                </a:lnTo>
                <a:lnTo>
                  <a:pt x="0" y="1667"/>
                </a:lnTo>
                <a:lnTo>
                  <a:pt x="8" y="1667"/>
                </a:lnTo>
                <a:moveTo>
                  <a:pt x="8" y="1795"/>
                </a:moveTo>
                <a:lnTo>
                  <a:pt x="8" y="1859"/>
                </a:lnTo>
                <a:lnTo>
                  <a:pt x="0" y="1859"/>
                </a:lnTo>
                <a:lnTo>
                  <a:pt x="0" y="1795"/>
                </a:lnTo>
                <a:lnTo>
                  <a:pt x="8" y="1795"/>
                </a:lnTo>
                <a:moveTo>
                  <a:pt x="8" y="1923"/>
                </a:moveTo>
                <a:lnTo>
                  <a:pt x="8" y="1987"/>
                </a:lnTo>
                <a:lnTo>
                  <a:pt x="0" y="1987"/>
                </a:lnTo>
                <a:lnTo>
                  <a:pt x="0" y="1923"/>
                </a:lnTo>
                <a:lnTo>
                  <a:pt x="8" y="1923"/>
                </a:lnTo>
                <a:moveTo>
                  <a:pt x="8" y="2051"/>
                </a:moveTo>
                <a:lnTo>
                  <a:pt x="8" y="2115"/>
                </a:lnTo>
                <a:lnTo>
                  <a:pt x="0" y="2115"/>
                </a:lnTo>
                <a:lnTo>
                  <a:pt x="0" y="2051"/>
                </a:lnTo>
                <a:lnTo>
                  <a:pt x="8" y="2051"/>
                </a:lnTo>
                <a:moveTo>
                  <a:pt x="8" y="2179"/>
                </a:moveTo>
                <a:lnTo>
                  <a:pt x="8" y="2244"/>
                </a:lnTo>
                <a:lnTo>
                  <a:pt x="0" y="2244"/>
                </a:lnTo>
                <a:lnTo>
                  <a:pt x="0" y="2179"/>
                </a:lnTo>
                <a:lnTo>
                  <a:pt x="8" y="2179"/>
                </a:lnTo>
                <a:moveTo>
                  <a:pt x="8" y="2308"/>
                </a:moveTo>
                <a:lnTo>
                  <a:pt x="8" y="2372"/>
                </a:lnTo>
                <a:lnTo>
                  <a:pt x="0" y="2372"/>
                </a:lnTo>
                <a:lnTo>
                  <a:pt x="0" y="2308"/>
                </a:lnTo>
                <a:lnTo>
                  <a:pt x="8" y="2308"/>
                </a:lnTo>
                <a:moveTo>
                  <a:pt x="8" y="2436"/>
                </a:moveTo>
                <a:lnTo>
                  <a:pt x="8" y="2500"/>
                </a:lnTo>
                <a:lnTo>
                  <a:pt x="0" y="2500"/>
                </a:lnTo>
                <a:lnTo>
                  <a:pt x="0" y="2436"/>
                </a:lnTo>
                <a:lnTo>
                  <a:pt x="8" y="2436"/>
                </a:lnTo>
                <a:moveTo>
                  <a:pt x="8" y="2564"/>
                </a:moveTo>
                <a:lnTo>
                  <a:pt x="8" y="2628"/>
                </a:lnTo>
                <a:lnTo>
                  <a:pt x="0" y="2628"/>
                </a:lnTo>
                <a:lnTo>
                  <a:pt x="0" y="2564"/>
                </a:lnTo>
                <a:lnTo>
                  <a:pt x="8" y="2564"/>
                </a:lnTo>
                <a:moveTo>
                  <a:pt x="8" y="2692"/>
                </a:moveTo>
                <a:lnTo>
                  <a:pt x="8" y="2756"/>
                </a:lnTo>
                <a:lnTo>
                  <a:pt x="0" y="2756"/>
                </a:lnTo>
                <a:lnTo>
                  <a:pt x="0" y="2692"/>
                </a:lnTo>
                <a:lnTo>
                  <a:pt x="8" y="2692"/>
                </a:lnTo>
                <a:moveTo>
                  <a:pt x="8" y="2820"/>
                </a:moveTo>
                <a:lnTo>
                  <a:pt x="8" y="2885"/>
                </a:lnTo>
                <a:lnTo>
                  <a:pt x="0" y="2885"/>
                </a:lnTo>
                <a:lnTo>
                  <a:pt x="0" y="2820"/>
                </a:lnTo>
                <a:lnTo>
                  <a:pt x="8" y="2820"/>
                </a:lnTo>
                <a:moveTo>
                  <a:pt x="8" y="2949"/>
                </a:moveTo>
                <a:lnTo>
                  <a:pt x="8" y="3013"/>
                </a:lnTo>
                <a:lnTo>
                  <a:pt x="0" y="3013"/>
                </a:lnTo>
                <a:lnTo>
                  <a:pt x="0" y="2949"/>
                </a:lnTo>
                <a:lnTo>
                  <a:pt x="8" y="2949"/>
                </a:lnTo>
                <a:moveTo>
                  <a:pt x="8" y="3077"/>
                </a:moveTo>
                <a:lnTo>
                  <a:pt x="8" y="3141"/>
                </a:lnTo>
                <a:lnTo>
                  <a:pt x="0" y="3141"/>
                </a:lnTo>
                <a:lnTo>
                  <a:pt x="0" y="3077"/>
                </a:lnTo>
                <a:lnTo>
                  <a:pt x="8" y="3077"/>
                </a:lnTo>
                <a:moveTo>
                  <a:pt x="8" y="3205"/>
                </a:moveTo>
                <a:lnTo>
                  <a:pt x="8" y="3269"/>
                </a:lnTo>
                <a:lnTo>
                  <a:pt x="0" y="3269"/>
                </a:lnTo>
                <a:lnTo>
                  <a:pt x="0" y="3205"/>
                </a:lnTo>
                <a:lnTo>
                  <a:pt x="8" y="3205"/>
                </a:lnTo>
                <a:moveTo>
                  <a:pt x="8" y="3333"/>
                </a:moveTo>
                <a:lnTo>
                  <a:pt x="8" y="3397"/>
                </a:lnTo>
                <a:lnTo>
                  <a:pt x="0" y="3397"/>
                </a:lnTo>
                <a:lnTo>
                  <a:pt x="0" y="3333"/>
                </a:lnTo>
                <a:lnTo>
                  <a:pt x="8" y="3333"/>
                </a:lnTo>
                <a:moveTo>
                  <a:pt x="8" y="3462"/>
                </a:moveTo>
                <a:lnTo>
                  <a:pt x="8" y="3526"/>
                </a:lnTo>
                <a:lnTo>
                  <a:pt x="0" y="3526"/>
                </a:lnTo>
                <a:lnTo>
                  <a:pt x="0" y="3462"/>
                </a:lnTo>
                <a:lnTo>
                  <a:pt x="8" y="3462"/>
                </a:lnTo>
                <a:moveTo>
                  <a:pt x="8" y="3590"/>
                </a:moveTo>
                <a:lnTo>
                  <a:pt x="8" y="3654"/>
                </a:lnTo>
                <a:lnTo>
                  <a:pt x="0" y="3654"/>
                </a:lnTo>
                <a:lnTo>
                  <a:pt x="0" y="3590"/>
                </a:lnTo>
                <a:lnTo>
                  <a:pt x="8" y="3590"/>
                </a:lnTo>
                <a:moveTo>
                  <a:pt x="8" y="3718"/>
                </a:moveTo>
                <a:lnTo>
                  <a:pt x="8" y="3782"/>
                </a:lnTo>
                <a:lnTo>
                  <a:pt x="0" y="3782"/>
                </a:lnTo>
                <a:lnTo>
                  <a:pt x="0" y="3718"/>
                </a:lnTo>
                <a:lnTo>
                  <a:pt x="8" y="3718"/>
                </a:lnTo>
                <a:moveTo>
                  <a:pt x="8" y="3846"/>
                </a:moveTo>
                <a:lnTo>
                  <a:pt x="8" y="3910"/>
                </a:lnTo>
                <a:lnTo>
                  <a:pt x="0" y="3910"/>
                </a:lnTo>
                <a:lnTo>
                  <a:pt x="0" y="3846"/>
                </a:lnTo>
                <a:lnTo>
                  <a:pt x="8" y="3846"/>
                </a:lnTo>
                <a:moveTo>
                  <a:pt x="8" y="3974"/>
                </a:moveTo>
                <a:lnTo>
                  <a:pt x="8" y="4039"/>
                </a:lnTo>
                <a:lnTo>
                  <a:pt x="0" y="4039"/>
                </a:lnTo>
                <a:lnTo>
                  <a:pt x="0" y="3974"/>
                </a:lnTo>
                <a:lnTo>
                  <a:pt x="8" y="3974"/>
                </a:lnTo>
                <a:moveTo>
                  <a:pt x="8" y="4103"/>
                </a:moveTo>
                <a:lnTo>
                  <a:pt x="8" y="4167"/>
                </a:lnTo>
                <a:lnTo>
                  <a:pt x="0" y="4167"/>
                </a:lnTo>
                <a:lnTo>
                  <a:pt x="0" y="4103"/>
                </a:lnTo>
                <a:lnTo>
                  <a:pt x="8" y="4103"/>
                </a:lnTo>
                <a:moveTo>
                  <a:pt x="8" y="4231"/>
                </a:moveTo>
                <a:lnTo>
                  <a:pt x="8" y="4295"/>
                </a:lnTo>
                <a:lnTo>
                  <a:pt x="0" y="4295"/>
                </a:lnTo>
                <a:lnTo>
                  <a:pt x="0" y="4231"/>
                </a:lnTo>
                <a:lnTo>
                  <a:pt x="8" y="4231"/>
                </a:lnTo>
                <a:moveTo>
                  <a:pt x="8" y="4359"/>
                </a:moveTo>
                <a:lnTo>
                  <a:pt x="8" y="4423"/>
                </a:lnTo>
                <a:lnTo>
                  <a:pt x="0" y="4423"/>
                </a:lnTo>
                <a:lnTo>
                  <a:pt x="0" y="4359"/>
                </a:lnTo>
                <a:lnTo>
                  <a:pt x="8" y="4359"/>
                </a:lnTo>
                <a:moveTo>
                  <a:pt x="8" y="4487"/>
                </a:moveTo>
                <a:lnTo>
                  <a:pt x="8" y="4551"/>
                </a:lnTo>
                <a:lnTo>
                  <a:pt x="0" y="4551"/>
                </a:lnTo>
                <a:lnTo>
                  <a:pt x="0" y="4487"/>
                </a:lnTo>
                <a:lnTo>
                  <a:pt x="8" y="4487"/>
                </a:lnTo>
                <a:moveTo>
                  <a:pt x="8" y="4615"/>
                </a:moveTo>
                <a:lnTo>
                  <a:pt x="8" y="4680"/>
                </a:lnTo>
                <a:lnTo>
                  <a:pt x="0" y="4680"/>
                </a:lnTo>
                <a:lnTo>
                  <a:pt x="0" y="4615"/>
                </a:lnTo>
                <a:lnTo>
                  <a:pt x="8" y="4615"/>
                </a:lnTo>
                <a:moveTo>
                  <a:pt x="8" y="4744"/>
                </a:moveTo>
                <a:lnTo>
                  <a:pt x="8" y="4808"/>
                </a:lnTo>
                <a:lnTo>
                  <a:pt x="0" y="4808"/>
                </a:lnTo>
                <a:lnTo>
                  <a:pt x="0" y="4744"/>
                </a:lnTo>
                <a:lnTo>
                  <a:pt x="8" y="4744"/>
                </a:lnTo>
                <a:moveTo>
                  <a:pt x="8" y="4872"/>
                </a:moveTo>
                <a:lnTo>
                  <a:pt x="8" y="4936"/>
                </a:lnTo>
                <a:lnTo>
                  <a:pt x="0" y="4936"/>
                </a:lnTo>
                <a:lnTo>
                  <a:pt x="0" y="4872"/>
                </a:lnTo>
                <a:lnTo>
                  <a:pt x="8" y="4872"/>
                </a:lnTo>
                <a:moveTo>
                  <a:pt x="8" y="5000"/>
                </a:moveTo>
                <a:lnTo>
                  <a:pt x="8" y="5064"/>
                </a:lnTo>
                <a:lnTo>
                  <a:pt x="0" y="5064"/>
                </a:lnTo>
                <a:lnTo>
                  <a:pt x="0" y="5000"/>
                </a:lnTo>
                <a:lnTo>
                  <a:pt x="8" y="5000"/>
                </a:lnTo>
                <a:moveTo>
                  <a:pt x="8" y="5128"/>
                </a:moveTo>
                <a:lnTo>
                  <a:pt x="8" y="5192"/>
                </a:lnTo>
                <a:lnTo>
                  <a:pt x="0" y="5192"/>
                </a:lnTo>
                <a:lnTo>
                  <a:pt x="0" y="5128"/>
                </a:lnTo>
                <a:lnTo>
                  <a:pt x="8" y="5128"/>
                </a:lnTo>
                <a:moveTo>
                  <a:pt x="8" y="5257"/>
                </a:moveTo>
                <a:lnTo>
                  <a:pt x="8" y="5321"/>
                </a:lnTo>
                <a:lnTo>
                  <a:pt x="0" y="5321"/>
                </a:lnTo>
                <a:lnTo>
                  <a:pt x="0" y="5257"/>
                </a:lnTo>
                <a:lnTo>
                  <a:pt x="8" y="5257"/>
                </a:lnTo>
                <a:moveTo>
                  <a:pt x="8" y="5385"/>
                </a:moveTo>
                <a:lnTo>
                  <a:pt x="8" y="5449"/>
                </a:lnTo>
                <a:lnTo>
                  <a:pt x="0" y="5449"/>
                </a:lnTo>
                <a:lnTo>
                  <a:pt x="0" y="5385"/>
                </a:lnTo>
                <a:lnTo>
                  <a:pt x="8" y="5385"/>
                </a:lnTo>
                <a:moveTo>
                  <a:pt x="8" y="5513"/>
                </a:moveTo>
                <a:lnTo>
                  <a:pt x="8" y="5577"/>
                </a:lnTo>
                <a:lnTo>
                  <a:pt x="0" y="5577"/>
                </a:lnTo>
                <a:lnTo>
                  <a:pt x="0" y="5513"/>
                </a:lnTo>
                <a:lnTo>
                  <a:pt x="8" y="5513"/>
                </a:lnTo>
                <a:moveTo>
                  <a:pt x="8" y="5641"/>
                </a:moveTo>
                <a:lnTo>
                  <a:pt x="8" y="5705"/>
                </a:lnTo>
                <a:lnTo>
                  <a:pt x="0" y="5705"/>
                </a:lnTo>
                <a:lnTo>
                  <a:pt x="0" y="5641"/>
                </a:lnTo>
                <a:lnTo>
                  <a:pt x="8" y="5641"/>
                </a:lnTo>
                <a:moveTo>
                  <a:pt x="8" y="5769"/>
                </a:moveTo>
                <a:lnTo>
                  <a:pt x="8" y="5833"/>
                </a:lnTo>
                <a:lnTo>
                  <a:pt x="0" y="5833"/>
                </a:lnTo>
                <a:lnTo>
                  <a:pt x="0" y="5769"/>
                </a:lnTo>
                <a:lnTo>
                  <a:pt x="8" y="5769"/>
                </a:lnTo>
                <a:moveTo>
                  <a:pt x="8" y="5898"/>
                </a:moveTo>
                <a:lnTo>
                  <a:pt x="8" y="5962"/>
                </a:lnTo>
                <a:lnTo>
                  <a:pt x="0" y="5962"/>
                </a:lnTo>
                <a:lnTo>
                  <a:pt x="0" y="5898"/>
                </a:lnTo>
                <a:lnTo>
                  <a:pt x="8" y="5898"/>
                </a:lnTo>
                <a:moveTo>
                  <a:pt x="8" y="6026"/>
                </a:moveTo>
                <a:lnTo>
                  <a:pt x="8" y="6090"/>
                </a:lnTo>
                <a:lnTo>
                  <a:pt x="0" y="6090"/>
                </a:lnTo>
                <a:lnTo>
                  <a:pt x="0" y="6026"/>
                </a:lnTo>
                <a:lnTo>
                  <a:pt x="8" y="6026"/>
                </a:lnTo>
                <a:moveTo>
                  <a:pt x="8" y="6154"/>
                </a:moveTo>
                <a:lnTo>
                  <a:pt x="8" y="6218"/>
                </a:lnTo>
                <a:lnTo>
                  <a:pt x="0" y="6218"/>
                </a:lnTo>
                <a:lnTo>
                  <a:pt x="0" y="6154"/>
                </a:lnTo>
                <a:lnTo>
                  <a:pt x="8" y="6154"/>
                </a:lnTo>
                <a:moveTo>
                  <a:pt x="8" y="6282"/>
                </a:moveTo>
                <a:lnTo>
                  <a:pt x="8" y="6346"/>
                </a:lnTo>
                <a:lnTo>
                  <a:pt x="0" y="6346"/>
                </a:lnTo>
                <a:lnTo>
                  <a:pt x="0" y="6282"/>
                </a:lnTo>
                <a:lnTo>
                  <a:pt x="8" y="6282"/>
                </a:lnTo>
                <a:moveTo>
                  <a:pt x="8" y="6410"/>
                </a:moveTo>
                <a:lnTo>
                  <a:pt x="8" y="6475"/>
                </a:lnTo>
                <a:lnTo>
                  <a:pt x="0" y="6475"/>
                </a:lnTo>
                <a:lnTo>
                  <a:pt x="0" y="6410"/>
                </a:lnTo>
                <a:lnTo>
                  <a:pt x="8" y="6410"/>
                </a:lnTo>
                <a:moveTo>
                  <a:pt x="8" y="6539"/>
                </a:moveTo>
                <a:lnTo>
                  <a:pt x="8" y="6603"/>
                </a:lnTo>
                <a:lnTo>
                  <a:pt x="0" y="6603"/>
                </a:lnTo>
                <a:lnTo>
                  <a:pt x="0" y="6539"/>
                </a:lnTo>
                <a:lnTo>
                  <a:pt x="8" y="6539"/>
                </a:lnTo>
                <a:moveTo>
                  <a:pt x="8" y="6667"/>
                </a:moveTo>
                <a:lnTo>
                  <a:pt x="8" y="6731"/>
                </a:lnTo>
                <a:lnTo>
                  <a:pt x="0" y="6731"/>
                </a:lnTo>
                <a:lnTo>
                  <a:pt x="0" y="6667"/>
                </a:lnTo>
                <a:lnTo>
                  <a:pt x="8" y="6667"/>
                </a:lnTo>
                <a:moveTo>
                  <a:pt x="8" y="6795"/>
                </a:moveTo>
                <a:lnTo>
                  <a:pt x="8" y="6859"/>
                </a:lnTo>
                <a:lnTo>
                  <a:pt x="0" y="6859"/>
                </a:lnTo>
                <a:lnTo>
                  <a:pt x="0" y="6795"/>
                </a:lnTo>
                <a:lnTo>
                  <a:pt x="8" y="6795"/>
                </a:lnTo>
                <a:moveTo>
                  <a:pt x="8" y="6923"/>
                </a:moveTo>
                <a:lnTo>
                  <a:pt x="8" y="6987"/>
                </a:lnTo>
                <a:lnTo>
                  <a:pt x="0" y="6987"/>
                </a:lnTo>
                <a:lnTo>
                  <a:pt x="0" y="6923"/>
                </a:lnTo>
                <a:lnTo>
                  <a:pt x="8" y="6923"/>
                </a:lnTo>
                <a:moveTo>
                  <a:pt x="8" y="7051"/>
                </a:moveTo>
                <a:lnTo>
                  <a:pt x="8" y="7116"/>
                </a:lnTo>
                <a:lnTo>
                  <a:pt x="0" y="7116"/>
                </a:lnTo>
                <a:lnTo>
                  <a:pt x="0" y="7051"/>
                </a:lnTo>
                <a:lnTo>
                  <a:pt x="8" y="7051"/>
                </a:lnTo>
                <a:moveTo>
                  <a:pt x="8" y="7180"/>
                </a:moveTo>
                <a:lnTo>
                  <a:pt x="8" y="7244"/>
                </a:lnTo>
                <a:lnTo>
                  <a:pt x="0" y="7244"/>
                </a:lnTo>
                <a:lnTo>
                  <a:pt x="0" y="7180"/>
                </a:lnTo>
                <a:lnTo>
                  <a:pt x="8" y="7180"/>
                </a:lnTo>
                <a:moveTo>
                  <a:pt x="8" y="7308"/>
                </a:moveTo>
                <a:lnTo>
                  <a:pt x="8" y="7372"/>
                </a:lnTo>
                <a:lnTo>
                  <a:pt x="0" y="7372"/>
                </a:lnTo>
                <a:lnTo>
                  <a:pt x="0" y="7308"/>
                </a:lnTo>
                <a:lnTo>
                  <a:pt x="8" y="7308"/>
                </a:lnTo>
                <a:moveTo>
                  <a:pt x="8" y="7436"/>
                </a:moveTo>
                <a:lnTo>
                  <a:pt x="8" y="7500"/>
                </a:lnTo>
                <a:lnTo>
                  <a:pt x="0" y="7500"/>
                </a:lnTo>
                <a:lnTo>
                  <a:pt x="0" y="7436"/>
                </a:lnTo>
                <a:lnTo>
                  <a:pt x="8" y="7436"/>
                </a:lnTo>
                <a:moveTo>
                  <a:pt x="8" y="7564"/>
                </a:moveTo>
                <a:lnTo>
                  <a:pt x="8" y="7628"/>
                </a:lnTo>
                <a:lnTo>
                  <a:pt x="0" y="7628"/>
                </a:lnTo>
                <a:lnTo>
                  <a:pt x="0" y="7564"/>
                </a:lnTo>
                <a:lnTo>
                  <a:pt x="8" y="7564"/>
                </a:lnTo>
                <a:moveTo>
                  <a:pt x="8" y="7693"/>
                </a:moveTo>
                <a:lnTo>
                  <a:pt x="8" y="7758"/>
                </a:lnTo>
                <a:lnTo>
                  <a:pt x="0" y="7758"/>
                </a:lnTo>
                <a:lnTo>
                  <a:pt x="0" y="7693"/>
                </a:lnTo>
                <a:lnTo>
                  <a:pt x="8" y="7693"/>
                </a:lnTo>
                <a:moveTo>
                  <a:pt x="8" y="7822"/>
                </a:moveTo>
                <a:lnTo>
                  <a:pt x="8" y="7886"/>
                </a:lnTo>
                <a:lnTo>
                  <a:pt x="0" y="7886"/>
                </a:lnTo>
                <a:lnTo>
                  <a:pt x="0" y="7822"/>
                </a:lnTo>
                <a:lnTo>
                  <a:pt x="8" y="7822"/>
                </a:lnTo>
                <a:moveTo>
                  <a:pt x="8" y="7950"/>
                </a:moveTo>
                <a:lnTo>
                  <a:pt x="8" y="8014"/>
                </a:lnTo>
                <a:lnTo>
                  <a:pt x="0" y="8014"/>
                </a:lnTo>
                <a:lnTo>
                  <a:pt x="0" y="7950"/>
                </a:lnTo>
                <a:lnTo>
                  <a:pt x="8" y="7950"/>
                </a:lnTo>
                <a:moveTo>
                  <a:pt x="8" y="8078"/>
                </a:moveTo>
                <a:lnTo>
                  <a:pt x="8" y="8142"/>
                </a:lnTo>
                <a:lnTo>
                  <a:pt x="0" y="8142"/>
                </a:lnTo>
                <a:lnTo>
                  <a:pt x="0" y="8078"/>
                </a:lnTo>
                <a:lnTo>
                  <a:pt x="8" y="8078"/>
                </a:lnTo>
                <a:moveTo>
                  <a:pt x="8" y="8206"/>
                </a:moveTo>
                <a:lnTo>
                  <a:pt x="8" y="8271"/>
                </a:lnTo>
                <a:lnTo>
                  <a:pt x="0" y="8271"/>
                </a:lnTo>
                <a:lnTo>
                  <a:pt x="0" y="8206"/>
                </a:lnTo>
                <a:lnTo>
                  <a:pt x="8" y="8206"/>
                </a:lnTo>
                <a:moveTo>
                  <a:pt x="8" y="8335"/>
                </a:moveTo>
                <a:lnTo>
                  <a:pt x="8" y="8399"/>
                </a:lnTo>
                <a:lnTo>
                  <a:pt x="0" y="8399"/>
                </a:lnTo>
                <a:lnTo>
                  <a:pt x="0" y="8335"/>
                </a:lnTo>
                <a:lnTo>
                  <a:pt x="8" y="8335"/>
                </a:lnTo>
                <a:moveTo>
                  <a:pt x="8" y="8463"/>
                </a:moveTo>
                <a:lnTo>
                  <a:pt x="8" y="8527"/>
                </a:lnTo>
                <a:lnTo>
                  <a:pt x="0" y="8527"/>
                </a:lnTo>
                <a:lnTo>
                  <a:pt x="0" y="8463"/>
                </a:lnTo>
                <a:lnTo>
                  <a:pt x="8" y="8463"/>
                </a:lnTo>
                <a:moveTo>
                  <a:pt x="8" y="8591"/>
                </a:moveTo>
                <a:lnTo>
                  <a:pt x="8" y="8655"/>
                </a:lnTo>
                <a:lnTo>
                  <a:pt x="0" y="8655"/>
                </a:lnTo>
                <a:lnTo>
                  <a:pt x="0" y="8591"/>
                </a:lnTo>
                <a:lnTo>
                  <a:pt x="8" y="8591"/>
                </a:lnTo>
                <a:moveTo>
                  <a:pt x="8" y="8719"/>
                </a:moveTo>
                <a:lnTo>
                  <a:pt x="8" y="8783"/>
                </a:lnTo>
                <a:lnTo>
                  <a:pt x="0" y="8783"/>
                </a:lnTo>
                <a:lnTo>
                  <a:pt x="0" y="8719"/>
                </a:lnTo>
                <a:lnTo>
                  <a:pt x="8" y="8719"/>
                </a:lnTo>
                <a:moveTo>
                  <a:pt x="8" y="8847"/>
                </a:moveTo>
                <a:lnTo>
                  <a:pt x="8" y="8912"/>
                </a:lnTo>
                <a:lnTo>
                  <a:pt x="0" y="8912"/>
                </a:lnTo>
                <a:lnTo>
                  <a:pt x="0" y="8847"/>
                </a:lnTo>
                <a:lnTo>
                  <a:pt x="8" y="8847"/>
                </a:lnTo>
                <a:moveTo>
                  <a:pt x="8" y="8976"/>
                </a:moveTo>
                <a:lnTo>
                  <a:pt x="8" y="9012"/>
                </a:lnTo>
                <a:lnTo>
                  <a:pt x="0" y="9012"/>
                </a:lnTo>
                <a:lnTo>
                  <a:pt x="0" y="8976"/>
                </a:lnTo>
                <a:lnTo>
                  <a:pt x="8" y="8976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2369160" y="2076120"/>
            <a:ext cx="37440" cy="3244320"/>
          </a:xfrm>
          <a:custGeom>
            <a:avLst/>
            <a:gdLst/>
            <a:ahLst/>
            <a:rect l="0" t="0" r="r" b="b"/>
            <a:pathLst>
              <a:path w="104" h="9012">
                <a:moveTo>
                  <a:pt x="0" y="0"/>
                </a:moveTo>
                <a:lnTo>
                  <a:pt x="104" y="0"/>
                </a:lnTo>
                <a:lnTo>
                  <a:pt x="104" y="9012"/>
                </a:lnTo>
                <a:lnTo>
                  <a:pt x="0" y="9012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2385000" y="2076120"/>
            <a:ext cx="2880" cy="3244320"/>
          </a:xfrm>
          <a:custGeom>
            <a:avLst/>
            <a:gdLst/>
            <a:ahLst/>
            <a:rect l="0" t="0" r="r" b="b"/>
            <a:pathLst>
              <a:path w="8" h="9012">
                <a:moveTo>
                  <a:pt x="8" y="0"/>
                </a:moveTo>
                <a:lnTo>
                  <a:pt x="8" y="64"/>
                </a:lnTo>
                <a:lnTo>
                  <a:pt x="0" y="64"/>
                </a:lnTo>
                <a:lnTo>
                  <a:pt x="0" y="0"/>
                </a:lnTo>
                <a:lnTo>
                  <a:pt x="8" y="0"/>
                </a:lnTo>
                <a:moveTo>
                  <a:pt x="8" y="128"/>
                </a:moveTo>
                <a:lnTo>
                  <a:pt x="8" y="192"/>
                </a:lnTo>
                <a:lnTo>
                  <a:pt x="0" y="192"/>
                </a:lnTo>
                <a:lnTo>
                  <a:pt x="0" y="128"/>
                </a:lnTo>
                <a:lnTo>
                  <a:pt x="8" y="128"/>
                </a:lnTo>
                <a:moveTo>
                  <a:pt x="8" y="256"/>
                </a:moveTo>
                <a:lnTo>
                  <a:pt x="8" y="320"/>
                </a:lnTo>
                <a:lnTo>
                  <a:pt x="0" y="320"/>
                </a:lnTo>
                <a:lnTo>
                  <a:pt x="0" y="256"/>
                </a:lnTo>
                <a:lnTo>
                  <a:pt x="8" y="256"/>
                </a:lnTo>
                <a:moveTo>
                  <a:pt x="8" y="384"/>
                </a:moveTo>
                <a:lnTo>
                  <a:pt x="8" y="449"/>
                </a:lnTo>
                <a:lnTo>
                  <a:pt x="0" y="449"/>
                </a:lnTo>
                <a:lnTo>
                  <a:pt x="0" y="384"/>
                </a:lnTo>
                <a:lnTo>
                  <a:pt x="8" y="384"/>
                </a:lnTo>
                <a:moveTo>
                  <a:pt x="8" y="513"/>
                </a:moveTo>
                <a:lnTo>
                  <a:pt x="8" y="577"/>
                </a:lnTo>
                <a:lnTo>
                  <a:pt x="0" y="577"/>
                </a:lnTo>
                <a:lnTo>
                  <a:pt x="0" y="513"/>
                </a:lnTo>
                <a:lnTo>
                  <a:pt x="8" y="513"/>
                </a:lnTo>
                <a:moveTo>
                  <a:pt x="8" y="641"/>
                </a:moveTo>
                <a:lnTo>
                  <a:pt x="8" y="705"/>
                </a:lnTo>
                <a:lnTo>
                  <a:pt x="0" y="705"/>
                </a:lnTo>
                <a:lnTo>
                  <a:pt x="0" y="641"/>
                </a:lnTo>
                <a:lnTo>
                  <a:pt x="8" y="641"/>
                </a:lnTo>
                <a:moveTo>
                  <a:pt x="8" y="769"/>
                </a:moveTo>
                <a:lnTo>
                  <a:pt x="8" y="833"/>
                </a:lnTo>
                <a:lnTo>
                  <a:pt x="0" y="833"/>
                </a:lnTo>
                <a:lnTo>
                  <a:pt x="0" y="769"/>
                </a:lnTo>
                <a:lnTo>
                  <a:pt x="8" y="769"/>
                </a:lnTo>
                <a:moveTo>
                  <a:pt x="8" y="897"/>
                </a:moveTo>
                <a:lnTo>
                  <a:pt x="8" y="961"/>
                </a:lnTo>
                <a:lnTo>
                  <a:pt x="0" y="961"/>
                </a:lnTo>
                <a:lnTo>
                  <a:pt x="0" y="897"/>
                </a:lnTo>
                <a:lnTo>
                  <a:pt x="8" y="897"/>
                </a:lnTo>
                <a:moveTo>
                  <a:pt x="8" y="1026"/>
                </a:moveTo>
                <a:lnTo>
                  <a:pt x="8" y="1090"/>
                </a:lnTo>
                <a:lnTo>
                  <a:pt x="0" y="1090"/>
                </a:lnTo>
                <a:lnTo>
                  <a:pt x="0" y="1026"/>
                </a:lnTo>
                <a:lnTo>
                  <a:pt x="8" y="1026"/>
                </a:lnTo>
                <a:moveTo>
                  <a:pt x="8" y="1154"/>
                </a:moveTo>
                <a:lnTo>
                  <a:pt x="8" y="1218"/>
                </a:lnTo>
                <a:lnTo>
                  <a:pt x="0" y="1218"/>
                </a:lnTo>
                <a:lnTo>
                  <a:pt x="0" y="1154"/>
                </a:lnTo>
                <a:lnTo>
                  <a:pt x="8" y="1154"/>
                </a:lnTo>
                <a:moveTo>
                  <a:pt x="8" y="1282"/>
                </a:moveTo>
                <a:lnTo>
                  <a:pt x="8" y="1346"/>
                </a:lnTo>
                <a:lnTo>
                  <a:pt x="0" y="1346"/>
                </a:lnTo>
                <a:lnTo>
                  <a:pt x="0" y="1282"/>
                </a:lnTo>
                <a:lnTo>
                  <a:pt x="8" y="1282"/>
                </a:lnTo>
                <a:moveTo>
                  <a:pt x="8" y="1410"/>
                </a:moveTo>
                <a:lnTo>
                  <a:pt x="8" y="1474"/>
                </a:lnTo>
                <a:lnTo>
                  <a:pt x="0" y="1474"/>
                </a:lnTo>
                <a:lnTo>
                  <a:pt x="0" y="1410"/>
                </a:lnTo>
                <a:lnTo>
                  <a:pt x="8" y="1410"/>
                </a:lnTo>
                <a:moveTo>
                  <a:pt x="8" y="1538"/>
                </a:moveTo>
                <a:lnTo>
                  <a:pt x="8" y="1602"/>
                </a:lnTo>
                <a:lnTo>
                  <a:pt x="0" y="1602"/>
                </a:lnTo>
                <a:lnTo>
                  <a:pt x="0" y="1538"/>
                </a:lnTo>
                <a:lnTo>
                  <a:pt x="8" y="1538"/>
                </a:lnTo>
                <a:moveTo>
                  <a:pt x="8" y="1667"/>
                </a:moveTo>
                <a:lnTo>
                  <a:pt x="8" y="1731"/>
                </a:lnTo>
                <a:lnTo>
                  <a:pt x="0" y="1731"/>
                </a:lnTo>
                <a:lnTo>
                  <a:pt x="0" y="1667"/>
                </a:lnTo>
                <a:lnTo>
                  <a:pt x="8" y="1667"/>
                </a:lnTo>
                <a:moveTo>
                  <a:pt x="8" y="1795"/>
                </a:moveTo>
                <a:lnTo>
                  <a:pt x="8" y="1859"/>
                </a:lnTo>
                <a:lnTo>
                  <a:pt x="0" y="1859"/>
                </a:lnTo>
                <a:lnTo>
                  <a:pt x="0" y="1795"/>
                </a:lnTo>
                <a:lnTo>
                  <a:pt x="8" y="1795"/>
                </a:lnTo>
                <a:moveTo>
                  <a:pt x="8" y="1923"/>
                </a:moveTo>
                <a:lnTo>
                  <a:pt x="8" y="1987"/>
                </a:lnTo>
                <a:lnTo>
                  <a:pt x="0" y="1987"/>
                </a:lnTo>
                <a:lnTo>
                  <a:pt x="0" y="1923"/>
                </a:lnTo>
                <a:lnTo>
                  <a:pt x="8" y="1923"/>
                </a:lnTo>
                <a:moveTo>
                  <a:pt x="8" y="2051"/>
                </a:moveTo>
                <a:lnTo>
                  <a:pt x="8" y="2115"/>
                </a:lnTo>
                <a:lnTo>
                  <a:pt x="0" y="2115"/>
                </a:lnTo>
                <a:lnTo>
                  <a:pt x="0" y="2051"/>
                </a:lnTo>
                <a:lnTo>
                  <a:pt x="8" y="2051"/>
                </a:lnTo>
                <a:moveTo>
                  <a:pt x="8" y="2179"/>
                </a:moveTo>
                <a:lnTo>
                  <a:pt x="8" y="2244"/>
                </a:lnTo>
                <a:lnTo>
                  <a:pt x="0" y="2244"/>
                </a:lnTo>
                <a:lnTo>
                  <a:pt x="0" y="2179"/>
                </a:lnTo>
                <a:lnTo>
                  <a:pt x="8" y="2179"/>
                </a:lnTo>
                <a:moveTo>
                  <a:pt x="8" y="2308"/>
                </a:moveTo>
                <a:lnTo>
                  <a:pt x="8" y="2372"/>
                </a:lnTo>
                <a:lnTo>
                  <a:pt x="0" y="2372"/>
                </a:lnTo>
                <a:lnTo>
                  <a:pt x="0" y="2308"/>
                </a:lnTo>
                <a:lnTo>
                  <a:pt x="8" y="2308"/>
                </a:lnTo>
                <a:moveTo>
                  <a:pt x="8" y="2436"/>
                </a:moveTo>
                <a:lnTo>
                  <a:pt x="8" y="2500"/>
                </a:lnTo>
                <a:lnTo>
                  <a:pt x="0" y="2500"/>
                </a:lnTo>
                <a:lnTo>
                  <a:pt x="0" y="2436"/>
                </a:lnTo>
                <a:lnTo>
                  <a:pt x="8" y="2436"/>
                </a:lnTo>
                <a:moveTo>
                  <a:pt x="8" y="2564"/>
                </a:moveTo>
                <a:lnTo>
                  <a:pt x="8" y="2628"/>
                </a:lnTo>
                <a:lnTo>
                  <a:pt x="0" y="2628"/>
                </a:lnTo>
                <a:lnTo>
                  <a:pt x="0" y="2564"/>
                </a:lnTo>
                <a:lnTo>
                  <a:pt x="8" y="2564"/>
                </a:lnTo>
                <a:moveTo>
                  <a:pt x="8" y="2692"/>
                </a:moveTo>
                <a:lnTo>
                  <a:pt x="8" y="2756"/>
                </a:lnTo>
                <a:lnTo>
                  <a:pt x="0" y="2756"/>
                </a:lnTo>
                <a:lnTo>
                  <a:pt x="0" y="2692"/>
                </a:lnTo>
                <a:lnTo>
                  <a:pt x="8" y="2692"/>
                </a:lnTo>
                <a:moveTo>
                  <a:pt x="8" y="2820"/>
                </a:moveTo>
                <a:lnTo>
                  <a:pt x="8" y="2885"/>
                </a:lnTo>
                <a:lnTo>
                  <a:pt x="0" y="2885"/>
                </a:lnTo>
                <a:lnTo>
                  <a:pt x="0" y="2820"/>
                </a:lnTo>
                <a:lnTo>
                  <a:pt x="8" y="2820"/>
                </a:lnTo>
                <a:moveTo>
                  <a:pt x="8" y="2949"/>
                </a:moveTo>
                <a:lnTo>
                  <a:pt x="8" y="3013"/>
                </a:lnTo>
                <a:lnTo>
                  <a:pt x="0" y="3013"/>
                </a:lnTo>
                <a:lnTo>
                  <a:pt x="0" y="2949"/>
                </a:lnTo>
                <a:lnTo>
                  <a:pt x="8" y="2949"/>
                </a:lnTo>
                <a:moveTo>
                  <a:pt x="8" y="3077"/>
                </a:moveTo>
                <a:lnTo>
                  <a:pt x="8" y="3141"/>
                </a:lnTo>
                <a:lnTo>
                  <a:pt x="0" y="3141"/>
                </a:lnTo>
                <a:lnTo>
                  <a:pt x="0" y="3077"/>
                </a:lnTo>
                <a:lnTo>
                  <a:pt x="8" y="3077"/>
                </a:lnTo>
                <a:moveTo>
                  <a:pt x="8" y="3205"/>
                </a:moveTo>
                <a:lnTo>
                  <a:pt x="8" y="3269"/>
                </a:lnTo>
                <a:lnTo>
                  <a:pt x="0" y="3269"/>
                </a:lnTo>
                <a:lnTo>
                  <a:pt x="0" y="3205"/>
                </a:lnTo>
                <a:lnTo>
                  <a:pt x="8" y="3205"/>
                </a:lnTo>
                <a:moveTo>
                  <a:pt x="8" y="3333"/>
                </a:moveTo>
                <a:lnTo>
                  <a:pt x="8" y="3397"/>
                </a:lnTo>
                <a:lnTo>
                  <a:pt x="0" y="3397"/>
                </a:lnTo>
                <a:lnTo>
                  <a:pt x="0" y="3333"/>
                </a:lnTo>
                <a:lnTo>
                  <a:pt x="8" y="3333"/>
                </a:lnTo>
                <a:moveTo>
                  <a:pt x="8" y="3462"/>
                </a:moveTo>
                <a:lnTo>
                  <a:pt x="8" y="3526"/>
                </a:lnTo>
                <a:lnTo>
                  <a:pt x="0" y="3526"/>
                </a:lnTo>
                <a:lnTo>
                  <a:pt x="0" y="3462"/>
                </a:lnTo>
                <a:lnTo>
                  <a:pt x="8" y="3462"/>
                </a:lnTo>
                <a:moveTo>
                  <a:pt x="8" y="3590"/>
                </a:moveTo>
                <a:lnTo>
                  <a:pt x="8" y="3654"/>
                </a:lnTo>
                <a:lnTo>
                  <a:pt x="0" y="3654"/>
                </a:lnTo>
                <a:lnTo>
                  <a:pt x="0" y="3590"/>
                </a:lnTo>
                <a:lnTo>
                  <a:pt x="8" y="3590"/>
                </a:lnTo>
                <a:moveTo>
                  <a:pt x="8" y="3718"/>
                </a:moveTo>
                <a:lnTo>
                  <a:pt x="8" y="3782"/>
                </a:lnTo>
                <a:lnTo>
                  <a:pt x="0" y="3782"/>
                </a:lnTo>
                <a:lnTo>
                  <a:pt x="0" y="3718"/>
                </a:lnTo>
                <a:lnTo>
                  <a:pt x="8" y="3718"/>
                </a:lnTo>
                <a:moveTo>
                  <a:pt x="8" y="3846"/>
                </a:moveTo>
                <a:lnTo>
                  <a:pt x="8" y="3910"/>
                </a:lnTo>
                <a:lnTo>
                  <a:pt x="0" y="3910"/>
                </a:lnTo>
                <a:lnTo>
                  <a:pt x="0" y="3846"/>
                </a:lnTo>
                <a:lnTo>
                  <a:pt x="8" y="3846"/>
                </a:lnTo>
                <a:moveTo>
                  <a:pt x="8" y="3974"/>
                </a:moveTo>
                <a:lnTo>
                  <a:pt x="8" y="4039"/>
                </a:lnTo>
                <a:lnTo>
                  <a:pt x="0" y="4039"/>
                </a:lnTo>
                <a:lnTo>
                  <a:pt x="0" y="3974"/>
                </a:lnTo>
                <a:lnTo>
                  <a:pt x="8" y="3974"/>
                </a:lnTo>
                <a:moveTo>
                  <a:pt x="8" y="4103"/>
                </a:moveTo>
                <a:lnTo>
                  <a:pt x="8" y="4167"/>
                </a:lnTo>
                <a:lnTo>
                  <a:pt x="0" y="4167"/>
                </a:lnTo>
                <a:lnTo>
                  <a:pt x="0" y="4103"/>
                </a:lnTo>
                <a:lnTo>
                  <a:pt x="8" y="4103"/>
                </a:lnTo>
                <a:moveTo>
                  <a:pt x="8" y="4231"/>
                </a:moveTo>
                <a:lnTo>
                  <a:pt x="8" y="4295"/>
                </a:lnTo>
                <a:lnTo>
                  <a:pt x="0" y="4295"/>
                </a:lnTo>
                <a:lnTo>
                  <a:pt x="0" y="4231"/>
                </a:lnTo>
                <a:lnTo>
                  <a:pt x="8" y="4231"/>
                </a:lnTo>
                <a:moveTo>
                  <a:pt x="8" y="4359"/>
                </a:moveTo>
                <a:lnTo>
                  <a:pt x="8" y="4423"/>
                </a:lnTo>
                <a:lnTo>
                  <a:pt x="0" y="4423"/>
                </a:lnTo>
                <a:lnTo>
                  <a:pt x="0" y="4359"/>
                </a:lnTo>
                <a:lnTo>
                  <a:pt x="8" y="4359"/>
                </a:lnTo>
                <a:moveTo>
                  <a:pt x="8" y="4487"/>
                </a:moveTo>
                <a:lnTo>
                  <a:pt x="8" y="4551"/>
                </a:lnTo>
                <a:lnTo>
                  <a:pt x="0" y="4551"/>
                </a:lnTo>
                <a:lnTo>
                  <a:pt x="0" y="4487"/>
                </a:lnTo>
                <a:lnTo>
                  <a:pt x="8" y="4487"/>
                </a:lnTo>
                <a:moveTo>
                  <a:pt x="8" y="4615"/>
                </a:moveTo>
                <a:lnTo>
                  <a:pt x="8" y="4680"/>
                </a:lnTo>
                <a:lnTo>
                  <a:pt x="0" y="4680"/>
                </a:lnTo>
                <a:lnTo>
                  <a:pt x="0" y="4615"/>
                </a:lnTo>
                <a:lnTo>
                  <a:pt x="8" y="4615"/>
                </a:lnTo>
                <a:moveTo>
                  <a:pt x="8" y="4744"/>
                </a:moveTo>
                <a:lnTo>
                  <a:pt x="8" y="4808"/>
                </a:lnTo>
                <a:lnTo>
                  <a:pt x="0" y="4808"/>
                </a:lnTo>
                <a:lnTo>
                  <a:pt x="0" y="4744"/>
                </a:lnTo>
                <a:lnTo>
                  <a:pt x="8" y="4744"/>
                </a:lnTo>
                <a:moveTo>
                  <a:pt x="8" y="4872"/>
                </a:moveTo>
                <a:lnTo>
                  <a:pt x="8" y="4936"/>
                </a:lnTo>
                <a:lnTo>
                  <a:pt x="0" y="4936"/>
                </a:lnTo>
                <a:lnTo>
                  <a:pt x="0" y="4872"/>
                </a:lnTo>
                <a:lnTo>
                  <a:pt x="8" y="4872"/>
                </a:lnTo>
                <a:moveTo>
                  <a:pt x="8" y="5000"/>
                </a:moveTo>
                <a:lnTo>
                  <a:pt x="8" y="5064"/>
                </a:lnTo>
                <a:lnTo>
                  <a:pt x="0" y="5064"/>
                </a:lnTo>
                <a:lnTo>
                  <a:pt x="0" y="5000"/>
                </a:lnTo>
                <a:lnTo>
                  <a:pt x="8" y="5000"/>
                </a:lnTo>
                <a:moveTo>
                  <a:pt x="8" y="5128"/>
                </a:moveTo>
                <a:lnTo>
                  <a:pt x="8" y="5192"/>
                </a:lnTo>
                <a:lnTo>
                  <a:pt x="0" y="5192"/>
                </a:lnTo>
                <a:lnTo>
                  <a:pt x="0" y="5128"/>
                </a:lnTo>
                <a:lnTo>
                  <a:pt x="8" y="5128"/>
                </a:lnTo>
                <a:moveTo>
                  <a:pt x="8" y="5257"/>
                </a:moveTo>
                <a:lnTo>
                  <a:pt x="8" y="5321"/>
                </a:lnTo>
                <a:lnTo>
                  <a:pt x="0" y="5321"/>
                </a:lnTo>
                <a:lnTo>
                  <a:pt x="0" y="5257"/>
                </a:lnTo>
                <a:lnTo>
                  <a:pt x="8" y="5257"/>
                </a:lnTo>
                <a:moveTo>
                  <a:pt x="8" y="5385"/>
                </a:moveTo>
                <a:lnTo>
                  <a:pt x="8" y="5449"/>
                </a:lnTo>
                <a:lnTo>
                  <a:pt x="0" y="5449"/>
                </a:lnTo>
                <a:lnTo>
                  <a:pt x="0" y="5385"/>
                </a:lnTo>
                <a:lnTo>
                  <a:pt x="8" y="5385"/>
                </a:lnTo>
                <a:moveTo>
                  <a:pt x="8" y="5513"/>
                </a:moveTo>
                <a:lnTo>
                  <a:pt x="8" y="5577"/>
                </a:lnTo>
                <a:lnTo>
                  <a:pt x="0" y="5577"/>
                </a:lnTo>
                <a:lnTo>
                  <a:pt x="0" y="5513"/>
                </a:lnTo>
                <a:lnTo>
                  <a:pt x="8" y="5513"/>
                </a:lnTo>
                <a:moveTo>
                  <a:pt x="8" y="5641"/>
                </a:moveTo>
                <a:lnTo>
                  <a:pt x="8" y="5705"/>
                </a:lnTo>
                <a:lnTo>
                  <a:pt x="0" y="5705"/>
                </a:lnTo>
                <a:lnTo>
                  <a:pt x="0" y="5641"/>
                </a:lnTo>
                <a:lnTo>
                  <a:pt x="8" y="5641"/>
                </a:lnTo>
                <a:moveTo>
                  <a:pt x="8" y="5769"/>
                </a:moveTo>
                <a:lnTo>
                  <a:pt x="8" y="5833"/>
                </a:lnTo>
                <a:lnTo>
                  <a:pt x="0" y="5833"/>
                </a:lnTo>
                <a:lnTo>
                  <a:pt x="0" y="5769"/>
                </a:lnTo>
                <a:lnTo>
                  <a:pt x="8" y="5769"/>
                </a:lnTo>
                <a:moveTo>
                  <a:pt x="8" y="5898"/>
                </a:moveTo>
                <a:lnTo>
                  <a:pt x="8" y="5962"/>
                </a:lnTo>
                <a:lnTo>
                  <a:pt x="0" y="5962"/>
                </a:lnTo>
                <a:lnTo>
                  <a:pt x="0" y="5898"/>
                </a:lnTo>
                <a:lnTo>
                  <a:pt x="8" y="5898"/>
                </a:lnTo>
                <a:moveTo>
                  <a:pt x="8" y="6026"/>
                </a:moveTo>
                <a:lnTo>
                  <a:pt x="8" y="6090"/>
                </a:lnTo>
                <a:lnTo>
                  <a:pt x="0" y="6090"/>
                </a:lnTo>
                <a:lnTo>
                  <a:pt x="0" y="6026"/>
                </a:lnTo>
                <a:lnTo>
                  <a:pt x="8" y="6026"/>
                </a:lnTo>
                <a:moveTo>
                  <a:pt x="8" y="6154"/>
                </a:moveTo>
                <a:lnTo>
                  <a:pt x="8" y="6218"/>
                </a:lnTo>
                <a:lnTo>
                  <a:pt x="0" y="6218"/>
                </a:lnTo>
                <a:lnTo>
                  <a:pt x="0" y="6154"/>
                </a:lnTo>
                <a:lnTo>
                  <a:pt x="8" y="6154"/>
                </a:lnTo>
                <a:moveTo>
                  <a:pt x="8" y="6282"/>
                </a:moveTo>
                <a:lnTo>
                  <a:pt x="8" y="6346"/>
                </a:lnTo>
                <a:lnTo>
                  <a:pt x="0" y="6346"/>
                </a:lnTo>
                <a:lnTo>
                  <a:pt x="0" y="6282"/>
                </a:lnTo>
                <a:lnTo>
                  <a:pt x="8" y="6282"/>
                </a:lnTo>
                <a:moveTo>
                  <a:pt x="8" y="6410"/>
                </a:moveTo>
                <a:lnTo>
                  <a:pt x="8" y="6475"/>
                </a:lnTo>
                <a:lnTo>
                  <a:pt x="0" y="6475"/>
                </a:lnTo>
                <a:lnTo>
                  <a:pt x="0" y="6410"/>
                </a:lnTo>
                <a:lnTo>
                  <a:pt x="8" y="6410"/>
                </a:lnTo>
                <a:moveTo>
                  <a:pt x="8" y="6539"/>
                </a:moveTo>
                <a:lnTo>
                  <a:pt x="8" y="6603"/>
                </a:lnTo>
                <a:lnTo>
                  <a:pt x="0" y="6603"/>
                </a:lnTo>
                <a:lnTo>
                  <a:pt x="0" y="6539"/>
                </a:lnTo>
                <a:lnTo>
                  <a:pt x="8" y="6539"/>
                </a:lnTo>
                <a:moveTo>
                  <a:pt x="8" y="6667"/>
                </a:moveTo>
                <a:lnTo>
                  <a:pt x="8" y="6731"/>
                </a:lnTo>
                <a:lnTo>
                  <a:pt x="0" y="6731"/>
                </a:lnTo>
                <a:lnTo>
                  <a:pt x="0" y="6667"/>
                </a:lnTo>
                <a:lnTo>
                  <a:pt x="8" y="6667"/>
                </a:lnTo>
                <a:moveTo>
                  <a:pt x="8" y="6795"/>
                </a:moveTo>
                <a:lnTo>
                  <a:pt x="8" y="6859"/>
                </a:lnTo>
                <a:lnTo>
                  <a:pt x="0" y="6859"/>
                </a:lnTo>
                <a:lnTo>
                  <a:pt x="0" y="6795"/>
                </a:lnTo>
                <a:lnTo>
                  <a:pt x="8" y="6795"/>
                </a:lnTo>
                <a:moveTo>
                  <a:pt x="8" y="6923"/>
                </a:moveTo>
                <a:lnTo>
                  <a:pt x="8" y="6987"/>
                </a:lnTo>
                <a:lnTo>
                  <a:pt x="0" y="6987"/>
                </a:lnTo>
                <a:lnTo>
                  <a:pt x="0" y="6923"/>
                </a:lnTo>
                <a:lnTo>
                  <a:pt x="8" y="6923"/>
                </a:lnTo>
                <a:moveTo>
                  <a:pt x="8" y="7051"/>
                </a:moveTo>
                <a:lnTo>
                  <a:pt x="8" y="7116"/>
                </a:lnTo>
                <a:lnTo>
                  <a:pt x="0" y="7116"/>
                </a:lnTo>
                <a:lnTo>
                  <a:pt x="0" y="7051"/>
                </a:lnTo>
                <a:lnTo>
                  <a:pt x="8" y="7051"/>
                </a:lnTo>
                <a:moveTo>
                  <a:pt x="8" y="7180"/>
                </a:moveTo>
                <a:lnTo>
                  <a:pt x="8" y="7244"/>
                </a:lnTo>
                <a:lnTo>
                  <a:pt x="0" y="7244"/>
                </a:lnTo>
                <a:lnTo>
                  <a:pt x="0" y="7180"/>
                </a:lnTo>
                <a:lnTo>
                  <a:pt x="8" y="7180"/>
                </a:lnTo>
                <a:moveTo>
                  <a:pt x="8" y="7308"/>
                </a:moveTo>
                <a:lnTo>
                  <a:pt x="8" y="7372"/>
                </a:lnTo>
                <a:lnTo>
                  <a:pt x="0" y="7372"/>
                </a:lnTo>
                <a:lnTo>
                  <a:pt x="0" y="7308"/>
                </a:lnTo>
                <a:lnTo>
                  <a:pt x="8" y="7308"/>
                </a:lnTo>
                <a:moveTo>
                  <a:pt x="8" y="7436"/>
                </a:moveTo>
                <a:lnTo>
                  <a:pt x="8" y="7500"/>
                </a:lnTo>
                <a:lnTo>
                  <a:pt x="0" y="7500"/>
                </a:lnTo>
                <a:lnTo>
                  <a:pt x="0" y="7436"/>
                </a:lnTo>
                <a:lnTo>
                  <a:pt x="8" y="7436"/>
                </a:lnTo>
                <a:moveTo>
                  <a:pt x="8" y="7564"/>
                </a:moveTo>
                <a:lnTo>
                  <a:pt x="8" y="7628"/>
                </a:lnTo>
                <a:lnTo>
                  <a:pt x="0" y="7628"/>
                </a:lnTo>
                <a:lnTo>
                  <a:pt x="0" y="7564"/>
                </a:lnTo>
                <a:lnTo>
                  <a:pt x="8" y="7564"/>
                </a:lnTo>
                <a:moveTo>
                  <a:pt x="8" y="7693"/>
                </a:moveTo>
                <a:lnTo>
                  <a:pt x="8" y="7758"/>
                </a:lnTo>
                <a:lnTo>
                  <a:pt x="0" y="7758"/>
                </a:lnTo>
                <a:lnTo>
                  <a:pt x="0" y="7693"/>
                </a:lnTo>
                <a:lnTo>
                  <a:pt x="8" y="7693"/>
                </a:lnTo>
                <a:moveTo>
                  <a:pt x="8" y="7822"/>
                </a:moveTo>
                <a:lnTo>
                  <a:pt x="8" y="7886"/>
                </a:lnTo>
                <a:lnTo>
                  <a:pt x="0" y="7886"/>
                </a:lnTo>
                <a:lnTo>
                  <a:pt x="0" y="7822"/>
                </a:lnTo>
                <a:lnTo>
                  <a:pt x="8" y="7822"/>
                </a:lnTo>
                <a:moveTo>
                  <a:pt x="8" y="7950"/>
                </a:moveTo>
                <a:lnTo>
                  <a:pt x="8" y="8014"/>
                </a:lnTo>
                <a:lnTo>
                  <a:pt x="0" y="8014"/>
                </a:lnTo>
                <a:lnTo>
                  <a:pt x="0" y="7950"/>
                </a:lnTo>
                <a:lnTo>
                  <a:pt x="8" y="7950"/>
                </a:lnTo>
                <a:moveTo>
                  <a:pt x="8" y="8078"/>
                </a:moveTo>
                <a:lnTo>
                  <a:pt x="8" y="8142"/>
                </a:lnTo>
                <a:lnTo>
                  <a:pt x="0" y="8142"/>
                </a:lnTo>
                <a:lnTo>
                  <a:pt x="0" y="8078"/>
                </a:lnTo>
                <a:lnTo>
                  <a:pt x="8" y="8078"/>
                </a:lnTo>
                <a:moveTo>
                  <a:pt x="8" y="8206"/>
                </a:moveTo>
                <a:lnTo>
                  <a:pt x="8" y="8271"/>
                </a:lnTo>
                <a:lnTo>
                  <a:pt x="0" y="8271"/>
                </a:lnTo>
                <a:lnTo>
                  <a:pt x="0" y="8206"/>
                </a:lnTo>
                <a:lnTo>
                  <a:pt x="8" y="8206"/>
                </a:lnTo>
                <a:moveTo>
                  <a:pt x="8" y="8335"/>
                </a:moveTo>
                <a:lnTo>
                  <a:pt x="8" y="8399"/>
                </a:lnTo>
                <a:lnTo>
                  <a:pt x="0" y="8399"/>
                </a:lnTo>
                <a:lnTo>
                  <a:pt x="0" y="8335"/>
                </a:lnTo>
                <a:lnTo>
                  <a:pt x="8" y="8335"/>
                </a:lnTo>
                <a:moveTo>
                  <a:pt x="8" y="8463"/>
                </a:moveTo>
                <a:lnTo>
                  <a:pt x="8" y="8527"/>
                </a:lnTo>
                <a:lnTo>
                  <a:pt x="0" y="8527"/>
                </a:lnTo>
                <a:lnTo>
                  <a:pt x="0" y="8463"/>
                </a:lnTo>
                <a:lnTo>
                  <a:pt x="8" y="8463"/>
                </a:lnTo>
                <a:moveTo>
                  <a:pt x="8" y="8591"/>
                </a:moveTo>
                <a:lnTo>
                  <a:pt x="8" y="8655"/>
                </a:lnTo>
                <a:lnTo>
                  <a:pt x="0" y="8655"/>
                </a:lnTo>
                <a:lnTo>
                  <a:pt x="0" y="8591"/>
                </a:lnTo>
                <a:lnTo>
                  <a:pt x="8" y="8591"/>
                </a:lnTo>
                <a:moveTo>
                  <a:pt x="8" y="8719"/>
                </a:moveTo>
                <a:lnTo>
                  <a:pt x="8" y="8783"/>
                </a:lnTo>
                <a:lnTo>
                  <a:pt x="0" y="8783"/>
                </a:lnTo>
                <a:lnTo>
                  <a:pt x="0" y="8719"/>
                </a:lnTo>
                <a:lnTo>
                  <a:pt x="8" y="8719"/>
                </a:lnTo>
                <a:moveTo>
                  <a:pt x="8" y="8847"/>
                </a:moveTo>
                <a:lnTo>
                  <a:pt x="8" y="8912"/>
                </a:lnTo>
                <a:lnTo>
                  <a:pt x="0" y="8912"/>
                </a:lnTo>
                <a:lnTo>
                  <a:pt x="0" y="8847"/>
                </a:lnTo>
                <a:lnTo>
                  <a:pt x="8" y="8847"/>
                </a:lnTo>
                <a:moveTo>
                  <a:pt x="8" y="8976"/>
                </a:moveTo>
                <a:lnTo>
                  <a:pt x="8" y="9012"/>
                </a:lnTo>
                <a:lnTo>
                  <a:pt x="0" y="9012"/>
                </a:lnTo>
                <a:lnTo>
                  <a:pt x="0" y="8976"/>
                </a:lnTo>
                <a:lnTo>
                  <a:pt x="8" y="8976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2856240" y="2076120"/>
            <a:ext cx="37080" cy="3244320"/>
          </a:xfrm>
          <a:custGeom>
            <a:avLst/>
            <a:gdLst/>
            <a:ahLst/>
            <a:rect l="0" t="0" r="r" b="b"/>
            <a:pathLst>
              <a:path w="103" h="9012">
                <a:moveTo>
                  <a:pt x="0" y="0"/>
                </a:moveTo>
                <a:lnTo>
                  <a:pt x="103" y="0"/>
                </a:lnTo>
                <a:lnTo>
                  <a:pt x="103" y="9012"/>
                </a:lnTo>
                <a:lnTo>
                  <a:pt x="0" y="9012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2872440" y="2076120"/>
            <a:ext cx="2880" cy="3244320"/>
          </a:xfrm>
          <a:custGeom>
            <a:avLst/>
            <a:gdLst/>
            <a:ahLst/>
            <a:rect l="0" t="0" r="r" b="b"/>
            <a:pathLst>
              <a:path w="8" h="9012">
                <a:moveTo>
                  <a:pt x="8" y="0"/>
                </a:moveTo>
                <a:lnTo>
                  <a:pt x="8" y="64"/>
                </a:lnTo>
                <a:lnTo>
                  <a:pt x="0" y="64"/>
                </a:lnTo>
                <a:lnTo>
                  <a:pt x="0" y="0"/>
                </a:lnTo>
                <a:lnTo>
                  <a:pt x="8" y="0"/>
                </a:lnTo>
                <a:moveTo>
                  <a:pt x="8" y="128"/>
                </a:moveTo>
                <a:lnTo>
                  <a:pt x="8" y="192"/>
                </a:lnTo>
                <a:lnTo>
                  <a:pt x="0" y="192"/>
                </a:lnTo>
                <a:lnTo>
                  <a:pt x="0" y="128"/>
                </a:lnTo>
                <a:lnTo>
                  <a:pt x="8" y="128"/>
                </a:lnTo>
                <a:moveTo>
                  <a:pt x="8" y="256"/>
                </a:moveTo>
                <a:lnTo>
                  <a:pt x="8" y="320"/>
                </a:lnTo>
                <a:lnTo>
                  <a:pt x="0" y="320"/>
                </a:lnTo>
                <a:lnTo>
                  <a:pt x="0" y="256"/>
                </a:lnTo>
                <a:lnTo>
                  <a:pt x="8" y="256"/>
                </a:lnTo>
                <a:moveTo>
                  <a:pt x="8" y="384"/>
                </a:moveTo>
                <a:lnTo>
                  <a:pt x="8" y="449"/>
                </a:lnTo>
                <a:lnTo>
                  <a:pt x="0" y="449"/>
                </a:lnTo>
                <a:lnTo>
                  <a:pt x="0" y="384"/>
                </a:lnTo>
                <a:lnTo>
                  <a:pt x="8" y="384"/>
                </a:lnTo>
                <a:moveTo>
                  <a:pt x="8" y="513"/>
                </a:moveTo>
                <a:lnTo>
                  <a:pt x="8" y="577"/>
                </a:lnTo>
                <a:lnTo>
                  <a:pt x="0" y="577"/>
                </a:lnTo>
                <a:lnTo>
                  <a:pt x="0" y="513"/>
                </a:lnTo>
                <a:lnTo>
                  <a:pt x="8" y="513"/>
                </a:lnTo>
                <a:moveTo>
                  <a:pt x="8" y="641"/>
                </a:moveTo>
                <a:lnTo>
                  <a:pt x="8" y="705"/>
                </a:lnTo>
                <a:lnTo>
                  <a:pt x="0" y="705"/>
                </a:lnTo>
                <a:lnTo>
                  <a:pt x="0" y="641"/>
                </a:lnTo>
                <a:lnTo>
                  <a:pt x="8" y="641"/>
                </a:lnTo>
                <a:moveTo>
                  <a:pt x="8" y="769"/>
                </a:moveTo>
                <a:lnTo>
                  <a:pt x="8" y="833"/>
                </a:lnTo>
                <a:lnTo>
                  <a:pt x="0" y="833"/>
                </a:lnTo>
                <a:lnTo>
                  <a:pt x="0" y="769"/>
                </a:lnTo>
                <a:lnTo>
                  <a:pt x="8" y="769"/>
                </a:lnTo>
                <a:moveTo>
                  <a:pt x="8" y="897"/>
                </a:moveTo>
                <a:lnTo>
                  <a:pt x="8" y="961"/>
                </a:lnTo>
                <a:lnTo>
                  <a:pt x="0" y="961"/>
                </a:lnTo>
                <a:lnTo>
                  <a:pt x="0" y="897"/>
                </a:lnTo>
                <a:lnTo>
                  <a:pt x="8" y="897"/>
                </a:lnTo>
                <a:moveTo>
                  <a:pt x="8" y="1026"/>
                </a:moveTo>
                <a:lnTo>
                  <a:pt x="8" y="1090"/>
                </a:lnTo>
                <a:lnTo>
                  <a:pt x="0" y="1090"/>
                </a:lnTo>
                <a:lnTo>
                  <a:pt x="0" y="1026"/>
                </a:lnTo>
                <a:lnTo>
                  <a:pt x="8" y="1026"/>
                </a:lnTo>
                <a:moveTo>
                  <a:pt x="8" y="1154"/>
                </a:moveTo>
                <a:lnTo>
                  <a:pt x="8" y="1218"/>
                </a:lnTo>
                <a:lnTo>
                  <a:pt x="0" y="1218"/>
                </a:lnTo>
                <a:lnTo>
                  <a:pt x="0" y="1154"/>
                </a:lnTo>
                <a:lnTo>
                  <a:pt x="8" y="1154"/>
                </a:lnTo>
                <a:moveTo>
                  <a:pt x="8" y="1282"/>
                </a:moveTo>
                <a:lnTo>
                  <a:pt x="8" y="1346"/>
                </a:lnTo>
                <a:lnTo>
                  <a:pt x="0" y="1346"/>
                </a:lnTo>
                <a:lnTo>
                  <a:pt x="0" y="1282"/>
                </a:lnTo>
                <a:lnTo>
                  <a:pt x="8" y="1282"/>
                </a:lnTo>
                <a:moveTo>
                  <a:pt x="8" y="1410"/>
                </a:moveTo>
                <a:lnTo>
                  <a:pt x="8" y="1474"/>
                </a:lnTo>
                <a:lnTo>
                  <a:pt x="0" y="1474"/>
                </a:lnTo>
                <a:lnTo>
                  <a:pt x="0" y="1410"/>
                </a:lnTo>
                <a:lnTo>
                  <a:pt x="8" y="1410"/>
                </a:lnTo>
                <a:moveTo>
                  <a:pt x="8" y="1538"/>
                </a:moveTo>
                <a:lnTo>
                  <a:pt x="8" y="1602"/>
                </a:lnTo>
                <a:lnTo>
                  <a:pt x="0" y="1602"/>
                </a:lnTo>
                <a:lnTo>
                  <a:pt x="0" y="1538"/>
                </a:lnTo>
                <a:lnTo>
                  <a:pt x="8" y="1538"/>
                </a:lnTo>
                <a:moveTo>
                  <a:pt x="8" y="1667"/>
                </a:moveTo>
                <a:lnTo>
                  <a:pt x="8" y="1731"/>
                </a:lnTo>
                <a:lnTo>
                  <a:pt x="0" y="1731"/>
                </a:lnTo>
                <a:lnTo>
                  <a:pt x="0" y="1667"/>
                </a:lnTo>
                <a:lnTo>
                  <a:pt x="8" y="1667"/>
                </a:lnTo>
                <a:moveTo>
                  <a:pt x="8" y="1795"/>
                </a:moveTo>
                <a:lnTo>
                  <a:pt x="8" y="1859"/>
                </a:lnTo>
                <a:lnTo>
                  <a:pt x="0" y="1859"/>
                </a:lnTo>
                <a:lnTo>
                  <a:pt x="0" y="1795"/>
                </a:lnTo>
                <a:lnTo>
                  <a:pt x="8" y="1795"/>
                </a:lnTo>
                <a:moveTo>
                  <a:pt x="8" y="1923"/>
                </a:moveTo>
                <a:lnTo>
                  <a:pt x="8" y="1987"/>
                </a:lnTo>
                <a:lnTo>
                  <a:pt x="0" y="1987"/>
                </a:lnTo>
                <a:lnTo>
                  <a:pt x="0" y="1923"/>
                </a:lnTo>
                <a:lnTo>
                  <a:pt x="8" y="1923"/>
                </a:lnTo>
                <a:moveTo>
                  <a:pt x="8" y="2051"/>
                </a:moveTo>
                <a:lnTo>
                  <a:pt x="8" y="2115"/>
                </a:lnTo>
                <a:lnTo>
                  <a:pt x="0" y="2115"/>
                </a:lnTo>
                <a:lnTo>
                  <a:pt x="0" y="2051"/>
                </a:lnTo>
                <a:lnTo>
                  <a:pt x="8" y="2051"/>
                </a:lnTo>
                <a:moveTo>
                  <a:pt x="8" y="2179"/>
                </a:moveTo>
                <a:lnTo>
                  <a:pt x="8" y="2244"/>
                </a:lnTo>
                <a:lnTo>
                  <a:pt x="0" y="2244"/>
                </a:lnTo>
                <a:lnTo>
                  <a:pt x="0" y="2179"/>
                </a:lnTo>
                <a:lnTo>
                  <a:pt x="8" y="2179"/>
                </a:lnTo>
                <a:moveTo>
                  <a:pt x="8" y="2308"/>
                </a:moveTo>
                <a:lnTo>
                  <a:pt x="8" y="2372"/>
                </a:lnTo>
                <a:lnTo>
                  <a:pt x="0" y="2372"/>
                </a:lnTo>
                <a:lnTo>
                  <a:pt x="0" y="2308"/>
                </a:lnTo>
                <a:lnTo>
                  <a:pt x="8" y="2308"/>
                </a:lnTo>
                <a:moveTo>
                  <a:pt x="8" y="2436"/>
                </a:moveTo>
                <a:lnTo>
                  <a:pt x="8" y="2500"/>
                </a:lnTo>
                <a:lnTo>
                  <a:pt x="0" y="2500"/>
                </a:lnTo>
                <a:lnTo>
                  <a:pt x="0" y="2436"/>
                </a:lnTo>
                <a:lnTo>
                  <a:pt x="8" y="2436"/>
                </a:lnTo>
                <a:moveTo>
                  <a:pt x="8" y="2564"/>
                </a:moveTo>
                <a:lnTo>
                  <a:pt x="8" y="2628"/>
                </a:lnTo>
                <a:lnTo>
                  <a:pt x="0" y="2628"/>
                </a:lnTo>
                <a:lnTo>
                  <a:pt x="0" y="2564"/>
                </a:lnTo>
                <a:lnTo>
                  <a:pt x="8" y="2564"/>
                </a:lnTo>
                <a:moveTo>
                  <a:pt x="8" y="2692"/>
                </a:moveTo>
                <a:lnTo>
                  <a:pt x="8" y="2756"/>
                </a:lnTo>
                <a:lnTo>
                  <a:pt x="0" y="2756"/>
                </a:lnTo>
                <a:lnTo>
                  <a:pt x="0" y="2692"/>
                </a:lnTo>
                <a:lnTo>
                  <a:pt x="8" y="2692"/>
                </a:lnTo>
                <a:moveTo>
                  <a:pt x="8" y="2820"/>
                </a:moveTo>
                <a:lnTo>
                  <a:pt x="8" y="2885"/>
                </a:lnTo>
                <a:lnTo>
                  <a:pt x="0" y="2885"/>
                </a:lnTo>
                <a:lnTo>
                  <a:pt x="0" y="2820"/>
                </a:lnTo>
                <a:lnTo>
                  <a:pt x="8" y="2820"/>
                </a:lnTo>
                <a:moveTo>
                  <a:pt x="8" y="2949"/>
                </a:moveTo>
                <a:lnTo>
                  <a:pt x="8" y="3013"/>
                </a:lnTo>
                <a:lnTo>
                  <a:pt x="0" y="3013"/>
                </a:lnTo>
                <a:lnTo>
                  <a:pt x="0" y="2949"/>
                </a:lnTo>
                <a:lnTo>
                  <a:pt x="8" y="2949"/>
                </a:lnTo>
                <a:moveTo>
                  <a:pt x="8" y="3077"/>
                </a:moveTo>
                <a:lnTo>
                  <a:pt x="8" y="3141"/>
                </a:lnTo>
                <a:lnTo>
                  <a:pt x="0" y="3141"/>
                </a:lnTo>
                <a:lnTo>
                  <a:pt x="0" y="3077"/>
                </a:lnTo>
                <a:lnTo>
                  <a:pt x="8" y="3077"/>
                </a:lnTo>
                <a:moveTo>
                  <a:pt x="8" y="3205"/>
                </a:moveTo>
                <a:lnTo>
                  <a:pt x="8" y="3269"/>
                </a:lnTo>
                <a:lnTo>
                  <a:pt x="0" y="3269"/>
                </a:lnTo>
                <a:lnTo>
                  <a:pt x="0" y="3205"/>
                </a:lnTo>
                <a:lnTo>
                  <a:pt x="8" y="3205"/>
                </a:lnTo>
                <a:moveTo>
                  <a:pt x="8" y="3333"/>
                </a:moveTo>
                <a:lnTo>
                  <a:pt x="8" y="3397"/>
                </a:lnTo>
                <a:lnTo>
                  <a:pt x="0" y="3397"/>
                </a:lnTo>
                <a:lnTo>
                  <a:pt x="0" y="3333"/>
                </a:lnTo>
                <a:lnTo>
                  <a:pt x="8" y="3333"/>
                </a:lnTo>
                <a:moveTo>
                  <a:pt x="8" y="3462"/>
                </a:moveTo>
                <a:lnTo>
                  <a:pt x="8" y="3526"/>
                </a:lnTo>
                <a:lnTo>
                  <a:pt x="0" y="3526"/>
                </a:lnTo>
                <a:lnTo>
                  <a:pt x="0" y="3462"/>
                </a:lnTo>
                <a:lnTo>
                  <a:pt x="8" y="3462"/>
                </a:lnTo>
                <a:moveTo>
                  <a:pt x="8" y="3590"/>
                </a:moveTo>
                <a:lnTo>
                  <a:pt x="8" y="3654"/>
                </a:lnTo>
                <a:lnTo>
                  <a:pt x="0" y="3654"/>
                </a:lnTo>
                <a:lnTo>
                  <a:pt x="0" y="3590"/>
                </a:lnTo>
                <a:lnTo>
                  <a:pt x="8" y="3590"/>
                </a:lnTo>
                <a:moveTo>
                  <a:pt x="8" y="3718"/>
                </a:moveTo>
                <a:lnTo>
                  <a:pt x="8" y="3782"/>
                </a:lnTo>
                <a:lnTo>
                  <a:pt x="0" y="3782"/>
                </a:lnTo>
                <a:lnTo>
                  <a:pt x="0" y="3718"/>
                </a:lnTo>
                <a:lnTo>
                  <a:pt x="8" y="3718"/>
                </a:lnTo>
                <a:moveTo>
                  <a:pt x="8" y="3846"/>
                </a:moveTo>
                <a:lnTo>
                  <a:pt x="8" y="3910"/>
                </a:lnTo>
                <a:lnTo>
                  <a:pt x="0" y="3910"/>
                </a:lnTo>
                <a:lnTo>
                  <a:pt x="0" y="3846"/>
                </a:lnTo>
                <a:lnTo>
                  <a:pt x="8" y="3846"/>
                </a:lnTo>
                <a:moveTo>
                  <a:pt x="8" y="3974"/>
                </a:moveTo>
                <a:lnTo>
                  <a:pt x="8" y="4039"/>
                </a:lnTo>
                <a:lnTo>
                  <a:pt x="0" y="4039"/>
                </a:lnTo>
                <a:lnTo>
                  <a:pt x="0" y="3974"/>
                </a:lnTo>
                <a:lnTo>
                  <a:pt x="8" y="3974"/>
                </a:lnTo>
                <a:moveTo>
                  <a:pt x="8" y="4103"/>
                </a:moveTo>
                <a:lnTo>
                  <a:pt x="8" y="4167"/>
                </a:lnTo>
                <a:lnTo>
                  <a:pt x="0" y="4167"/>
                </a:lnTo>
                <a:lnTo>
                  <a:pt x="0" y="4103"/>
                </a:lnTo>
                <a:lnTo>
                  <a:pt x="8" y="4103"/>
                </a:lnTo>
                <a:moveTo>
                  <a:pt x="8" y="4231"/>
                </a:moveTo>
                <a:lnTo>
                  <a:pt x="8" y="4295"/>
                </a:lnTo>
                <a:lnTo>
                  <a:pt x="0" y="4295"/>
                </a:lnTo>
                <a:lnTo>
                  <a:pt x="0" y="4231"/>
                </a:lnTo>
                <a:lnTo>
                  <a:pt x="8" y="4231"/>
                </a:lnTo>
                <a:moveTo>
                  <a:pt x="8" y="4359"/>
                </a:moveTo>
                <a:lnTo>
                  <a:pt x="8" y="4423"/>
                </a:lnTo>
                <a:lnTo>
                  <a:pt x="0" y="4423"/>
                </a:lnTo>
                <a:lnTo>
                  <a:pt x="0" y="4359"/>
                </a:lnTo>
                <a:lnTo>
                  <a:pt x="8" y="4359"/>
                </a:lnTo>
                <a:moveTo>
                  <a:pt x="8" y="4487"/>
                </a:moveTo>
                <a:lnTo>
                  <a:pt x="8" y="4551"/>
                </a:lnTo>
                <a:lnTo>
                  <a:pt x="0" y="4551"/>
                </a:lnTo>
                <a:lnTo>
                  <a:pt x="0" y="4487"/>
                </a:lnTo>
                <a:lnTo>
                  <a:pt x="8" y="4487"/>
                </a:lnTo>
                <a:moveTo>
                  <a:pt x="8" y="4615"/>
                </a:moveTo>
                <a:lnTo>
                  <a:pt x="8" y="4680"/>
                </a:lnTo>
                <a:lnTo>
                  <a:pt x="0" y="4680"/>
                </a:lnTo>
                <a:lnTo>
                  <a:pt x="0" y="4615"/>
                </a:lnTo>
                <a:lnTo>
                  <a:pt x="8" y="4615"/>
                </a:lnTo>
                <a:moveTo>
                  <a:pt x="8" y="4744"/>
                </a:moveTo>
                <a:lnTo>
                  <a:pt x="8" y="4808"/>
                </a:lnTo>
                <a:lnTo>
                  <a:pt x="0" y="4808"/>
                </a:lnTo>
                <a:lnTo>
                  <a:pt x="0" y="4744"/>
                </a:lnTo>
                <a:lnTo>
                  <a:pt x="8" y="4744"/>
                </a:lnTo>
                <a:moveTo>
                  <a:pt x="8" y="4872"/>
                </a:moveTo>
                <a:lnTo>
                  <a:pt x="8" y="4936"/>
                </a:lnTo>
                <a:lnTo>
                  <a:pt x="0" y="4936"/>
                </a:lnTo>
                <a:lnTo>
                  <a:pt x="0" y="4872"/>
                </a:lnTo>
                <a:lnTo>
                  <a:pt x="8" y="4872"/>
                </a:lnTo>
                <a:moveTo>
                  <a:pt x="8" y="5000"/>
                </a:moveTo>
                <a:lnTo>
                  <a:pt x="8" y="5064"/>
                </a:lnTo>
                <a:lnTo>
                  <a:pt x="0" y="5064"/>
                </a:lnTo>
                <a:lnTo>
                  <a:pt x="0" y="5000"/>
                </a:lnTo>
                <a:lnTo>
                  <a:pt x="8" y="5000"/>
                </a:lnTo>
                <a:moveTo>
                  <a:pt x="8" y="5128"/>
                </a:moveTo>
                <a:lnTo>
                  <a:pt x="8" y="5192"/>
                </a:lnTo>
                <a:lnTo>
                  <a:pt x="0" y="5192"/>
                </a:lnTo>
                <a:lnTo>
                  <a:pt x="0" y="5128"/>
                </a:lnTo>
                <a:lnTo>
                  <a:pt x="8" y="5128"/>
                </a:lnTo>
                <a:moveTo>
                  <a:pt x="8" y="5257"/>
                </a:moveTo>
                <a:lnTo>
                  <a:pt x="8" y="5321"/>
                </a:lnTo>
                <a:lnTo>
                  <a:pt x="0" y="5321"/>
                </a:lnTo>
                <a:lnTo>
                  <a:pt x="0" y="5257"/>
                </a:lnTo>
                <a:lnTo>
                  <a:pt x="8" y="5257"/>
                </a:lnTo>
                <a:moveTo>
                  <a:pt x="8" y="5385"/>
                </a:moveTo>
                <a:lnTo>
                  <a:pt x="8" y="5449"/>
                </a:lnTo>
                <a:lnTo>
                  <a:pt x="0" y="5449"/>
                </a:lnTo>
                <a:lnTo>
                  <a:pt x="0" y="5385"/>
                </a:lnTo>
                <a:lnTo>
                  <a:pt x="8" y="5385"/>
                </a:lnTo>
                <a:moveTo>
                  <a:pt x="8" y="5513"/>
                </a:moveTo>
                <a:lnTo>
                  <a:pt x="8" y="5577"/>
                </a:lnTo>
                <a:lnTo>
                  <a:pt x="0" y="5577"/>
                </a:lnTo>
                <a:lnTo>
                  <a:pt x="0" y="5513"/>
                </a:lnTo>
                <a:lnTo>
                  <a:pt x="8" y="5513"/>
                </a:lnTo>
                <a:moveTo>
                  <a:pt x="8" y="5641"/>
                </a:moveTo>
                <a:lnTo>
                  <a:pt x="8" y="5705"/>
                </a:lnTo>
                <a:lnTo>
                  <a:pt x="0" y="5705"/>
                </a:lnTo>
                <a:lnTo>
                  <a:pt x="0" y="5641"/>
                </a:lnTo>
                <a:lnTo>
                  <a:pt x="8" y="5641"/>
                </a:lnTo>
                <a:moveTo>
                  <a:pt x="8" y="5769"/>
                </a:moveTo>
                <a:lnTo>
                  <a:pt x="8" y="5833"/>
                </a:lnTo>
                <a:lnTo>
                  <a:pt x="0" y="5833"/>
                </a:lnTo>
                <a:lnTo>
                  <a:pt x="0" y="5769"/>
                </a:lnTo>
                <a:lnTo>
                  <a:pt x="8" y="5769"/>
                </a:lnTo>
                <a:moveTo>
                  <a:pt x="8" y="5898"/>
                </a:moveTo>
                <a:lnTo>
                  <a:pt x="8" y="5962"/>
                </a:lnTo>
                <a:lnTo>
                  <a:pt x="0" y="5962"/>
                </a:lnTo>
                <a:lnTo>
                  <a:pt x="0" y="5898"/>
                </a:lnTo>
                <a:lnTo>
                  <a:pt x="8" y="5898"/>
                </a:lnTo>
                <a:moveTo>
                  <a:pt x="8" y="6026"/>
                </a:moveTo>
                <a:lnTo>
                  <a:pt x="8" y="6090"/>
                </a:lnTo>
                <a:lnTo>
                  <a:pt x="0" y="6090"/>
                </a:lnTo>
                <a:lnTo>
                  <a:pt x="0" y="6026"/>
                </a:lnTo>
                <a:lnTo>
                  <a:pt x="8" y="6026"/>
                </a:lnTo>
                <a:moveTo>
                  <a:pt x="8" y="6154"/>
                </a:moveTo>
                <a:lnTo>
                  <a:pt x="8" y="6218"/>
                </a:lnTo>
                <a:lnTo>
                  <a:pt x="0" y="6218"/>
                </a:lnTo>
                <a:lnTo>
                  <a:pt x="0" y="6154"/>
                </a:lnTo>
                <a:lnTo>
                  <a:pt x="8" y="6154"/>
                </a:lnTo>
                <a:moveTo>
                  <a:pt x="8" y="6282"/>
                </a:moveTo>
                <a:lnTo>
                  <a:pt x="8" y="6346"/>
                </a:lnTo>
                <a:lnTo>
                  <a:pt x="0" y="6346"/>
                </a:lnTo>
                <a:lnTo>
                  <a:pt x="0" y="6282"/>
                </a:lnTo>
                <a:lnTo>
                  <a:pt x="8" y="6282"/>
                </a:lnTo>
                <a:moveTo>
                  <a:pt x="8" y="6410"/>
                </a:moveTo>
                <a:lnTo>
                  <a:pt x="8" y="6475"/>
                </a:lnTo>
                <a:lnTo>
                  <a:pt x="0" y="6475"/>
                </a:lnTo>
                <a:lnTo>
                  <a:pt x="0" y="6410"/>
                </a:lnTo>
                <a:lnTo>
                  <a:pt x="8" y="6410"/>
                </a:lnTo>
                <a:moveTo>
                  <a:pt x="8" y="6539"/>
                </a:moveTo>
                <a:lnTo>
                  <a:pt x="8" y="6603"/>
                </a:lnTo>
                <a:lnTo>
                  <a:pt x="0" y="6603"/>
                </a:lnTo>
                <a:lnTo>
                  <a:pt x="0" y="6539"/>
                </a:lnTo>
                <a:lnTo>
                  <a:pt x="8" y="6539"/>
                </a:lnTo>
                <a:moveTo>
                  <a:pt x="8" y="6667"/>
                </a:moveTo>
                <a:lnTo>
                  <a:pt x="8" y="6731"/>
                </a:lnTo>
                <a:lnTo>
                  <a:pt x="0" y="6731"/>
                </a:lnTo>
                <a:lnTo>
                  <a:pt x="0" y="6667"/>
                </a:lnTo>
                <a:lnTo>
                  <a:pt x="8" y="6667"/>
                </a:lnTo>
                <a:moveTo>
                  <a:pt x="8" y="6795"/>
                </a:moveTo>
                <a:lnTo>
                  <a:pt x="8" y="6859"/>
                </a:lnTo>
                <a:lnTo>
                  <a:pt x="0" y="6859"/>
                </a:lnTo>
                <a:lnTo>
                  <a:pt x="0" y="6795"/>
                </a:lnTo>
                <a:lnTo>
                  <a:pt x="8" y="6795"/>
                </a:lnTo>
                <a:moveTo>
                  <a:pt x="8" y="6923"/>
                </a:moveTo>
                <a:lnTo>
                  <a:pt x="8" y="6987"/>
                </a:lnTo>
                <a:lnTo>
                  <a:pt x="0" y="6987"/>
                </a:lnTo>
                <a:lnTo>
                  <a:pt x="0" y="6923"/>
                </a:lnTo>
                <a:lnTo>
                  <a:pt x="8" y="6923"/>
                </a:lnTo>
                <a:moveTo>
                  <a:pt x="8" y="7051"/>
                </a:moveTo>
                <a:lnTo>
                  <a:pt x="8" y="7116"/>
                </a:lnTo>
                <a:lnTo>
                  <a:pt x="0" y="7116"/>
                </a:lnTo>
                <a:lnTo>
                  <a:pt x="0" y="7051"/>
                </a:lnTo>
                <a:lnTo>
                  <a:pt x="8" y="7051"/>
                </a:lnTo>
                <a:moveTo>
                  <a:pt x="8" y="7180"/>
                </a:moveTo>
                <a:lnTo>
                  <a:pt x="8" y="7244"/>
                </a:lnTo>
                <a:lnTo>
                  <a:pt x="0" y="7244"/>
                </a:lnTo>
                <a:lnTo>
                  <a:pt x="0" y="7180"/>
                </a:lnTo>
                <a:lnTo>
                  <a:pt x="8" y="7180"/>
                </a:lnTo>
                <a:moveTo>
                  <a:pt x="8" y="7308"/>
                </a:moveTo>
                <a:lnTo>
                  <a:pt x="8" y="7372"/>
                </a:lnTo>
                <a:lnTo>
                  <a:pt x="0" y="7372"/>
                </a:lnTo>
                <a:lnTo>
                  <a:pt x="0" y="7308"/>
                </a:lnTo>
                <a:lnTo>
                  <a:pt x="8" y="7308"/>
                </a:lnTo>
                <a:moveTo>
                  <a:pt x="8" y="7436"/>
                </a:moveTo>
                <a:lnTo>
                  <a:pt x="8" y="7500"/>
                </a:lnTo>
                <a:lnTo>
                  <a:pt x="0" y="7500"/>
                </a:lnTo>
                <a:lnTo>
                  <a:pt x="0" y="7436"/>
                </a:lnTo>
                <a:lnTo>
                  <a:pt x="8" y="7436"/>
                </a:lnTo>
                <a:moveTo>
                  <a:pt x="8" y="7564"/>
                </a:moveTo>
                <a:lnTo>
                  <a:pt x="8" y="7628"/>
                </a:lnTo>
                <a:lnTo>
                  <a:pt x="0" y="7628"/>
                </a:lnTo>
                <a:lnTo>
                  <a:pt x="0" y="7564"/>
                </a:lnTo>
                <a:lnTo>
                  <a:pt x="8" y="7564"/>
                </a:lnTo>
                <a:moveTo>
                  <a:pt x="8" y="7693"/>
                </a:moveTo>
                <a:lnTo>
                  <a:pt x="8" y="7758"/>
                </a:lnTo>
                <a:lnTo>
                  <a:pt x="0" y="7758"/>
                </a:lnTo>
                <a:lnTo>
                  <a:pt x="0" y="7693"/>
                </a:lnTo>
                <a:lnTo>
                  <a:pt x="8" y="7693"/>
                </a:lnTo>
                <a:moveTo>
                  <a:pt x="8" y="7822"/>
                </a:moveTo>
                <a:lnTo>
                  <a:pt x="8" y="7886"/>
                </a:lnTo>
                <a:lnTo>
                  <a:pt x="0" y="7886"/>
                </a:lnTo>
                <a:lnTo>
                  <a:pt x="0" y="7822"/>
                </a:lnTo>
                <a:lnTo>
                  <a:pt x="8" y="7822"/>
                </a:lnTo>
                <a:moveTo>
                  <a:pt x="8" y="7950"/>
                </a:moveTo>
                <a:lnTo>
                  <a:pt x="8" y="8014"/>
                </a:lnTo>
                <a:lnTo>
                  <a:pt x="0" y="8014"/>
                </a:lnTo>
                <a:lnTo>
                  <a:pt x="0" y="7950"/>
                </a:lnTo>
                <a:lnTo>
                  <a:pt x="8" y="7950"/>
                </a:lnTo>
                <a:moveTo>
                  <a:pt x="8" y="8078"/>
                </a:moveTo>
                <a:lnTo>
                  <a:pt x="8" y="8142"/>
                </a:lnTo>
                <a:lnTo>
                  <a:pt x="0" y="8142"/>
                </a:lnTo>
                <a:lnTo>
                  <a:pt x="0" y="8078"/>
                </a:lnTo>
                <a:lnTo>
                  <a:pt x="8" y="8078"/>
                </a:lnTo>
                <a:moveTo>
                  <a:pt x="8" y="8206"/>
                </a:moveTo>
                <a:lnTo>
                  <a:pt x="8" y="8271"/>
                </a:lnTo>
                <a:lnTo>
                  <a:pt x="0" y="8271"/>
                </a:lnTo>
                <a:lnTo>
                  <a:pt x="0" y="8206"/>
                </a:lnTo>
                <a:lnTo>
                  <a:pt x="8" y="8206"/>
                </a:lnTo>
                <a:moveTo>
                  <a:pt x="8" y="8335"/>
                </a:moveTo>
                <a:lnTo>
                  <a:pt x="8" y="8399"/>
                </a:lnTo>
                <a:lnTo>
                  <a:pt x="0" y="8399"/>
                </a:lnTo>
                <a:lnTo>
                  <a:pt x="0" y="8335"/>
                </a:lnTo>
                <a:lnTo>
                  <a:pt x="8" y="8335"/>
                </a:lnTo>
                <a:moveTo>
                  <a:pt x="8" y="8463"/>
                </a:moveTo>
                <a:lnTo>
                  <a:pt x="8" y="8527"/>
                </a:lnTo>
                <a:lnTo>
                  <a:pt x="0" y="8527"/>
                </a:lnTo>
                <a:lnTo>
                  <a:pt x="0" y="8463"/>
                </a:lnTo>
                <a:lnTo>
                  <a:pt x="8" y="8463"/>
                </a:lnTo>
                <a:moveTo>
                  <a:pt x="8" y="8591"/>
                </a:moveTo>
                <a:lnTo>
                  <a:pt x="8" y="8655"/>
                </a:lnTo>
                <a:lnTo>
                  <a:pt x="0" y="8655"/>
                </a:lnTo>
                <a:lnTo>
                  <a:pt x="0" y="8591"/>
                </a:lnTo>
                <a:lnTo>
                  <a:pt x="8" y="8591"/>
                </a:lnTo>
                <a:moveTo>
                  <a:pt x="8" y="8719"/>
                </a:moveTo>
                <a:lnTo>
                  <a:pt x="8" y="8783"/>
                </a:lnTo>
                <a:lnTo>
                  <a:pt x="0" y="8783"/>
                </a:lnTo>
                <a:lnTo>
                  <a:pt x="0" y="8719"/>
                </a:lnTo>
                <a:lnTo>
                  <a:pt x="8" y="8719"/>
                </a:lnTo>
                <a:moveTo>
                  <a:pt x="8" y="8847"/>
                </a:moveTo>
                <a:lnTo>
                  <a:pt x="8" y="8912"/>
                </a:lnTo>
                <a:lnTo>
                  <a:pt x="0" y="8912"/>
                </a:lnTo>
                <a:lnTo>
                  <a:pt x="0" y="8847"/>
                </a:lnTo>
                <a:lnTo>
                  <a:pt x="8" y="8847"/>
                </a:lnTo>
                <a:moveTo>
                  <a:pt x="8" y="8976"/>
                </a:moveTo>
                <a:lnTo>
                  <a:pt x="8" y="9012"/>
                </a:lnTo>
                <a:lnTo>
                  <a:pt x="0" y="9012"/>
                </a:lnTo>
                <a:lnTo>
                  <a:pt x="0" y="8976"/>
                </a:lnTo>
                <a:lnTo>
                  <a:pt x="8" y="8976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4601880" y="2076120"/>
            <a:ext cx="37080" cy="3244320"/>
          </a:xfrm>
          <a:custGeom>
            <a:avLst/>
            <a:gdLst/>
            <a:ahLst/>
            <a:rect l="0" t="0" r="r" b="b"/>
            <a:pathLst>
              <a:path w="103" h="9012">
                <a:moveTo>
                  <a:pt x="0" y="0"/>
                </a:moveTo>
                <a:lnTo>
                  <a:pt x="103" y="0"/>
                </a:lnTo>
                <a:lnTo>
                  <a:pt x="103" y="9012"/>
                </a:lnTo>
                <a:lnTo>
                  <a:pt x="0" y="9012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4617720" y="2076120"/>
            <a:ext cx="2880" cy="3244320"/>
          </a:xfrm>
          <a:custGeom>
            <a:avLst/>
            <a:gdLst/>
            <a:ahLst/>
            <a:rect l="0" t="0" r="r" b="b"/>
            <a:pathLst>
              <a:path w="8" h="9012">
                <a:moveTo>
                  <a:pt x="8" y="0"/>
                </a:moveTo>
                <a:lnTo>
                  <a:pt x="8" y="64"/>
                </a:lnTo>
                <a:lnTo>
                  <a:pt x="0" y="64"/>
                </a:lnTo>
                <a:lnTo>
                  <a:pt x="0" y="0"/>
                </a:lnTo>
                <a:lnTo>
                  <a:pt x="8" y="0"/>
                </a:lnTo>
                <a:moveTo>
                  <a:pt x="8" y="128"/>
                </a:moveTo>
                <a:lnTo>
                  <a:pt x="8" y="192"/>
                </a:lnTo>
                <a:lnTo>
                  <a:pt x="0" y="192"/>
                </a:lnTo>
                <a:lnTo>
                  <a:pt x="0" y="128"/>
                </a:lnTo>
                <a:lnTo>
                  <a:pt x="8" y="128"/>
                </a:lnTo>
                <a:moveTo>
                  <a:pt x="8" y="256"/>
                </a:moveTo>
                <a:lnTo>
                  <a:pt x="8" y="320"/>
                </a:lnTo>
                <a:lnTo>
                  <a:pt x="0" y="320"/>
                </a:lnTo>
                <a:lnTo>
                  <a:pt x="0" y="256"/>
                </a:lnTo>
                <a:lnTo>
                  <a:pt x="8" y="256"/>
                </a:lnTo>
                <a:moveTo>
                  <a:pt x="8" y="384"/>
                </a:moveTo>
                <a:lnTo>
                  <a:pt x="8" y="449"/>
                </a:lnTo>
                <a:lnTo>
                  <a:pt x="0" y="449"/>
                </a:lnTo>
                <a:lnTo>
                  <a:pt x="0" y="384"/>
                </a:lnTo>
                <a:lnTo>
                  <a:pt x="8" y="384"/>
                </a:lnTo>
                <a:moveTo>
                  <a:pt x="8" y="513"/>
                </a:moveTo>
                <a:lnTo>
                  <a:pt x="8" y="577"/>
                </a:lnTo>
                <a:lnTo>
                  <a:pt x="0" y="577"/>
                </a:lnTo>
                <a:lnTo>
                  <a:pt x="0" y="513"/>
                </a:lnTo>
                <a:lnTo>
                  <a:pt x="8" y="513"/>
                </a:lnTo>
                <a:moveTo>
                  <a:pt x="8" y="641"/>
                </a:moveTo>
                <a:lnTo>
                  <a:pt x="8" y="705"/>
                </a:lnTo>
                <a:lnTo>
                  <a:pt x="0" y="705"/>
                </a:lnTo>
                <a:lnTo>
                  <a:pt x="0" y="641"/>
                </a:lnTo>
                <a:lnTo>
                  <a:pt x="8" y="641"/>
                </a:lnTo>
                <a:moveTo>
                  <a:pt x="8" y="769"/>
                </a:moveTo>
                <a:lnTo>
                  <a:pt x="8" y="833"/>
                </a:lnTo>
                <a:lnTo>
                  <a:pt x="0" y="833"/>
                </a:lnTo>
                <a:lnTo>
                  <a:pt x="0" y="769"/>
                </a:lnTo>
                <a:lnTo>
                  <a:pt x="8" y="769"/>
                </a:lnTo>
                <a:moveTo>
                  <a:pt x="8" y="897"/>
                </a:moveTo>
                <a:lnTo>
                  <a:pt x="8" y="961"/>
                </a:lnTo>
                <a:lnTo>
                  <a:pt x="0" y="961"/>
                </a:lnTo>
                <a:lnTo>
                  <a:pt x="0" y="897"/>
                </a:lnTo>
                <a:lnTo>
                  <a:pt x="8" y="897"/>
                </a:lnTo>
                <a:moveTo>
                  <a:pt x="8" y="1026"/>
                </a:moveTo>
                <a:lnTo>
                  <a:pt x="8" y="1090"/>
                </a:lnTo>
                <a:lnTo>
                  <a:pt x="0" y="1090"/>
                </a:lnTo>
                <a:lnTo>
                  <a:pt x="0" y="1026"/>
                </a:lnTo>
                <a:lnTo>
                  <a:pt x="8" y="1026"/>
                </a:lnTo>
                <a:moveTo>
                  <a:pt x="8" y="1154"/>
                </a:moveTo>
                <a:lnTo>
                  <a:pt x="8" y="1218"/>
                </a:lnTo>
                <a:lnTo>
                  <a:pt x="0" y="1218"/>
                </a:lnTo>
                <a:lnTo>
                  <a:pt x="0" y="1154"/>
                </a:lnTo>
                <a:lnTo>
                  <a:pt x="8" y="1154"/>
                </a:lnTo>
                <a:moveTo>
                  <a:pt x="8" y="1282"/>
                </a:moveTo>
                <a:lnTo>
                  <a:pt x="8" y="1346"/>
                </a:lnTo>
                <a:lnTo>
                  <a:pt x="0" y="1346"/>
                </a:lnTo>
                <a:lnTo>
                  <a:pt x="0" y="1282"/>
                </a:lnTo>
                <a:lnTo>
                  <a:pt x="8" y="1282"/>
                </a:lnTo>
                <a:moveTo>
                  <a:pt x="8" y="1410"/>
                </a:moveTo>
                <a:lnTo>
                  <a:pt x="8" y="1474"/>
                </a:lnTo>
                <a:lnTo>
                  <a:pt x="0" y="1474"/>
                </a:lnTo>
                <a:lnTo>
                  <a:pt x="0" y="1410"/>
                </a:lnTo>
                <a:lnTo>
                  <a:pt x="8" y="1410"/>
                </a:lnTo>
                <a:moveTo>
                  <a:pt x="8" y="1538"/>
                </a:moveTo>
                <a:lnTo>
                  <a:pt x="8" y="1602"/>
                </a:lnTo>
                <a:lnTo>
                  <a:pt x="0" y="1602"/>
                </a:lnTo>
                <a:lnTo>
                  <a:pt x="0" y="1538"/>
                </a:lnTo>
                <a:lnTo>
                  <a:pt x="8" y="1538"/>
                </a:lnTo>
                <a:moveTo>
                  <a:pt x="8" y="1667"/>
                </a:moveTo>
                <a:lnTo>
                  <a:pt x="8" y="1731"/>
                </a:lnTo>
                <a:lnTo>
                  <a:pt x="0" y="1731"/>
                </a:lnTo>
                <a:lnTo>
                  <a:pt x="0" y="1667"/>
                </a:lnTo>
                <a:lnTo>
                  <a:pt x="8" y="1667"/>
                </a:lnTo>
                <a:moveTo>
                  <a:pt x="8" y="1795"/>
                </a:moveTo>
                <a:lnTo>
                  <a:pt x="8" y="1859"/>
                </a:lnTo>
                <a:lnTo>
                  <a:pt x="0" y="1859"/>
                </a:lnTo>
                <a:lnTo>
                  <a:pt x="0" y="1795"/>
                </a:lnTo>
                <a:lnTo>
                  <a:pt x="8" y="1795"/>
                </a:lnTo>
                <a:moveTo>
                  <a:pt x="8" y="1923"/>
                </a:moveTo>
                <a:lnTo>
                  <a:pt x="8" y="1987"/>
                </a:lnTo>
                <a:lnTo>
                  <a:pt x="0" y="1987"/>
                </a:lnTo>
                <a:lnTo>
                  <a:pt x="0" y="1923"/>
                </a:lnTo>
                <a:lnTo>
                  <a:pt x="8" y="1923"/>
                </a:lnTo>
                <a:moveTo>
                  <a:pt x="8" y="2051"/>
                </a:moveTo>
                <a:lnTo>
                  <a:pt x="8" y="2115"/>
                </a:lnTo>
                <a:lnTo>
                  <a:pt x="0" y="2115"/>
                </a:lnTo>
                <a:lnTo>
                  <a:pt x="0" y="2051"/>
                </a:lnTo>
                <a:lnTo>
                  <a:pt x="8" y="2051"/>
                </a:lnTo>
                <a:moveTo>
                  <a:pt x="8" y="2179"/>
                </a:moveTo>
                <a:lnTo>
                  <a:pt x="8" y="2244"/>
                </a:lnTo>
                <a:lnTo>
                  <a:pt x="0" y="2244"/>
                </a:lnTo>
                <a:lnTo>
                  <a:pt x="0" y="2179"/>
                </a:lnTo>
                <a:lnTo>
                  <a:pt x="8" y="2179"/>
                </a:lnTo>
                <a:moveTo>
                  <a:pt x="8" y="2308"/>
                </a:moveTo>
                <a:lnTo>
                  <a:pt x="8" y="2372"/>
                </a:lnTo>
                <a:lnTo>
                  <a:pt x="0" y="2372"/>
                </a:lnTo>
                <a:lnTo>
                  <a:pt x="0" y="2308"/>
                </a:lnTo>
                <a:lnTo>
                  <a:pt x="8" y="2308"/>
                </a:lnTo>
                <a:moveTo>
                  <a:pt x="8" y="2436"/>
                </a:moveTo>
                <a:lnTo>
                  <a:pt x="8" y="2500"/>
                </a:lnTo>
                <a:lnTo>
                  <a:pt x="0" y="2500"/>
                </a:lnTo>
                <a:lnTo>
                  <a:pt x="0" y="2436"/>
                </a:lnTo>
                <a:lnTo>
                  <a:pt x="8" y="2436"/>
                </a:lnTo>
                <a:moveTo>
                  <a:pt x="8" y="2564"/>
                </a:moveTo>
                <a:lnTo>
                  <a:pt x="8" y="2628"/>
                </a:lnTo>
                <a:lnTo>
                  <a:pt x="0" y="2628"/>
                </a:lnTo>
                <a:lnTo>
                  <a:pt x="0" y="2564"/>
                </a:lnTo>
                <a:lnTo>
                  <a:pt x="8" y="2564"/>
                </a:lnTo>
                <a:moveTo>
                  <a:pt x="8" y="2692"/>
                </a:moveTo>
                <a:lnTo>
                  <a:pt x="8" y="2756"/>
                </a:lnTo>
                <a:lnTo>
                  <a:pt x="0" y="2756"/>
                </a:lnTo>
                <a:lnTo>
                  <a:pt x="0" y="2692"/>
                </a:lnTo>
                <a:lnTo>
                  <a:pt x="8" y="2692"/>
                </a:lnTo>
                <a:moveTo>
                  <a:pt x="8" y="2820"/>
                </a:moveTo>
                <a:lnTo>
                  <a:pt x="8" y="2885"/>
                </a:lnTo>
                <a:lnTo>
                  <a:pt x="0" y="2885"/>
                </a:lnTo>
                <a:lnTo>
                  <a:pt x="0" y="2820"/>
                </a:lnTo>
                <a:lnTo>
                  <a:pt x="8" y="2820"/>
                </a:lnTo>
                <a:moveTo>
                  <a:pt x="8" y="2949"/>
                </a:moveTo>
                <a:lnTo>
                  <a:pt x="8" y="3013"/>
                </a:lnTo>
                <a:lnTo>
                  <a:pt x="0" y="3013"/>
                </a:lnTo>
                <a:lnTo>
                  <a:pt x="0" y="2949"/>
                </a:lnTo>
                <a:lnTo>
                  <a:pt x="8" y="2949"/>
                </a:lnTo>
                <a:moveTo>
                  <a:pt x="8" y="3077"/>
                </a:moveTo>
                <a:lnTo>
                  <a:pt x="8" y="3141"/>
                </a:lnTo>
                <a:lnTo>
                  <a:pt x="0" y="3141"/>
                </a:lnTo>
                <a:lnTo>
                  <a:pt x="0" y="3077"/>
                </a:lnTo>
                <a:lnTo>
                  <a:pt x="8" y="3077"/>
                </a:lnTo>
                <a:moveTo>
                  <a:pt x="8" y="3205"/>
                </a:moveTo>
                <a:lnTo>
                  <a:pt x="8" y="3269"/>
                </a:lnTo>
                <a:lnTo>
                  <a:pt x="0" y="3269"/>
                </a:lnTo>
                <a:lnTo>
                  <a:pt x="0" y="3205"/>
                </a:lnTo>
                <a:lnTo>
                  <a:pt x="8" y="3205"/>
                </a:lnTo>
                <a:moveTo>
                  <a:pt x="8" y="3333"/>
                </a:moveTo>
                <a:lnTo>
                  <a:pt x="8" y="3397"/>
                </a:lnTo>
                <a:lnTo>
                  <a:pt x="0" y="3397"/>
                </a:lnTo>
                <a:lnTo>
                  <a:pt x="0" y="3333"/>
                </a:lnTo>
                <a:lnTo>
                  <a:pt x="8" y="3333"/>
                </a:lnTo>
                <a:moveTo>
                  <a:pt x="8" y="3462"/>
                </a:moveTo>
                <a:lnTo>
                  <a:pt x="8" y="3526"/>
                </a:lnTo>
                <a:lnTo>
                  <a:pt x="0" y="3526"/>
                </a:lnTo>
                <a:lnTo>
                  <a:pt x="0" y="3462"/>
                </a:lnTo>
                <a:lnTo>
                  <a:pt x="8" y="3462"/>
                </a:lnTo>
                <a:moveTo>
                  <a:pt x="8" y="3590"/>
                </a:moveTo>
                <a:lnTo>
                  <a:pt x="8" y="3654"/>
                </a:lnTo>
                <a:lnTo>
                  <a:pt x="0" y="3654"/>
                </a:lnTo>
                <a:lnTo>
                  <a:pt x="0" y="3590"/>
                </a:lnTo>
                <a:lnTo>
                  <a:pt x="8" y="3590"/>
                </a:lnTo>
                <a:moveTo>
                  <a:pt x="8" y="3718"/>
                </a:moveTo>
                <a:lnTo>
                  <a:pt x="8" y="3782"/>
                </a:lnTo>
                <a:lnTo>
                  <a:pt x="0" y="3782"/>
                </a:lnTo>
                <a:lnTo>
                  <a:pt x="0" y="3718"/>
                </a:lnTo>
                <a:lnTo>
                  <a:pt x="8" y="3718"/>
                </a:lnTo>
                <a:moveTo>
                  <a:pt x="8" y="3846"/>
                </a:moveTo>
                <a:lnTo>
                  <a:pt x="8" y="3910"/>
                </a:lnTo>
                <a:lnTo>
                  <a:pt x="0" y="3910"/>
                </a:lnTo>
                <a:lnTo>
                  <a:pt x="0" y="3846"/>
                </a:lnTo>
                <a:lnTo>
                  <a:pt x="8" y="3846"/>
                </a:lnTo>
                <a:moveTo>
                  <a:pt x="8" y="3974"/>
                </a:moveTo>
                <a:lnTo>
                  <a:pt x="8" y="4039"/>
                </a:lnTo>
                <a:lnTo>
                  <a:pt x="0" y="4039"/>
                </a:lnTo>
                <a:lnTo>
                  <a:pt x="0" y="3974"/>
                </a:lnTo>
                <a:lnTo>
                  <a:pt x="8" y="3974"/>
                </a:lnTo>
                <a:moveTo>
                  <a:pt x="8" y="4103"/>
                </a:moveTo>
                <a:lnTo>
                  <a:pt x="8" y="4167"/>
                </a:lnTo>
                <a:lnTo>
                  <a:pt x="0" y="4167"/>
                </a:lnTo>
                <a:lnTo>
                  <a:pt x="0" y="4103"/>
                </a:lnTo>
                <a:lnTo>
                  <a:pt x="8" y="4103"/>
                </a:lnTo>
                <a:moveTo>
                  <a:pt x="8" y="4231"/>
                </a:moveTo>
                <a:lnTo>
                  <a:pt x="8" y="4295"/>
                </a:lnTo>
                <a:lnTo>
                  <a:pt x="0" y="4295"/>
                </a:lnTo>
                <a:lnTo>
                  <a:pt x="0" y="4231"/>
                </a:lnTo>
                <a:lnTo>
                  <a:pt x="8" y="4231"/>
                </a:lnTo>
                <a:moveTo>
                  <a:pt x="8" y="4359"/>
                </a:moveTo>
                <a:lnTo>
                  <a:pt x="8" y="4423"/>
                </a:lnTo>
                <a:lnTo>
                  <a:pt x="0" y="4423"/>
                </a:lnTo>
                <a:lnTo>
                  <a:pt x="0" y="4359"/>
                </a:lnTo>
                <a:lnTo>
                  <a:pt x="8" y="4359"/>
                </a:lnTo>
                <a:moveTo>
                  <a:pt x="8" y="4487"/>
                </a:moveTo>
                <a:lnTo>
                  <a:pt x="8" y="4551"/>
                </a:lnTo>
                <a:lnTo>
                  <a:pt x="0" y="4551"/>
                </a:lnTo>
                <a:lnTo>
                  <a:pt x="0" y="4487"/>
                </a:lnTo>
                <a:lnTo>
                  <a:pt x="8" y="4487"/>
                </a:lnTo>
                <a:moveTo>
                  <a:pt x="8" y="4615"/>
                </a:moveTo>
                <a:lnTo>
                  <a:pt x="8" y="4680"/>
                </a:lnTo>
                <a:lnTo>
                  <a:pt x="0" y="4680"/>
                </a:lnTo>
                <a:lnTo>
                  <a:pt x="0" y="4615"/>
                </a:lnTo>
                <a:lnTo>
                  <a:pt x="8" y="4615"/>
                </a:lnTo>
                <a:moveTo>
                  <a:pt x="8" y="4744"/>
                </a:moveTo>
                <a:lnTo>
                  <a:pt x="8" y="4808"/>
                </a:lnTo>
                <a:lnTo>
                  <a:pt x="0" y="4808"/>
                </a:lnTo>
                <a:lnTo>
                  <a:pt x="0" y="4744"/>
                </a:lnTo>
                <a:lnTo>
                  <a:pt x="8" y="4744"/>
                </a:lnTo>
                <a:moveTo>
                  <a:pt x="8" y="4872"/>
                </a:moveTo>
                <a:lnTo>
                  <a:pt x="8" y="4936"/>
                </a:lnTo>
                <a:lnTo>
                  <a:pt x="0" y="4936"/>
                </a:lnTo>
                <a:lnTo>
                  <a:pt x="0" y="4872"/>
                </a:lnTo>
                <a:lnTo>
                  <a:pt x="8" y="4872"/>
                </a:lnTo>
                <a:moveTo>
                  <a:pt x="8" y="5000"/>
                </a:moveTo>
                <a:lnTo>
                  <a:pt x="8" y="5064"/>
                </a:lnTo>
                <a:lnTo>
                  <a:pt x="0" y="5064"/>
                </a:lnTo>
                <a:lnTo>
                  <a:pt x="0" y="5000"/>
                </a:lnTo>
                <a:lnTo>
                  <a:pt x="8" y="5000"/>
                </a:lnTo>
                <a:moveTo>
                  <a:pt x="8" y="5128"/>
                </a:moveTo>
                <a:lnTo>
                  <a:pt x="8" y="5192"/>
                </a:lnTo>
                <a:lnTo>
                  <a:pt x="0" y="5192"/>
                </a:lnTo>
                <a:lnTo>
                  <a:pt x="0" y="5128"/>
                </a:lnTo>
                <a:lnTo>
                  <a:pt x="8" y="5128"/>
                </a:lnTo>
                <a:moveTo>
                  <a:pt x="8" y="5257"/>
                </a:moveTo>
                <a:lnTo>
                  <a:pt x="8" y="5321"/>
                </a:lnTo>
                <a:lnTo>
                  <a:pt x="0" y="5321"/>
                </a:lnTo>
                <a:lnTo>
                  <a:pt x="0" y="5257"/>
                </a:lnTo>
                <a:lnTo>
                  <a:pt x="8" y="5257"/>
                </a:lnTo>
                <a:moveTo>
                  <a:pt x="8" y="5385"/>
                </a:moveTo>
                <a:lnTo>
                  <a:pt x="8" y="5449"/>
                </a:lnTo>
                <a:lnTo>
                  <a:pt x="0" y="5449"/>
                </a:lnTo>
                <a:lnTo>
                  <a:pt x="0" y="5385"/>
                </a:lnTo>
                <a:lnTo>
                  <a:pt x="8" y="5385"/>
                </a:lnTo>
                <a:moveTo>
                  <a:pt x="8" y="5513"/>
                </a:moveTo>
                <a:lnTo>
                  <a:pt x="8" y="5577"/>
                </a:lnTo>
                <a:lnTo>
                  <a:pt x="0" y="5577"/>
                </a:lnTo>
                <a:lnTo>
                  <a:pt x="0" y="5513"/>
                </a:lnTo>
                <a:lnTo>
                  <a:pt x="8" y="5513"/>
                </a:lnTo>
                <a:moveTo>
                  <a:pt x="8" y="5641"/>
                </a:moveTo>
                <a:lnTo>
                  <a:pt x="8" y="5705"/>
                </a:lnTo>
                <a:lnTo>
                  <a:pt x="0" y="5705"/>
                </a:lnTo>
                <a:lnTo>
                  <a:pt x="0" y="5641"/>
                </a:lnTo>
                <a:lnTo>
                  <a:pt x="8" y="5641"/>
                </a:lnTo>
                <a:moveTo>
                  <a:pt x="8" y="5769"/>
                </a:moveTo>
                <a:lnTo>
                  <a:pt x="8" y="5833"/>
                </a:lnTo>
                <a:lnTo>
                  <a:pt x="0" y="5833"/>
                </a:lnTo>
                <a:lnTo>
                  <a:pt x="0" y="5769"/>
                </a:lnTo>
                <a:lnTo>
                  <a:pt x="8" y="5769"/>
                </a:lnTo>
                <a:moveTo>
                  <a:pt x="8" y="5898"/>
                </a:moveTo>
                <a:lnTo>
                  <a:pt x="8" y="5962"/>
                </a:lnTo>
                <a:lnTo>
                  <a:pt x="0" y="5962"/>
                </a:lnTo>
                <a:lnTo>
                  <a:pt x="0" y="5898"/>
                </a:lnTo>
                <a:lnTo>
                  <a:pt x="8" y="5898"/>
                </a:lnTo>
                <a:moveTo>
                  <a:pt x="8" y="6026"/>
                </a:moveTo>
                <a:lnTo>
                  <a:pt x="8" y="6090"/>
                </a:lnTo>
                <a:lnTo>
                  <a:pt x="0" y="6090"/>
                </a:lnTo>
                <a:lnTo>
                  <a:pt x="0" y="6026"/>
                </a:lnTo>
                <a:lnTo>
                  <a:pt x="8" y="6026"/>
                </a:lnTo>
                <a:moveTo>
                  <a:pt x="8" y="6154"/>
                </a:moveTo>
                <a:lnTo>
                  <a:pt x="8" y="6218"/>
                </a:lnTo>
                <a:lnTo>
                  <a:pt x="0" y="6218"/>
                </a:lnTo>
                <a:lnTo>
                  <a:pt x="0" y="6154"/>
                </a:lnTo>
                <a:lnTo>
                  <a:pt x="8" y="6154"/>
                </a:lnTo>
                <a:moveTo>
                  <a:pt x="8" y="6282"/>
                </a:moveTo>
                <a:lnTo>
                  <a:pt x="8" y="6346"/>
                </a:lnTo>
                <a:lnTo>
                  <a:pt x="0" y="6346"/>
                </a:lnTo>
                <a:lnTo>
                  <a:pt x="0" y="6282"/>
                </a:lnTo>
                <a:lnTo>
                  <a:pt x="8" y="6282"/>
                </a:lnTo>
                <a:moveTo>
                  <a:pt x="8" y="6410"/>
                </a:moveTo>
                <a:lnTo>
                  <a:pt x="8" y="6475"/>
                </a:lnTo>
                <a:lnTo>
                  <a:pt x="0" y="6475"/>
                </a:lnTo>
                <a:lnTo>
                  <a:pt x="0" y="6410"/>
                </a:lnTo>
                <a:lnTo>
                  <a:pt x="8" y="6410"/>
                </a:lnTo>
                <a:moveTo>
                  <a:pt x="8" y="6539"/>
                </a:moveTo>
                <a:lnTo>
                  <a:pt x="8" y="6603"/>
                </a:lnTo>
                <a:lnTo>
                  <a:pt x="0" y="6603"/>
                </a:lnTo>
                <a:lnTo>
                  <a:pt x="0" y="6539"/>
                </a:lnTo>
                <a:lnTo>
                  <a:pt x="8" y="6539"/>
                </a:lnTo>
                <a:moveTo>
                  <a:pt x="8" y="6667"/>
                </a:moveTo>
                <a:lnTo>
                  <a:pt x="8" y="6731"/>
                </a:lnTo>
                <a:lnTo>
                  <a:pt x="0" y="6731"/>
                </a:lnTo>
                <a:lnTo>
                  <a:pt x="0" y="6667"/>
                </a:lnTo>
                <a:lnTo>
                  <a:pt x="8" y="6667"/>
                </a:lnTo>
                <a:moveTo>
                  <a:pt x="8" y="6795"/>
                </a:moveTo>
                <a:lnTo>
                  <a:pt x="8" y="6859"/>
                </a:lnTo>
                <a:lnTo>
                  <a:pt x="0" y="6859"/>
                </a:lnTo>
                <a:lnTo>
                  <a:pt x="0" y="6795"/>
                </a:lnTo>
                <a:lnTo>
                  <a:pt x="8" y="6795"/>
                </a:lnTo>
                <a:moveTo>
                  <a:pt x="8" y="6923"/>
                </a:moveTo>
                <a:lnTo>
                  <a:pt x="8" y="6987"/>
                </a:lnTo>
                <a:lnTo>
                  <a:pt x="0" y="6987"/>
                </a:lnTo>
                <a:lnTo>
                  <a:pt x="0" y="6923"/>
                </a:lnTo>
                <a:lnTo>
                  <a:pt x="8" y="6923"/>
                </a:lnTo>
                <a:moveTo>
                  <a:pt x="8" y="7051"/>
                </a:moveTo>
                <a:lnTo>
                  <a:pt x="8" y="7116"/>
                </a:lnTo>
                <a:lnTo>
                  <a:pt x="0" y="7116"/>
                </a:lnTo>
                <a:lnTo>
                  <a:pt x="0" y="7051"/>
                </a:lnTo>
                <a:lnTo>
                  <a:pt x="8" y="7051"/>
                </a:lnTo>
                <a:moveTo>
                  <a:pt x="8" y="7180"/>
                </a:moveTo>
                <a:lnTo>
                  <a:pt x="8" y="7244"/>
                </a:lnTo>
                <a:lnTo>
                  <a:pt x="0" y="7244"/>
                </a:lnTo>
                <a:lnTo>
                  <a:pt x="0" y="7180"/>
                </a:lnTo>
                <a:lnTo>
                  <a:pt x="8" y="7180"/>
                </a:lnTo>
                <a:moveTo>
                  <a:pt x="8" y="7308"/>
                </a:moveTo>
                <a:lnTo>
                  <a:pt x="8" y="7372"/>
                </a:lnTo>
                <a:lnTo>
                  <a:pt x="0" y="7372"/>
                </a:lnTo>
                <a:lnTo>
                  <a:pt x="0" y="7308"/>
                </a:lnTo>
                <a:lnTo>
                  <a:pt x="8" y="7308"/>
                </a:lnTo>
                <a:moveTo>
                  <a:pt x="8" y="7436"/>
                </a:moveTo>
                <a:lnTo>
                  <a:pt x="8" y="7500"/>
                </a:lnTo>
                <a:lnTo>
                  <a:pt x="0" y="7500"/>
                </a:lnTo>
                <a:lnTo>
                  <a:pt x="0" y="7436"/>
                </a:lnTo>
                <a:lnTo>
                  <a:pt x="8" y="7436"/>
                </a:lnTo>
                <a:moveTo>
                  <a:pt x="8" y="7564"/>
                </a:moveTo>
                <a:lnTo>
                  <a:pt x="8" y="7628"/>
                </a:lnTo>
                <a:lnTo>
                  <a:pt x="0" y="7628"/>
                </a:lnTo>
                <a:lnTo>
                  <a:pt x="0" y="7564"/>
                </a:lnTo>
                <a:lnTo>
                  <a:pt x="8" y="7564"/>
                </a:lnTo>
                <a:moveTo>
                  <a:pt x="8" y="7693"/>
                </a:moveTo>
                <a:lnTo>
                  <a:pt x="8" y="7758"/>
                </a:lnTo>
                <a:lnTo>
                  <a:pt x="0" y="7758"/>
                </a:lnTo>
                <a:lnTo>
                  <a:pt x="0" y="7693"/>
                </a:lnTo>
                <a:lnTo>
                  <a:pt x="8" y="7693"/>
                </a:lnTo>
                <a:moveTo>
                  <a:pt x="8" y="7822"/>
                </a:moveTo>
                <a:lnTo>
                  <a:pt x="8" y="7886"/>
                </a:lnTo>
                <a:lnTo>
                  <a:pt x="0" y="7886"/>
                </a:lnTo>
                <a:lnTo>
                  <a:pt x="0" y="7822"/>
                </a:lnTo>
                <a:lnTo>
                  <a:pt x="8" y="7822"/>
                </a:lnTo>
                <a:moveTo>
                  <a:pt x="8" y="7950"/>
                </a:moveTo>
                <a:lnTo>
                  <a:pt x="8" y="8014"/>
                </a:lnTo>
                <a:lnTo>
                  <a:pt x="0" y="8014"/>
                </a:lnTo>
                <a:lnTo>
                  <a:pt x="0" y="7950"/>
                </a:lnTo>
                <a:lnTo>
                  <a:pt x="8" y="7950"/>
                </a:lnTo>
                <a:moveTo>
                  <a:pt x="8" y="8078"/>
                </a:moveTo>
                <a:lnTo>
                  <a:pt x="8" y="8142"/>
                </a:lnTo>
                <a:lnTo>
                  <a:pt x="0" y="8142"/>
                </a:lnTo>
                <a:lnTo>
                  <a:pt x="0" y="8078"/>
                </a:lnTo>
                <a:lnTo>
                  <a:pt x="8" y="8078"/>
                </a:lnTo>
                <a:moveTo>
                  <a:pt x="8" y="8206"/>
                </a:moveTo>
                <a:lnTo>
                  <a:pt x="8" y="8271"/>
                </a:lnTo>
                <a:lnTo>
                  <a:pt x="0" y="8271"/>
                </a:lnTo>
                <a:lnTo>
                  <a:pt x="0" y="8206"/>
                </a:lnTo>
                <a:lnTo>
                  <a:pt x="8" y="8206"/>
                </a:lnTo>
                <a:moveTo>
                  <a:pt x="8" y="8335"/>
                </a:moveTo>
                <a:lnTo>
                  <a:pt x="8" y="8399"/>
                </a:lnTo>
                <a:lnTo>
                  <a:pt x="0" y="8399"/>
                </a:lnTo>
                <a:lnTo>
                  <a:pt x="0" y="8335"/>
                </a:lnTo>
                <a:lnTo>
                  <a:pt x="8" y="8335"/>
                </a:lnTo>
                <a:moveTo>
                  <a:pt x="8" y="8463"/>
                </a:moveTo>
                <a:lnTo>
                  <a:pt x="8" y="8527"/>
                </a:lnTo>
                <a:lnTo>
                  <a:pt x="0" y="8527"/>
                </a:lnTo>
                <a:lnTo>
                  <a:pt x="0" y="8463"/>
                </a:lnTo>
                <a:lnTo>
                  <a:pt x="8" y="8463"/>
                </a:lnTo>
                <a:moveTo>
                  <a:pt x="8" y="8591"/>
                </a:moveTo>
                <a:lnTo>
                  <a:pt x="8" y="8655"/>
                </a:lnTo>
                <a:lnTo>
                  <a:pt x="0" y="8655"/>
                </a:lnTo>
                <a:lnTo>
                  <a:pt x="0" y="8591"/>
                </a:lnTo>
                <a:lnTo>
                  <a:pt x="8" y="8591"/>
                </a:lnTo>
                <a:moveTo>
                  <a:pt x="8" y="8719"/>
                </a:moveTo>
                <a:lnTo>
                  <a:pt x="8" y="8783"/>
                </a:lnTo>
                <a:lnTo>
                  <a:pt x="0" y="8783"/>
                </a:lnTo>
                <a:lnTo>
                  <a:pt x="0" y="8719"/>
                </a:lnTo>
                <a:lnTo>
                  <a:pt x="8" y="8719"/>
                </a:lnTo>
                <a:moveTo>
                  <a:pt x="8" y="8847"/>
                </a:moveTo>
                <a:lnTo>
                  <a:pt x="8" y="8912"/>
                </a:lnTo>
                <a:lnTo>
                  <a:pt x="0" y="8912"/>
                </a:lnTo>
                <a:lnTo>
                  <a:pt x="0" y="8847"/>
                </a:lnTo>
                <a:lnTo>
                  <a:pt x="8" y="8847"/>
                </a:lnTo>
                <a:moveTo>
                  <a:pt x="8" y="8976"/>
                </a:moveTo>
                <a:lnTo>
                  <a:pt x="8" y="9012"/>
                </a:lnTo>
                <a:lnTo>
                  <a:pt x="0" y="9012"/>
                </a:lnTo>
                <a:lnTo>
                  <a:pt x="0" y="8976"/>
                </a:lnTo>
                <a:lnTo>
                  <a:pt x="8" y="8976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66720" y="958680"/>
            <a:ext cx="11682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The ﬂow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758880" y="1907640"/>
            <a:ext cx="221760" cy="81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1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5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861840" y="1625400"/>
            <a:ext cx="74160" cy="74160"/>
          </a:xfrm>
          <a:custGeom>
            <a:avLst/>
            <a:gdLst/>
            <a:ahLst/>
            <a:rect l="0" t="0" r="r" b="b"/>
            <a:pathLst>
              <a:path w="206" h="206">
                <a:moveTo>
                  <a:pt x="206" y="104"/>
                </a:moveTo>
                <a:cubicBezTo>
                  <a:pt x="206" y="117"/>
                  <a:pt x="203" y="130"/>
                  <a:pt x="198" y="143"/>
                </a:cubicBezTo>
                <a:cubicBezTo>
                  <a:pt x="193" y="155"/>
                  <a:pt x="185" y="166"/>
                  <a:pt x="176" y="176"/>
                </a:cubicBezTo>
                <a:cubicBezTo>
                  <a:pt x="165" y="186"/>
                  <a:pt x="154" y="193"/>
                  <a:pt x="141" y="198"/>
                </a:cubicBezTo>
                <a:cubicBezTo>
                  <a:pt x="129" y="204"/>
                  <a:pt x="116" y="206"/>
                  <a:pt x="102" y="206"/>
                </a:cubicBezTo>
                <a:cubicBezTo>
                  <a:pt x="89" y="206"/>
                  <a:pt x="75" y="204"/>
                  <a:pt x="63" y="198"/>
                </a:cubicBezTo>
                <a:cubicBezTo>
                  <a:pt x="50" y="193"/>
                  <a:pt x="39" y="186"/>
                  <a:pt x="30" y="176"/>
                </a:cubicBezTo>
                <a:cubicBezTo>
                  <a:pt x="20" y="166"/>
                  <a:pt x="13" y="155"/>
                  <a:pt x="7" y="143"/>
                </a:cubicBezTo>
                <a:cubicBezTo>
                  <a:pt x="2" y="130"/>
                  <a:pt x="0" y="117"/>
                  <a:pt x="0" y="104"/>
                </a:cubicBezTo>
                <a:cubicBezTo>
                  <a:pt x="0" y="89"/>
                  <a:pt x="2" y="76"/>
                  <a:pt x="7" y="63"/>
                </a:cubicBezTo>
                <a:cubicBezTo>
                  <a:pt x="13" y="51"/>
                  <a:pt x="20" y="40"/>
                  <a:pt x="30" y="30"/>
                </a:cubicBezTo>
                <a:cubicBezTo>
                  <a:pt x="39" y="20"/>
                  <a:pt x="50" y="13"/>
                  <a:pt x="63" y="8"/>
                </a:cubicBezTo>
                <a:cubicBezTo>
                  <a:pt x="75" y="3"/>
                  <a:pt x="89" y="0"/>
                  <a:pt x="102" y="0"/>
                </a:cubicBezTo>
                <a:cubicBezTo>
                  <a:pt x="116" y="0"/>
                  <a:pt x="129" y="3"/>
                  <a:pt x="141" y="8"/>
                </a:cubicBezTo>
                <a:cubicBezTo>
                  <a:pt x="154" y="13"/>
                  <a:pt x="165" y="20"/>
                  <a:pt x="176" y="30"/>
                </a:cubicBezTo>
                <a:cubicBezTo>
                  <a:pt x="185" y="40"/>
                  <a:pt x="193" y="51"/>
                  <a:pt x="198" y="63"/>
                </a:cubicBezTo>
                <a:cubicBezTo>
                  <a:pt x="203" y="76"/>
                  <a:pt x="206" y="89"/>
                  <a:pt x="206" y="104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861840" y="1625400"/>
            <a:ext cx="74160" cy="74160"/>
          </a:xfrm>
          <a:custGeom>
            <a:avLst/>
            <a:gdLst/>
            <a:ahLst/>
            <a:rect l="0" t="0" r="r" b="b"/>
            <a:pathLst>
              <a:path w="206" h="206">
                <a:moveTo>
                  <a:pt x="206" y="104"/>
                </a:moveTo>
                <a:cubicBezTo>
                  <a:pt x="206" y="117"/>
                  <a:pt x="203" y="130"/>
                  <a:pt x="198" y="143"/>
                </a:cubicBezTo>
                <a:cubicBezTo>
                  <a:pt x="193" y="155"/>
                  <a:pt x="185" y="166"/>
                  <a:pt x="176" y="176"/>
                </a:cubicBezTo>
                <a:cubicBezTo>
                  <a:pt x="165" y="186"/>
                  <a:pt x="154" y="193"/>
                  <a:pt x="141" y="198"/>
                </a:cubicBezTo>
                <a:cubicBezTo>
                  <a:pt x="129" y="204"/>
                  <a:pt x="116" y="206"/>
                  <a:pt x="102" y="206"/>
                </a:cubicBezTo>
                <a:cubicBezTo>
                  <a:pt x="89" y="206"/>
                  <a:pt x="75" y="204"/>
                  <a:pt x="63" y="198"/>
                </a:cubicBezTo>
                <a:cubicBezTo>
                  <a:pt x="50" y="193"/>
                  <a:pt x="39" y="186"/>
                  <a:pt x="30" y="176"/>
                </a:cubicBezTo>
                <a:cubicBezTo>
                  <a:pt x="20" y="166"/>
                  <a:pt x="13" y="155"/>
                  <a:pt x="7" y="143"/>
                </a:cubicBezTo>
                <a:cubicBezTo>
                  <a:pt x="2" y="130"/>
                  <a:pt x="0" y="117"/>
                  <a:pt x="0" y="104"/>
                </a:cubicBezTo>
                <a:cubicBezTo>
                  <a:pt x="0" y="89"/>
                  <a:pt x="2" y="76"/>
                  <a:pt x="7" y="63"/>
                </a:cubicBezTo>
                <a:cubicBezTo>
                  <a:pt x="13" y="51"/>
                  <a:pt x="20" y="40"/>
                  <a:pt x="30" y="30"/>
                </a:cubicBezTo>
                <a:cubicBezTo>
                  <a:pt x="39" y="20"/>
                  <a:pt x="50" y="13"/>
                  <a:pt x="63" y="8"/>
                </a:cubicBezTo>
                <a:cubicBezTo>
                  <a:pt x="75" y="3"/>
                  <a:pt x="89" y="0"/>
                  <a:pt x="102" y="0"/>
                </a:cubicBezTo>
                <a:cubicBezTo>
                  <a:pt x="116" y="0"/>
                  <a:pt x="129" y="3"/>
                  <a:pt x="141" y="8"/>
                </a:cubicBezTo>
                <a:cubicBezTo>
                  <a:pt x="154" y="13"/>
                  <a:pt x="165" y="20"/>
                  <a:pt x="176" y="30"/>
                </a:cubicBezTo>
                <a:cubicBezTo>
                  <a:pt x="185" y="40"/>
                  <a:pt x="193" y="51"/>
                  <a:pt x="198" y="63"/>
                </a:cubicBezTo>
                <a:cubicBezTo>
                  <a:pt x="203" y="76"/>
                  <a:pt x="206" y="89"/>
                  <a:pt x="206" y="104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838440" y="1699200"/>
            <a:ext cx="120600" cy="194400"/>
          </a:xfrm>
          <a:custGeom>
            <a:avLst/>
            <a:gdLst/>
            <a:ahLst/>
            <a:rect l="0" t="0" r="r" b="b"/>
            <a:pathLst>
              <a:path fill="none" w="335" h="540">
                <a:moveTo>
                  <a:pt x="167" y="0"/>
                </a:moveTo>
                <a:lnTo>
                  <a:pt x="167" y="346"/>
                </a:lnTo>
                <a:moveTo>
                  <a:pt x="0" y="103"/>
                </a:moveTo>
                <a:lnTo>
                  <a:pt x="335" y="103"/>
                </a:lnTo>
                <a:moveTo>
                  <a:pt x="167" y="346"/>
                </a:moveTo>
                <a:lnTo>
                  <a:pt x="0" y="540"/>
                </a:lnTo>
                <a:moveTo>
                  <a:pt x="167" y="346"/>
                </a:moveTo>
                <a:lnTo>
                  <a:pt x="335" y="540"/>
                </a:lnTo>
              </a:path>
            </a:pathLst>
          </a:custGeom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772560" y="1995840"/>
            <a:ext cx="203400" cy="81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1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5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758880" y="5322960"/>
            <a:ext cx="221760" cy="81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1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5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861840" y="5493600"/>
            <a:ext cx="74160" cy="74160"/>
          </a:xfrm>
          <a:custGeom>
            <a:avLst/>
            <a:gdLst/>
            <a:ahLst/>
            <a:rect l="0" t="0" r="r" b="b"/>
            <a:pathLst>
              <a:path w="206" h="206">
                <a:moveTo>
                  <a:pt x="206" y="104"/>
                </a:moveTo>
                <a:cubicBezTo>
                  <a:pt x="206" y="117"/>
                  <a:pt x="203" y="130"/>
                  <a:pt x="198" y="143"/>
                </a:cubicBezTo>
                <a:cubicBezTo>
                  <a:pt x="193" y="156"/>
                  <a:pt x="185" y="167"/>
                  <a:pt x="176" y="176"/>
                </a:cubicBezTo>
                <a:cubicBezTo>
                  <a:pt x="165" y="186"/>
                  <a:pt x="154" y="193"/>
                  <a:pt x="141" y="199"/>
                </a:cubicBezTo>
                <a:cubicBezTo>
                  <a:pt x="129" y="204"/>
                  <a:pt x="116" y="206"/>
                  <a:pt x="102" y="206"/>
                </a:cubicBezTo>
                <a:cubicBezTo>
                  <a:pt x="89" y="206"/>
                  <a:pt x="75" y="204"/>
                  <a:pt x="63" y="199"/>
                </a:cubicBezTo>
                <a:cubicBezTo>
                  <a:pt x="50" y="193"/>
                  <a:pt x="39" y="186"/>
                  <a:pt x="30" y="176"/>
                </a:cubicBezTo>
                <a:cubicBezTo>
                  <a:pt x="20" y="167"/>
                  <a:pt x="13" y="156"/>
                  <a:pt x="7" y="143"/>
                </a:cubicBezTo>
                <a:cubicBezTo>
                  <a:pt x="2" y="130"/>
                  <a:pt x="0" y="117"/>
                  <a:pt x="0" y="104"/>
                </a:cubicBezTo>
                <a:cubicBezTo>
                  <a:pt x="0" y="90"/>
                  <a:pt x="2" y="77"/>
                  <a:pt x="7" y="65"/>
                </a:cubicBezTo>
                <a:cubicBezTo>
                  <a:pt x="13" y="52"/>
                  <a:pt x="20" y="41"/>
                  <a:pt x="30" y="31"/>
                </a:cubicBezTo>
                <a:cubicBezTo>
                  <a:pt x="39" y="22"/>
                  <a:pt x="50" y="14"/>
                  <a:pt x="63" y="8"/>
                </a:cubicBezTo>
                <a:cubicBezTo>
                  <a:pt x="75" y="3"/>
                  <a:pt x="89" y="0"/>
                  <a:pt x="102" y="0"/>
                </a:cubicBezTo>
                <a:cubicBezTo>
                  <a:pt x="116" y="0"/>
                  <a:pt x="129" y="3"/>
                  <a:pt x="141" y="8"/>
                </a:cubicBezTo>
                <a:cubicBezTo>
                  <a:pt x="154" y="14"/>
                  <a:pt x="165" y="22"/>
                  <a:pt x="176" y="31"/>
                </a:cubicBezTo>
                <a:cubicBezTo>
                  <a:pt x="185" y="41"/>
                  <a:pt x="193" y="52"/>
                  <a:pt x="198" y="65"/>
                </a:cubicBezTo>
                <a:cubicBezTo>
                  <a:pt x="203" y="77"/>
                  <a:pt x="206" y="90"/>
                  <a:pt x="206" y="104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861840" y="5493600"/>
            <a:ext cx="74160" cy="74160"/>
          </a:xfrm>
          <a:custGeom>
            <a:avLst/>
            <a:gdLst/>
            <a:ahLst/>
            <a:rect l="0" t="0" r="r" b="b"/>
            <a:pathLst>
              <a:path w="206" h="206">
                <a:moveTo>
                  <a:pt x="206" y="104"/>
                </a:moveTo>
                <a:cubicBezTo>
                  <a:pt x="206" y="117"/>
                  <a:pt x="203" y="130"/>
                  <a:pt x="198" y="143"/>
                </a:cubicBezTo>
                <a:cubicBezTo>
                  <a:pt x="193" y="156"/>
                  <a:pt x="185" y="167"/>
                  <a:pt x="176" y="176"/>
                </a:cubicBezTo>
                <a:cubicBezTo>
                  <a:pt x="165" y="186"/>
                  <a:pt x="154" y="193"/>
                  <a:pt x="141" y="199"/>
                </a:cubicBezTo>
                <a:cubicBezTo>
                  <a:pt x="129" y="204"/>
                  <a:pt x="116" y="206"/>
                  <a:pt x="102" y="206"/>
                </a:cubicBezTo>
                <a:cubicBezTo>
                  <a:pt x="89" y="206"/>
                  <a:pt x="75" y="204"/>
                  <a:pt x="63" y="199"/>
                </a:cubicBezTo>
                <a:cubicBezTo>
                  <a:pt x="50" y="193"/>
                  <a:pt x="39" y="186"/>
                  <a:pt x="30" y="176"/>
                </a:cubicBezTo>
                <a:cubicBezTo>
                  <a:pt x="20" y="167"/>
                  <a:pt x="13" y="156"/>
                  <a:pt x="7" y="143"/>
                </a:cubicBezTo>
                <a:cubicBezTo>
                  <a:pt x="2" y="130"/>
                  <a:pt x="0" y="117"/>
                  <a:pt x="0" y="104"/>
                </a:cubicBezTo>
                <a:cubicBezTo>
                  <a:pt x="0" y="90"/>
                  <a:pt x="2" y="77"/>
                  <a:pt x="7" y="65"/>
                </a:cubicBezTo>
                <a:cubicBezTo>
                  <a:pt x="13" y="52"/>
                  <a:pt x="20" y="41"/>
                  <a:pt x="30" y="31"/>
                </a:cubicBezTo>
                <a:cubicBezTo>
                  <a:pt x="39" y="22"/>
                  <a:pt x="50" y="14"/>
                  <a:pt x="63" y="8"/>
                </a:cubicBezTo>
                <a:cubicBezTo>
                  <a:pt x="75" y="3"/>
                  <a:pt x="89" y="0"/>
                  <a:pt x="102" y="0"/>
                </a:cubicBezTo>
                <a:cubicBezTo>
                  <a:pt x="116" y="0"/>
                  <a:pt x="129" y="3"/>
                  <a:pt x="141" y="8"/>
                </a:cubicBezTo>
                <a:cubicBezTo>
                  <a:pt x="154" y="14"/>
                  <a:pt x="165" y="22"/>
                  <a:pt x="176" y="31"/>
                </a:cubicBezTo>
                <a:cubicBezTo>
                  <a:pt x="185" y="41"/>
                  <a:pt x="193" y="52"/>
                  <a:pt x="198" y="65"/>
                </a:cubicBezTo>
                <a:cubicBezTo>
                  <a:pt x="203" y="77"/>
                  <a:pt x="206" y="90"/>
                  <a:pt x="206" y="104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838440" y="5567400"/>
            <a:ext cx="120600" cy="194400"/>
          </a:xfrm>
          <a:custGeom>
            <a:avLst/>
            <a:gdLst/>
            <a:ahLst/>
            <a:rect l="0" t="0" r="r" b="b"/>
            <a:pathLst>
              <a:path fill="none" w="335" h="540">
                <a:moveTo>
                  <a:pt x="167" y="0"/>
                </a:moveTo>
                <a:lnTo>
                  <a:pt x="167" y="347"/>
                </a:lnTo>
                <a:moveTo>
                  <a:pt x="0" y="103"/>
                </a:moveTo>
                <a:lnTo>
                  <a:pt x="335" y="103"/>
                </a:lnTo>
                <a:moveTo>
                  <a:pt x="167" y="347"/>
                </a:moveTo>
                <a:lnTo>
                  <a:pt x="0" y="540"/>
                </a:lnTo>
                <a:moveTo>
                  <a:pt x="167" y="347"/>
                </a:moveTo>
                <a:lnTo>
                  <a:pt x="335" y="540"/>
                </a:lnTo>
              </a:path>
            </a:pathLst>
          </a:custGeom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2100240" y="1830960"/>
            <a:ext cx="575280" cy="240840"/>
          </a:xfrm>
          <a:custGeom>
            <a:avLst/>
            <a:gdLst/>
            <a:ahLst/>
            <a:rect l="0" t="0" r="r" b="b"/>
            <a:pathLst>
              <a:path w="1598" h="669">
                <a:moveTo>
                  <a:pt x="32" y="0"/>
                </a:moveTo>
                <a:lnTo>
                  <a:pt x="1566" y="0"/>
                </a:lnTo>
                <a:cubicBezTo>
                  <a:pt x="1575" y="0"/>
                  <a:pt x="1583" y="3"/>
                  <a:pt x="1589" y="9"/>
                </a:cubicBezTo>
                <a:cubicBezTo>
                  <a:pt x="1595" y="15"/>
                  <a:pt x="1598" y="23"/>
                  <a:pt x="1598" y="32"/>
                </a:cubicBezTo>
                <a:lnTo>
                  <a:pt x="1598" y="637"/>
                </a:lnTo>
                <a:cubicBezTo>
                  <a:pt x="1598" y="646"/>
                  <a:pt x="1595" y="653"/>
                  <a:pt x="1589" y="660"/>
                </a:cubicBezTo>
                <a:cubicBezTo>
                  <a:pt x="1583" y="666"/>
                  <a:pt x="1575" y="669"/>
                  <a:pt x="1566" y="669"/>
                </a:cubicBezTo>
                <a:lnTo>
                  <a:pt x="32" y="669"/>
                </a:lnTo>
                <a:cubicBezTo>
                  <a:pt x="23" y="669"/>
                  <a:pt x="15" y="666"/>
                  <a:pt x="9" y="660"/>
                </a:cubicBezTo>
                <a:cubicBezTo>
                  <a:pt x="3" y="653"/>
                  <a:pt x="0" y="646"/>
                  <a:pt x="0" y="6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2100240" y="1830960"/>
            <a:ext cx="575280" cy="240840"/>
          </a:xfrm>
          <a:custGeom>
            <a:avLst/>
            <a:gdLst/>
            <a:ahLst/>
            <a:rect l="0" t="0" r="r" b="b"/>
            <a:pathLst>
              <a:path w="1598" h="669">
                <a:moveTo>
                  <a:pt x="32" y="0"/>
                </a:moveTo>
                <a:lnTo>
                  <a:pt x="1566" y="0"/>
                </a:lnTo>
                <a:cubicBezTo>
                  <a:pt x="1575" y="0"/>
                  <a:pt x="1583" y="3"/>
                  <a:pt x="1589" y="9"/>
                </a:cubicBezTo>
                <a:cubicBezTo>
                  <a:pt x="1595" y="15"/>
                  <a:pt x="1598" y="23"/>
                  <a:pt x="1598" y="32"/>
                </a:cubicBezTo>
                <a:lnTo>
                  <a:pt x="1598" y="637"/>
                </a:lnTo>
                <a:cubicBezTo>
                  <a:pt x="1598" y="646"/>
                  <a:pt x="1595" y="653"/>
                  <a:pt x="1589" y="660"/>
                </a:cubicBezTo>
                <a:cubicBezTo>
                  <a:pt x="1583" y="666"/>
                  <a:pt x="1575" y="669"/>
                  <a:pt x="1566" y="669"/>
                </a:cubicBezTo>
                <a:lnTo>
                  <a:pt x="32" y="669"/>
                </a:lnTo>
                <a:cubicBezTo>
                  <a:pt x="23" y="669"/>
                  <a:pt x="15" y="666"/>
                  <a:pt x="9" y="660"/>
                </a:cubicBezTo>
                <a:cubicBezTo>
                  <a:pt x="3" y="653"/>
                  <a:pt x="0" y="646"/>
                  <a:pt x="0" y="6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772560" y="5411160"/>
            <a:ext cx="203400" cy="81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1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5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2259360" y="1870920"/>
            <a:ext cx="226440" cy="81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10" spc="-1" strike="noStrike">
                <a:solidFill>
                  <a:srgbClr val="001d34"/>
                </a:solidFill>
                <a:latin typeface="Calibri"/>
                <a:ea typeface="Calibri"/>
              </a:rPr>
              <a:t>Provider</a:t>
            </a:r>
            <a:endParaRPr b="0" lang="en-AU" sz="5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2100240" y="5315400"/>
            <a:ext cx="575280" cy="240840"/>
          </a:xfrm>
          <a:custGeom>
            <a:avLst/>
            <a:gdLst/>
            <a:ahLst/>
            <a:rect l="0" t="0" r="r" b="b"/>
            <a:pathLst>
              <a:path w="1598" h="669">
                <a:moveTo>
                  <a:pt x="32" y="0"/>
                </a:moveTo>
                <a:lnTo>
                  <a:pt x="1566" y="0"/>
                </a:lnTo>
                <a:cubicBezTo>
                  <a:pt x="1575" y="0"/>
                  <a:pt x="1583" y="3"/>
                  <a:pt x="1589" y="9"/>
                </a:cubicBezTo>
                <a:cubicBezTo>
                  <a:pt x="1595" y="16"/>
                  <a:pt x="1598" y="23"/>
                  <a:pt x="1598" y="32"/>
                </a:cubicBezTo>
                <a:lnTo>
                  <a:pt x="1598" y="637"/>
                </a:lnTo>
                <a:cubicBezTo>
                  <a:pt x="1598" y="646"/>
                  <a:pt x="1595" y="654"/>
                  <a:pt x="1589" y="660"/>
                </a:cubicBezTo>
                <a:cubicBezTo>
                  <a:pt x="1583" y="666"/>
                  <a:pt x="1575" y="669"/>
                  <a:pt x="1566" y="669"/>
                </a:cubicBezTo>
                <a:lnTo>
                  <a:pt x="32" y="669"/>
                </a:lnTo>
                <a:cubicBezTo>
                  <a:pt x="23" y="669"/>
                  <a:pt x="15" y="666"/>
                  <a:pt x="9" y="660"/>
                </a:cubicBezTo>
                <a:cubicBezTo>
                  <a:pt x="3" y="654"/>
                  <a:pt x="0" y="646"/>
                  <a:pt x="0" y="637"/>
                </a:cubicBezTo>
                <a:lnTo>
                  <a:pt x="0" y="32"/>
                </a:lnTo>
                <a:cubicBezTo>
                  <a:pt x="0" y="23"/>
                  <a:pt x="3" y="16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2100240" y="5315400"/>
            <a:ext cx="575280" cy="240840"/>
          </a:xfrm>
          <a:custGeom>
            <a:avLst/>
            <a:gdLst/>
            <a:ahLst/>
            <a:rect l="0" t="0" r="r" b="b"/>
            <a:pathLst>
              <a:path w="1598" h="669">
                <a:moveTo>
                  <a:pt x="32" y="0"/>
                </a:moveTo>
                <a:lnTo>
                  <a:pt x="1566" y="0"/>
                </a:lnTo>
                <a:cubicBezTo>
                  <a:pt x="1575" y="0"/>
                  <a:pt x="1583" y="3"/>
                  <a:pt x="1589" y="9"/>
                </a:cubicBezTo>
                <a:cubicBezTo>
                  <a:pt x="1595" y="16"/>
                  <a:pt x="1598" y="23"/>
                  <a:pt x="1598" y="32"/>
                </a:cubicBezTo>
                <a:lnTo>
                  <a:pt x="1598" y="637"/>
                </a:lnTo>
                <a:cubicBezTo>
                  <a:pt x="1598" y="646"/>
                  <a:pt x="1595" y="654"/>
                  <a:pt x="1589" y="660"/>
                </a:cubicBezTo>
                <a:cubicBezTo>
                  <a:pt x="1583" y="666"/>
                  <a:pt x="1575" y="669"/>
                  <a:pt x="1566" y="669"/>
                </a:cubicBezTo>
                <a:lnTo>
                  <a:pt x="32" y="669"/>
                </a:lnTo>
                <a:cubicBezTo>
                  <a:pt x="23" y="669"/>
                  <a:pt x="15" y="666"/>
                  <a:pt x="9" y="660"/>
                </a:cubicBezTo>
                <a:cubicBezTo>
                  <a:pt x="3" y="654"/>
                  <a:pt x="0" y="646"/>
                  <a:pt x="0" y="637"/>
                </a:cubicBezTo>
                <a:lnTo>
                  <a:pt x="0" y="32"/>
                </a:lnTo>
                <a:cubicBezTo>
                  <a:pt x="0" y="23"/>
                  <a:pt x="3" y="16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2132640" y="1958760"/>
            <a:ext cx="451800" cy="81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10" spc="-1" strike="noStrike">
                <a:solidFill>
                  <a:srgbClr val="001d34"/>
                </a:solidFill>
                <a:latin typeface="Calibri"/>
                <a:ea typeface="Calibri"/>
              </a:rPr>
              <a:t>Directory (HCPD)</a:t>
            </a:r>
            <a:endParaRPr b="0" lang="en-AU" sz="5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2259360" y="5355360"/>
            <a:ext cx="226440" cy="81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10" spc="-1" strike="noStrike">
                <a:solidFill>
                  <a:srgbClr val="001d34"/>
                </a:solidFill>
                <a:latin typeface="Calibri"/>
                <a:ea typeface="Calibri"/>
              </a:rPr>
              <a:t>Provider</a:t>
            </a:r>
            <a:endParaRPr b="0" lang="en-AU" sz="5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2721600" y="1830960"/>
            <a:ext cx="306360" cy="240840"/>
          </a:xfrm>
          <a:custGeom>
            <a:avLst/>
            <a:gdLst/>
            <a:ahLst/>
            <a:rect l="0" t="0" r="r" b="b"/>
            <a:pathLst>
              <a:path w="851" h="669">
                <a:moveTo>
                  <a:pt x="32" y="0"/>
                </a:moveTo>
                <a:lnTo>
                  <a:pt x="819" y="0"/>
                </a:lnTo>
                <a:cubicBezTo>
                  <a:pt x="828" y="0"/>
                  <a:pt x="836" y="3"/>
                  <a:pt x="842" y="9"/>
                </a:cubicBezTo>
                <a:cubicBezTo>
                  <a:pt x="848" y="15"/>
                  <a:pt x="851" y="23"/>
                  <a:pt x="851" y="32"/>
                </a:cubicBezTo>
                <a:lnTo>
                  <a:pt x="851" y="637"/>
                </a:lnTo>
                <a:cubicBezTo>
                  <a:pt x="851" y="646"/>
                  <a:pt x="848" y="653"/>
                  <a:pt x="842" y="660"/>
                </a:cubicBezTo>
                <a:cubicBezTo>
                  <a:pt x="836" y="666"/>
                  <a:pt x="828" y="669"/>
                  <a:pt x="819" y="669"/>
                </a:cubicBezTo>
                <a:lnTo>
                  <a:pt x="32" y="669"/>
                </a:lnTo>
                <a:cubicBezTo>
                  <a:pt x="23" y="669"/>
                  <a:pt x="15" y="666"/>
                  <a:pt x="9" y="660"/>
                </a:cubicBezTo>
                <a:cubicBezTo>
                  <a:pt x="3" y="653"/>
                  <a:pt x="0" y="646"/>
                  <a:pt x="0" y="6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2721600" y="1830960"/>
            <a:ext cx="306360" cy="240840"/>
          </a:xfrm>
          <a:custGeom>
            <a:avLst/>
            <a:gdLst/>
            <a:ahLst/>
            <a:rect l="0" t="0" r="r" b="b"/>
            <a:pathLst>
              <a:path w="851" h="669">
                <a:moveTo>
                  <a:pt x="32" y="0"/>
                </a:moveTo>
                <a:lnTo>
                  <a:pt x="819" y="0"/>
                </a:lnTo>
                <a:cubicBezTo>
                  <a:pt x="828" y="0"/>
                  <a:pt x="836" y="3"/>
                  <a:pt x="842" y="9"/>
                </a:cubicBezTo>
                <a:cubicBezTo>
                  <a:pt x="848" y="15"/>
                  <a:pt x="851" y="23"/>
                  <a:pt x="851" y="32"/>
                </a:cubicBezTo>
                <a:lnTo>
                  <a:pt x="851" y="637"/>
                </a:lnTo>
                <a:cubicBezTo>
                  <a:pt x="851" y="646"/>
                  <a:pt x="848" y="653"/>
                  <a:pt x="842" y="660"/>
                </a:cubicBezTo>
                <a:cubicBezTo>
                  <a:pt x="836" y="666"/>
                  <a:pt x="828" y="669"/>
                  <a:pt x="819" y="669"/>
                </a:cubicBezTo>
                <a:lnTo>
                  <a:pt x="32" y="669"/>
                </a:lnTo>
                <a:cubicBezTo>
                  <a:pt x="23" y="669"/>
                  <a:pt x="15" y="666"/>
                  <a:pt x="9" y="660"/>
                </a:cubicBezTo>
                <a:cubicBezTo>
                  <a:pt x="3" y="653"/>
                  <a:pt x="0" y="646"/>
                  <a:pt x="0" y="6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2132640" y="5443560"/>
            <a:ext cx="451800" cy="81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10" spc="-1" strike="noStrike">
                <a:solidFill>
                  <a:srgbClr val="001d34"/>
                </a:solidFill>
                <a:latin typeface="Calibri"/>
                <a:ea typeface="Calibri"/>
              </a:rPr>
              <a:t>Directory (HCPD)</a:t>
            </a:r>
            <a:endParaRPr b="0" lang="en-AU" sz="5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2754000" y="1870920"/>
            <a:ext cx="212400" cy="81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1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5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2721600" y="5315400"/>
            <a:ext cx="306360" cy="240840"/>
          </a:xfrm>
          <a:custGeom>
            <a:avLst/>
            <a:gdLst/>
            <a:ahLst/>
            <a:rect l="0" t="0" r="r" b="b"/>
            <a:pathLst>
              <a:path w="851" h="669">
                <a:moveTo>
                  <a:pt x="32" y="0"/>
                </a:moveTo>
                <a:lnTo>
                  <a:pt x="819" y="0"/>
                </a:lnTo>
                <a:cubicBezTo>
                  <a:pt x="828" y="0"/>
                  <a:pt x="836" y="3"/>
                  <a:pt x="842" y="9"/>
                </a:cubicBezTo>
                <a:cubicBezTo>
                  <a:pt x="848" y="16"/>
                  <a:pt x="851" y="23"/>
                  <a:pt x="851" y="32"/>
                </a:cubicBezTo>
                <a:lnTo>
                  <a:pt x="851" y="637"/>
                </a:lnTo>
                <a:cubicBezTo>
                  <a:pt x="851" y="646"/>
                  <a:pt x="848" y="654"/>
                  <a:pt x="842" y="660"/>
                </a:cubicBezTo>
                <a:cubicBezTo>
                  <a:pt x="836" y="666"/>
                  <a:pt x="828" y="669"/>
                  <a:pt x="819" y="669"/>
                </a:cubicBezTo>
                <a:lnTo>
                  <a:pt x="32" y="669"/>
                </a:lnTo>
                <a:cubicBezTo>
                  <a:pt x="23" y="669"/>
                  <a:pt x="15" y="666"/>
                  <a:pt x="9" y="660"/>
                </a:cubicBezTo>
                <a:cubicBezTo>
                  <a:pt x="3" y="654"/>
                  <a:pt x="0" y="646"/>
                  <a:pt x="0" y="637"/>
                </a:cubicBezTo>
                <a:lnTo>
                  <a:pt x="0" y="32"/>
                </a:lnTo>
                <a:cubicBezTo>
                  <a:pt x="0" y="23"/>
                  <a:pt x="3" y="16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2721600" y="5315400"/>
            <a:ext cx="306360" cy="240840"/>
          </a:xfrm>
          <a:custGeom>
            <a:avLst/>
            <a:gdLst/>
            <a:ahLst/>
            <a:rect l="0" t="0" r="r" b="b"/>
            <a:pathLst>
              <a:path w="851" h="669">
                <a:moveTo>
                  <a:pt x="32" y="0"/>
                </a:moveTo>
                <a:lnTo>
                  <a:pt x="819" y="0"/>
                </a:lnTo>
                <a:cubicBezTo>
                  <a:pt x="828" y="0"/>
                  <a:pt x="836" y="3"/>
                  <a:pt x="842" y="9"/>
                </a:cubicBezTo>
                <a:cubicBezTo>
                  <a:pt x="848" y="16"/>
                  <a:pt x="851" y="23"/>
                  <a:pt x="851" y="32"/>
                </a:cubicBezTo>
                <a:lnTo>
                  <a:pt x="851" y="637"/>
                </a:lnTo>
                <a:cubicBezTo>
                  <a:pt x="851" y="646"/>
                  <a:pt x="848" y="654"/>
                  <a:pt x="842" y="660"/>
                </a:cubicBezTo>
                <a:cubicBezTo>
                  <a:pt x="836" y="666"/>
                  <a:pt x="828" y="669"/>
                  <a:pt x="819" y="669"/>
                </a:cubicBezTo>
                <a:lnTo>
                  <a:pt x="32" y="669"/>
                </a:lnTo>
                <a:cubicBezTo>
                  <a:pt x="23" y="669"/>
                  <a:pt x="15" y="666"/>
                  <a:pt x="9" y="660"/>
                </a:cubicBezTo>
                <a:cubicBezTo>
                  <a:pt x="3" y="654"/>
                  <a:pt x="0" y="646"/>
                  <a:pt x="0" y="637"/>
                </a:cubicBezTo>
                <a:lnTo>
                  <a:pt x="0" y="32"/>
                </a:lnTo>
                <a:cubicBezTo>
                  <a:pt x="0" y="23"/>
                  <a:pt x="3" y="16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2777400" y="1958760"/>
            <a:ext cx="185040" cy="81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1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5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2754000" y="5355360"/>
            <a:ext cx="212400" cy="81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1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5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4323600" y="1830960"/>
            <a:ext cx="593640" cy="240840"/>
          </a:xfrm>
          <a:custGeom>
            <a:avLst/>
            <a:gdLst/>
            <a:ahLst/>
            <a:rect l="0" t="0" r="r" b="b"/>
            <a:pathLst>
              <a:path w="1649" h="669">
                <a:moveTo>
                  <a:pt x="32" y="0"/>
                </a:moveTo>
                <a:lnTo>
                  <a:pt x="1617" y="0"/>
                </a:lnTo>
                <a:cubicBezTo>
                  <a:pt x="1626" y="0"/>
                  <a:pt x="1633" y="3"/>
                  <a:pt x="1640" y="9"/>
                </a:cubicBezTo>
                <a:cubicBezTo>
                  <a:pt x="1646" y="15"/>
                  <a:pt x="1649" y="23"/>
                  <a:pt x="1649" y="32"/>
                </a:cubicBezTo>
                <a:lnTo>
                  <a:pt x="1649" y="637"/>
                </a:lnTo>
                <a:cubicBezTo>
                  <a:pt x="1649" y="646"/>
                  <a:pt x="1646" y="653"/>
                  <a:pt x="1640" y="660"/>
                </a:cubicBezTo>
                <a:cubicBezTo>
                  <a:pt x="1633" y="666"/>
                  <a:pt x="1626" y="669"/>
                  <a:pt x="1617" y="669"/>
                </a:cubicBezTo>
                <a:lnTo>
                  <a:pt x="32" y="669"/>
                </a:lnTo>
                <a:cubicBezTo>
                  <a:pt x="23" y="669"/>
                  <a:pt x="16" y="666"/>
                  <a:pt x="9" y="660"/>
                </a:cubicBezTo>
                <a:cubicBezTo>
                  <a:pt x="3" y="653"/>
                  <a:pt x="0" y="646"/>
                  <a:pt x="0" y="6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4323600" y="1830960"/>
            <a:ext cx="593640" cy="240840"/>
          </a:xfrm>
          <a:custGeom>
            <a:avLst/>
            <a:gdLst/>
            <a:ahLst/>
            <a:rect l="0" t="0" r="r" b="b"/>
            <a:pathLst>
              <a:path w="1649" h="669">
                <a:moveTo>
                  <a:pt x="32" y="0"/>
                </a:moveTo>
                <a:lnTo>
                  <a:pt x="1617" y="0"/>
                </a:lnTo>
                <a:cubicBezTo>
                  <a:pt x="1626" y="0"/>
                  <a:pt x="1633" y="3"/>
                  <a:pt x="1640" y="9"/>
                </a:cubicBezTo>
                <a:cubicBezTo>
                  <a:pt x="1646" y="15"/>
                  <a:pt x="1649" y="23"/>
                  <a:pt x="1649" y="32"/>
                </a:cubicBezTo>
                <a:lnTo>
                  <a:pt x="1649" y="637"/>
                </a:lnTo>
                <a:cubicBezTo>
                  <a:pt x="1649" y="646"/>
                  <a:pt x="1646" y="653"/>
                  <a:pt x="1640" y="660"/>
                </a:cubicBezTo>
                <a:cubicBezTo>
                  <a:pt x="1633" y="666"/>
                  <a:pt x="1626" y="669"/>
                  <a:pt x="1617" y="669"/>
                </a:cubicBezTo>
                <a:lnTo>
                  <a:pt x="32" y="669"/>
                </a:lnTo>
                <a:cubicBezTo>
                  <a:pt x="23" y="669"/>
                  <a:pt x="16" y="666"/>
                  <a:pt x="9" y="660"/>
                </a:cubicBezTo>
                <a:cubicBezTo>
                  <a:pt x="3" y="653"/>
                  <a:pt x="0" y="646"/>
                  <a:pt x="0" y="6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2777400" y="5443560"/>
            <a:ext cx="185040" cy="81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1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5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4356000" y="1870920"/>
            <a:ext cx="451800" cy="81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1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5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4323600" y="5315400"/>
            <a:ext cx="593640" cy="240840"/>
          </a:xfrm>
          <a:custGeom>
            <a:avLst/>
            <a:gdLst/>
            <a:ahLst/>
            <a:rect l="0" t="0" r="r" b="b"/>
            <a:pathLst>
              <a:path w="1649" h="669">
                <a:moveTo>
                  <a:pt x="32" y="0"/>
                </a:moveTo>
                <a:lnTo>
                  <a:pt x="1617" y="0"/>
                </a:lnTo>
                <a:cubicBezTo>
                  <a:pt x="1626" y="0"/>
                  <a:pt x="1633" y="3"/>
                  <a:pt x="1640" y="9"/>
                </a:cubicBezTo>
                <a:cubicBezTo>
                  <a:pt x="1646" y="16"/>
                  <a:pt x="1649" y="23"/>
                  <a:pt x="1649" y="32"/>
                </a:cubicBezTo>
                <a:lnTo>
                  <a:pt x="1649" y="637"/>
                </a:lnTo>
                <a:cubicBezTo>
                  <a:pt x="1649" y="646"/>
                  <a:pt x="1646" y="654"/>
                  <a:pt x="1640" y="660"/>
                </a:cubicBezTo>
                <a:cubicBezTo>
                  <a:pt x="1633" y="666"/>
                  <a:pt x="1626" y="669"/>
                  <a:pt x="1617" y="669"/>
                </a:cubicBezTo>
                <a:lnTo>
                  <a:pt x="32" y="669"/>
                </a:lnTo>
                <a:cubicBezTo>
                  <a:pt x="23" y="669"/>
                  <a:pt x="16" y="666"/>
                  <a:pt x="9" y="660"/>
                </a:cubicBezTo>
                <a:cubicBezTo>
                  <a:pt x="3" y="654"/>
                  <a:pt x="0" y="646"/>
                  <a:pt x="0" y="637"/>
                </a:cubicBezTo>
                <a:lnTo>
                  <a:pt x="0" y="32"/>
                </a:lnTo>
                <a:cubicBezTo>
                  <a:pt x="0" y="23"/>
                  <a:pt x="3" y="16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4323600" y="5315400"/>
            <a:ext cx="593640" cy="240840"/>
          </a:xfrm>
          <a:custGeom>
            <a:avLst/>
            <a:gdLst/>
            <a:ahLst/>
            <a:rect l="0" t="0" r="r" b="b"/>
            <a:pathLst>
              <a:path w="1649" h="669">
                <a:moveTo>
                  <a:pt x="32" y="0"/>
                </a:moveTo>
                <a:lnTo>
                  <a:pt x="1617" y="0"/>
                </a:lnTo>
                <a:cubicBezTo>
                  <a:pt x="1626" y="0"/>
                  <a:pt x="1633" y="3"/>
                  <a:pt x="1640" y="9"/>
                </a:cubicBezTo>
                <a:cubicBezTo>
                  <a:pt x="1646" y="16"/>
                  <a:pt x="1649" y="23"/>
                  <a:pt x="1649" y="32"/>
                </a:cubicBezTo>
                <a:lnTo>
                  <a:pt x="1649" y="637"/>
                </a:lnTo>
                <a:cubicBezTo>
                  <a:pt x="1649" y="646"/>
                  <a:pt x="1646" y="654"/>
                  <a:pt x="1640" y="660"/>
                </a:cubicBezTo>
                <a:cubicBezTo>
                  <a:pt x="1633" y="666"/>
                  <a:pt x="1626" y="669"/>
                  <a:pt x="1617" y="669"/>
                </a:cubicBezTo>
                <a:lnTo>
                  <a:pt x="32" y="669"/>
                </a:lnTo>
                <a:cubicBezTo>
                  <a:pt x="23" y="669"/>
                  <a:pt x="16" y="666"/>
                  <a:pt x="9" y="660"/>
                </a:cubicBezTo>
                <a:cubicBezTo>
                  <a:pt x="3" y="654"/>
                  <a:pt x="0" y="646"/>
                  <a:pt x="0" y="637"/>
                </a:cubicBezTo>
                <a:lnTo>
                  <a:pt x="0" y="32"/>
                </a:lnTo>
                <a:cubicBezTo>
                  <a:pt x="0" y="23"/>
                  <a:pt x="3" y="16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4527720" y="1958760"/>
            <a:ext cx="169920" cy="81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1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5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4356000" y="5355360"/>
            <a:ext cx="451800" cy="81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1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5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2332440" y="2213280"/>
            <a:ext cx="46440" cy="37080"/>
          </a:xfrm>
          <a:custGeom>
            <a:avLst/>
            <a:gdLst/>
            <a:ahLst/>
            <a:rect l="0" t="0" r="r" b="b"/>
            <a:pathLst>
              <a:path w="129" h="103">
                <a:moveTo>
                  <a:pt x="0" y="0"/>
                </a:moveTo>
                <a:lnTo>
                  <a:pt x="129" y="52"/>
                </a:lnTo>
                <a:lnTo>
                  <a:pt x="0" y="103"/>
                </a:lnTo>
                <a:lnTo>
                  <a:pt x="51" y="5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32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898560" y="2231640"/>
            <a:ext cx="1461600" cy="0"/>
          </a:xfrm>
          <a:prstGeom prst="line">
            <a:avLst/>
          </a:prstGeom>
          <a:ln w="432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4527720" y="5443560"/>
            <a:ext cx="169920" cy="81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1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5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903240" y="2359440"/>
            <a:ext cx="46440" cy="37440"/>
          </a:xfrm>
          <a:custGeom>
            <a:avLst/>
            <a:gdLst/>
            <a:ahLst/>
            <a:rect l="0" t="0" r="r" b="b"/>
            <a:pathLst>
              <a:path w="129" h="104">
                <a:moveTo>
                  <a:pt x="129" y="0"/>
                </a:moveTo>
                <a:lnTo>
                  <a:pt x="0" y="52"/>
                </a:lnTo>
                <a:lnTo>
                  <a:pt x="129" y="104"/>
                </a:lnTo>
                <a:lnTo>
                  <a:pt x="77" y="52"/>
                </a:lnTo>
                <a:lnTo>
                  <a:pt x="129" y="0"/>
                </a:lnTo>
                <a:close/>
              </a:path>
            </a:pathLst>
          </a:custGeom>
          <a:solidFill>
            <a:srgbClr val="001d34"/>
          </a:solidFill>
          <a:ln w="432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921600" y="2375640"/>
            <a:ext cx="1461960" cy="5040"/>
          </a:xfrm>
          <a:custGeom>
            <a:avLst/>
            <a:gdLst/>
            <a:ahLst/>
            <a:rect l="0" t="0" r="r" b="b"/>
            <a:pathLst>
              <a:path w="4061" h="14">
                <a:moveTo>
                  <a:pt x="0" y="0"/>
                </a:moveTo>
                <a:lnTo>
                  <a:pt x="26" y="0"/>
                </a:lnTo>
                <a:lnTo>
                  <a:pt x="26" y="14"/>
                </a:lnTo>
                <a:lnTo>
                  <a:pt x="0" y="14"/>
                </a:lnTo>
                <a:lnTo>
                  <a:pt x="0" y="0"/>
                </a:lnTo>
                <a:moveTo>
                  <a:pt x="52" y="0"/>
                </a:moveTo>
                <a:lnTo>
                  <a:pt x="77" y="0"/>
                </a:lnTo>
                <a:lnTo>
                  <a:pt x="77" y="14"/>
                </a:lnTo>
                <a:lnTo>
                  <a:pt x="52" y="14"/>
                </a:lnTo>
                <a:lnTo>
                  <a:pt x="52" y="0"/>
                </a:lnTo>
                <a:moveTo>
                  <a:pt x="103" y="0"/>
                </a:moveTo>
                <a:lnTo>
                  <a:pt x="128" y="0"/>
                </a:lnTo>
                <a:lnTo>
                  <a:pt x="128" y="14"/>
                </a:lnTo>
                <a:lnTo>
                  <a:pt x="103" y="14"/>
                </a:lnTo>
                <a:lnTo>
                  <a:pt x="103" y="0"/>
                </a:lnTo>
                <a:moveTo>
                  <a:pt x="154" y="0"/>
                </a:moveTo>
                <a:lnTo>
                  <a:pt x="180" y="0"/>
                </a:lnTo>
                <a:lnTo>
                  <a:pt x="180" y="14"/>
                </a:lnTo>
                <a:lnTo>
                  <a:pt x="154" y="14"/>
                </a:lnTo>
                <a:lnTo>
                  <a:pt x="154" y="0"/>
                </a:lnTo>
                <a:moveTo>
                  <a:pt x="205" y="0"/>
                </a:moveTo>
                <a:lnTo>
                  <a:pt x="231" y="0"/>
                </a:lnTo>
                <a:lnTo>
                  <a:pt x="231" y="14"/>
                </a:lnTo>
                <a:lnTo>
                  <a:pt x="205" y="14"/>
                </a:lnTo>
                <a:lnTo>
                  <a:pt x="205" y="0"/>
                </a:lnTo>
                <a:moveTo>
                  <a:pt x="257" y="0"/>
                </a:moveTo>
                <a:lnTo>
                  <a:pt x="282" y="0"/>
                </a:lnTo>
                <a:lnTo>
                  <a:pt x="282" y="14"/>
                </a:lnTo>
                <a:lnTo>
                  <a:pt x="257" y="14"/>
                </a:lnTo>
                <a:lnTo>
                  <a:pt x="257" y="0"/>
                </a:lnTo>
                <a:moveTo>
                  <a:pt x="308" y="0"/>
                </a:moveTo>
                <a:lnTo>
                  <a:pt x="334" y="0"/>
                </a:lnTo>
                <a:lnTo>
                  <a:pt x="334" y="14"/>
                </a:lnTo>
                <a:lnTo>
                  <a:pt x="308" y="14"/>
                </a:lnTo>
                <a:lnTo>
                  <a:pt x="308" y="0"/>
                </a:lnTo>
                <a:moveTo>
                  <a:pt x="359" y="0"/>
                </a:moveTo>
                <a:lnTo>
                  <a:pt x="385" y="0"/>
                </a:lnTo>
                <a:lnTo>
                  <a:pt x="385" y="14"/>
                </a:lnTo>
                <a:lnTo>
                  <a:pt x="359" y="14"/>
                </a:lnTo>
                <a:lnTo>
                  <a:pt x="359" y="0"/>
                </a:lnTo>
                <a:moveTo>
                  <a:pt x="410" y="0"/>
                </a:moveTo>
                <a:lnTo>
                  <a:pt x="436" y="0"/>
                </a:lnTo>
                <a:lnTo>
                  <a:pt x="436" y="14"/>
                </a:lnTo>
                <a:lnTo>
                  <a:pt x="410" y="14"/>
                </a:lnTo>
                <a:lnTo>
                  <a:pt x="410" y="0"/>
                </a:lnTo>
                <a:moveTo>
                  <a:pt x="462" y="0"/>
                </a:moveTo>
                <a:lnTo>
                  <a:pt x="487" y="0"/>
                </a:lnTo>
                <a:lnTo>
                  <a:pt x="487" y="14"/>
                </a:lnTo>
                <a:lnTo>
                  <a:pt x="462" y="14"/>
                </a:lnTo>
                <a:lnTo>
                  <a:pt x="462" y="0"/>
                </a:lnTo>
                <a:moveTo>
                  <a:pt x="513" y="0"/>
                </a:moveTo>
                <a:lnTo>
                  <a:pt x="539" y="0"/>
                </a:lnTo>
                <a:lnTo>
                  <a:pt x="539" y="14"/>
                </a:lnTo>
                <a:lnTo>
                  <a:pt x="513" y="14"/>
                </a:lnTo>
                <a:lnTo>
                  <a:pt x="513" y="0"/>
                </a:lnTo>
                <a:moveTo>
                  <a:pt x="564" y="0"/>
                </a:moveTo>
                <a:lnTo>
                  <a:pt x="590" y="0"/>
                </a:lnTo>
                <a:lnTo>
                  <a:pt x="590" y="14"/>
                </a:lnTo>
                <a:lnTo>
                  <a:pt x="564" y="14"/>
                </a:lnTo>
                <a:lnTo>
                  <a:pt x="564" y="0"/>
                </a:lnTo>
                <a:moveTo>
                  <a:pt x="616" y="0"/>
                </a:moveTo>
                <a:lnTo>
                  <a:pt x="641" y="0"/>
                </a:lnTo>
                <a:lnTo>
                  <a:pt x="641" y="14"/>
                </a:lnTo>
                <a:lnTo>
                  <a:pt x="616" y="14"/>
                </a:lnTo>
                <a:lnTo>
                  <a:pt x="616" y="0"/>
                </a:lnTo>
                <a:moveTo>
                  <a:pt x="667" y="0"/>
                </a:moveTo>
                <a:lnTo>
                  <a:pt x="693" y="0"/>
                </a:lnTo>
                <a:lnTo>
                  <a:pt x="693" y="14"/>
                </a:lnTo>
                <a:lnTo>
                  <a:pt x="667" y="14"/>
                </a:lnTo>
                <a:lnTo>
                  <a:pt x="667" y="0"/>
                </a:lnTo>
                <a:moveTo>
                  <a:pt x="718" y="0"/>
                </a:moveTo>
                <a:lnTo>
                  <a:pt x="744" y="0"/>
                </a:lnTo>
                <a:lnTo>
                  <a:pt x="744" y="14"/>
                </a:lnTo>
                <a:lnTo>
                  <a:pt x="718" y="14"/>
                </a:lnTo>
                <a:lnTo>
                  <a:pt x="718" y="0"/>
                </a:lnTo>
                <a:moveTo>
                  <a:pt x="769" y="0"/>
                </a:moveTo>
                <a:lnTo>
                  <a:pt x="795" y="0"/>
                </a:lnTo>
                <a:lnTo>
                  <a:pt x="795" y="14"/>
                </a:lnTo>
                <a:lnTo>
                  <a:pt x="769" y="14"/>
                </a:lnTo>
                <a:lnTo>
                  <a:pt x="769" y="0"/>
                </a:lnTo>
                <a:moveTo>
                  <a:pt x="821" y="0"/>
                </a:moveTo>
                <a:lnTo>
                  <a:pt x="846" y="0"/>
                </a:lnTo>
                <a:lnTo>
                  <a:pt x="846" y="14"/>
                </a:lnTo>
                <a:lnTo>
                  <a:pt x="821" y="14"/>
                </a:lnTo>
                <a:lnTo>
                  <a:pt x="821" y="0"/>
                </a:lnTo>
                <a:moveTo>
                  <a:pt x="872" y="0"/>
                </a:moveTo>
                <a:lnTo>
                  <a:pt x="898" y="0"/>
                </a:lnTo>
                <a:lnTo>
                  <a:pt x="898" y="14"/>
                </a:lnTo>
                <a:lnTo>
                  <a:pt x="872" y="14"/>
                </a:lnTo>
                <a:lnTo>
                  <a:pt x="872" y="0"/>
                </a:lnTo>
                <a:moveTo>
                  <a:pt x="923" y="0"/>
                </a:moveTo>
                <a:lnTo>
                  <a:pt x="949" y="0"/>
                </a:lnTo>
                <a:lnTo>
                  <a:pt x="949" y="14"/>
                </a:lnTo>
                <a:lnTo>
                  <a:pt x="923" y="14"/>
                </a:lnTo>
                <a:lnTo>
                  <a:pt x="923" y="0"/>
                </a:lnTo>
                <a:moveTo>
                  <a:pt x="975" y="0"/>
                </a:moveTo>
                <a:lnTo>
                  <a:pt x="1000" y="0"/>
                </a:lnTo>
                <a:lnTo>
                  <a:pt x="1000" y="14"/>
                </a:lnTo>
                <a:lnTo>
                  <a:pt x="975" y="14"/>
                </a:lnTo>
                <a:lnTo>
                  <a:pt x="975" y="0"/>
                </a:lnTo>
                <a:moveTo>
                  <a:pt x="1026" y="0"/>
                </a:moveTo>
                <a:lnTo>
                  <a:pt x="1051" y="0"/>
                </a:lnTo>
                <a:lnTo>
                  <a:pt x="1051" y="14"/>
                </a:lnTo>
                <a:lnTo>
                  <a:pt x="1026" y="14"/>
                </a:lnTo>
                <a:lnTo>
                  <a:pt x="1026" y="0"/>
                </a:lnTo>
                <a:moveTo>
                  <a:pt x="1077" y="0"/>
                </a:moveTo>
                <a:lnTo>
                  <a:pt x="1103" y="0"/>
                </a:lnTo>
                <a:lnTo>
                  <a:pt x="1103" y="14"/>
                </a:lnTo>
                <a:lnTo>
                  <a:pt x="1077" y="14"/>
                </a:lnTo>
                <a:lnTo>
                  <a:pt x="1077" y="0"/>
                </a:lnTo>
                <a:moveTo>
                  <a:pt x="1128" y="0"/>
                </a:moveTo>
                <a:lnTo>
                  <a:pt x="1154" y="0"/>
                </a:lnTo>
                <a:lnTo>
                  <a:pt x="1154" y="14"/>
                </a:lnTo>
                <a:lnTo>
                  <a:pt x="1128" y="14"/>
                </a:lnTo>
                <a:lnTo>
                  <a:pt x="1128" y="0"/>
                </a:lnTo>
                <a:moveTo>
                  <a:pt x="1180" y="0"/>
                </a:moveTo>
                <a:lnTo>
                  <a:pt x="1205" y="0"/>
                </a:lnTo>
                <a:lnTo>
                  <a:pt x="1205" y="14"/>
                </a:lnTo>
                <a:lnTo>
                  <a:pt x="1180" y="14"/>
                </a:lnTo>
                <a:lnTo>
                  <a:pt x="1180" y="0"/>
                </a:lnTo>
                <a:moveTo>
                  <a:pt x="1231" y="0"/>
                </a:moveTo>
                <a:lnTo>
                  <a:pt x="1257" y="0"/>
                </a:lnTo>
                <a:lnTo>
                  <a:pt x="1257" y="14"/>
                </a:lnTo>
                <a:lnTo>
                  <a:pt x="1231" y="14"/>
                </a:lnTo>
                <a:lnTo>
                  <a:pt x="1231" y="0"/>
                </a:lnTo>
                <a:moveTo>
                  <a:pt x="1282" y="0"/>
                </a:moveTo>
                <a:lnTo>
                  <a:pt x="1308" y="0"/>
                </a:lnTo>
                <a:lnTo>
                  <a:pt x="1308" y="14"/>
                </a:lnTo>
                <a:lnTo>
                  <a:pt x="1282" y="14"/>
                </a:lnTo>
                <a:lnTo>
                  <a:pt x="1282" y="0"/>
                </a:lnTo>
                <a:moveTo>
                  <a:pt x="1333" y="0"/>
                </a:moveTo>
                <a:lnTo>
                  <a:pt x="1359" y="0"/>
                </a:lnTo>
                <a:lnTo>
                  <a:pt x="1359" y="14"/>
                </a:lnTo>
                <a:lnTo>
                  <a:pt x="1333" y="14"/>
                </a:lnTo>
                <a:lnTo>
                  <a:pt x="1333" y="0"/>
                </a:lnTo>
                <a:moveTo>
                  <a:pt x="1385" y="0"/>
                </a:moveTo>
                <a:lnTo>
                  <a:pt x="1410" y="0"/>
                </a:lnTo>
                <a:lnTo>
                  <a:pt x="1410" y="14"/>
                </a:lnTo>
                <a:lnTo>
                  <a:pt x="1385" y="14"/>
                </a:lnTo>
                <a:lnTo>
                  <a:pt x="1385" y="0"/>
                </a:lnTo>
                <a:moveTo>
                  <a:pt x="1436" y="0"/>
                </a:moveTo>
                <a:lnTo>
                  <a:pt x="1462" y="0"/>
                </a:lnTo>
                <a:lnTo>
                  <a:pt x="1462" y="14"/>
                </a:lnTo>
                <a:lnTo>
                  <a:pt x="1436" y="14"/>
                </a:lnTo>
                <a:lnTo>
                  <a:pt x="1436" y="0"/>
                </a:lnTo>
                <a:moveTo>
                  <a:pt x="1487" y="0"/>
                </a:moveTo>
                <a:lnTo>
                  <a:pt x="1513" y="0"/>
                </a:lnTo>
                <a:lnTo>
                  <a:pt x="1513" y="14"/>
                </a:lnTo>
                <a:lnTo>
                  <a:pt x="1487" y="14"/>
                </a:lnTo>
                <a:lnTo>
                  <a:pt x="1487" y="0"/>
                </a:lnTo>
                <a:moveTo>
                  <a:pt x="1539" y="0"/>
                </a:moveTo>
                <a:lnTo>
                  <a:pt x="1564" y="0"/>
                </a:lnTo>
                <a:lnTo>
                  <a:pt x="1564" y="14"/>
                </a:lnTo>
                <a:lnTo>
                  <a:pt x="1539" y="14"/>
                </a:lnTo>
                <a:lnTo>
                  <a:pt x="1539" y="0"/>
                </a:lnTo>
                <a:moveTo>
                  <a:pt x="1590" y="0"/>
                </a:moveTo>
                <a:lnTo>
                  <a:pt x="1616" y="0"/>
                </a:lnTo>
                <a:lnTo>
                  <a:pt x="1616" y="14"/>
                </a:lnTo>
                <a:lnTo>
                  <a:pt x="1590" y="14"/>
                </a:lnTo>
                <a:lnTo>
                  <a:pt x="1590" y="0"/>
                </a:lnTo>
                <a:moveTo>
                  <a:pt x="1641" y="0"/>
                </a:moveTo>
                <a:lnTo>
                  <a:pt x="1667" y="0"/>
                </a:lnTo>
                <a:lnTo>
                  <a:pt x="1667" y="14"/>
                </a:lnTo>
                <a:lnTo>
                  <a:pt x="1641" y="14"/>
                </a:lnTo>
                <a:lnTo>
                  <a:pt x="1641" y="0"/>
                </a:lnTo>
                <a:moveTo>
                  <a:pt x="1692" y="0"/>
                </a:moveTo>
                <a:lnTo>
                  <a:pt x="1718" y="0"/>
                </a:lnTo>
                <a:lnTo>
                  <a:pt x="1718" y="14"/>
                </a:lnTo>
                <a:lnTo>
                  <a:pt x="1692" y="14"/>
                </a:lnTo>
                <a:lnTo>
                  <a:pt x="1692" y="0"/>
                </a:lnTo>
                <a:moveTo>
                  <a:pt x="1744" y="0"/>
                </a:moveTo>
                <a:lnTo>
                  <a:pt x="1769" y="0"/>
                </a:lnTo>
                <a:lnTo>
                  <a:pt x="1769" y="14"/>
                </a:lnTo>
                <a:lnTo>
                  <a:pt x="1744" y="14"/>
                </a:lnTo>
                <a:lnTo>
                  <a:pt x="1744" y="0"/>
                </a:lnTo>
                <a:moveTo>
                  <a:pt x="1795" y="0"/>
                </a:moveTo>
                <a:lnTo>
                  <a:pt x="1821" y="0"/>
                </a:lnTo>
                <a:lnTo>
                  <a:pt x="1821" y="14"/>
                </a:lnTo>
                <a:lnTo>
                  <a:pt x="1795" y="14"/>
                </a:lnTo>
                <a:lnTo>
                  <a:pt x="1795" y="0"/>
                </a:lnTo>
                <a:moveTo>
                  <a:pt x="1846" y="0"/>
                </a:moveTo>
                <a:lnTo>
                  <a:pt x="1872" y="0"/>
                </a:lnTo>
                <a:lnTo>
                  <a:pt x="1872" y="14"/>
                </a:lnTo>
                <a:lnTo>
                  <a:pt x="1846" y="14"/>
                </a:lnTo>
                <a:lnTo>
                  <a:pt x="1846" y="0"/>
                </a:lnTo>
                <a:moveTo>
                  <a:pt x="1898" y="0"/>
                </a:moveTo>
                <a:lnTo>
                  <a:pt x="1923" y="0"/>
                </a:lnTo>
                <a:lnTo>
                  <a:pt x="1923" y="14"/>
                </a:lnTo>
                <a:lnTo>
                  <a:pt x="1898" y="14"/>
                </a:lnTo>
                <a:lnTo>
                  <a:pt x="1898" y="0"/>
                </a:lnTo>
                <a:moveTo>
                  <a:pt x="1949" y="0"/>
                </a:moveTo>
                <a:lnTo>
                  <a:pt x="1974" y="0"/>
                </a:lnTo>
                <a:lnTo>
                  <a:pt x="1974" y="14"/>
                </a:lnTo>
                <a:lnTo>
                  <a:pt x="1949" y="14"/>
                </a:lnTo>
                <a:lnTo>
                  <a:pt x="1949" y="0"/>
                </a:lnTo>
                <a:moveTo>
                  <a:pt x="2000" y="0"/>
                </a:moveTo>
                <a:lnTo>
                  <a:pt x="2026" y="0"/>
                </a:lnTo>
                <a:lnTo>
                  <a:pt x="2026" y="14"/>
                </a:lnTo>
                <a:lnTo>
                  <a:pt x="2000" y="14"/>
                </a:lnTo>
                <a:lnTo>
                  <a:pt x="2000" y="0"/>
                </a:lnTo>
                <a:moveTo>
                  <a:pt x="2051" y="0"/>
                </a:moveTo>
                <a:lnTo>
                  <a:pt x="2077" y="0"/>
                </a:lnTo>
                <a:lnTo>
                  <a:pt x="2077" y="14"/>
                </a:lnTo>
                <a:lnTo>
                  <a:pt x="2051" y="14"/>
                </a:lnTo>
                <a:lnTo>
                  <a:pt x="2051" y="0"/>
                </a:lnTo>
                <a:moveTo>
                  <a:pt x="2103" y="0"/>
                </a:moveTo>
                <a:lnTo>
                  <a:pt x="2128" y="0"/>
                </a:lnTo>
                <a:lnTo>
                  <a:pt x="2128" y="14"/>
                </a:lnTo>
                <a:lnTo>
                  <a:pt x="2103" y="14"/>
                </a:lnTo>
                <a:lnTo>
                  <a:pt x="2103" y="0"/>
                </a:lnTo>
                <a:moveTo>
                  <a:pt x="2154" y="0"/>
                </a:moveTo>
                <a:lnTo>
                  <a:pt x="2180" y="0"/>
                </a:lnTo>
                <a:lnTo>
                  <a:pt x="2180" y="14"/>
                </a:lnTo>
                <a:lnTo>
                  <a:pt x="2154" y="14"/>
                </a:lnTo>
                <a:lnTo>
                  <a:pt x="2154" y="0"/>
                </a:lnTo>
                <a:moveTo>
                  <a:pt x="2205" y="0"/>
                </a:moveTo>
                <a:lnTo>
                  <a:pt x="2231" y="0"/>
                </a:lnTo>
                <a:lnTo>
                  <a:pt x="2231" y="14"/>
                </a:lnTo>
                <a:lnTo>
                  <a:pt x="2205" y="14"/>
                </a:lnTo>
                <a:lnTo>
                  <a:pt x="2205" y="0"/>
                </a:lnTo>
                <a:moveTo>
                  <a:pt x="2257" y="0"/>
                </a:moveTo>
                <a:lnTo>
                  <a:pt x="2282" y="0"/>
                </a:lnTo>
                <a:lnTo>
                  <a:pt x="2282" y="14"/>
                </a:lnTo>
                <a:lnTo>
                  <a:pt x="2257" y="14"/>
                </a:lnTo>
                <a:lnTo>
                  <a:pt x="2257" y="0"/>
                </a:lnTo>
                <a:moveTo>
                  <a:pt x="2308" y="0"/>
                </a:moveTo>
                <a:lnTo>
                  <a:pt x="2333" y="0"/>
                </a:lnTo>
                <a:lnTo>
                  <a:pt x="2333" y="14"/>
                </a:lnTo>
                <a:lnTo>
                  <a:pt x="2308" y="14"/>
                </a:lnTo>
                <a:lnTo>
                  <a:pt x="2308" y="0"/>
                </a:lnTo>
                <a:moveTo>
                  <a:pt x="2359" y="0"/>
                </a:moveTo>
                <a:lnTo>
                  <a:pt x="2385" y="0"/>
                </a:lnTo>
                <a:lnTo>
                  <a:pt x="2385" y="14"/>
                </a:lnTo>
                <a:lnTo>
                  <a:pt x="2359" y="14"/>
                </a:lnTo>
                <a:lnTo>
                  <a:pt x="2359" y="0"/>
                </a:lnTo>
                <a:moveTo>
                  <a:pt x="2410" y="0"/>
                </a:moveTo>
                <a:lnTo>
                  <a:pt x="2436" y="0"/>
                </a:lnTo>
                <a:lnTo>
                  <a:pt x="2436" y="14"/>
                </a:lnTo>
                <a:lnTo>
                  <a:pt x="2410" y="14"/>
                </a:lnTo>
                <a:lnTo>
                  <a:pt x="2410" y="0"/>
                </a:lnTo>
                <a:moveTo>
                  <a:pt x="2462" y="0"/>
                </a:moveTo>
                <a:lnTo>
                  <a:pt x="2487" y="0"/>
                </a:lnTo>
                <a:lnTo>
                  <a:pt x="2487" y="14"/>
                </a:lnTo>
                <a:lnTo>
                  <a:pt x="2462" y="14"/>
                </a:lnTo>
                <a:lnTo>
                  <a:pt x="2462" y="0"/>
                </a:lnTo>
                <a:moveTo>
                  <a:pt x="2513" y="0"/>
                </a:moveTo>
                <a:lnTo>
                  <a:pt x="2539" y="0"/>
                </a:lnTo>
                <a:lnTo>
                  <a:pt x="2539" y="14"/>
                </a:lnTo>
                <a:lnTo>
                  <a:pt x="2513" y="14"/>
                </a:lnTo>
                <a:lnTo>
                  <a:pt x="2513" y="0"/>
                </a:lnTo>
                <a:moveTo>
                  <a:pt x="2564" y="0"/>
                </a:moveTo>
                <a:lnTo>
                  <a:pt x="2590" y="0"/>
                </a:lnTo>
                <a:lnTo>
                  <a:pt x="2590" y="14"/>
                </a:lnTo>
                <a:lnTo>
                  <a:pt x="2564" y="14"/>
                </a:lnTo>
                <a:lnTo>
                  <a:pt x="2564" y="0"/>
                </a:lnTo>
                <a:moveTo>
                  <a:pt x="2615" y="0"/>
                </a:moveTo>
                <a:lnTo>
                  <a:pt x="2641" y="0"/>
                </a:lnTo>
                <a:lnTo>
                  <a:pt x="2641" y="14"/>
                </a:lnTo>
                <a:lnTo>
                  <a:pt x="2615" y="14"/>
                </a:lnTo>
                <a:lnTo>
                  <a:pt x="2615" y="0"/>
                </a:lnTo>
                <a:moveTo>
                  <a:pt x="2667" y="0"/>
                </a:moveTo>
                <a:lnTo>
                  <a:pt x="2692" y="0"/>
                </a:lnTo>
                <a:lnTo>
                  <a:pt x="2692" y="14"/>
                </a:lnTo>
                <a:lnTo>
                  <a:pt x="2667" y="14"/>
                </a:lnTo>
                <a:lnTo>
                  <a:pt x="2667" y="0"/>
                </a:lnTo>
                <a:moveTo>
                  <a:pt x="2718" y="0"/>
                </a:moveTo>
                <a:lnTo>
                  <a:pt x="2744" y="0"/>
                </a:lnTo>
                <a:lnTo>
                  <a:pt x="2744" y="14"/>
                </a:lnTo>
                <a:lnTo>
                  <a:pt x="2718" y="14"/>
                </a:lnTo>
                <a:lnTo>
                  <a:pt x="2718" y="0"/>
                </a:lnTo>
                <a:moveTo>
                  <a:pt x="2769" y="0"/>
                </a:moveTo>
                <a:lnTo>
                  <a:pt x="2795" y="0"/>
                </a:lnTo>
                <a:lnTo>
                  <a:pt x="2795" y="14"/>
                </a:lnTo>
                <a:lnTo>
                  <a:pt x="2769" y="14"/>
                </a:lnTo>
                <a:lnTo>
                  <a:pt x="2769" y="0"/>
                </a:lnTo>
                <a:moveTo>
                  <a:pt x="2821" y="0"/>
                </a:moveTo>
                <a:lnTo>
                  <a:pt x="2846" y="0"/>
                </a:lnTo>
                <a:lnTo>
                  <a:pt x="2846" y="14"/>
                </a:lnTo>
                <a:lnTo>
                  <a:pt x="2821" y="14"/>
                </a:lnTo>
                <a:lnTo>
                  <a:pt x="2821" y="0"/>
                </a:lnTo>
                <a:moveTo>
                  <a:pt x="2872" y="0"/>
                </a:moveTo>
                <a:lnTo>
                  <a:pt x="2898" y="0"/>
                </a:lnTo>
                <a:lnTo>
                  <a:pt x="2898" y="14"/>
                </a:lnTo>
                <a:lnTo>
                  <a:pt x="2872" y="14"/>
                </a:lnTo>
                <a:lnTo>
                  <a:pt x="2872" y="0"/>
                </a:lnTo>
                <a:moveTo>
                  <a:pt x="2923" y="0"/>
                </a:moveTo>
                <a:lnTo>
                  <a:pt x="2949" y="0"/>
                </a:lnTo>
                <a:lnTo>
                  <a:pt x="2949" y="14"/>
                </a:lnTo>
                <a:lnTo>
                  <a:pt x="2923" y="14"/>
                </a:lnTo>
                <a:lnTo>
                  <a:pt x="2923" y="0"/>
                </a:lnTo>
                <a:moveTo>
                  <a:pt x="2974" y="0"/>
                </a:moveTo>
                <a:lnTo>
                  <a:pt x="3000" y="0"/>
                </a:lnTo>
                <a:lnTo>
                  <a:pt x="3000" y="14"/>
                </a:lnTo>
                <a:lnTo>
                  <a:pt x="2974" y="14"/>
                </a:lnTo>
                <a:lnTo>
                  <a:pt x="2974" y="0"/>
                </a:lnTo>
                <a:moveTo>
                  <a:pt x="3026" y="0"/>
                </a:moveTo>
                <a:lnTo>
                  <a:pt x="3051" y="0"/>
                </a:lnTo>
                <a:lnTo>
                  <a:pt x="3051" y="14"/>
                </a:lnTo>
                <a:lnTo>
                  <a:pt x="3026" y="14"/>
                </a:lnTo>
                <a:lnTo>
                  <a:pt x="3026" y="0"/>
                </a:lnTo>
                <a:moveTo>
                  <a:pt x="3077" y="0"/>
                </a:moveTo>
                <a:lnTo>
                  <a:pt x="3103" y="0"/>
                </a:lnTo>
                <a:lnTo>
                  <a:pt x="3103" y="14"/>
                </a:lnTo>
                <a:lnTo>
                  <a:pt x="3077" y="14"/>
                </a:lnTo>
                <a:lnTo>
                  <a:pt x="3077" y="0"/>
                </a:lnTo>
                <a:moveTo>
                  <a:pt x="3128" y="0"/>
                </a:moveTo>
                <a:lnTo>
                  <a:pt x="3154" y="0"/>
                </a:lnTo>
                <a:lnTo>
                  <a:pt x="3154" y="14"/>
                </a:lnTo>
                <a:lnTo>
                  <a:pt x="3128" y="14"/>
                </a:lnTo>
                <a:lnTo>
                  <a:pt x="3128" y="0"/>
                </a:lnTo>
                <a:moveTo>
                  <a:pt x="3180" y="0"/>
                </a:moveTo>
                <a:lnTo>
                  <a:pt x="3205" y="0"/>
                </a:lnTo>
                <a:lnTo>
                  <a:pt x="3205" y="14"/>
                </a:lnTo>
                <a:lnTo>
                  <a:pt x="3180" y="14"/>
                </a:lnTo>
                <a:lnTo>
                  <a:pt x="3180" y="0"/>
                </a:lnTo>
                <a:moveTo>
                  <a:pt x="3231" y="0"/>
                </a:moveTo>
                <a:lnTo>
                  <a:pt x="3256" y="0"/>
                </a:lnTo>
                <a:lnTo>
                  <a:pt x="3256" y="14"/>
                </a:lnTo>
                <a:lnTo>
                  <a:pt x="3231" y="14"/>
                </a:lnTo>
                <a:lnTo>
                  <a:pt x="3231" y="0"/>
                </a:lnTo>
                <a:moveTo>
                  <a:pt x="3282" y="0"/>
                </a:moveTo>
                <a:lnTo>
                  <a:pt x="3308" y="0"/>
                </a:lnTo>
                <a:lnTo>
                  <a:pt x="3308" y="14"/>
                </a:lnTo>
                <a:lnTo>
                  <a:pt x="3282" y="14"/>
                </a:lnTo>
                <a:lnTo>
                  <a:pt x="3282" y="0"/>
                </a:lnTo>
                <a:moveTo>
                  <a:pt x="3333" y="0"/>
                </a:moveTo>
                <a:lnTo>
                  <a:pt x="3359" y="0"/>
                </a:lnTo>
                <a:lnTo>
                  <a:pt x="3359" y="14"/>
                </a:lnTo>
                <a:lnTo>
                  <a:pt x="3333" y="14"/>
                </a:lnTo>
                <a:lnTo>
                  <a:pt x="3333" y="0"/>
                </a:lnTo>
                <a:moveTo>
                  <a:pt x="3385" y="0"/>
                </a:moveTo>
                <a:lnTo>
                  <a:pt x="3410" y="0"/>
                </a:lnTo>
                <a:lnTo>
                  <a:pt x="3410" y="14"/>
                </a:lnTo>
                <a:lnTo>
                  <a:pt x="3385" y="14"/>
                </a:lnTo>
                <a:lnTo>
                  <a:pt x="3385" y="0"/>
                </a:lnTo>
                <a:moveTo>
                  <a:pt x="3436" y="0"/>
                </a:moveTo>
                <a:lnTo>
                  <a:pt x="3462" y="0"/>
                </a:lnTo>
                <a:lnTo>
                  <a:pt x="3462" y="14"/>
                </a:lnTo>
                <a:lnTo>
                  <a:pt x="3436" y="14"/>
                </a:lnTo>
                <a:lnTo>
                  <a:pt x="3436" y="0"/>
                </a:lnTo>
                <a:moveTo>
                  <a:pt x="3487" y="0"/>
                </a:moveTo>
                <a:lnTo>
                  <a:pt x="3513" y="0"/>
                </a:lnTo>
                <a:lnTo>
                  <a:pt x="3513" y="14"/>
                </a:lnTo>
                <a:lnTo>
                  <a:pt x="3487" y="14"/>
                </a:lnTo>
                <a:lnTo>
                  <a:pt x="3487" y="0"/>
                </a:lnTo>
                <a:moveTo>
                  <a:pt x="3539" y="0"/>
                </a:moveTo>
                <a:lnTo>
                  <a:pt x="3565" y="0"/>
                </a:lnTo>
                <a:lnTo>
                  <a:pt x="3565" y="14"/>
                </a:lnTo>
                <a:lnTo>
                  <a:pt x="3539" y="14"/>
                </a:lnTo>
                <a:lnTo>
                  <a:pt x="3539" y="0"/>
                </a:lnTo>
                <a:moveTo>
                  <a:pt x="3591" y="0"/>
                </a:moveTo>
                <a:lnTo>
                  <a:pt x="3616" y="0"/>
                </a:lnTo>
                <a:lnTo>
                  <a:pt x="3616" y="14"/>
                </a:lnTo>
                <a:lnTo>
                  <a:pt x="3591" y="14"/>
                </a:lnTo>
                <a:lnTo>
                  <a:pt x="3591" y="0"/>
                </a:lnTo>
                <a:moveTo>
                  <a:pt x="3642" y="0"/>
                </a:moveTo>
                <a:lnTo>
                  <a:pt x="3668" y="0"/>
                </a:lnTo>
                <a:lnTo>
                  <a:pt x="3668" y="14"/>
                </a:lnTo>
                <a:lnTo>
                  <a:pt x="3642" y="14"/>
                </a:lnTo>
                <a:lnTo>
                  <a:pt x="3642" y="0"/>
                </a:lnTo>
                <a:moveTo>
                  <a:pt x="3693" y="0"/>
                </a:moveTo>
                <a:lnTo>
                  <a:pt x="3719" y="0"/>
                </a:lnTo>
                <a:lnTo>
                  <a:pt x="3719" y="14"/>
                </a:lnTo>
                <a:lnTo>
                  <a:pt x="3693" y="14"/>
                </a:lnTo>
                <a:lnTo>
                  <a:pt x="3693" y="0"/>
                </a:lnTo>
                <a:moveTo>
                  <a:pt x="3745" y="0"/>
                </a:moveTo>
                <a:lnTo>
                  <a:pt x="3770" y="0"/>
                </a:lnTo>
                <a:lnTo>
                  <a:pt x="3770" y="14"/>
                </a:lnTo>
                <a:lnTo>
                  <a:pt x="3745" y="14"/>
                </a:lnTo>
                <a:lnTo>
                  <a:pt x="3745" y="0"/>
                </a:lnTo>
                <a:moveTo>
                  <a:pt x="3796" y="0"/>
                </a:moveTo>
                <a:lnTo>
                  <a:pt x="3822" y="0"/>
                </a:lnTo>
                <a:lnTo>
                  <a:pt x="3822" y="14"/>
                </a:lnTo>
                <a:lnTo>
                  <a:pt x="3796" y="14"/>
                </a:lnTo>
                <a:lnTo>
                  <a:pt x="3796" y="0"/>
                </a:lnTo>
                <a:moveTo>
                  <a:pt x="3847" y="0"/>
                </a:moveTo>
                <a:lnTo>
                  <a:pt x="3873" y="0"/>
                </a:lnTo>
                <a:lnTo>
                  <a:pt x="3873" y="14"/>
                </a:lnTo>
                <a:lnTo>
                  <a:pt x="3847" y="14"/>
                </a:lnTo>
                <a:lnTo>
                  <a:pt x="3847" y="0"/>
                </a:lnTo>
                <a:moveTo>
                  <a:pt x="3898" y="0"/>
                </a:moveTo>
                <a:lnTo>
                  <a:pt x="3924" y="0"/>
                </a:lnTo>
                <a:lnTo>
                  <a:pt x="3924" y="14"/>
                </a:lnTo>
                <a:lnTo>
                  <a:pt x="3898" y="14"/>
                </a:lnTo>
                <a:lnTo>
                  <a:pt x="3898" y="0"/>
                </a:lnTo>
                <a:moveTo>
                  <a:pt x="3950" y="0"/>
                </a:moveTo>
                <a:lnTo>
                  <a:pt x="3975" y="0"/>
                </a:lnTo>
                <a:lnTo>
                  <a:pt x="3975" y="14"/>
                </a:lnTo>
                <a:lnTo>
                  <a:pt x="3950" y="14"/>
                </a:lnTo>
                <a:lnTo>
                  <a:pt x="3950" y="0"/>
                </a:lnTo>
                <a:moveTo>
                  <a:pt x="4001" y="0"/>
                </a:moveTo>
                <a:lnTo>
                  <a:pt x="4027" y="0"/>
                </a:lnTo>
                <a:lnTo>
                  <a:pt x="4027" y="14"/>
                </a:lnTo>
                <a:lnTo>
                  <a:pt x="4001" y="14"/>
                </a:lnTo>
                <a:lnTo>
                  <a:pt x="4001" y="0"/>
                </a:lnTo>
                <a:moveTo>
                  <a:pt x="4052" y="0"/>
                </a:moveTo>
                <a:lnTo>
                  <a:pt x="4061" y="0"/>
                </a:lnTo>
                <a:lnTo>
                  <a:pt x="4061" y="14"/>
                </a:lnTo>
                <a:lnTo>
                  <a:pt x="4052" y="14"/>
                </a:lnTo>
                <a:lnTo>
                  <a:pt x="4052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930960" y="2147760"/>
            <a:ext cx="1190880" cy="7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69" spc="-1" strike="noStrike">
                <a:solidFill>
                  <a:srgbClr val="000000"/>
                </a:solidFill>
                <a:latin typeface="Calibri"/>
                <a:ea typeface="Calibri"/>
              </a:rPr>
              <a:t>1. search HealthcareService / Location / Endpoint</a:t>
            </a:r>
            <a:endParaRPr b="0" lang="en-AU" sz="46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2819160" y="2505960"/>
            <a:ext cx="46440" cy="37080"/>
          </a:xfrm>
          <a:custGeom>
            <a:avLst/>
            <a:gdLst/>
            <a:ahLst/>
            <a:rect l="0" t="0" r="r" b="b"/>
            <a:pathLst>
              <a:path w="129" h="103">
                <a:moveTo>
                  <a:pt x="0" y="0"/>
                </a:moveTo>
                <a:lnTo>
                  <a:pt x="129" y="52"/>
                </a:lnTo>
                <a:lnTo>
                  <a:pt x="0" y="103"/>
                </a:lnTo>
                <a:lnTo>
                  <a:pt x="52" y="5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32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898560" y="2524320"/>
            <a:ext cx="1948320" cy="0"/>
          </a:xfrm>
          <a:prstGeom prst="line">
            <a:avLst/>
          </a:prstGeom>
          <a:ln w="432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977040" y="2294280"/>
            <a:ext cx="938160" cy="7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69" spc="-1" strike="noStrike">
                <a:solidFill>
                  <a:srgbClr val="000000"/>
                </a:solidFill>
                <a:latin typeface="Calibri"/>
                <a:ea typeface="Calibri"/>
              </a:rPr>
              <a:t>matching services + receiving Endpoint</a:t>
            </a:r>
            <a:endParaRPr b="0" lang="en-AU" sz="46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903240" y="2652120"/>
            <a:ext cx="46440" cy="37440"/>
          </a:xfrm>
          <a:custGeom>
            <a:avLst/>
            <a:gdLst/>
            <a:ahLst/>
            <a:rect l="0" t="0" r="r" b="b"/>
            <a:pathLst>
              <a:path w="129" h="104">
                <a:moveTo>
                  <a:pt x="129" y="0"/>
                </a:moveTo>
                <a:lnTo>
                  <a:pt x="0" y="53"/>
                </a:lnTo>
                <a:lnTo>
                  <a:pt x="129" y="104"/>
                </a:lnTo>
                <a:lnTo>
                  <a:pt x="77" y="53"/>
                </a:lnTo>
                <a:lnTo>
                  <a:pt x="129" y="0"/>
                </a:lnTo>
                <a:close/>
              </a:path>
            </a:pathLst>
          </a:custGeom>
          <a:solidFill>
            <a:srgbClr val="001d34"/>
          </a:solidFill>
          <a:ln w="432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921600" y="2668320"/>
            <a:ext cx="1947960" cy="5040"/>
          </a:xfrm>
          <a:custGeom>
            <a:avLst/>
            <a:gdLst/>
            <a:ahLst/>
            <a:rect l="0" t="0" r="r" b="b"/>
            <a:pathLst>
              <a:path w="5411" h="14">
                <a:moveTo>
                  <a:pt x="0" y="0"/>
                </a:moveTo>
                <a:lnTo>
                  <a:pt x="26" y="0"/>
                </a:lnTo>
                <a:lnTo>
                  <a:pt x="26" y="14"/>
                </a:lnTo>
                <a:lnTo>
                  <a:pt x="0" y="14"/>
                </a:lnTo>
                <a:lnTo>
                  <a:pt x="0" y="0"/>
                </a:lnTo>
                <a:moveTo>
                  <a:pt x="52" y="0"/>
                </a:moveTo>
                <a:lnTo>
                  <a:pt x="77" y="0"/>
                </a:lnTo>
                <a:lnTo>
                  <a:pt x="77" y="14"/>
                </a:lnTo>
                <a:lnTo>
                  <a:pt x="52" y="14"/>
                </a:lnTo>
                <a:lnTo>
                  <a:pt x="52" y="0"/>
                </a:lnTo>
                <a:moveTo>
                  <a:pt x="103" y="0"/>
                </a:moveTo>
                <a:lnTo>
                  <a:pt x="128" y="0"/>
                </a:lnTo>
                <a:lnTo>
                  <a:pt x="128" y="14"/>
                </a:lnTo>
                <a:lnTo>
                  <a:pt x="103" y="14"/>
                </a:lnTo>
                <a:lnTo>
                  <a:pt x="103" y="0"/>
                </a:lnTo>
                <a:moveTo>
                  <a:pt x="155" y="0"/>
                </a:moveTo>
                <a:lnTo>
                  <a:pt x="181" y="0"/>
                </a:lnTo>
                <a:lnTo>
                  <a:pt x="181" y="14"/>
                </a:lnTo>
                <a:lnTo>
                  <a:pt x="155" y="14"/>
                </a:lnTo>
                <a:lnTo>
                  <a:pt x="155" y="0"/>
                </a:lnTo>
                <a:moveTo>
                  <a:pt x="206" y="0"/>
                </a:moveTo>
                <a:lnTo>
                  <a:pt x="232" y="0"/>
                </a:lnTo>
                <a:lnTo>
                  <a:pt x="232" y="14"/>
                </a:lnTo>
                <a:lnTo>
                  <a:pt x="206" y="14"/>
                </a:lnTo>
                <a:lnTo>
                  <a:pt x="206" y="0"/>
                </a:lnTo>
                <a:moveTo>
                  <a:pt x="258" y="0"/>
                </a:moveTo>
                <a:lnTo>
                  <a:pt x="283" y="0"/>
                </a:lnTo>
                <a:lnTo>
                  <a:pt x="283" y="14"/>
                </a:lnTo>
                <a:lnTo>
                  <a:pt x="258" y="14"/>
                </a:lnTo>
                <a:lnTo>
                  <a:pt x="258" y="0"/>
                </a:lnTo>
                <a:moveTo>
                  <a:pt x="309" y="0"/>
                </a:moveTo>
                <a:lnTo>
                  <a:pt x="335" y="0"/>
                </a:lnTo>
                <a:lnTo>
                  <a:pt x="335" y="14"/>
                </a:lnTo>
                <a:lnTo>
                  <a:pt x="309" y="14"/>
                </a:lnTo>
                <a:lnTo>
                  <a:pt x="309" y="0"/>
                </a:lnTo>
                <a:moveTo>
                  <a:pt x="360" y="0"/>
                </a:moveTo>
                <a:lnTo>
                  <a:pt x="386" y="0"/>
                </a:lnTo>
                <a:lnTo>
                  <a:pt x="386" y="14"/>
                </a:lnTo>
                <a:lnTo>
                  <a:pt x="360" y="14"/>
                </a:lnTo>
                <a:lnTo>
                  <a:pt x="360" y="0"/>
                </a:lnTo>
                <a:moveTo>
                  <a:pt x="411" y="0"/>
                </a:moveTo>
                <a:lnTo>
                  <a:pt x="437" y="0"/>
                </a:lnTo>
                <a:lnTo>
                  <a:pt x="437" y="14"/>
                </a:lnTo>
                <a:lnTo>
                  <a:pt x="411" y="14"/>
                </a:lnTo>
                <a:lnTo>
                  <a:pt x="411" y="0"/>
                </a:lnTo>
                <a:moveTo>
                  <a:pt x="463" y="0"/>
                </a:moveTo>
                <a:lnTo>
                  <a:pt x="488" y="0"/>
                </a:lnTo>
                <a:lnTo>
                  <a:pt x="488" y="14"/>
                </a:lnTo>
                <a:lnTo>
                  <a:pt x="463" y="14"/>
                </a:lnTo>
                <a:lnTo>
                  <a:pt x="463" y="0"/>
                </a:lnTo>
                <a:moveTo>
                  <a:pt x="514" y="0"/>
                </a:moveTo>
                <a:lnTo>
                  <a:pt x="540" y="0"/>
                </a:lnTo>
                <a:lnTo>
                  <a:pt x="540" y="14"/>
                </a:lnTo>
                <a:lnTo>
                  <a:pt x="514" y="14"/>
                </a:lnTo>
                <a:lnTo>
                  <a:pt x="514" y="0"/>
                </a:lnTo>
                <a:moveTo>
                  <a:pt x="565" y="0"/>
                </a:moveTo>
                <a:lnTo>
                  <a:pt x="591" y="0"/>
                </a:lnTo>
                <a:lnTo>
                  <a:pt x="591" y="14"/>
                </a:lnTo>
                <a:lnTo>
                  <a:pt x="565" y="14"/>
                </a:lnTo>
                <a:lnTo>
                  <a:pt x="565" y="0"/>
                </a:lnTo>
                <a:moveTo>
                  <a:pt x="617" y="0"/>
                </a:moveTo>
                <a:lnTo>
                  <a:pt x="642" y="0"/>
                </a:lnTo>
                <a:lnTo>
                  <a:pt x="642" y="14"/>
                </a:lnTo>
                <a:lnTo>
                  <a:pt x="617" y="14"/>
                </a:lnTo>
                <a:lnTo>
                  <a:pt x="617" y="0"/>
                </a:lnTo>
                <a:moveTo>
                  <a:pt x="668" y="0"/>
                </a:moveTo>
                <a:lnTo>
                  <a:pt x="694" y="0"/>
                </a:lnTo>
                <a:lnTo>
                  <a:pt x="694" y="14"/>
                </a:lnTo>
                <a:lnTo>
                  <a:pt x="668" y="14"/>
                </a:lnTo>
                <a:lnTo>
                  <a:pt x="668" y="0"/>
                </a:lnTo>
                <a:moveTo>
                  <a:pt x="719" y="0"/>
                </a:moveTo>
                <a:lnTo>
                  <a:pt x="745" y="0"/>
                </a:lnTo>
                <a:lnTo>
                  <a:pt x="745" y="14"/>
                </a:lnTo>
                <a:lnTo>
                  <a:pt x="719" y="14"/>
                </a:lnTo>
                <a:lnTo>
                  <a:pt x="719" y="0"/>
                </a:lnTo>
                <a:moveTo>
                  <a:pt x="770" y="0"/>
                </a:moveTo>
                <a:lnTo>
                  <a:pt x="796" y="0"/>
                </a:lnTo>
                <a:lnTo>
                  <a:pt x="796" y="14"/>
                </a:lnTo>
                <a:lnTo>
                  <a:pt x="770" y="14"/>
                </a:lnTo>
                <a:lnTo>
                  <a:pt x="770" y="0"/>
                </a:lnTo>
                <a:moveTo>
                  <a:pt x="822" y="0"/>
                </a:moveTo>
                <a:lnTo>
                  <a:pt x="847" y="0"/>
                </a:lnTo>
                <a:lnTo>
                  <a:pt x="847" y="14"/>
                </a:lnTo>
                <a:lnTo>
                  <a:pt x="822" y="14"/>
                </a:lnTo>
                <a:lnTo>
                  <a:pt x="822" y="0"/>
                </a:lnTo>
                <a:moveTo>
                  <a:pt x="873" y="0"/>
                </a:moveTo>
                <a:lnTo>
                  <a:pt x="899" y="0"/>
                </a:lnTo>
                <a:lnTo>
                  <a:pt x="899" y="14"/>
                </a:lnTo>
                <a:lnTo>
                  <a:pt x="873" y="14"/>
                </a:lnTo>
                <a:lnTo>
                  <a:pt x="873" y="0"/>
                </a:lnTo>
                <a:moveTo>
                  <a:pt x="924" y="0"/>
                </a:moveTo>
                <a:lnTo>
                  <a:pt x="950" y="0"/>
                </a:lnTo>
                <a:lnTo>
                  <a:pt x="950" y="14"/>
                </a:lnTo>
                <a:lnTo>
                  <a:pt x="924" y="14"/>
                </a:lnTo>
                <a:lnTo>
                  <a:pt x="924" y="0"/>
                </a:lnTo>
                <a:moveTo>
                  <a:pt x="976" y="0"/>
                </a:moveTo>
                <a:lnTo>
                  <a:pt x="1001" y="0"/>
                </a:lnTo>
                <a:lnTo>
                  <a:pt x="1001" y="14"/>
                </a:lnTo>
                <a:lnTo>
                  <a:pt x="976" y="14"/>
                </a:lnTo>
                <a:lnTo>
                  <a:pt x="976" y="0"/>
                </a:lnTo>
                <a:moveTo>
                  <a:pt x="1027" y="0"/>
                </a:moveTo>
                <a:lnTo>
                  <a:pt x="1052" y="0"/>
                </a:lnTo>
                <a:lnTo>
                  <a:pt x="1052" y="14"/>
                </a:lnTo>
                <a:lnTo>
                  <a:pt x="1027" y="14"/>
                </a:lnTo>
                <a:lnTo>
                  <a:pt x="1027" y="0"/>
                </a:lnTo>
                <a:moveTo>
                  <a:pt x="1078" y="0"/>
                </a:moveTo>
                <a:lnTo>
                  <a:pt x="1104" y="0"/>
                </a:lnTo>
                <a:lnTo>
                  <a:pt x="1104" y="14"/>
                </a:lnTo>
                <a:lnTo>
                  <a:pt x="1078" y="14"/>
                </a:lnTo>
                <a:lnTo>
                  <a:pt x="1078" y="0"/>
                </a:lnTo>
                <a:moveTo>
                  <a:pt x="1129" y="0"/>
                </a:moveTo>
                <a:lnTo>
                  <a:pt x="1155" y="0"/>
                </a:lnTo>
                <a:lnTo>
                  <a:pt x="1155" y="14"/>
                </a:lnTo>
                <a:lnTo>
                  <a:pt x="1129" y="14"/>
                </a:lnTo>
                <a:lnTo>
                  <a:pt x="1129" y="0"/>
                </a:lnTo>
                <a:moveTo>
                  <a:pt x="1181" y="0"/>
                </a:moveTo>
                <a:lnTo>
                  <a:pt x="1206" y="0"/>
                </a:lnTo>
                <a:lnTo>
                  <a:pt x="1206" y="14"/>
                </a:lnTo>
                <a:lnTo>
                  <a:pt x="1181" y="14"/>
                </a:lnTo>
                <a:lnTo>
                  <a:pt x="1181" y="0"/>
                </a:lnTo>
                <a:moveTo>
                  <a:pt x="1232" y="0"/>
                </a:moveTo>
                <a:lnTo>
                  <a:pt x="1258" y="0"/>
                </a:lnTo>
                <a:lnTo>
                  <a:pt x="1258" y="14"/>
                </a:lnTo>
                <a:lnTo>
                  <a:pt x="1232" y="14"/>
                </a:lnTo>
                <a:lnTo>
                  <a:pt x="1232" y="0"/>
                </a:lnTo>
                <a:moveTo>
                  <a:pt x="1283" y="0"/>
                </a:moveTo>
                <a:lnTo>
                  <a:pt x="1309" y="0"/>
                </a:lnTo>
                <a:lnTo>
                  <a:pt x="1309" y="14"/>
                </a:lnTo>
                <a:lnTo>
                  <a:pt x="1283" y="14"/>
                </a:lnTo>
                <a:lnTo>
                  <a:pt x="1283" y="0"/>
                </a:lnTo>
                <a:moveTo>
                  <a:pt x="1334" y="0"/>
                </a:moveTo>
                <a:lnTo>
                  <a:pt x="1360" y="0"/>
                </a:lnTo>
                <a:lnTo>
                  <a:pt x="1360" y="14"/>
                </a:lnTo>
                <a:lnTo>
                  <a:pt x="1334" y="14"/>
                </a:lnTo>
                <a:lnTo>
                  <a:pt x="1334" y="0"/>
                </a:lnTo>
                <a:moveTo>
                  <a:pt x="1386" y="0"/>
                </a:moveTo>
                <a:lnTo>
                  <a:pt x="1411" y="0"/>
                </a:lnTo>
                <a:lnTo>
                  <a:pt x="1411" y="14"/>
                </a:lnTo>
                <a:lnTo>
                  <a:pt x="1386" y="14"/>
                </a:lnTo>
                <a:lnTo>
                  <a:pt x="1386" y="0"/>
                </a:lnTo>
                <a:moveTo>
                  <a:pt x="1437" y="0"/>
                </a:moveTo>
                <a:lnTo>
                  <a:pt x="1463" y="0"/>
                </a:lnTo>
                <a:lnTo>
                  <a:pt x="1463" y="14"/>
                </a:lnTo>
                <a:lnTo>
                  <a:pt x="1437" y="14"/>
                </a:lnTo>
                <a:lnTo>
                  <a:pt x="1437" y="0"/>
                </a:lnTo>
                <a:moveTo>
                  <a:pt x="1488" y="0"/>
                </a:moveTo>
                <a:lnTo>
                  <a:pt x="1514" y="0"/>
                </a:lnTo>
                <a:lnTo>
                  <a:pt x="1514" y="14"/>
                </a:lnTo>
                <a:lnTo>
                  <a:pt x="1488" y="14"/>
                </a:lnTo>
                <a:lnTo>
                  <a:pt x="1488" y="0"/>
                </a:lnTo>
                <a:moveTo>
                  <a:pt x="1540" y="0"/>
                </a:moveTo>
                <a:lnTo>
                  <a:pt x="1565" y="0"/>
                </a:lnTo>
                <a:lnTo>
                  <a:pt x="1565" y="14"/>
                </a:lnTo>
                <a:lnTo>
                  <a:pt x="1540" y="14"/>
                </a:lnTo>
                <a:lnTo>
                  <a:pt x="1540" y="0"/>
                </a:lnTo>
                <a:moveTo>
                  <a:pt x="1591" y="0"/>
                </a:moveTo>
                <a:lnTo>
                  <a:pt x="1617" y="0"/>
                </a:lnTo>
                <a:lnTo>
                  <a:pt x="1617" y="14"/>
                </a:lnTo>
                <a:lnTo>
                  <a:pt x="1591" y="14"/>
                </a:lnTo>
                <a:lnTo>
                  <a:pt x="1591" y="0"/>
                </a:lnTo>
                <a:moveTo>
                  <a:pt x="1642" y="0"/>
                </a:moveTo>
                <a:lnTo>
                  <a:pt x="1668" y="0"/>
                </a:lnTo>
                <a:lnTo>
                  <a:pt x="1668" y="14"/>
                </a:lnTo>
                <a:lnTo>
                  <a:pt x="1642" y="14"/>
                </a:lnTo>
                <a:lnTo>
                  <a:pt x="1642" y="0"/>
                </a:lnTo>
                <a:moveTo>
                  <a:pt x="1693" y="0"/>
                </a:moveTo>
                <a:lnTo>
                  <a:pt x="1719" y="0"/>
                </a:lnTo>
                <a:lnTo>
                  <a:pt x="1719" y="14"/>
                </a:lnTo>
                <a:lnTo>
                  <a:pt x="1693" y="14"/>
                </a:lnTo>
                <a:lnTo>
                  <a:pt x="1693" y="0"/>
                </a:lnTo>
                <a:moveTo>
                  <a:pt x="1745" y="0"/>
                </a:moveTo>
                <a:lnTo>
                  <a:pt x="1770" y="0"/>
                </a:lnTo>
                <a:lnTo>
                  <a:pt x="1770" y="14"/>
                </a:lnTo>
                <a:lnTo>
                  <a:pt x="1745" y="14"/>
                </a:lnTo>
                <a:lnTo>
                  <a:pt x="1745" y="0"/>
                </a:lnTo>
                <a:moveTo>
                  <a:pt x="1796" y="0"/>
                </a:moveTo>
                <a:lnTo>
                  <a:pt x="1822" y="0"/>
                </a:lnTo>
                <a:lnTo>
                  <a:pt x="1822" y="14"/>
                </a:lnTo>
                <a:lnTo>
                  <a:pt x="1796" y="14"/>
                </a:lnTo>
                <a:lnTo>
                  <a:pt x="1796" y="0"/>
                </a:lnTo>
                <a:moveTo>
                  <a:pt x="1847" y="0"/>
                </a:moveTo>
                <a:lnTo>
                  <a:pt x="1873" y="0"/>
                </a:lnTo>
                <a:lnTo>
                  <a:pt x="1873" y="14"/>
                </a:lnTo>
                <a:lnTo>
                  <a:pt x="1847" y="14"/>
                </a:lnTo>
                <a:lnTo>
                  <a:pt x="1847" y="0"/>
                </a:lnTo>
                <a:moveTo>
                  <a:pt x="1899" y="0"/>
                </a:moveTo>
                <a:lnTo>
                  <a:pt x="1924" y="0"/>
                </a:lnTo>
                <a:lnTo>
                  <a:pt x="1924" y="14"/>
                </a:lnTo>
                <a:lnTo>
                  <a:pt x="1899" y="14"/>
                </a:lnTo>
                <a:lnTo>
                  <a:pt x="1899" y="0"/>
                </a:lnTo>
                <a:moveTo>
                  <a:pt x="1950" y="0"/>
                </a:moveTo>
                <a:lnTo>
                  <a:pt x="1975" y="0"/>
                </a:lnTo>
                <a:lnTo>
                  <a:pt x="1975" y="14"/>
                </a:lnTo>
                <a:lnTo>
                  <a:pt x="1950" y="14"/>
                </a:lnTo>
                <a:lnTo>
                  <a:pt x="1950" y="0"/>
                </a:lnTo>
                <a:moveTo>
                  <a:pt x="2001" y="0"/>
                </a:moveTo>
                <a:lnTo>
                  <a:pt x="2027" y="0"/>
                </a:lnTo>
                <a:lnTo>
                  <a:pt x="2027" y="14"/>
                </a:lnTo>
                <a:lnTo>
                  <a:pt x="2001" y="14"/>
                </a:lnTo>
                <a:lnTo>
                  <a:pt x="2001" y="0"/>
                </a:lnTo>
                <a:moveTo>
                  <a:pt x="2052" y="0"/>
                </a:moveTo>
                <a:lnTo>
                  <a:pt x="2078" y="0"/>
                </a:lnTo>
                <a:lnTo>
                  <a:pt x="2078" y="14"/>
                </a:lnTo>
                <a:lnTo>
                  <a:pt x="2052" y="14"/>
                </a:lnTo>
                <a:lnTo>
                  <a:pt x="2052" y="0"/>
                </a:lnTo>
                <a:moveTo>
                  <a:pt x="2104" y="0"/>
                </a:moveTo>
                <a:lnTo>
                  <a:pt x="2129" y="0"/>
                </a:lnTo>
                <a:lnTo>
                  <a:pt x="2129" y="14"/>
                </a:lnTo>
                <a:lnTo>
                  <a:pt x="2104" y="14"/>
                </a:lnTo>
                <a:lnTo>
                  <a:pt x="2104" y="0"/>
                </a:lnTo>
                <a:moveTo>
                  <a:pt x="2155" y="0"/>
                </a:moveTo>
                <a:lnTo>
                  <a:pt x="2181" y="0"/>
                </a:lnTo>
                <a:lnTo>
                  <a:pt x="2181" y="14"/>
                </a:lnTo>
                <a:lnTo>
                  <a:pt x="2155" y="14"/>
                </a:lnTo>
                <a:lnTo>
                  <a:pt x="2155" y="0"/>
                </a:lnTo>
                <a:moveTo>
                  <a:pt x="2206" y="0"/>
                </a:moveTo>
                <a:lnTo>
                  <a:pt x="2232" y="0"/>
                </a:lnTo>
                <a:lnTo>
                  <a:pt x="2232" y="14"/>
                </a:lnTo>
                <a:lnTo>
                  <a:pt x="2206" y="14"/>
                </a:lnTo>
                <a:lnTo>
                  <a:pt x="2206" y="0"/>
                </a:lnTo>
                <a:moveTo>
                  <a:pt x="2258" y="0"/>
                </a:moveTo>
                <a:lnTo>
                  <a:pt x="2283" y="0"/>
                </a:lnTo>
                <a:lnTo>
                  <a:pt x="2283" y="14"/>
                </a:lnTo>
                <a:lnTo>
                  <a:pt x="2258" y="14"/>
                </a:lnTo>
                <a:lnTo>
                  <a:pt x="2258" y="0"/>
                </a:lnTo>
                <a:moveTo>
                  <a:pt x="2309" y="0"/>
                </a:moveTo>
                <a:lnTo>
                  <a:pt x="2334" y="0"/>
                </a:lnTo>
                <a:lnTo>
                  <a:pt x="2334" y="14"/>
                </a:lnTo>
                <a:lnTo>
                  <a:pt x="2309" y="14"/>
                </a:lnTo>
                <a:lnTo>
                  <a:pt x="2309" y="0"/>
                </a:lnTo>
                <a:moveTo>
                  <a:pt x="2360" y="0"/>
                </a:moveTo>
                <a:lnTo>
                  <a:pt x="2386" y="0"/>
                </a:lnTo>
                <a:lnTo>
                  <a:pt x="2386" y="14"/>
                </a:lnTo>
                <a:lnTo>
                  <a:pt x="2360" y="14"/>
                </a:lnTo>
                <a:lnTo>
                  <a:pt x="2360" y="0"/>
                </a:lnTo>
                <a:moveTo>
                  <a:pt x="2411" y="0"/>
                </a:moveTo>
                <a:lnTo>
                  <a:pt x="2437" y="0"/>
                </a:lnTo>
                <a:lnTo>
                  <a:pt x="2437" y="14"/>
                </a:lnTo>
                <a:lnTo>
                  <a:pt x="2411" y="14"/>
                </a:lnTo>
                <a:lnTo>
                  <a:pt x="2411" y="0"/>
                </a:lnTo>
                <a:moveTo>
                  <a:pt x="2463" y="0"/>
                </a:moveTo>
                <a:lnTo>
                  <a:pt x="2488" y="0"/>
                </a:lnTo>
                <a:lnTo>
                  <a:pt x="2488" y="14"/>
                </a:lnTo>
                <a:lnTo>
                  <a:pt x="2463" y="14"/>
                </a:lnTo>
                <a:lnTo>
                  <a:pt x="2463" y="0"/>
                </a:lnTo>
                <a:moveTo>
                  <a:pt x="2514" y="0"/>
                </a:moveTo>
                <a:lnTo>
                  <a:pt x="2540" y="0"/>
                </a:lnTo>
                <a:lnTo>
                  <a:pt x="2540" y="14"/>
                </a:lnTo>
                <a:lnTo>
                  <a:pt x="2514" y="14"/>
                </a:lnTo>
                <a:lnTo>
                  <a:pt x="2514" y="0"/>
                </a:lnTo>
                <a:moveTo>
                  <a:pt x="2565" y="0"/>
                </a:moveTo>
                <a:lnTo>
                  <a:pt x="2591" y="0"/>
                </a:lnTo>
                <a:lnTo>
                  <a:pt x="2591" y="14"/>
                </a:lnTo>
                <a:lnTo>
                  <a:pt x="2565" y="14"/>
                </a:lnTo>
                <a:lnTo>
                  <a:pt x="2565" y="0"/>
                </a:lnTo>
                <a:moveTo>
                  <a:pt x="2616" y="0"/>
                </a:moveTo>
                <a:lnTo>
                  <a:pt x="2642" y="0"/>
                </a:lnTo>
                <a:lnTo>
                  <a:pt x="2642" y="14"/>
                </a:lnTo>
                <a:lnTo>
                  <a:pt x="2616" y="14"/>
                </a:lnTo>
                <a:lnTo>
                  <a:pt x="2616" y="0"/>
                </a:lnTo>
                <a:moveTo>
                  <a:pt x="2668" y="0"/>
                </a:moveTo>
                <a:lnTo>
                  <a:pt x="2693" y="0"/>
                </a:lnTo>
                <a:lnTo>
                  <a:pt x="2693" y="14"/>
                </a:lnTo>
                <a:lnTo>
                  <a:pt x="2668" y="14"/>
                </a:lnTo>
                <a:lnTo>
                  <a:pt x="2668" y="0"/>
                </a:lnTo>
                <a:moveTo>
                  <a:pt x="2719" y="0"/>
                </a:moveTo>
                <a:lnTo>
                  <a:pt x="2745" y="0"/>
                </a:lnTo>
                <a:lnTo>
                  <a:pt x="2745" y="14"/>
                </a:lnTo>
                <a:lnTo>
                  <a:pt x="2719" y="14"/>
                </a:lnTo>
                <a:lnTo>
                  <a:pt x="2719" y="0"/>
                </a:lnTo>
                <a:moveTo>
                  <a:pt x="2770" y="0"/>
                </a:moveTo>
                <a:lnTo>
                  <a:pt x="2796" y="0"/>
                </a:lnTo>
                <a:lnTo>
                  <a:pt x="2796" y="14"/>
                </a:lnTo>
                <a:lnTo>
                  <a:pt x="2770" y="14"/>
                </a:lnTo>
                <a:lnTo>
                  <a:pt x="2770" y="0"/>
                </a:lnTo>
                <a:moveTo>
                  <a:pt x="2822" y="0"/>
                </a:moveTo>
                <a:lnTo>
                  <a:pt x="2847" y="0"/>
                </a:lnTo>
                <a:lnTo>
                  <a:pt x="2847" y="14"/>
                </a:lnTo>
                <a:lnTo>
                  <a:pt x="2822" y="14"/>
                </a:lnTo>
                <a:lnTo>
                  <a:pt x="2822" y="0"/>
                </a:lnTo>
                <a:moveTo>
                  <a:pt x="2873" y="0"/>
                </a:moveTo>
                <a:lnTo>
                  <a:pt x="2899" y="0"/>
                </a:lnTo>
                <a:lnTo>
                  <a:pt x="2899" y="14"/>
                </a:lnTo>
                <a:lnTo>
                  <a:pt x="2873" y="14"/>
                </a:lnTo>
                <a:lnTo>
                  <a:pt x="2873" y="0"/>
                </a:lnTo>
                <a:moveTo>
                  <a:pt x="2924" y="0"/>
                </a:moveTo>
                <a:lnTo>
                  <a:pt x="2950" y="0"/>
                </a:lnTo>
                <a:lnTo>
                  <a:pt x="2950" y="14"/>
                </a:lnTo>
                <a:lnTo>
                  <a:pt x="2924" y="14"/>
                </a:lnTo>
                <a:lnTo>
                  <a:pt x="2924" y="0"/>
                </a:lnTo>
                <a:moveTo>
                  <a:pt x="2975" y="0"/>
                </a:moveTo>
                <a:lnTo>
                  <a:pt x="3001" y="0"/>
                </a:lnTo>
                <a:lnTo>
                  <a:pt x="3001" y="14"/>
                </a:lnTo>
                <a:lnTo>
                  <a:pt x="2975" y="14"/>
                </a:lnTo>
                <a:lnTo>
                  <a:pt x="2975" y="0"/>
                </a:lnTo>
                <a:moveTo>
                  <a:pt x="3027" y="0"/>
                </a:moveTo>
                <a:lnTo>
                  <a:pt x="3052" y="0"/>
                </a:lnTo>
                <a:lnTo>
                  <a:pt x="3052" y="14"/>
                </a:lnTo>
                <a:lnTo>
                  <a:pt x="3027" y="14"/>
                </a:lnTo>
                <a:lnTo>
                  <a:pt x="3027" y="0"/>
                </a:lnTo>
                <a:moveTo>
                  <a:pt x="3078" y="0"/>
                </a:moveTo>
                <a:lnTo>
                  <a:pt x="3104" y="0"/>
                </a:lnTo>
                <a:lnTo>
                  <a:pt x="3104" y="14"/>
                </a:lnTo>
                <a:lnTo>
                  <a:pt x="3078" y="14"/>
                </a:lnTo>
                <a:lnTo>
                  <a:pt x="3078" y="0"/>
                </a:lnTo>
                <a:moveTo>
                  <a:pt x="3129" y="0"/>
                </a:moveTo>
                <a:lnTo>
                  <a:pt x="3155" y="0"/>
                </a:lnTo>
                <a:lnTo>
                  <a:pt x="3155" y="14"/>
                </a:lnTo>
                <a:lnTo>
                  <a:pt x="3129" y="14"/>
                </a:lnTo>
                <a:lnTo>
                  <a:pt x="3129" y="0"/>
                </a:lnTo>
                <a:moveTo>
                  <a:pt x="3181" y="0"/>
                </a:moveTo>
                <a:lnTo>
                  <a:pt x="3206" y="0"/>
                </a:lnTo>
                <a:lnTo>
                  <a:pt x="3206" y="14"/>
                </a:lnTo>
                <a:lnTo>
                  <a:pt x="3181" y="14"/>
                </a:lnTo>
                <a:lnTo>
                  <a:pt x="3181" y="0"/>
                </a:lnTo>
                <a:moveTo>
                  <a:pt x="3232" y="0"/>
                </a:moveTo>
                <a:lnTo>
                  <a:pt x="3257" y="0"/>
                </a:lnTo>
                <a:lnTo>
                  <a:pt x="3257" y="14"/>
                </a:lnTo>
                <a:lnTo>
                  <a:pt x="3232" y="14"/>
                </a:lnTo>
                <a:lnTo>
                  <a:pt x="3232" y="0"/>
                </a:lnTo>
                <a:moveTo>
                  <a:pt x="3283" y="0"/>
                </a:moveTo>
                <a:lnTo>
                  <a:pt x="3309" y="0"/>
                </a:lnTo>
                <a:lnTo>
                  <a:pt x="3309" y="14"/>
                </a:lnTo>
                <a:lnTo>
                  <a:pt x="3283" y="14"/>
                </a:lnTo>
                <a:lnTo>
                  <a:pt x="3283" y="0"/>
                </a:lnTo>
                <a:moveTo>
                  <a:pt x="3334" y="0"/>
                </a:moveTo>
                <a:lnTo>
                  <a:pt x="3360" y="0"/>
                </a:lnTo>
                <a:lnTo>
                  <a:pt x="3360" y="14"/>
                </a:lnTo>
                <a:lnTo>
                  <a:pt x="3334" y="14"/>
                </a:lnTo>
                <a:lnTo>
                  <a:pt x="3334" y="0"/>
                </a:lnTo>
                <a:moveTo>
                  <a:pt x="3386" y="0"/>
                </a:moveTo>
                <a:lnTo>
                  <a:pt x="3411" y="0"/>
                </a:lnTo>
                <a:lnTo>
                  <a:pt x="3411" y="14"/>
                </a:lnTo>
                <a:lnTo>
                  <a:pt x="3386" y="14"/>
                </a:lnTo>
                <a:lnTo>
                  <a:pt x="3386" y="0"/>
                </a:lnTo>
                <a:moveTo>
                  <a:pt x="3437" y="0"/>
                </a:moveTo>
                <a:lnTo>
                  <a:pt x="3463" y="0"/>
                </a:lnTo>
                <a:lnTo>
                  <a:pt x="3463" y="14"/>
                </a:lnTo>
                <a:lnTo>
                  <a:pt x="3437" y="14"/>
                </a:lnTo>
                <a:lnTo>
                  <a:pt x="3437" y="0"/>
                </a:lnTo>
                <a:moveTo>
                  <a:pt x="3488" y="0"/>
                </a:moveTo>
                <a:lnTo>
                  <a:pt x="3514" y="0"/>
                </a:lnTo>
                <a:lnTo>
                  <a:pt x="3514" y="14"/>
                </a:lnTo>
                <a:lnTo>
                  <a:pt x="3488" y="14"/>
                </a:lnTo>
                <a:lnTo>
                  <a:pt x="3488" y="0"/>
                </a:lnTo>
                <a:moveTo>
                  <a:pt x="3539" y="0"/>
                </a:moveTo>
                <a:lnTo>
                  <a:pt x="3565" y="0"/>
                </a:lnTo>
                <a:lnTo>
                  <a:pt x="3565" y="14"/>
                </a:lnTo>
                <a:lnTo>
                  <a:pt x="3539" y="14"/>
                </a:lnTo>
                <a:lnTo>
                  <a:pt x="3539" y="0"/>
                </a:lnTo>
                <a:moveTo>
                  <a:pt x="3591" y="0"/>
                </a:moveTo>
                <a:lnTo>
                  <a:pt x="3616" y="0"/>
                </a:lnTo>
                <a:lnTo>
                  <a:pt x="3616" y="14"/>
                </a:lnTo>
                <a:lnTo>
                  <a:pt x="3591" y="14"/>
                </a:lnTo>
                <a:lnTo>
                  <a:pt x="3591" y="0"/>
                </a:lnTo>
                <a:moveTo>
                  <a:pt x="3642" y="0"/>
                </a:moveTo>
                <a:lnTo>
                  <a:pt x="3668" y="0"/>
                </a:lnTo>
                <a:lnTo>
                  <a:pt x="3668" y="14"/>
                </a:lnTo>
                <a:lnTo>
                  <a:pt x="3642" y="14"/>
                </a:lnTo>
                <a:lnTo>
                  <a:pt x="3642" y="0"/>
                </a:lnTo>
                <a:moveTo>
                  <a:pt x="3693" y="0"/>
                </a:moveTo>
                <a:lnTo>
                  <a:pt x="3719" y="0"/>
                </a:lnTo>
                <a:lnTo>
                  <a:pt x="3719" y="14"/>
                </a:lnTo>
                <a:lnTo>
                  <a:pt x="3693" y="14"/>
                </a:lnTo>
                <a:lnTo>
                  <a:pt x="3693" y="0"/>
                </a:lnTo>
                <a:moveTo>
                  <a:pt x="3745" y="0"/>
                </a:moveTo>
                <a:lnTo>
                  <a:pt x="3770" y="0"/>
                </a:lnTo>
                <a:lnTo>
                  <a:pt x="3770" y="14"/>
                </a:lnTo>
                <a:lnTo>
                  <a:pt x="3745" y="14"/>
                </a:lnTo>
                <a:lnTo>
                  <a:pt x="3745" y="0"/>
                </a:lnTo>
                <a:moveTo>
                  <a:pt x="3796" y="0"/>
                </a:moveTo>
                <a:lnTo>
                  <a:pt x="3822" y="0"/>
                </a:lnTo>
                <a:lnTo>
                  <a:pt x="3822" y="14"/>
                </a:lnTo>
                <a:lnTo>
                  <a:pt x="3796" y="14"/>
                </a:lnTo>
                <a:lnTo>
                  <a:pt x="3796" y="0"/>
                </a:lnTo>
                <a:moveTo>
                  <a:pt x="3847" y="0"/>
                </a:moveTo>
                <a:lnTo>
                  <a:pt x="3873" y="0"/>
                </a:lnTo>
                <a:lnTo>
                  <a:pt x="3873" y="14"/>
                </a:lnTo>
                <a:lnTo>
                  <a:pt x="3847" y="14"/>
                </a:lnTo>
                <a:lnTo>
                  <a:pt x="3847" y="0"/>
                </a:lnTo>
                <a:moveTo>
                  <a:pt x="3898" y="0"/>
                </a:moveTo>
                <a:lnTo>
                  <a:pt x="3924" y="0"/>
                </a:lnTo>
                <a:lnTo>
                  <a:pt x="3924" y="14"/>
                </a:lnTo>
                <a:lnTo>
                  <a:pt x="3898" y="14"/>
                </a:lnTo>
                <a:lnTo>
                  <a:pt x="3898" y="0"/>
                </a:lnTo>
                <a:moveTo>
                  <a:pt x="3950" y="0"/>
                </a:moveTo>
                <a:lnTo>
                  <a:pt x="3975" y="0"/>
                </a:lnTo>
                <a:lnTo>
                  <a:pt x="3975" y="14"/>
                </a:lnTo>
                <a:lnTo>
                  <a:pt x="3950" y="14"/>
                </a:lnTo>
                <a:lnTo>
                  <a:pt x="3950" y="0"/>
                </a:lnTo>
                <a:moveTo>
                  <a:pt x="4001" y="0"/>
                </a:moveTo>
                <a:lnTo>
                  <a:pt x="4027" y="0"/>
                </a:lnTo>
                <a:lnTo>
                  <a:pt x="4027" y="14"/>
                </a:lnTo>
                <a:lnTo>
                  <a:pt x="4001" y="14"/>
                </a:lnTo>
                <a:lnTo>
                  <a:pt x="4001" y="0"/>
                </a:lnTo>
                <a:moveTo>
                  <a:pt x="4052" y="0"/>
                </a:moveTo>
                <a:lnTo>
                  <a:pt x="4078" y="0"/>
                </a:lnTo>
                <a:lnTo>
                  <a:pt x="4078" y="14"/>
                </a:lnTo>
                <a:lnTo>
                  <a:pt x="4052" y="14"/>
                </a:lnTo>
                <a:lnTo>
                  <a:pt x="4052" y="0"/>
                </a:lnTo>
                <a:moveTo>
                  <a:pt x="4104" y="0"/>
                </a:moveTo>
                <a:lnTo>
                  <a:pt x="4129" y="0"/>
                </a:lnTo>
                <a:lnTo>
                  <a:pt x="4129" y="14"/>
                </a:lnTo>
                <a:lnTo>
                  <a:pt x="4104" y="14"/>
                </a:lnTo>
                <a:lnTo>
                  <a:pt x="4104" y="0"/>
                </a:lnTo>
                <a:moveTo>
                  <a:pt x="4155" y="0"/>
                </a:moveTo>
                <a:lnTo>
                  <a:pt x="4180" y="0"/>
                </a:lnTo>
                <a:lnTo>
                  <a:pt x="4180" y="14"/>
                </a:lnTo>
                <a:lnTo>
                  <a:pt x="4155" y="14"/>
                </a:lnTo>
                <a:lnTo>
                  <a:pt x="4155" y="0"/>
                </a:lnTo>
                <a:moveTo>
                  <a:pt x="4206" y="0"/>
                </a:moveTo>
                <a:lnTo>
                  <a:pt x="4232" y="0"/>
                </a:lnTo>
                <a:lnTo>
                  <a:pt x="4232" y="14"/>
                </a:lnTo>
                <a:lnTo>
                  <a:pt x="4206" y="14"/>
                </a:lnTo>
                <a:lnTo>
                  <a:pt x="4206" y="0"/>
                </a:lnTo>
                <a:moveTo>
                  <a:pt x="4257" y="0"/>
                </a:moveTo>
                <a:lnTo>
                  <a:pt x="4283" y="0"/>
                </a:lnTo>
                <a:lnTo>
                  <a:pt x="4283" y="14"/>
                </a:lnTo>
                <a:lnTo>
                  <a:pt x="4257" y="14"/>
                </a:lnTo>
                <a:lnTo>
                  <a:pt x="4257" y="0"/>
                </a:lnTo>
                <a:moveTo>
                  <a:pt x="4309" y="0"/>
                </a:moveTo>
                <a:lnTo>
                  <a:pt x="4334" y="0"/>
                </a:lnTo>
                <a:lnTo>
                  <a:pt x="4334" y="14"/>
                </a:lnTo>
                <a:lnTo>
                  <a:pt x="4309" y="14"/>
                </a:lnTo>
                <a:lnTo>
                  <a:pt x="4309" y="0"/>
                </a:lnTo>
                <a:moveTo>
                  <a:pt x="4360" y="0"/>
                </a:moveTo>
                <a:lnTo>
                  <a:pt x="4386" y="0"/>
                </a:lnTo>
                <a:lnTo>
                  <a:pt x="4386" y="14"/>
                </a:lnTo>
                <a:lnTo>
                  <a:pt x="4360" y="14"/>
                </a:lnTo>
                <a:lnTo>
                  <a:pt x="4360" y="0"/>
                </a:lnTo>
                <a:moveTo>
                  <a:pt x="4411" y="0"/>
                </a:moveTo>
                <a:lnTo>
                  <a:pt x="4437" y="0"/>
                </a:lnTo>
                <a:lnTo>
                  <a:pt x="4437" y="14"/>
                </a:lnTo>
                <a:lnTo>
                  <a:pt x="4411" y="14"/>
                </a:lnTo>
                <a:lnTo>
                  <a:pt x="4411" y="0"/>
                </a:lnTo>
                <a:moveTo>
                  <a:pt x="4463" y="0"/>
                </a:moveTo>
                <a:lnTo>
                  <a:pt x="4488" y="0"/>
                </a:lnTo>
                <a:lnTo>
                  <a:pt x="4488" y="14"/>
                </a:lnTo>
                <a:lnTo>
                  <a:pt x="4463" y="14"/>
                </a:lnTo>
                <a:lnTo>
                  <a:pt x="4463" y="0"/>
                </a:lnTo>
                <a:moveTo>
                  <a:pt x="4514" y="0"/>
                </a:moveTo>
                <a:lnTo>
                  <a:pt x="4539" y="0"/>
                </a:lnTo>
                <a:lnTo>
                  <a:pt x="4539" y="14"/>
                </a:lnTo>
                <a:lnTo>
                  <a:pt x="4514" y="14"/>
                </a:lnTo>
                <a:lnTo>
                  <a:pt x="4514" y="0"/>
                </a:lnTo>
                <a:moveTo>
                  <a:pt x="4565" y="0"/>
                </a:moveTo>
                <a:lnTo>
                  <a:pt x="4591" y="0"/>
                </a:lnTo>
                <a:lnTo>
                  <a:pt x="4591" y="14"/>
                </a:lnTo>
                <a:lnTo>
                  <a:pt x="4565" y="14"/>
                </a:lnTo>
                <a:lnTo>
                  <a:pt x="4565" y="0"/>
                </a:lnTo>
                <a:moveTo>
                  <a:pt x="4616" y="0"/>
                </a:moveTo>
                <a:lnTo>
                  <a:pt x="4642" y="0"/>
                </a:lnTo>
                <a:lnTo>
                  <a:pt x="4642" y="14"/>
                </a:lnTo>
                <a:lnTo>
                  <a:pt x="4616" y="14"/>
                </a:lnTo>
                <a:lnTo>
                  <a:pt x="4616" y="0"/>
                </a:lnTo>
                <a:moveTo>
                  <a:pt x="4668" y="0"/>
                </a:moveTo>
                <a:lnTo>
                  <a:pt x="4693" y="0"/>
                </a:lnTo>
                <a:lnTo>
                  <a:pt x="4693" y="14"/>
                </a:lnTo>
                <a:lnTo>
                  <a:pt x="4668" y="14"/>
                </a:lnTo>
                <a:lnTo>
                  <a:pt x="4668" y="0"/>
                </a:lnTo>
                <a:moveTo>
                  <a:pt x="4719" y="0"/>
                </a:moveTo>
                <a:lnTo>
                  <a:pt x="4745" y="0"/>
                </a:lnTo>
                <a:lnTo>
                  <a:pt x="4745" y="14"/>
                </a:lnTo>
                <a:lnTo>
                  <a:pt x="4719" y="14"/>
                </a:lnTo>
                <a:lnTo>
                  <a:pt x="4719" y="0"/>
                </a:lnTo>
                <a:moveTo>
                  <a:pt x="4770" y="0"/>
                </a:moveTo>
                <a:lnTo>
                  <a:pt x="4796" y="0"/>
                </a:lnTo>
                <a:lnTo>
                  <a:pt x="4796" y="14"/>
                </a:lnTo>
                <a:lnTo>
                  <a:pt x="4770" y="14"/>
                </a:lnTo>
                <a:lnTo>
                  <a:pt x="4770" y="0"/>
                </a:lnTo>
                <a:moveTo>
                  <a:pt x="4821" y="0"/>
                </a:moveTo>
                <a:lnTo>
                  <a:pt x="4847" y="0"/>
                </a:lnTo>
                <a:lnTo>
                  <a:pt x="4847" y="14"/>
                </a:lnTo>
                <a:lnTo>
                  <a:pt x="4821" y="14"/>
                </a:lnTo>
                <a:lnTo>
                  <a:pt x="4821" y="0"/>
                </a:lnTo>
                <a:moveTo>
                  <a:pt x="4873" y="0"/>
                </a:moveTo>
                <a:lnTo>
                  <a:pt x="4898" y="0"/>
                </a:lnTo>
                <a:lnTo>
                  <a:pt x="4898" y="14"/>
                </a:lnTo>
                <a:lnTo>
                  <a:pt x="4873" y="14"/>
                </a:lnTo>
                <a:lnTo>
                  <a:pt x="4873" y="0"/>
                </a:lnTo>
                <a:moveTo>
                  <a:pt x="4924" y="0"/>
                </a:moveTo>
                <a:lnTo>
                  <a:pt x="4950" y="0"/>
                </a:lnTo>
                <a:lnTo>
                  <a:pt x="4950" y="14"/>
                </a:lnTo>
                <a:lnTo>
                  <a:pt x="4924" y="14"/>
                </a:lnTo>
                <a:lnTo>
                  <a:pt x="4924" y="0"/>
                </a:lnTo>
                <a:moveTo>
                  <a:pt x="4975" y="0"/>
                </a:moveTo>
                <a:lnTo>
                  <a:pt x="5001" y="0"/>
                </a:lnTo>
                <a:lnTo>
                  <a:pt x="5001" y="14"/>
                </a:lnTo>
                <a:lnTo>
                  <a:pt x="4975" y="14"/>
                </a:lnTo>
                <a:lnTo>
                  <a:pt x="4975" y="0"/>
                </a:lnTo>
                <a:moveTo>
                  <a:pt x="5027" y="0"/>
                </a:moveTo>
                <a:lnTo>
                  <a:pt x="5052" y="0"/>
                </a:lnTo>
                <a:lnTo>
                  <a:pt x="5052" y="14"/>
                </a:lnTo>
                <a:lnTo>
                  <a:pt x="5027" y="14"/>
                </a:lnTo>
                <a:lnTo>
                  <a:pt x="5027" y="0"/>
                </a:lnTo>
                <a:moveTo>
                  <a:pt x="5078" y="0"/>
                </a:moveTo>
                <a:lnTo>
                  <a:pt x="5103" y="0"/>
                </a:lnTo>
                <a:lnTo>
                  <a:pt x="5103" y="14"/>
                </a:lnTo>
                <a:lnTo>
                  <a:pt x="5078" y="14"/>
                </a:lnTo>
                <a:lnTo>
                  <a:pt x="5078" y="0"/>
                </a:lnTo>
                <a:moveTo>
                  <a:pt x="5129" y="0"/>
                </a:moveTo>
                <a:lnTo>
                  <a:pt x="5155" y="0"/>
                </a:lnTo>
                <a:lnTo>
                  <a:pt x="5155" y="14"/>
                </a:lnTo>
                <a:lnTo>
                  <a:pt x="5129" y="14"/>
                </a:lnTo>
                <a:lnTo>
                  <a:pt x="5129" y="0"/>
                </a:lnTo>
                <a:moveTo>
                  <a:pt x="5180" y="0"/>
                </a:moveTo>
                <a:lnTo>
                  <a:pt x="5206" y="0"/>
                </a:lnTo>
                <a:lnTo>
                  <a:pt x="5206" y="14"/>
                </a:lnTo>
                <a:lnTo>
                  <a:pt x="5180" y="14"/>
                </a:lnTo>
                <a:lnTo>
                  <a:pt x="5180" y="0"/>
                </a:lnTo>
                <a:moveTo>
                  <a:pt x="5232" y="0"/>
                </a:moveTo>
                <a:lnTo>
                  <a:pt x="5257" y="0"/>
                </a:lnTo>
                <a:lnTo>
                  <a:pt x="5257" y="14"/>
                </a:lnTo>
                <a:lnTo>
                  <a:pt x="5232" y="14"/>
                </a:lnTo>
                <a:lnTo>
                  <a:pt x="5232" y="0"/>
                </a:lnTo>
                <a:moveTo>
                  <a:pt x="5283" y="0"/>
                </a:moveTo>
                <a:lnTo>
                  <a:pt x="5309" y="0"/>
                </a:lnTo>
                <a:lnTo>
                  <a:pt x="5309" y="14"/>
                </a:lnTo>
                <a:lnTo>
                  <a:pt x="5283" y="14"/>
                </a:lnTo>
                <a:lnTo>
                  <a:pt x="5283" y="0"/>
                </a:lnTo>
                <a:moveTo>
                  <a:pt x="5334" y="0"/>
                </a:moveTo>
                <a:lnTo>
                  <a:pt x="5360" y="0"/>
                </a:lnTo>
                <a:lnTo>
                  <a:pt x="5360" y="14"/>
                </a:lnTo>
                <a:lnTo>
                  <a:pt x="5334" y="14"/>
                </a:lnTo>
                <a:lnTo>
                  <a:pt x="5334" y="0"/>
                </a:lnTo>
                <a:moveTo>
                  <a:pt x="5386" y="0"/>
                </a:moveTo>
                <a:lnTo>
                  <a:pt x="5411" y="0"/>
                </a:lnTo>
                <a:lnTo>
                  <a:pt x="5411" y="14"/>
                </a:lnTo>
                <a:lnTo>
                  <a:pt x="5386" y="14"/>
                </a:lnTo>
                <a:lnTo>
                  <a:pt x="5386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930960" y="2440440"/>
            <a:ext cx="1377000" cy="7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69" spc="-1" strike="noStrike">
                <a:solidFill>
                  <a:srgbClr val="000000"/>
                </a:solidFill>
                <a:latin typeface="Calibri"/>
                <a:ea typeface="Calibri"/>
              </a:rPr>
              <a:t>2. POST Bundle (ServiceRequest + Task + supporting info)</a:t>
            </a:r>
            <a:endParaRPr b="0" lang="en-AU" sz="46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2879280" y="2798640"/>
            <a:ext cx="46440" cy="37080"/>
          </a:xfrm>
          <a:custGeom>
            <a:avLst/>
            <a:gdLst/>
            <a:ahLst/>
            <a:rect l="0" t="0" r="r" b="b"/>
            <a:pathLst>
              <a:path w="129" h="103">
                <a:moveTo>
                  <a:pt x="129" y="0"/>
                </a:moveTo>
                <a:lnTo>
                  <a:pt x="0" y="52"/>
                </a:lnTo>
                <a:lnTo>
                  <a:pt x="129" y="103"/>
                </a:lnTo>
                <a:lnTo>
                  <a:pt x="78" y="52"/>
                </a:lnTo>
                <a:lnTo>
                  <a:pt x="129" y="0"/>
                </a:lnTo>
                <a:close/>
              </a:path>
            </a:pathLst>
          </a:custGeom>
          <a:solidFill>
            <a:srgbClr val="001d34"/>
          </a:solidFill>
          <a:ln w="432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2897640" y="2817000"/>
            <a:ext cx="1717920" cy="0"/>
          </a:xfrm>
          <a:prstGeom prst="line">
            <a:avLst/>
          </a:prstGeom>
          <a:ln w="432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977040" y="2586960"/>
            <a:ext cx="294840" cy="7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69" spc="-1" strike="noStrike">
                <a:solidFill>
                  <a:srgbClr val="000000"/>
                </a:solidFill>
                <a:latin typeface="Calibri"/>
                <a:ea typeface="Calibri"/>
              </a:rPr>
              <a:t>201 Created</a:t>
            </a:r>
            <a:endParaRPr b="0" lang="en-AU" sz="46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4564800" y="2944800"/>
            <a:ext cx="46440" cy="37440"/>
          </a:xfrm>
          <a:custGeom>
            <a:avLst/>
            <a:gdLst/>
            <a:ahLst/>
            <a:rect l="0" t="0" r="r" b="b"/>
            <a:pathLst>
              <a:path w="129" h="104">
                <a:moveTo>
                  <a:pt x="0" y="0"/>
                </a:moveTo>
                <a:lnTo>
                  <a:pt x="129" y="53"/>
                </a:lnTo>
                <a:lnTo>
                  <a:pt x="0" y="104"/>
                </a:lnTo>
                <a:lnTo>
                  <a:pt x="51" y="53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32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2874600" y="2961000"/>
            <a:ext cx="1718280" cy="5400"/>
          </a:xfrm>
          <a:custGeom>
            <a:avLst/>
            <a:gdLst/>
            <a:ahLst/>
            <a:rect l="0" t="0" r="r" b="b"/>
            <a:pathLst>
              <a:path w="4773" h="15">
                <a:moveTo>
                  <a:pt x="0" y="0"/>
                </a:moveTo>
                <a:lnTo>
                  <a:pt x="26" y="0"/>
                </a:lnTo>
                <a:lnTo>
                  <a:pt x="26" y="15"/>
                </a:lnTo>
                <a:lnTo>
                  <a:pt x="0" y="15"/>
                </a:lnTo>
                <a:lnTo>
                  <a:pt x="0" y="0"/>
                </a:lnTo>
                <a:moveTo>
                  <a:pt x="51" y="0"/>
                </a:moveTo>
                <a:lnTo>
                  <a:pt x="77" y="0"/>
                </a:lnTo>
                <a:lnTo>
                  <a:pt x="77" y="15"/>
                </a:lnTo>
                <a:lnTo>
                  <a:pt x="51" y="15"/>
                </a:lnTo>
                <a:lnTo>
                  <a:pt x="51" y="0"/>
                </a:lnTo>
                <a:moveTo>
                  <a:pt x="102" y="0"/>
                </a:moveTo>
                <a:lnTo>
                  <a:pt x="128" y="0"/>
                </a:lnTo>
                <a:lnTo>
                  <a:pt x="128" y="15"/>
                </a:lnTo>
                <a:lnTo>
                  <a:pt x="102" y="15"/>
                </a:lnTo>
                <a:lnTo>
                  <a:pt x="102" y="0"/>
                </a:lnTo>
                <a:moveTo>
                  <a:pt x="154" y="0"/>
                </a:moveTo>
                <a:lnTo>
                  <a:pt x="179" y="0"/>
                </a:lnTo>
                <a:lnTo>
                  <a:pt x="179" y="15"/>
                </a:lnTo>
                <a:lnTo>
                  <a:pt x="154" y="15"/>
                </a:lnTo>
                <a:lnTo>
                  <a:pt x="154" y="0"/>
                </a:lnTo>
                <a:moveTo>
                  <a:pt x="205" y="0"/>
                </a:moveTo>
                <a:lnTo>
                  <a:pt x="231" y="0"/>
                </a:lnTo>
                <a:lnTo>
                  <a:pt x="231" y="15"/>
                </a:lnTo>
                <a:lnTo>
                  <a:pt x="205" y="15"/>
                </a:lnTo>
                <a:lnTo>
                  <a:pt x="205" y="0"/>
                </a:lnTo>
                <a:moveTo>
                  <a:pt x="256" y="0"/>
                </a:moveTo>
                <a:lnTo>
                  <a:pt x="282" y="0"/>
                </a:lnTo>
                <a:lnTo>
                  <a:pt x="282" y="15"/>
                </a:lnTo>
                <a:lnTo>
                  <a:pt x="256" y="15"/>
                </a:lnTo>
                <a:lnTo>
                  <a:pt x="256" y="0"/>
                </a:lnTo>
                <a:moveTo>
                  <a:pt x="308" y="0"/>
                </a:moveTo>
                <a:lnTo>
                  <a:pt x="333" y="0"/>
                </a:lnTo>
                <a:lnTo>
                  <a:pt x="333" y="15"/>
                </a:lnTo>
                <a:lnTo>
                  <a:pt x="308" y="15"/>
                </a:lnTo>
                <a:lnTo>
                  <a:pt x="308" y="0"/>
                </a:lnTo>
                <a:moveTo>
                  <a:pt x="359" y="0"/>
                </a:moveTo>
                <a:lnTo>
                  <a:pt x="384" y="0"/>
                </a:lnTo>
                <a:lnTo>
                  <a:pt x="384" y="15"/>
                </a:lnTo>
                <a:lnTo>
                  <a:pt x="359" y="15"/>
                </a:lnTo>
                <a:lnTo>
                  <a:pt x="359" y="0"/>
                </a:lnTo>
                <a:moveTo>
                  <a:pt x="410" y="0"/>
                </a:moveTo>
                <a:lnTo>
                  <a:pt x="436" y="0"/>
                </a:lnTo>
                <a:lnTo>
                  <a:pt x="436" y="15"/>
                </a:lnTo>
                <a:lnTo>
                  <a:pt x="410" y="15"/>
                </a:lnTo>
                <a:lnTo>
                  <a:pt x="410" y="0"/>
                </a:lnTo>
                <a:moveTo>
                  <a:pt x="461" y="0"/>
                </a:moveTo>
                <a:lnTo>
                  <a:pt x="487" y="0"/>
                </a:lnTo>
                <a:lnTo>
                  <a:pt x="487" y="15"/>
                </a:lnTo>
                <a:lnTo>
                  <a:pt x="461" y="15"/>
                </a:lnTo>
                <a:lnTo>
                  <a:pt x="461" y="0"/>
                </a:lnTo>
                <a:moveTo>
                  <a:pt x="513" y="0"/>
                </a:moveTo>
                <a:lnTo>
                  <a:pt x="538" y="0"/>
                </a:lnTo>
                <a:lnTo>
                  <a:pt x="538" y="15"/>
                </a:lnTo>
                <a:lnTo>
                  <a:pt x="513" y="15"/>
                </a:lnTo>
                <a:lnTo>
                  <a:pt x="513" y="0"/>
                </a:lnTo>
                <a:moveTo>
                  <a:pt x="564" y="0"/>
                </a:moveTo>
                <a:lnTo>
                  <a:pt x="590" y="0"/>
                </a:lnTo>
                <a:lnTo>
                  <a:pt x="590" y="15"/>
                </a:lnTo>
                <a:lnTo>
                  <a:pt x="564" y="15"/>
                </a:lnTo>
                <a:lnTo>
                  <a:pt x="564" y="0"/>
                </a:lnTo>
                <a:moveTo>
                  <a:pt x="615" y="0"/>
                </a:moveTo>
                <a:lnTo>
                  <a:pt x="641" y="0"/>
                </a:lnTo>
                <a:lnTo>
                  <a:pt x="641" y="15"/>
                </a:lnTo>
                <a:lnTo>
                  <a:pt x="615" y="15"/>
                </a:lnTo>
                <a:lnTo>
                  <a:pt x="615" y="0"/>
                </a:lnTo>
                <a:moveTo>
                  <a:pt x="667" y="0"/>
                </a:moveTo>
                <a:lnTo>
                  <a:pt x="692" y="0"/>
                </a:lnTo>
                <a:lnTo>
                  <a:pt x="692" y="15"/>
                </a:lnTo>
                <a:lnTo>
                  <a:pt x="667" y="15"/>
                </a:lnTo>
                <a:lnTo>
                  <a:pt x="667" y="0"/>
                </a:lnTo>
                <a:moveTo>
                  <a:pt x="718" y="0"/>
                </a:moveTo>
                <a:lnTo>
                  <a:pt x="743" y="0"/>
                </a:lnTo>
                <a:lnTo>
                  <a:pt x="743" y="15"/>
                </a:lnTo>
                <a:lnTo>
                  <a:pt x="718" y="15"/>
                </a:lnTo>
                <a:lnTo>
                  <a:pt x="718" y="0"/>
                </a:lnTo>
                <a:moveTo>
                  <a:pt x="769" y="0"/>
                </a:moveTo>
                <a:lnTo>
                  <a:pt x="795" y="0"/>
                </a:lnTo>
                <a:lnTo>
                  <a:pt x="795" y="15"/>
                </a:lnTo>
                <a:lnTo>
                  <a:pt x="769" y="15"/>
                </a:lnTo>
                <a:lnTo>
                  <a:pt x="769" y="0"/>
                </a:lnTo>
                <a:moveTo>
                  <a:pt x="820" y="0"/>
                </a:moveTo>
                <a:lnTo>
                  <a:pt x="846" y="0"/>
                </a:lnTo>
                <a:lnTo>
                  <a:pt x="846" y="15"/>
                </a:lnTo>
                <a:lnTo>
                  <a:pt x="820" y="15"/>
                </a:lnTo>
                <a:lnTo>
                  <a:pt x="820" y="0"/>
                </a:lnTo>
                <a:moveTo>
                  <a:pt x="872" y="0"/>
                </a:moveTo>
                <a:lnTo>
                  <a:pt x="897" y="0"/>
                </a:lnTo>
                <a:lnTo>
                  <a:pt x="897" y="15"/>
                </a:lnTo>
                <a:lnTo>
                  <a:pt x="872" y="15"/>
                </a:lnTo>
                <a:lnTo>
                  <a:pt x="872" y="0"/>
                </a:lnTo>
                <a:moveTo>
                  <a:pt x="923" y="0"/>
                </a:moveTo>
                <a:lnTo>
                  <a:pt x="949" y="0"/>
                </a:lnTo>
                <a:lnTo>
                  <a:pt x="949" y="15"/>
                </a:lnTo>
                <a:lnTo>
                  <a:pt x="923" y="15"/>
                </a:lnTo>
                <a:lnTo>
                  <a:pt x="923" y="0"/>
                </a:lnTo>
                <a:moveTo>
                  <a:pt x="974" y="0"/>
                </a:moveTo>
                <a:lnTo>
                  <a:pt x="1000" y="0"/>
                </a:lnTo>
                <a:lnTo>
                  <a:pt x="1000" y="15"/>
                </a:lnTo>
                <a:lnTo>
                  <a:pt x="974" y="15"/>
                </a:lnTo>
                <a:lnTo>
                  <a:pt x="974" y="0"/>
                </a:lnTo>
                <a:moveTo>
                  <a:pt x="1025" y="0"/>
                </a:moveTo>
                <a:lnTo>
                  <a:pt x="1051" y="0"/>
                </a:lnTo>
                <a:lnTo>
                  <a:pt x="1051" y="15"/>
                </a:lnTo>
                <a:lnTo>
                  <a:pt x="1025" y="15"/>
                </a:lnTo>
                <a:lnTo>
                  <a:pt x="1025" y="0"/>
                </a:lnTo>
                <a:moveTo>
                  <a:pt x="1077" y="0"/>
                </a:moveTo>
                <a:lnTo>
                  <a:pt x="1102" y="0"/>
                </a:lnTo>
                <a:lnTo>
                  <a:pt x="1102" y="15"/>
                </a:lnTo>
                <a:lnTo>
                  <a:pt x="1077" y="15"/>
                </a:lnTo>
                <a:lnTo>
                  <a:pt x="1077" y="0"/>
                </a:lnTo>
                <a:moveTo>
                  <a:pt x="1128" y="0"/>
                </a:moveTo>
                <a:lnTo>
                  <a:pt x="1154" y="0"/>
                </a:lnTo>
                <a:lnTo>
                  <a:pt x="1154" y="15"/>
                </a:lnTo>
                <a:lnTo>
                  <a:pt x="1128" y="15"/>
                </a:lnTo>
                <a:lnTo>
                  <a:pt x="1128" y="0"/>
                </a:lnTo>
                <a:moveTo>
                  <a:pt x="1179" y="0"/>
                </a:moveTo>
                <a:lnTo>
                  <a:pt x="1205" y="0"/>
                </a:lnTo>
                <a:lnTo>
                  <a:pt x="1205" y="15"/>
                </a:lnTo>
                <a:lnTo>
                  <a:pt x="1179" y="15"/>
                </a:lnTo>
                <a:lnTo>
                  <a:pt x="1179" y="0"/>
                </a:lnTo>
                <a:moveTo>
                  <a:pt x="1231" y="0"/>
                </a:moveTo>
                <a:lnTo>
                  <a:pt x="1256" y="0"/>
                </a:lnTo>
                <a:lnTo>
                  <a:pt x="1256" y="15"/>
                </a:lnTo>
                <a:lnTo>
                  <a:pt x="1231" y="15"/>
                </a:lnTo>
                <a:lnTo>
                  <a:pt x="1231" y="0"/>
                </a:lnTo>
                <a:moveTo>
                  <a:pt x="1282" y="0"/>
                </a:moveTo>
                <a:lnTo>
                  <a:pt x="1308" y="0"/>
                </a:lnTo>
                <a:lnTo>
                  <a:pt x="1308" y="15"/>
                </a:lnTo>
                <a:lnTo>
                  <a:pt x="1282" y="15"/>
                </a:lnTo>
                <a:lnTo>
                  <a:pt x="1282" y="0"/>
                </a:lnTo>
                <a:moveTo>
                  <a:pt x="1333" y="0"/>
                </a:moveTo>
                <a:lnTo>
                  <a:pt x="1359" y="0"/>
                </a:lnTo>
                <a:lnTo>
                  <a:pt x="1359" y="15"/>
                </a:lnTo>
                <a:lnTo>
                  <a:pt x="1333" y="15"/>
                </a:lnTo>
                <a:lnTo>
                  <a:pt x="1333" y="0"/>
                </a:lnTo>
                <a:moveTo>
                  <a:pt x="1384" y="0"/>
                </a:moveTo>
                <a:lnTo>
                  <a:pt x="1410" y="0"/>
                </a:lnTo>
                <a:lnTo>
                  <a:pt x="1410" y="15"/>
                </a:lnTo>
                <a:lnTo>
                  <a:pt x="1384" y="15"/>
                </a:lnTo>
                <a:lnTo>
                  <a:pt x="1384" y="0"/>
                </a:lnTo>
                <a:moveTo>
                  <a:pt x="1436" y="0"/>
                </a:moveTo>
                <a:lnTo>
                  <a:pt x="1461" y="0"/>
                </a:lnTo>
                <a:lnTo>
                  <a:pt x="1461" y="15"/>
                </a:lnTo>
                <a:lnTo>
                  <a:pt x="1436" y="15"/>
                </a:lnTo>
                <a:lnTo>
                  <a:pt x="1436" y="0"/>
                </a:lnTo>
                <a:moveTo>
                  <a:pt x="1487" y="0"/>
                </a:moveTo>
                <a:lnTo>
                  <a:pt x="1513" y="0"/>
                </a:lnTo>
                <a:lnTo>
                  <a:pt x="1513" y="15"/>
                </a:lnTo>
                <a:lnTo>
                  <a:pt x="1487" y="15"/>
                </a:lnTo>
                <a:lnTo>
                  <a:pt x="1487" y="0"/>
                </a:lnTo>
                <a:moveTo>
                  <a:pt x="1538" y="0"/>
                </a:moveTo>
                <a:lnTo>
                  <a:pt x="1564" y="0"/>
                </a:lnTo>
                <a:lnTo>
                  <a:pt x="1564" y="15"/>
                </a:lnTo>
                <a:lnTo>
                  <a:pt x="1538" y="15"/>
                </a:lnTo>
                <a:lnTo>
                  <a:pt x="1538" y="0"/>
                </a:lnTo>
                <a:moveTo>
                  <a:pt x="1590" y="0"/>
                </a:moveTo>
                <a:lnTo>
                  <a:pt x="1615" y="0"/>
                </a:lnTo>
                <a:lnTo>
                  <a:pt x="1615" y="15"/>
                </a:lnTo>
                <a:lnTo>
                  <a:pt x="1590" y="15"/>
                </a:lnTo>
                <a:lnTo>
                  <a:pt x="1590" y="0"/>
                </a:lnTo>
                <a:moveTo>
                  <a:pt x="1641" y="0"/>
                </a:moveTo>
                <a:lnTo>
                  <a:pt x="1666" y="0"/>
                </a:lnTo>
                <a:lnTo>
                  <a:pt x="1666" y="15"/>
                </a:lnTo>
                <a:lnTo>
                  <a:pt x="1641" y="15"/>
                </a:lnTo>
                <a:lnTo>
                  <a:pt x="1641" y="0"/>
                </a:lnTo>
                <a:moveTo>
                  <a:pt x="1692" y="0"/>
                </a:moveTo>
                <a:lnTo>
                  <a:pt x="1718" y="0"/>
                </a:lnTo>
                <a:lnTo>
                  <a:pt x="1718" y="15"/>
                </a:lnTo>
                <a:lnTo>
                  <a:pt x="1692" y="15"/>
                </a:lnTo>
                <a:lnTo>
                  <a:pt x="1692" y="0"/>
                </a:lnTo>
                <a:moveTo>
                  <a:pt x="1743" y="0"/>
                </a:moveTo>
                <a:lnTo>
                  <a:pt x="1769" y="0"/>
                </a:lnTo>
                <a:lnTo>
                  <a:pt x="1769" y="15"/>
                </a:lnTo>
                <a:lnTo>
                  <a:pt x="1743" y="15"/>
                </a:lnTo>
                <a:lnTo>
                  <a:pt x="1743" y="0"/>
                </a:lnTo>
                <a:moveTo>
                  <a:pt x="1795" y="0"/>
                </a:moveTo>
                <a:lnTo>
                  <a:pt x="1820" y="0"/>
                </a:lnTo>
                <a:lnTo>
                  <a:pt x="1820" y="15"/>
                </a:lnTo>
                <a:lnTo>
                  <a:pt x="1795" y="15"/>
                </a:lnTo>
                <a:lnTo>
                  <a:pt x="1795" y="0"/>
                </a:lnTo>
                <a:moveTo>
                  <a:pt x="1846" y="0"/>
                </a:moveTo>
                <a:lnTo>
                  <a:pt x="1872" y="0"/>
                </a:lnTo>
                <a:lnTo>
                  <a:pt x="1872" y="15"/>
                </a:lnTo>
                <a:lnTo>
                  <a:pt x="1846" y="15"/>
                </a:lnTo>
                <a:lnTo>
                  <a:pt x="1846" y="0"/>
                </a:lnTo>
                <a:moveTo>
                  <a:pt x="1897" y="0"/>
                </a:moveTo>
                <a:lnTo>
                  <a:pt x="1923" y="0"/>
                </a:lnTo>
                <a:lnTo>
                  <a:pt x="1923" y="15"/>
                </a:lnTo>
                <a:lnTo>
                  <a:pt x="1897" y="15"/>
                </a:lnTo>
                <a:lnTo>
                  <a:pt x="1897" y="0"/>
                </a:lnTo>
                <a:moveTo>
                  <a:pt x="1948" y="0"/>
                </a:moveTo>
                <a:lnTo>
                  <a:pt x="1974" y="0"/>
                </a:lnTo>
                <a:lnTo>
                  <a:pt x="1974" y="15"/>
                </a:lnTo>
                <a:lnTo>
                  <a:pt x="1948" y="15"/>
                </a:lnTo>
                <a:lnTo>
                  <a:pt x="1948" y="0"/>
                </a:lnTo>
                <a:moveTo>
                  <a:pt x="2000" y="0"/>
                </a:moveTo>
                <a:lnTo>
                  <a:pt x="2025" y="0"/>
                </a:lnTo>
                <a:lnTo>
                  <a:pt x="2025" y="15"/>
                </a:lnTo>
                <a:lnTo>
                  <a:pt x="2000" y="15"/>
                </a:lnTo>
                <a:lnTo>
                  <a:pt x="2000" y="0"/>
                </a:lnTo>
                <a:moveTo>
                  <a:pt x="2051" y="0"/>
                </a:moveTo>
                <a:lnTo>
                  <a:pt x="2077" y="0"/>
                </a:lnTo>
                <a:lnTo>
                  <a:pt x="2077" y="15"/>
                </a:lnTo>
                <a:lnTo>
                  <a:pt x="2051" y="15"/>
                </a:lnTo>
                <a:lnTo>
                  <a:pt x="2051" y="0"/>
                </a:lnTo>
                <a:moveTo>
                  <a:pt x="2102" y="0"/>
                </a:moveTo>
                <a:lnTo>
                  <a:pt x="2128" y="0"/>
                </a:lnTo>
                <a:lnTo>
                  <a:pt x="2128" y="15"/>
                </a:lnTo>
                <a:lnTo>
                  <a:pt x="2102" y="15"/>
                </a:lnTo>
                <a:lnTo>
                  <a:pt x="2102" y="0"/>
                </a:lnTo>
                <a:moveTo>
                  <a:pt x="2154" y="0"/>
                </a:moveTo>
                <a:lnTo>
                  <a:pt x="2179" y="0"/>
                </a:lnTo>
                <a:lnTo>
                  <a:pt x="2179" y="15"/>
                </a:lnTo>
                <a:lnTo>
                  <a:pt x="2154" y="15"/>
                </a:lnTo>
                <a:lnTo>
                  <a:pt x="2154" y="0"/>
                </a:lnTo>
                <a:moveTo>
                  <a:pt x="2205" y="0"/>
                </a:moveTo>
                <a:lnTo>
                  <a:pt x="2231" y="0"/>
                </a:lnTo>
                <a:lnTo>
                  <a:pt x="2231" y="15"/>
                </a:lnTo>
                <a:lnTo>
                  <a:pt x="2205" y="15"/>
                </a:lnTo>
                <a:lnTo>
                  <a:pt x="2205" y="0"/>
                </a:lnTo>
                <a:moveTo>
                  <a:pt x="2256" y="0"/>
                </a:moveTo>
                <a:lnTo>
                  <a:pt x="2282" y="0"/>
                </a:lnTo>
                <a:lnTo>
                  <a:pt x="2282" y="15"/>
                </a:lnTo>
                <a:lnTo>
                  <a:pt x="2256" y="15"/>
                </a:lnTo>
                <a:lnTo>
                  <a:pt x="2256" y="0"/>
                </a:lnTo>
                <a:moveTo>
                  <a:pt x="2307" y="0"/>
                </a:moveTo>
                <a:lnTo>
                  <a:pt x="2333" y="0"/>
                </a:lnTo>
                <a:lnTo>
                  <a:pt x="2333" y="15"/>
                </a:lnTo>
                <a:lnTo>
                  <a:pt x="2307" y="15"/>
                </a:lnTo>
                <a:lnTo>
                  <a:pt x="2307" y="0"/>
                </a:lnTo>
                <a:moveTo>
                  <a:pt x="2359" y="0"/>
                </a:moveTo>
                <a:lnTo>
                  <a:pt x="2384" y="0"/>
                </a:lnTo>
                <a:lnTo>
                  <a:pt x="2384" y="15"/>
                </a:lnTo>
                <a:lnTo>
                  <a:pt x="2359" y="15"/>
                </a:lnTo>
                <a:lnTo>
                  <a:pt x="2359" y="0"/>
                </a:lnTo>
                <a:moveTo>
                  <a:pt x="2410" y="0"/>
                </a:moveTo>
                <a:lnTo>
                  <a:pt x="2436" y="0"/>
                </a:lnTo>
                <a:lnTo>
                  <a:pt x="2436" y="15"/>
                </a:lnTo>
                <a:lnTo>
                  <a:pt x="2410" y="15"/>
                </a:lnTo>
                <a:lnTo>
                  <a:pt x="2410" y="0"/>
                </a:lnTo>
                <a:moveTo>
                  <a:pt x="2461" y="0"/>
                </a:moveTo>
                <a:lnTo>
                  <a:pt x="2487" y="0"/>
                </a:lnTo>
                <a:lnTo>
                  <a:pt x="2487" y="15"/>
                </a:lnTo>
                <a:lnTo>
                  <a:pt x="2461" y="15"/>
                </a:lnTo>
                <a:lnTo>
                  <a:pt x="2461" y="0"/>
                </a:lnTo>
                <a:moveTo>
                  <a:pt x="2513" y="0"/>
                </a:moveTo>
                <a:lnTo>
                  <a:pt x="2538" y="0"/>
                </a:lnTo>
                <a:lnTo>
                  <a:pt x="2538" y="15"/>
                </a:lnTo>
                <a:lnTo>
                  <a:pt x="2513" y="15"/>
                </a:lnTo>
                <a:lnTo>
                  <a:pt x="2513" y="0"/>
                </a:lnTo>
                <a:moveTo>
                  <a:pt x="2564" y="0"/>
                </a:moveTo>
                <a:lnTo>
                  <a:pt x="2589" y="0"/>
                </a:lnTo>
                <a:lnTo>
                  <a:pt x="2589" y="15"/>
                </a:lnTo>
                <a:lnTo>
                  <a:pt x="2564" y="15"/>
                </a:lnTo>
                <a:lnTo>
                  <a:pt x="2564" y="0"/>
                </a:lnTo>
                <a:moveTo>
                  <a:pt x="2615" y="0"/>
                </a:moveTo>
                <a:lnTo>
                  <a:pt x="2641" y="0"/>
                </a:lnTo>
                <a:lnTo>
                  <a:pt x="2641" y="15"/>
                </a:lnTo>
                <a:lnTo>
                  <a:pt x="2615" y="15"/>
                </a:lnTo>
                <a:lnTo>
                  <a:pt x="2615" y="0"/>
                </a:lnTo>
                <a:moveTo>
                  <a:pt x="2666" y="0"/>
                </a:moveTo>
                <a:lnTo>
                  <a:pt x="2692" y="0"/>
                </a:lnTo>
                <a:lnTo>
                  <a:pt x="2692" y="15"/>
                </a:lnTo>
                <a:lnTo>
                  <a:pt x="2666" y="15"/>
                </a:lnTo>
                <a:lnTo>
                  <a:pt x="2666" y="0"/>
                </a:lnTo>
                <a:moveTo>
                  <a:pt x="2718" y="0"/>
                </a:moveTo>
                <a:lnTo>
                  <a:pt x="2743" y="0"/>
                </a:lnTo>
                <a:lnTo>
                  <a:pt x="2743" y="15"/>
                </a:lnTo>
                <a:lnTo>
                  <a:pt x="2718" y="15"/>
                </a:lnTo>
                <a:lnTo>
                  <a:pt x="2718" y="0"/>
                </a:lnTo>
                <a:moveTo>
                  <a:pt x="2769" y="0"/>
                </a:moveTo>
                <a:lnTo>
                  <a:pt x="2795" y="0"/>
                </a:lnTo>
                <a:lnTo>
                  <a:pt x="2795" y="15"/>
                </a:lnTo>
                <a:lnTo>
                  <a:pt x="2769" y="15"/>
                </a:lnTo>
                <a:lnTo>
                  <a:pt x="2769" y="0"/>
                </a:lnTo>
                <a:moveTo>
                  <a:pt x="2820" y="0"/>
                </a:moveTo>
                <a:lnTo>
                  <a:pt x="2846" y="0"/>
                </a:lnTo>
                <a:lnTo>
                  <a:pt x="2846" y="15"/>
                </a:lnTo>
                <a:lnTo>
                  <a:pt x="2820" y="15"/>
                </a:lnTo>
                <a:lnTo>
                  <a:pt x="2820" y="0"/>
                </a:lnTo>
                <a:moveTo>
                  <a:pt x="2872" y="0"/>
                </a:moveTo>
                <a:lnTo>
                  <a:pt x="2897" y="0"/>
                </a:lnTo>
                <a:lnTo>
                  <a:pt x="2897" y="15"/>
                </a:lnTo>
                <a:lnTo>
                  <a:pt x="2872" y="15"/>
                </a:lnTo>
                <a:lnTo>
                  <a:pt x="2872" y="0"/>
                </a:lnTo>
                <a:moveTo>
                  <a:pt x="2923" y="0"/>
                </a:moveTo>
                <a:lnTo>
                  <a:pt x="2948" y="0"/>
                </a:lnTo>
                <a:lnTo>
                  <a:pt x="2948" y="15"/>
                </a:lnTo>
                <a:lnTo>
                  <a:pt x="2923" y="15"/>
                </a:lnTo>
                <a:lnTo>
                  <a:pt x="2923" y="0"/>
                </a:lnTo>
                <a:moveTo>
                  <a:pt x="2974" y="0"/>
                </a:moveTo>
                <a:lnTo>
                  <a:pt x="3000" y="0"/>
                </a:lnTo>
                <a:lnTo>
                  <a:pt x="3000" y="15"/>
                </a:lnTo>
                <a:lnTo>
                  <a:pt x="2974" y="15"/>
                </a:lnTo>
                <a:lnTo>
                  <a:pt x="2974" y="0"/>
                </a:lnTo>
                <a:moveTo>
                  <a:pt x="3025" y="0"/>
                </a:moveTo>
                <a:lnTo>
                  <a:pt x="3051" y="0"/>
                </a:lnTo>
                <a:lnTo>
                  <a:pt x="3051" y="15"/>
                </a:lnTo>
                <a:lnTo>
                  <a:pt x="3025" y="15"/>
                </a:lnTo>
                <a:lnTo>
                  <a:pt x="3025" y="0"/>
                </a:lnTo>
                <a:moveTo>
                  <a:pt x="3077" y="0"/>
                </a:moveTo>
                <a:lnTo>
                  <a:pt x="3102" y="0"/>
                </a:lnTo>
                <a:lnTo>
                  <a:pt x="3102" y="15"/>
                </a:lnTo>
                <a:lnTo>
                  <a:pt x="3077" y="15"/>
                </a:lnTo>
                <a:lnTo>
                  <a:pt x="3077" y="0"/>
                </a:lnTo>
                <a:moveTo>
                  <a:pt x="3128" y="0"/>
                </a:moveTo>
                <a:lnTo>
                  <a:pt x="3154" y="0"/>
                </a:lnTo>
                <a:lnTo>
                  <a:pt x="3154" y="15"/>
                </a:lnTo>
                <a:lnTo>
                  <a:pt x="3128" y="15"/>
                </a:lnTo>
                <a:lnTo>
                  <a:pt x="3128" y="0"/>
                </a:lnTo>
                <a:moveTo>
                  <a:pt x="3179" y="0"/>
                </a:moveTo>
                <a:lnTo>
                  <a:pt x="3205" y="0"/>
                </a:lnTo>
                <a:lnTo>
                  <a:pt x="3205" y="15"/>
                </a:lnTo>
                <a:lnTo>
                  <a:pt x="3179" y="15"/>
                </a:lnTo>
                <a:lnTo>
                  <a:pt x="3179" y="0"/>
                </a:lnTo>
                <a:moveTo>
                  <a:pt x="3230" y="0"/>
                </a:moveTo>
                <a:lnTo>
                  <a:pt x="3256" y="0"/>
                </a:lnTo>
                <a:lnTo>
                  <a:pt x="3256" y="15"/>
                </a:lnTo>
                <a:lnTo>
                  <a:pt x="3230" y="15"/>
                </a:lnTo>
                <a:lnTo>
                  <a:pt x="3230" y="0"/>
                </a:lnTo>
                <a:moveTo>
                  <a:pt x="3282" y="0"/>
                </a:moveTo>
                <a:lnTo>
                  <a:pt x="3307" y="0"/>
                </a:lnTo>
                <a:lnTo>
                  <a:pt x="3307" y="15"/>
                </a:lnTo>
                <a:lnTo>
                  <a:pt x="3282" y="15"/>
                </a:lnTo>
                <a:lnTo>
                  <a:pt x="3282" y="0"/>
                </a:lnTo>
                <a:moveTo>
                  <a:pt x="3333" y="0"/>
                </a:moveTo>
                <a:lnTo>
                  <a:pt x="3359" y="0"/>
                </a:lnTo>
                <a:lnTo>
                  <a:pt x="3359" y="15"/>
                </a:lnTo>
                <a:lnTo>
                  <a:pt x="3333" y="15"/>
                </a:lnTo>
                <a:lnTo>
                  <a:pt x="3333" y="0"/>
                </a:lnTo>
                <a:moveTo>
                  <a:pt x="3384" y="0"/>
                </a:moveTo>
                <a:lnTo>
                  <a:pt x="3410" y="0"/>
                </a:lnTo>
                <a:lnTo>
                  <a:pt x="3410" y="15"/>
                </a:lnTo>
                <a:lnTo>
                  <a:pt x="3384" y="15"/>
                </a:lnTo>
                <a:lnTo>
                  <a:pt x="3384" y="0"/>
                </a:lnTo>
                <a:moveTo>
                  <a:pt x="3436" y="0"/>
                </a:moveTo>
                <a:lnTo>
                  <a:pt x="3461" y="0"/>
                </a:lnTo>
                <a:lnTo>
                  <a:pt x="3461" y="15"/>
                </a:lnTo>
                <a:lnTo>
                  <a:pt x="3436" y="15"/>
                </a:lnTo>
                <a:lnTo>
                  <a:pt x="3436" y="0"/>
                </a:lnTo>
                <a:moveTo>
                  <a:pt x="3487" y="0"/>
                </a:moveTo>
                <a:lnTo>
                  <a:pt x="3513" y="0"/>
                </a:lnTo>
                <a:lnTo>
                  <a:pt x="3513" y="15"/>
                </a:lnTo>
                <a:lnTo>
                  <a:pt x="3487" y="15"/>
                </a:lnTo>
                <a:lnTo>
                  <a:pt x="3487" y="0"/>
                </a:lnTo>
                <a:moveTo>
                  <a:pt x="3538" y="0"/>
                </a:moveTo>
                <a:lnTo>
                  <a:pt x="3564" y="0"/>
                </a:lnTo>
                <a:lnTo>
                  <a:pt x="3564" y="15"/>
                </a:lnTo>
                <a:lnTo>
                  <a:pt x="3538" y="15"/>
                </a:lnTo>
                <a:lnTo>
                  <a:pt x="3538" y="0"/>
                </a:lnTo>
                <a:moveTo>
                  <a:pt x="3589" y="0"/>
                </a:moveTo>
                <a:lnTo>
                  <a:pt x="3615" y="0"/>
                </a:lnTo>
                <a:lnTo>
                  <a:pt x="3615" y="15"/>
                </a:lnTo>
                <a:lnTo>
                  <a:pt x="3589" y="15"/>
                </a:lnTo>
                <a:lnTo>
                  <a:pt x="3589" y="0"/>
                </a:lnTo>
                <a:moveTo>
                  <a:pt x="3641" y="0"/>
                </a:moveTo>
                <a:lnTo>
                  <a:pt x="3666" y="0"/>
                </a:lnTo>
                <a:lnTo>
                  <a:pt x="3666" y="15"/>
                </a:lnTo>
                <a:lnTo>
                  <a:pt x="3641" y="15"/>
                </a:lnTo>
                <a:lnTo>
                  <a:pt x="3641" y="0"/>
                </a:lnTo>
                <a:moveTo>
                  <a:pt x="3692" y="0"/>
                </a:moveTo>
                <a:lnTo>
                  <a:pt x="3718" y="0"/>
                </a:lnTo>
                <a:lnTo>
                  <a:pt x="3718" y="15"/>
                </a:lnTo>
                <a:lnTo>
                  <a:pt x="3692" y="15"/>
                </a:lnTo>
                <a:lnTo>
                  <a:pt x="3692" y="0"/>
                </a:lnTo>
                <a:moveTo>
                  <a:pt x="3743" y="0"/>
                </a:moveTo>
                <a:lnTo>
                  <a:pt x="3769" y="0"/>
                </a:lnTo>
                <a:lnTo>
                  <a:pt x="3769" y="15"/>
                </a:lnTo>
                <a:lnTo>
                  <a:pt x="3743" y="15"/>
                </a:lnTo>
                <a:lnTo>
                  <a:pt x="3743" y="0"/>
                </a:lnTo>
                <a:moveTo>
                  <a:pt x="3795" y="0"/>
                </a:moveTo>
                <a:lnTo>
                  <a:pt x="3820" y="0"/>
                </a:lnTo>
                <a:lnTo>
                  <a:pt x="3820" y="15"/>
                </a:lnTo>
                <a:lnTo>
                  <a:pt x="3795" y="15"/>
                </a:lnTo>
                <a:lnTo>
                  <a:pt x="3795" y="0"/>
                </a:lnTo>
                <a:moveTo>
                  <a:pt x="3846" y="0"/>
                </a:moveTo>
                <a:lnTo>
                  <a:pt x="3871" y="0"/>
                </a:lnTo>
                <a:lnTo>
                  <a:pt x="3871" y="15"/>
                </a:lnTo>
                <a:lnTo>
                  <a:pt x="3846" y="15"/>
                </a:lnTo>
                <a:lnTo>
                  <a:pt x="3846" y="0"/>
                </a:lnTo>
                <a:moveTo>
                  <a:pt x="3897" y="0"/>
                </a:moveTo>
                <a:lnTo>
                  <a:pt x="3923" y="0"/>
                </a:lnTo>
                <a:lnTo>
                  <a:pt x="3923" y="15"/>
                </a:lnTo>
                <a:lnTo>
                  <a:pt x="3897" y="15"/>
                </a:lnTo>
                <a:lnTo>
                  <a:pt x="3897" y="0"/>
                </a:lnTo>
                <a:moveTo>
                  <a:pt x="3949" y="0"/>
                </a:moveTo>
                <a:lnTo>
                  <a:pt x="3975" y="0"/>
                </a:lnTo>
                <a:lnTo>
                  <a:pt x="3975" y="15"/>
                </a:lnTo>
                <a:lnTo>
                  <a:pt x="3949" y="15"/>
                </a:lnTo>
                <a:lnTo>
                  <a:pt x="3949" y="0"/>
                </a:lnTo>
                <a:moveTo>
                  <a:pt x="4001" y="0"/>
                </a:moveTo>
                <a:lnTo>
                  <a:pt x="4026" y="0"/>
                </a:lnTo>
                <a:lnTo>
                  <a:pt x="4026" y="15"/>
                </a:lnTo>
                <a:lnTo>
                  <a:pt x="4001" y="15"/>
                </a:lnTo>
                <a:lnTo>
                  <a:pt x="4001" y="0"/>
                </a:lnTo>
                <a:moveTo>
                  <a:pt x="4052" y="0"/>
                </a:moveTo>
                <a:lnTo>
                  <a:pt x="4078" y="0"/>
                </a:lnTo>
                <a:lnTo>
                  <a:pt x="4078" y="15"/>
                </a:lnTo>
                <a:lnTo>
                  <a:pt x="4052" y="15"/>
                </a:lnTo>
                <a:lnTo>
                  <a:pt x="4052" y="0"/>
                </a:lnTo>
                <a:moveTo>
                  <a:pt x="4103" y="0"/>
                </a:moveTo>
                <a:lnTo>
                  <a:pt x="4129" y="0"/>
                </a:lnTo>
                <a:lnTo>
                  <a:pt x="4129" y="15"/>
                </a:lnTo>
                <a:lnTo>
                  <a:pt x="4103" y="15"/>
                </a:lnTo>
                <a:lnTo>
                  <a:pt x="4103" y="0"/>
                </a:lnTo>
                <a:moveTo>
                  <a:pt x="4154" y="0"/>
                </a:moveTo>
                <a:lnTo>
                  <a:pt x="4180" y="0"/>
                </a:lnTo>
                <a:lnTo>
                  <a:pt x="4180" y="15"/>
                </a:lnTo>
                <a:lnTo>
                  <a:pt x="4154" y="15"/>
                </a:lnTo>
                <a:lnTo>
                  <a:pt x="4154" y="0"/>
                </a:lnTo>
                <a:moveTo>
                  <a:pt x="4206" y="0"/>
                </a:moveTo>
                <a:lnTo>
                  <a:pt x="4231" y="0"/>
                </a:lnTo>
                <a:lnTo>
                  <a:pt x="4231" y="15"/>
                </a:lnTo>
                <a:lnTo>
                  <a:pt x="4206" y="15"/>
                </a:lnTo>
                <a:lnTo>
                  <a:pt x="4206" y="0"/>
                </a:lnTo>
                <a:moveTo>
                  <a:pt x="4257" y="0"/>
                </a:moveTo>
                <a:lnTo>
                  <a:pt x="4283" y="0"/>
                </a:lnTo>
                <a:lnTo>
                  <a:pt x="4283" y="15"/>
                </a:lnTo>
                <a:lnTo>
                  <a:pt x="4257" y="15"/>
                </a:lnTo>
                <a:lnTo>
                  <a:pt x="4257" y="0"/>
                </a:lnTo>
                <a:moveTo>
                  <a:pt x="4308" y="0"/>
                </a:moveTo>
                <a:lnTo>
                  <a:pt x="4334" y="0"/>
                </a:lnTo>
                <a:lnTo>
                  <a:pt x="4334" y="15"/>
                </a:lnTo>
                <a:lnTo>
                  <a:pt x="4308" y="15"/>
                </a:lnTo>
                <a:lnTo>
                  <a:pt x="4308" y="0"/>
                </a:lnTo>
                <a:moveTo>
                  <a:pt x="4360" y="0"/>
                </a:moveTo>
                <a:lnTo>
                  <a:pt x="4385" y="0"/>
                </a:lnTo>
                <a:lnTo>
                  <a:pt x="4385" y="15"/>
                </a:lnTo>
                <a:lnTo>
                  <a:pt x="4360" y="15"/>
                </a:lnTo>
                <a:lnTo>
                  <a:pt x="4360" y="0"/>
                </a:lnTo>
                <a:moveTo>
                  <a:pt x="4411" y="0"/>
                </a:moveTo>
                <a:lnTo>
                  <a:pt x="4437" y="0"/>
                </a:lnTo>
                <a:lnTo>
                  <a:pt x="4437" y="15"/>
                </a:lnTo>
                <a:lnTo>
                  <a:pt x="4411" y="15"/>
                </a:lnTo>
                <a:lnTo>
                  <a:pt x="4411" y="0"/>
                </a:lnTo>
                <a:moveTo>
                  <a:pt x="4462" y="0"/>
                </a:moveTo>
                <a:lnTo>
                  <a:pt x="4488" y="0"/>
                </a:lnTo>
                <a:lnTo>
                  <a:pt x="4488" y="15"/>
                </a:lnTo>
                <a:lnTo>
                  <a:pt x="4462" y="15"/>
                </a:lnTo>
                <a:lnTo>
                  <a:pt x="4462" y="0"/>
                </a:lnTo>
                <a:moveTo>
                  <a:pt x="4513" y="0"/>
                </a:moveTo>
                <a:lnTo>
                  <a:pt x="4539" y="0"/>
                </a:lnTo>
                <a:lnTo>
                  <a:pt x="4539" y="15"/>
                </a:lnTo>
                <a:lnTo>
                  <a:pt x="4513" y="15"/>
                </a:lnTo>
                <a:lnTo>
                  <a:pt x="4513" y="0"/>
                </a:lnTo>
                <a:moveTo>
                  <a:pt x="4565" y="0"/>
                </a:moveTo>
                <a:lnTo>
                  <a:pt x="4590" y="0"/>
                </a:lnTo>
                <a:lnTo>
                  <a:pt x="4590" y="15"/>
                </a:lnTo>
                <a:lnTo>
                  <a:pt x="4565" y="15"/>
                </a:lnTo>
                <a:lnTo>
                  <a:pt x="4565" y="0"/>
                </a:lnTo>
                <a:moveTo>
                  <a:pt x="4616" y="0"/>
                </a:moveTo>
                <a:lnTo>
                  <a:pt x="4642" y="0"/>
                </a:lnTo>
                <a:lnTo>
                  <a:pt x="4642" y="15"/>
                </a:lnTo>
                <a:lnTo>
                  <a:pt x="4616" y="15"/>
                </a:lnTo>
                <a:lnTo>
                  <a:pt x="4616" y="0"/>
                </a:lnTo>
                <a:moveTo>
                  <a:pt x="4667" y="0"/>
                </a:moveTo>
                <a:lnTo>
                  <a:pt x="4693" y="0"/>
                </a:lnTo>
                <a:lnTo>
                  <a:pt x="4693" y="15"/>
                </a:lnTo>
                <a:lnTo>
                  <a:pt x="4667" y="15"/>
                </a:lnTo>
                <a:lnTo>
                  <a:pt x="4667" y="0"/>
                </a:lnTo>
                <a:moveTo>
                  <a:pt x="4719" y="0"/>
                </a:moveTo>
                <a:lnTo>
                  <a:pt x="4744" y="0"/>
                </a:lnTo>
                <a:lnTo>
                  <a:pt x="4744" y="15"/>
                </a:lnTo>
                <a:lnTo>
                  <a:pt x="4719" y="15"/>
                </a:lnTo>
                <a:lnTo>
                  <a:pt x="4719" y="0"/>
                </a:lnTo>
                <a:moveTo>
                  <a:pt x="4770" y="0"/>
                </a:moveTo>
                <a:lnTo>
                  <a:pt x="4773" y="0"/>
                </a:lnTo>
                <a:lnTo>
                  <a:pt x="4773" y="15"/>
                </a:lnTo>
                <a:lnTo>
                  <a:pt x="4770" y="15"/>
                </a:lnTo>
                <a:lnTo>
                  <a:pt x="477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2953080" y="2733120"/>
            <a:ext cx="771840" cy="7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69" spc="-1" strike="noStrike">
                <a:solidFill>
                  <a:srgbClr val="000000"/>
                </a:solidFill>
                <a:latin typeface="Calibri"/>
                <a:ea typeface="Calibri"/>
              </a:rPr>
              <a:t>3. poll / subscribe for new Tasks</a:t>
            </a:r>
            <a:endParaRPr b="0" lang="en-AU" sz="46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2879280" y="3091320"/>
            <a:ext cx="46440" cy="37080"/>
          </a:xfrm>
          <a:custGeom>
            <a:avLst/>
            <a:gdLst/>
            <a:ahLst/>
            <a:rect l="0" t="0" r="r" b="b"/>
            <a:pathLst>
              <a:path w="129" h="103">
                <a:moveTo>
                  <a:pt x="129" y="0"/>
                </a:moveTo>
                <a:lnTo>
                  <a:pt x="0" y="52"/>
                </a:lnTo>
                <a:lnTo>
                  <a:pt x="129" y="103"/>
                </a:lnTo>
                <a:lnTo>
                  <a:pt x="78" y="52"/>
                </a:lnTo>
                <a:lnTo>
                  <a:pt x="129" y="0"/>
                </a:lnTo>
                <a:close/>
              </a:path>
            </a:pathLst>
          </a:custGeom>
          <a:solidFill>
            <a:srgbClr val="001d34"/>
          </a:solidFill>
          <a:ln w="432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2897640" y="3109680"/>
            <a:ext cx="1717920" cy="0"/>
          </a:xfrm>
          <a:prstGeom prst="line">
            <a:avLst/>
          </a:prstGeom>
          <a:ln w="432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2907000" y="2879640"/>
            <a:ext cx="829800" cy="7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69" spc="-1" strike="noStrike">
                <a:solidFill>
                  <a:srgbClr val="000000"/>
                </a:solidFill>
                <a:latin typeface="Calibri"/>
                <a:ea typeface="Calibri"/>
              </a:rPr>
              <a:t>Task (requested) + ServiceRequest</a:t>
            </a:r>
            <a:endParaRPr b="0" lang="en-AU" sz="46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2660400" y="3169800"/>
            <a:ext cx="2169360" cy="208080"/>
          </a:xfrm>
          <a:custGeom>
            <a:avLst/>
            <a:gdLst/>
            <a:ahLst/>
            <a:rect l="0" t="0" r="r" b="b"/>
            <a:pathLst>
              <a:path w="6026" h="578">
                <a:moveTo>
                  <a:pt x="0" y="0"/>
                </a:moveTo>
                <a:lnTo>
                  <a:pt x="0" y="578"/>
                </a:lnTo>
                <a:lnTo>
                  <a:pt x="6026" y="578"/>
                </a:lnTo>
                <a:lnTo>
                  <a:pt x="6026" y="129"/>
                </a:lnTo>
                <a:lnTo>
                  <a:pt x="5898" y="0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2660400" y="3169800"/>
            <a:ext cx="2169360" cy="208080"/>
          </a:xfrm>
          <a:custGeom>
            <a:avLst/>
            <a:gdLst/>
            <a:ahLst/>
            <a:rect l="0" t="0" r="r" b="b"/>
            <a:pathLst>
              <a:path fill="none" w="6026" h="578">
                <a:moveTo>
                  <a:pt x="0" y="0"/>
                </a:moveTo>
                <a:lnTo>
                  <a:pt x="0" y="578"/>
                </a:lnTo>
                <a:lnTo>
                  <a:pt x="6026" y="578"/>
                </a:lnTo>
                <a:lnTo>
                  <a:pt x="6026" y="129"/>
                </a:lnTo>
                <a:lnTo>
                  <a:pt x="5898" y="0"/>
                </a:lnTo>
                <a:lnTo>
                  <a:pt x="0" y="0"/>
                </a:lnTo>
              </a:path>
            </a:pathLst>
          </a:custGeom>
          <a:ln w="2160">
            <a:solidFill>
              <a:srgbClr val="181818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4783320" y="316980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0"/>
                </a:moveTo>
                <a:lnTo>
                  <a:pt x="0" y="129"/>
                </a:lnTo>
                <a:lnTo>
                  <a:pt x="129" y="129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4783320" y="316980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0" y="0"/>
                </a:moveTo>
                <a:lnTo>
                  <a:pt x="0" y="129"/>
                </a:lnTo>
                <a:lnTo>
                  <a:pt x="129" y="129"/>
                </a:lnTo>
                <a:lnTo>
                  <a:pt x="0" y="0"/>
                </a:lnTo>
              </a:path>
            </a:pathLst>
          </a:custGeom>
          <a:ln w="2160">
            <a:solidFill>
              <a:srgbClr val="181818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2953080" y="3025800"/>
            <a:ext cx="962280" cy="7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69" spc="-1" strike="noStrike">
                <a:solidFill>
                  <a:srgbClr val="000000"/>
                </a:solidFill>
                <a:latin typeface="Calibri"/>
                <a:ea typeface="Calibri"/>
              </a:rPr>
              <a:t>accept / reject / on-hold (coded reason)</a:t>
            </a:r>
            <a:endParaRPr b="0" lang="en-AU" sz="46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3100680" y="3200040"/>
            <a:ext cx="1069200" cy="7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69" spc="-1" strike="noStrike">
                <a:solidFill>
                  <a:srgbClr val="000000"/>
                </a:solidFill>
                <a:latin typeface="Calibri"/>
                <a:ea typeface="Calibri"/>
              </a:rPr>
              <a:t>The ﬁller publishes and refreshes availability</a:t>
            </a:r>
            <a:endParaRPr b="0" lang="en-AU" sz="46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2879280" y="3493440"/>
            <a:ext cx="46440" cy="37080"/>
          </a:xfrm>
          <a:custGeom>
            <a:avLst/>
            <a:gdLst/>
            <a:ahLst/>
            <a:rect l="0" t="0" r="r" b="b"/>
            <a:pathLst>
              <a:path w="129" h="103">
                <a:moveTo>
                  <a:pt x="129" y="0"/>
                </a:moveTo>
                <a:lnTo>
                  <a:pt x="0" y="52"/>
                </a:lnTo>
                <a:lnTo>
                  <a:pt x="129" y="103"/>
                </a:lnTo>
                <a:lnTo>
                  <a:pt x="78" y="52"/>
                </a:lnTo>
                <a:lnTo>
                  <a:pt x="129" y="0"/>
                </a:lnTo>
                <a:close/>
              </a:path>
            </a:pathLst>
          </a:custGeom>
          <a:solidFill>
            <a:srgbClr val="001d34"/>
          </a:solidFill>
          <a:ln w="432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2897640" y="3511800"/>
            <a:ext cx="1717920" cy="0"/>
          </a:xfrm>
          <a:prstGeom prst="line">
            <a:avLst/>
          </a:prstGeom>
          <a:ln w="432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3100680" y="3281760"/>
            <a:ext cx="883080" cy="7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69" spc="-1" strike="noStrike">
                <a:solidFill>
                  <a:srgbClr val="000000"/>
                </a:solidFill>
                <a:latin typeface="Calibri"/>
                <a:ea typeface="Calibri"/>
              </a:rPr>
              <a:t>independently</a:t>
            </a:r>
            <a:r>
              <a:rPr b="0" lang="en-AU" sz="469" spc="-1" strike="noStrike">
                <a:solidFill>
                  <a:srgbClr val="000000"/>
                </a:solidFill>
                <a:latin typeface="Calibri"/>
                <a:ea typeface="Calibri"/>
              </a:rPr>
              <a:t> of any single referral.</a:t>
            </a:r>
            <a:endParaRPr b="0" lang="en-AU" sz="46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2819160" y="3639600"/>
            <a:ext cx="46440" cy="37440"/>
          </a:xfrm>
          <a:custGeom>
            <a:avLst/>
            <a:gdLst/>
            <a:ahLst/>
            <a:rect l="0" t="0" r="r" b="b"/>
            <a:pathLst>
              <a:path w="129" h="104">
                <a:moveTo>
                  <a:pt x="0" y="0"/>
                </a:moveTo>
                <a:lnTo>
                  <a:pt x="129" y="53"/>
                </a:lnTo>
                <a:lnTo>
                  <a:pt x="0" y="104"/>
                </a:lnTo>
                <a:lnTo>
                  <a:pt x="52" y="53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32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898560" y="3658320"/>
            <a:ext cx="1948320" cy="0"/>
          </a:xfrm>
          <a:prstGeom prst="line">
            <a:avLst/>
          </a:prstGeom>
          <a:ln w="432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2953080" y="3427920"/>
            <a:ext cx="973080" cy="7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69" spc="-1" strike="noStrike">
                <a:solidFill>
                  <a:srgbClr val="000000"/>
                </a:solidFill>
                <a:latin typeface="Calibri"/>
                <a:ea typeface="Calibri"/>
              </a:rPr>
              <a:t>4. publish / refresh Schedule + free Slots</a:t>
            </a:r>
            <a:endParaRPr b="0" lang="en-AU" sz="46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712800" y="3727440"/>
            <a:ext cx="288360" cy="91080"/>
          </a:xfrm>
          <a:custGeom>
            <a:avLst/>
            <a:gdLst/>
            <a:ahLst/>
            <a:rect l="0" t="0" r="r" b="b"/>
            <a:pathLst>
              <a:path w="801" h="253">
                <a:moveTo>
                  <a:pt x="0" y="0"/>
                </a:moveTo>
                <a:lnTo>
                  <a:pt x="801" y="0"/>
                </a:lnTo>
                <a:lnTo>
                  <a:pt x="801" y="125"/>
                </a:lnTo>
                <a:lnTo>
                  <a:pt x="673" y="253"/>
                </a:lnTo>
                <a:lnTo>
                  <a:pt x="0" y="253"/>
                </a:lnTo>
                <a:lnTo>
                  <a:pt x="0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712800" y="3727440"/>
            <a:ext cx="288360" cy="91080"/>
          </a:xfrm>
          <a:custGeom>
            <a:avLst/>
            <a:gdLst/>
            <a:ahLst/>
            <a:rect l="0" t="0" r="r" b="b"/>
            <a:pathLst>
              <a:path fill="none" w="801" h="253">
                <a:moveTo>
                  <a:pt x="0" y="0"/>
                </a:moveTo>
                <a:lnTo>
                  <a:pt x="801" y="0"/>
                </a:lnTo>
                <a:lnTo>
                  <a:pt x="801" y="125"/>
                </a:lnTo>
                <a:lnTo>
                  <a:pt x="673" y="253"/>
                </a:lnTo>
                <a:lnTo>
                  <a:pt x="0" y="253"/>
                </a:lnTo>
                <a:lnTo>
                  <a:pt x="0" y="0"/>
                </a:lnTo>
              </a:path>
            </a:pathLst>
          </a:custGeom>
          <a:ln w="6840">
            <a:solidFill>
              <a:srgbClr val="00000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712800" y="3727440"/>
            <a:ext cx="4250520" cy="1221840"/>
          </a:xfrm>
          <a:custGeom>
            <a:avLst/>
            <a:gdLst/>
            <a:ahLst/>
            <a:rect l="0" t="0" r="r" b="b"/>
            <a:pathLst>
              <a:path w="11807" h="3394">
                <a:moveTo>
                  <a:pt x="0" y="0"/>
                </a:moveTo>
                <a:lnTo>
                  <a:pt x="11807" y="0"/>
                </a:lnTo>
                <a:lnTo>
                  <a:pt x="11807" y="3394"/>
                </a:lnTo>
                <a:lnTo>
                  <a:pt x="0" y="339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00000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930960" y="3574440"/>
            <a:ext cx="915120" cy="7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69" spc="-1" strike="noStrike">
                <a:solidFill>
                  <a:srgbClr val="000000"/>
                </a:solidFill>
                <a:latin typeface="Calibri"/>
                <a:ea typeface="Calibri"/>
              </a:rPr>
              <a:t>5. search Slot (free, by service &amp; date)</a:t>
            </a:r>
            <a:endParaRPr b="0" lang="en-AU" sz="46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781920" y="3738960"/>
            <a:ext cx="90720" cy="7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69" spc="-1" strike="noStrike">
                <a:solidFill>
                  <a:srgbClr val="000000"/>
                </a:solidFill>
                <a:latin typeface="Calibri"/>
                <a:ea typeface="Calibri"/>
              </a:rPr>
              <a:t>a l t</a:t>
            </a:r>
            <a:endParaRPr b="0" lang="en-AU" sz="46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903240" y="3909240"/>
            <a:ext cx="46440" cy="37440"/>
          </a:xfrm>
          <a:custGeom>
            <a:avLst/>
            <a:gdLst/>
            <a:ahLst/>
            <a:rect l="0" t="0" r="r" b="b"/>
            <a:pathLst>
              <a:path w="129" h="104">
                <a:moveTo>
                  <a:pt x="129" y="0"/>
                </a:moveTo>
                <a:lnTo>
                  <a:pt x="0" y="52"/>
                </a:lnTo>
                <a:lnTo>
                  <a:pt x="129" y="104"/>
                </a:lnTo>
                <a:lnTo>
                  <a:pt x="77" y="52"/>
                </a:lnTo>
                <a:lnTo>
                  <a:pt x="129" y="0"/>
                </a:lnTo>
                <a:close/>
              </a:path>
            </a:pathLst>
          </a:custGeom>
          <a:solidFill>
            <a:srgbClr val="001d34"/>
          </a:solidFill>
          <a:ln w="432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921600" y="3925440"/>
            <a:ext cx="1947960" cy="5040"/>
          </a:xfrm>
          <a:custGeom>
            <a:avLst/>
            <a:gdLst/>
            <a:ahLst/>
            <a:rect l="0" t="0" r="r" b="b"/>
            <a:pathLst>
              <a:path w="5411" h="14">
                <a:moveTo>
                  <a:pt x="0" y="0"/>
                </a:moveTo>
                <a:lnTo>
                  <a:pt x="26" y="0"/>
                </a:lnTo>
                <a:lnTo>
                  <a:pt x="26" y="14"/>
                </a:lnTo>
                <a:lnTo>
                  <a:pt x="0" y="14"/>
                </a:lnTo>
                <a:lnTo>
                  <a:pt x="0" y="0"/>
                </a:lnTo>
                <a:moveTo>
                  <a:pt x="52" y="0"/>
                </a:moveTo>
                <a:lnTo>
                  <a:pt x="77" y="0"/>
                </a:lnTo>
                <a:lnTo>
                  <a:pt x="77" y="14"/>
                </a:lnTo>
                <a:lnTo>
                  <a:pt x="52" y="14"/>
                </a:lnTo>
                <a:lnTo>
                  <a:pt x="52" y="0"/>
                </a:lnTo>
                <a:moveTo>
                  <a:pt x="103" y="0"/>
                </a:moveTo>
                <a:lnTo>
                  <a:pt x="128" y="0"/>
                </a:lnTo>
                <a:lnTo>
                  <a:pt x="128" y="14"/>
                </a:lnTo>
                <a:lnTo>
                  <a:pt x="103" y="14"/>
                </a:lnTo>
                <a:lnTo>
                  <a:pt x="103" y="0"/>
                </a:lnTo>
                <a:moveTo>
                  <a:pt x="155" y="0"/>
                </a:moveTo>
                <a:lnTo>
                  <a:pt x="181" y="0"/>
                </a:lnTo>
                <a:lnTo>
                  <a:pt x="181" y="14"/>
                </a:lnTo>
                <a:lnTo>
                  <a:pt x="155" y="14"/>
                </a:lnTo>
                <a:lnTo>
                  <a:pt x="155" y="0"/>
                </a:lnTo>
                <a:moveTo>
                  <a:pt x="206" y="0"/>
                </a:moveTo>
                <a:lnTo>
                  <a:pt x="232" y="0"/>
                </a:lnTo>
                <a:lnTo>
                  <a:pt x="232" y="14"/>
                </a:lnTo>
                <a:lnTo>
                  <a:pt x="206" y="14"/>
                </a:lnTo>
                <a:lnTo>
                  <a:pt x="206" y="0"/>
                </a:lnTo>
                <a:moveTo>
                  <a:pt x="258" y="0"/>
                </a:moveTo>
                <a:lnTo>
                  <a:pt x="283" y="0"/>
                </a:lnTo>
                <a:lnTo>
                  <a:pt x="283" y="14"/>
                </a:lnTo>
                <a:lnTo>
                  <a:pt x="258" y="14"/>
                </a:lnTo>
                <a:lnTo>
                  <a:pt x="258" y="0"/>
                </a:lnTo>
                <a:moveTo>
                  <a:pt x="309" y="0"/>
                </a:moveTo>
                <a:lnTo>
                  <a:pt x="335" y="0"/>
                </a:lnTo>
                <a:lnTo>
                  <a:pt x="335" y="14"/>
                </a:lnTo>
                <a:lnTo>
                  <a:pt x="309" y="14"/>
                </a:lnTo>
                <a:lnTo>
                  <a:pt x="309" y="0"/>
                </a:lnTo>
                <a:moveTo>
                  <a:pt x="360" y="0"/>
                </a:moveTo>
                <a:lnTo>
                  <a:pt x="386" y="0"/>
                </a:lnTo>
                <a:lnTo>
                  <a:pt x="386" y="14"/>
                </a:lnTo>
                <a:lnTo>
                  <a:pt x="360" y="14"/>
                </a:lnTo>
                <a:lnTo>
                  <a:pt x="360" y="0"/>
                </a:lnTo>
                <a:moveTo>
                  <a:pt x="411" y="0"/>
                </a:moveTo>
                <a:lnTo>
                  <a:pt x="437" y="0"/>
                </a:lnTo>
                <a:lnTo>
                  <a:pt x="437" y="14"/>
                </a:lnTo>
                <a:lnTo>
                  <a:pt x="411" y="14"/>
                </a:lnTo>
                <a:lnTo>
                  <a:pt x="411" y="0"/>
                </a:lnTo>
                <a:moveTo>
                  <a:pt x="463" y="0"/>
                </a:moveTo>
                <a:lnTo>
                  <a:pt x="488" y="0"/>
                </a:lnTo>
                <a:lnTo>
                  <a:pt x="488" y="14"/>
                </a:lnTo>
                <a:lnTo>
                  <a:pt x="463" y="14"/>
                </a:lnTo>
                <a:lnTo>
                  <a:pt x="463" y="0"/>
                </a:lnTo>
                <a:moveTo>
                  <a:pt x="514" y="0"/>
                </a:moveTo>
                <a:lnTo>
                  <a:pt x="540" y="0"/>
                </a:lnTo>
                <a:lnTo>
                  <a:pt x="540" y="14"/>
                </a:lnTo>
                <a:lnTo>
                  <a:pt x="514" y="14"/>
                </a:lnTo>
                <a:lnTo>
                  <a:pt x="514" y="0"/>
                </a:lnTo>
                <a:moveTo>
                  <a:pt x="565" y="0"/>
                </a:moveTo>
                <a:lnTo>
                  <a:pt x="591" y="0"/>
                </a:lnTo>
                <a:lnTo>
                  <a:pt x="591" y="14"/>
                </a:lnTo>
                <a:lnTo>
                  <a:pt x="565" y="14"/>
                </a:lnTo>
                <a:lnTo>
                  <a:pt x="565" y="0"/>
                </a:lnTo>
                <a:moveTo>
                  <a:pt x="617" y="0"/>
                </a:moveTo>
                <a:lnTo>
                  <a:pt x="642" y="0"/>
                </a:lnTo>
                <a:lnTo>
                  <a:pt x="642" y="14"/>
                </a:lnTo>
                <a:lnTo>
                  <a:pt x="617" y="14"/>
                </a:lnTo>
                <a:lnTo>
                  <a:pt x="617" y="0"/>
                </a:lnTo>
                <a:moveTo>
                  <a:pt x="668" y="0"/>
                </a:moveTo>
                <a:lnTo>
                  <a:pt x="694" y="0"/>
                </a:lnTo>
                <a:lnTo>
                  <a:pt x="694" y="14"/>
                </a:lnTo>
                <a:lnTo>
                  <a:pt x="668" y="14"/>
                </a:lnTo>
                <a:lnTo>
                  <a:pt x="668" y="0"/>
                </a:lnTo>
                <a:moveTo>
                  <a:pt x="719" y="0"/>
                </a:moveTo>
                <a:lnTo>
                  <a:pt x="745" y="0"/>
                </a:lnTo>
                <a:lnTo>
                  <a:pt x="745" y="14"/>
                </a:lnTo>
                <a:lnTo>
                  <a:pt x="719" y="14"/>
                </a:lnTo>
                <a:lnTo>
                  <a:pt x="719" y="0"/>
                </a:lnTo>
                <a:moveTo>
                  <a:pt x="770" y="0"/>
                </a:moveTo>
                <a:lnTo>
                  <a:pt x="796" y="0"/>
                </a:lnTo>
                <a:lnTo>
                  <a:pt x="796" y="14"/>
                </a:lnTo>
                <a:lnTo>
                  <a:pt x="770" y="14"/>
                </a:lnTo>
                <a:lnTo>
                  <a:pt x="770" y="0"/>
                </a:lnTo>
                <a:moveTo>
                  <a:pt x="822" y="0"/>
                </a:moveTo>
                <a:lnTo>
                  <a:pt x="847" y="0"/>
                </a:lnTo>
                <a:lnTo>
                  <a:pt x="847" y="14"/>
                </a:lnTo>
                <a:lnTo>
                  <a:pt x="822" y="14"/>
                </a:lnTo>
                <a:lnTo>
                  <a:pt x="822" y="0"/>
                </a:lnTo>
                <a:moveTo>
                  <a:pt x="873" y="0"/>
                </a:moveTo>
                <a:lnTo>
                  <a:pt x="899" y="0"/>
                </a:lnTo>
                <a:lnTo>
                  <a:pt x="899" y="14"/>
                </a:lnTo>
                <a:lnTo>
                  <a:pt x="873" y="14"/>
                </a:lnTo>
                <a:lnTo>
                  <a:pt x="873" y="0"/>
                </a:lnTo>
                <a:moveTo>
                  <a:pt x="924" y="0"/>
                </a:moveTo>
                <a:lnTo>
                  <a:pt x="950" y="0"/>
                </a:lnTo>
                <a:lnTo>
                  <a:pt x="950" y="14"/>
                </a:lnTo>
                <a:lnTo>
                  <a:pt x="924" y="14"/>
                </a:lnTo>
                <a:lnTo>
                  <a:pt x="924" y="0"/>
                </a:lnTo>
                <a:moveTo>
                  <a:pt x="976" y="0"/>
                </a:moveTo>
                <a:lnTo>
                  <a:pt x="1001" y="0"/>
                </a:lnTo>
                <a:lnTo>
                  <a:pt x="1001" y="14"/>
                </a:lnTo>
                <a:lnTo>
                  <a:pt x="976" y="14"/>
                </a:lnTo>
                <a:lnTo>
                  <a:pt x="976" y="0"/>
                </a:lnTo>
                <a:moveTo>
                  <a:pt x="1027" y="0"/>
                </a:moveTo>
                <a:lnTo>
                  <a:pt x="1052" y="0"/>
                </a:lnTo>
                <a:lnTo>
                  <a:pt x="1052" y="14"/>
                </a:lnTo>
                <a:lnTo>
                  <a:pt x="1027" y="14"/>
                </a:lnTo>
                <a:lnTo>
                  <a:pt x="1027" y="0"/>
                </a:lnTo>
                <a:moveTo>
                  <a:pt x="1078" y="0"/>
                </a:moveTo>
                <a:lnTo>
                  <a:pt x="1104" y="0"/>
                </a:lnTo>
                <a:lnTo>
                  <a:pt x="1104" y="14"/>
                </a:lnTo>
                <a:lnTo>
                  <a:pt x="1078" y="14"/>
                </a:lnTo>
                <a:lnTo>
                  <a:pt x="1078" y="0"/>
                </a:lnTo>
                <a:moveTo>
                  <a:pt x="1129" y="0"/>
                </a:moveTo>
                <a:lnTo>
                  <a:pt x="1155" y="0"/>
                </a:lnTo>
                <a:lnTo>
                  <a:pt x="1155" y="14"/>
                </a:lnTo>
                <a:lnTo>
                  <a:pt x="1129" y="14"/>
                </a:lnTo>
                <a:lnTo>
                  <a:pt x="1129" y="0"/>
                </a:lnTo>
                <a:moveTo>
                  <a:pt x="1181" y="0"/>
                </a:moveTo>
                <a:lnTo>
                  <a:pt x="1206" y="0"/>
                </a:lnTo>
                <a:lnTo>
                  <a:pt x="1206" y="14"/>
                </a:lnTo>
                <a:lnTo>
                  <a:pt x="1181" y="14"/>
                </a:lnTo>
                <a:lnTo>
                  <a:pt x="1181" y="0"/>
                </a:lnTo>
                <a:moveTo>
                  <a:pt x="1232" y="0"/>
                </a:moveTo>
                <a:lnTo>
                  <a:pt x="1258" y="0"/>
                </a:lnTo>
                <a:lnTo>
                  <a:pt x="1258" y="14"/>
                </a:lnTo>
                <a:lnTo>
                  <a:pt x="1232" y="14"/>
                </a:lnTo>
                <a:lnTo>
                  <a:pt x="1232" y="0"/>
                </a:lnTo>
                <a:moveTo>
                  <a:pt x="1283" y="0"/>
                </a:moveTo>
                <a:lnTo>
                  <a:pt x="1309" y="0"/>
                </a:lnTo>
                <a:lnTo>
                  <a:pt x="1309" y="14"/>
                </a:lnTo>
                <a:lnTo>
                  <a:pt x="1283" y="14"/>
                </a:lnTo>
                <a:lnTo>
                  <a:pt x="1283" y="0"/>
                </a:lnTo>
                <a:moveTo>
                  <a:pt x="1334" y="0"/>
                </a:moveTo>
                <a:lnTo>
                  <a:pt x="1360" y="0"/>
                </a:lnTo>
                <a:lnTo>
                  <a:pt x="1360" y="14"/>
                </a:lnTo>
                <a:lnTo>
                  <a:pt x="1334" y="14"/>
                </a:lnTo>
                <a:lnTo>
                  <a:pt x="1334" y="0"/>
                </a:lnTo>
                <a:moveTo>
                  <a:pt x="1386" y="0"/>
                </a:moveTo>
                <a:lnTo>
                  <a:pt x="1411" y="0"/>
                </a:lnTo>
                <a:lnTo>
                  <a:pt x="1411" y="14"/>
                </a:lnTo>
                <a:lnTo>
                  <a:pt x="1386" y="14"/>
                </a:lnTo>
                <a:lnTo>
                  <a:pt x="1386" y="0"/>
                </a:lnTo>
                <a:moveTo>
                  <a:pt x="1437" y="0"/>
                </a:moveTo>
                <a:lnTo>
                  <a:pt x="1463" y="0"/>
                </a:lnTo>
                <a:lnTo>
                  <a:pt x="1463" y="14"/>
                </a:lnTo>
                <a:lnTo>
                  <a:pt x="1437" y="14"/>
                </a:lnTo>
                <a:lnTo>
                  <a:pt x="1437" y="0"/>
                </a:lnTo>
                <a:moveTo>
                  <a:pt x="1488" y="0"/>
                </a:moveTo>
                <a:lnTo>
                  <a:pt x="1514" y="0"/>
                </a:lnTo>
                <a:lnTo>
                  <a:pt x="1514" y="14"/>
                </a:lnTo>
                <a:lnTo>
                  <a:pt x="1488" y="14"/>
                </a:lnTo>
                <a:lnTo>
                  <a:pt x="1488" y="0"/>
                </a:lnTo>
                <a:moveTo>
                  <a:pt x="1540" y="0"/>
                </a:moveTo>
                <a:lnTo>
                  <a:pt x="1565" y="0"/>
                </a:lnTo>
                <a:lnTo>
                  <a:pt x="1565" y="14"/>
                </a:lnTo>
                <a:lnTo>
                  <a:pt x="1540" y="14"/>
                </a:lnTo>
                <a:lnTo>
                  <a:pt x="1540" y="0"/>
                </a:lnTo>
                <a:moveTo>
                  <a:pt x="1591" y="0"/>
                </a:moveTo>
                <a:lnTo>
                  <a:pt x="1617" y="0"/>
                </a:lnTo>
                <a:lnTo>
                  <a:pt x="1617" y="14"/>
                </a:lnTo>
                <a:lnTo>
                  <a:pt x="1591" y="14"/>
                </a:lnTo>
                <a:lnTo>
                  <a:pt x="1591" y="0"/>
                </a:lnTo>
                <a:moveTo>
                  <a:pt x="1642" y="0"/>
                </a:moveTo>
                <a:lnTo>
                  <a:pt x="1668" y="0"/>
                </a:lnTo>
                <a:lnTo>
                  <a:pt x="1668" y="14"/>
                </a:lnTo>
                <a:lnTo>
                  <a:pt x="1642" y="14"/>
                </a:lnTo>
                <a:lnTo>
                  <a:pt x="1642" y="0"/>
                </a:lnTo>
                <a:moveTo>
                  <a:pt x="1693" y="0"/>
                </a:moveTo>
                <a:lnTo>
                  <a:pt x="1719" y="0"/>
                </a:lnTo>
                <a:lnTo>
                  <a:pt x="1719" y="14"/>
                </a:lnTo>
                <a:lnTo>
                  <a:pt x="1693" y="14"/>
                </a:lnTo>
                <a:lnTo>
                  <a:pt x="1693" y="0"/>
                </a:lnTo>
                <a:moveTo>
                  <a:pt x="1745" y="0"/>
                </a:moveTo>
                <a:lnTo>
                  <a:pt x="1770" y="0"/>
                </a:lnTo>
                <a:lnTo>
                  <a:pt x="1770" y="14"/>
                </a:lnTo>
                <a:lnTo>
                  <a:pt x="1745" y="14"/>
                </a:lnTo>
                <a:lnTo>
                  <a:pt x="1745" y="0"/>
                </a:lnTo>
                <a:moveTo>
                  <a:pt x="1796" y="0"/>
                </a:moveTo>
                <a:lnTo>
                  <a:pt x="1822" y="0"/>
                </a:lnTo>
                <a:lnTo>
                  <a:pt x="1822" y="14"/>
                </a:lnTo>
                <a:lnTo>
                  <a:pt x="1796" y="14"/>
                </a:lnTo>
                <a:lnTo>
                  <a:pt x="1796" y="0"/>
                </a:lnTo>
                <a:moveTo>
                  <a:pt x="1847" y="0"/>
                </a:moveTo>
                <a:lnTo>
                  <a:pt x="1873" y="0"/>
                </a:lnTo>
                <a:lnTo>
                  <a:pt x="1873" y="14"/>
                </a:lnTo>
                <a:lnTo>
                  <a:pt x="1847" y="14"/>
                </a:lnTo>
                <a:lnTo>
                  <a:pt x="1847" y="0"/>
                </a:lnTo>
                <a:moveTo>
                  <a:pt x="1899" y="0"/>
                </a:moveTo>
                <a:lnTo>
                  <a:pt x="1924" y="0"/>
                </a:lnTo>
                <a:lnTo>
                  <a:pt x="1924" y="14"/>
                </a:lnTo>
                <a:lnTo>
                  <a:pt x="1899" y="14"/>
                </a:lnTo>
                <a:lnTo>
                  <a:pt x="1899" y="0"/>
                </a:lnTo>
                <a:moveTo>
                  <a:pt x="1950" y="0"/>
                </a:moveTo>
                <a:lnTo>
                  <a:pt x="1975" y="0"/>
                </a:lnTo>
                <a:lnTo>
                  <a:pt x="1975" y="14"/>
                </a:lnTo>
                <a:lnTo>
                  <a:pt x="1950" y="14"/>
                </a:lnTo>
                <a:lnTo>
                  <a:pt x="1950" y="0"/>
                </a:lnTo>
                <a:moveTo>
                  <a:pt x="2001" y="0"/>
                </a:moveTo>
                <a:lnTo>
                  <a:pt x="2027" y="0"/>
                </a:lnTo>
                <a:lnTo>
                  <a:pt x="2027" y="14"/>
                </a:lnTo>
                <a:lnTo>
                  <a:pt x="2001" y="14"/>
                </a:lnTo>
                <a:lnTo>
                  <a:pt x="2001" y="0"/>
                </a:lnTo>
                <a:moveTo>
                  <a:pt x="2052" y="0"/>
                </a:moveTo>
                <a:lnTo>
                  <a:pt x="2078" y="0"/>
                </a:lnTo>
                <a:lnTo>
                  <a:pt x="2078" y="14"/>
                </a:lnTo>
                <a:lnTo>
                  <a:pt x="2052" y="14"/>
                </a:lnTo>
                <a:lnTo>
                  <a:pt x="2052" y="0"/>
                </a:lnTo>
                <a:moveTo>
                  <a:pt x="2104" y="0"/>
                </a:moveTo>
                <a:lnTo>
                  <a:pt x="2129" y="0"/>
                </a:lnTo>
                <a:lnTo>
                  <a:pt x="2129" y="14"/>
                </a:lnTo>
                <a:lnTo>
                  <a:pt x="2104" y="14"/>
                </a:lnTo>
                <a:lnTo>
                  <a:pt x="2104" y="0"/>
                </a:lnTo>
                <a:moveTo>
                  <a:pt x="2155" y="0"/>
                </a:moveTo>
                <a:lnTo>
                  <a:pt x="2181" y="0"/>
                </a:lnTo>
                <a:lnTo>
                  <a:pt x="2181" y="14"/>
                </a:lnTo>
                <a:lnTo>
                  <a:pt x="2155" y="14"/>
                </a:lnTo>
                <a:lnTo>
                  <a:pt x="2155" y="0"/>
                </a:lnTo>
                <a:moveTo>
                  <a:pt x="2206" y="0"/>
                </a:moveTo>
                <a:lnTo>
                  <a:pt x="2232" y="0"/>
                </a:lnTo>
                <a:lnTo>
                  <a:pt x="2232" y="14"/>
                </a:lnTo>
                <a:lnTo>
                  <a:pt x="2206" y="14"/>
                </a:lnTo>
                <a:lnTo>
                  <a:pt x="2206" y="0"/>
                </a:lnTo>
                <a:moveTo>
                  <a:pt x="2258" y="0"/>
                </a:moveTo>
                <a:lnTo>
                  <a:pt x="2283" y="0"/>
                </a:lnTo>
                <a:lnTo>
                  <a:pt x="2283" y="14"/>
                </a:lnTo>
                <a:lnTo>
                  <a:pt x="2258" y="14"/>
                </a:lnTo>
                <a:lnTo>
                  <a:pt x="2258" y="0"/>
                </a:lnTo>
                <a:moveTo>
                  <a:pt x="2309" y="0"/>
                </a:moveTo>
                <a:lnTo>
                  <a:pt x="2334" y="0"/>
                </a:lnTo>
                <a:lnTo>
                  <a:pt x="2334" y="14"/>
                </a:lnTo>
                <a:lnTo>
                  <a:pt x="2309" y="14"/>
                </a:lnTo>
                <a:lnTo>
                  <a:pt x="2309" y="0"/>
                </a:lnTo>
                <a:moveTo>
                  <a:pt x="2360" y="0"/>
                </a:moveTo>
                <a:lnTo>
                  <a:pt x="2386" y="0"/>
                </a:lnTo>
                <a:lnTo>
                  <a:pt x="2386" y="14"/>
                </a:lnTo>
                <a:lnTo>
                  <a:pt x="2360" y="14"/>
                </a:lnTo>
                <a:lnTo>
                  <a:pt x="2360" y="0"/>
                </a:lnTo>
                <a:moveTo>
                  <a:pt x="2411" y="0"/>
                </a:moveTo>
                <a:lnTo>
                  <a:pt x="2437" y="0"/>
                </a:lnTo>
                <a:lnTo>
                  <a:pt x="2437" y="14"/>
                </a:lnTo>
                <a:lnTo>
                  <a:pt x="2411" y="14"/>
                </a:lnTo>
                <a:lnTo>
                  <a:pt x="2411" y="0"/>
                </a:lnTo>
                <a:moveTo>
                  <a:pt x="2463" y="0"/>
                </a:moveTo>
                <a:lnTo>
                  <a:pt x="2488" y="0"/>
                </a:lnTo>
                <a:lnTo>
                  <a:pt x="2488" y="14"/>
                </a:lnTo>
                <a:lnTo>
                  <a:pt x="2463" y="14"/>
                </a:lnTo>
                <a:lnTo>
                  <a:pt x="2463" y="0"/>
                </a:lnTo>
                <a:moveTo>
                  <a:pt x="2514" y="0"/>
                </a:moveTo>
                <a:lnTo>
                  <a:pt x="2540" y="0"/>
                </a:lnTo>
                <a:lnTo>
                  <a:pt x="2540" y="14"/>
                </a:lnTo>
                <a:lnTo>
                  <a:pt x="2514" y="14"/>
                </a:lnTo>
                <a:lnTo>
                  <a:pt x="2514" y="0"/>
                </a:lnTo>
                <a:moveTo>
                  <a:pt x="2565" y="0"/>
                </a:moveTo>
                <a:lnTo>
                  <a:pt x="2591" y="0"/>
                </a:lnTo>
                <a:lnTo>
                  <a:pt x="2591" y="14"/>
                </a:lnTo>
                <a:lnTo>
                  <a:pt x="2565" y="14"/>
                </a:lnTo>
                <a:lnTo>
                  <a:pt x="2565" y="0"/>
                </a:lnTo>
                <a:moveTo>
                  <a:pt x="2616" y="0"/>
                </a:moveTo>
                <a:lnTo>
                  <a:pt x="2642" y="0"/>
                </a:lnTo>
                <a:lnTo>
                  <a:pt x="2642" y="14"/>
                </a:lnTo>
                <a:lnTo>
                  <a:pt x="2616" y="14"/>
                </a:lnTo>
                <a:lnTo>
                  <a:pt x="2616" y="0"/>
                </a:lnTo>
                <a:moveTo>
                  <a:pt x="2668" y="0"/>
                </a:moveTo>
                <a:lnTo>
                  <a:pt x="2693" y="0"/>
                </a:lnTo>
                <a:lnTo>
                  <a:pt x="2693" y="14"/>
                </a:lnTo>
                <a:lnTo>
                  <a:pt x="2668" y="14"/>
                </a:lnTo>
                <a:lnTo>
                  <a:pt x="2668" y="0"/>
                </a:lnTo>
                <a:moveTo>
                  <a:pt x="2719" y="0"/>
                </a:moveTo>
                <a:lnTo>
                  <a:pt x="2745" y="0"/>
                </a:lnTo>
                <a:lnTo>
                  <a:pt x="2745" y="14"/>
                </a:lnTo>
                <a:lnTo>
                  <a:pt x="2719" y="14"/>
                </a:lnTo>
                <a:lnTo>
                  <a:pt x="2719" y="0"/>
                </a:lnTo>
                <a:moveTo>
                  <a:pt x="2770" y="0"/>
                </a:moveTo>
                <a:lnTo>
                  <a:pt x="2796" y="0"/>
                </a:lnTo>
                <a:lnTo>
                  <a:pt x="2796" y="14"/>
                </a:lnTo>
                <a:lnTo>
                  <a:pt x="2770" y="14"/>
                </a:lnTo>
                <a:lnTo>
                  <a:pt x="2770" y="0"/>
                </a:lnTo>
                <a:moveTo>
                  <a:pt x="2822" y="0"/>
                </a:moveTo>
                <a:lnTo>
                  <a:pt x="2847" y="0"/>
                </a:lnTo>
                <a:lnTo>
                  <a:pt x="2847" y="14"/>
                </a:lnTo>
                <a:lnTo>
                  <a:pt x="2822" y="14"/>
                </a:lnTo>
                <a:lnTo>
                  <a:pt x="2822" y="0"/>
                </a:lnTo>
                <a:moveTo>
                  <a:pt x="2873" y="0"/>
                </a:moveTo>
                <a:lnTo>
                  <a:pt x="2899" y="0"/>
                </a:lnTo>
                <a:lnTo>
                  <a:pt x="2899" y="14"/>
                </a:lnTo>
                <a:lnTo>
                  <a:pt x="2873" y="14"/>
                </a:lnTo>
                <a:lnTo>
                  <a:pt x="2873" y="0"/>
                </a:lnTo>
                <a:moveTo>
                  <a:pt x="2924" y="0"/>
                </a:moveTo>
                <a:lnTo>
                  <a:pt x="2950" y="0"/>
                </a:lnTo>
                <a:lnTo>
                  <a:pt x="2950" y="14"/>
                </a:lnTo>
                <a:lnTo>
                  <a:pt x="2924" y="14"/>
                </a:lnTo>
                <a:lnTo>
                  <a:pt x="2924" y="0"/>
                </a:lnTo>
                <a:moveTo>
                  <a:pt x="2975" y="0"/>
                </a:moveTo>
                <a:lnTo>
                  <a:pt x="3001" y="0"/>
                </a:lnTo>
                <a:lnTo>
                  <a:pt x="3001" y="14"/>
                </a:lnTo>
                <a:lnTo>
                  <a:pt x="2975" y="14"/>
                </a:lnTo>
                <a:lnTo>
                  <a:pt x="2975" y="0"/>
                </a:lnTo>
                <a:moveTo>
                  <a:pt x="3027" y="0"/>
                </a:moveTo>
                <a:lnTo>
                  <a:pt x="3052" y="0"/>
                </a:lnTo>
                <a:lnTo>
                  <a:pt x="3052" y="14"/>
                </a:lnTo>
                <a:lnTo>
                  <a:pt x="3027" y="14"/>
                </a:lnTo>
                <a:lnTo>
                  <a:pt x="3027" y="0"/>
                </a:lnTo>
                <a:moveTo>
                  <a:pt x="3078" y="0"/>
                </a:moveTo>
                <a:lnTo>
                  <a:pt x="3104" y="0"/>
                </a:lnTo>
                <a:lnTo>
                  <a:pt x="3104" y="14"/>
                </a:lnTo>
                <a:lnTo>
                  <a:pt x="3078" y="14"/>
                </a:lnTo>
                <a:lnTo>
                  <a:pt x="3078" y="0"/>
                </a:lnTo>
                <a:moveTo>
                  <a:pt x="3129" y="0"/>
                </a:moveTo>
                <a:lnTo>
                  <a:pt x="3155" y="0"/>
                </a:lnTo>
                <a:lnTo>
                  <a:pt x="3155" y="14"/>
                </a:lnTo>
                <a:lnTo>
                  <a:pt x="3129" y="14"/>
                </a:lnTo>
                <a:lnTo>
                  <a:pt x="3129" y="0"/>
                </a:lnTo>
                <a:moveTo>
                  <a:pt x="3181" y="0"/>
                </a:moveTo>
                <a:lnTo>
                  <a:pt x="3206" y="0"/>
                </a:lnTo>
                <a:lnTo>
                  <a:pt x="3206" y="14"/>
                </a:lnTo>
                <a:lnTo>
                  <a:pt x="3181" y="14"/>
                </a:lnTo>
                <a:lnTo>
                  <a:pt x="3181" y="0"/>
                </a:lnTo>
                <a:moveTo>
                  <a:pt x="3232" y="0"/>
                </a:moveTo>
                <a:lnTo>
                  <a:pt x="3257" y="0"/>
                </a:lnTo>
                <a:lnTo>
                  <a:pt x="3257" y="14"/>
                </a:lnTo>
                <a:lnTo>
                  <a:pt x="3232" y="14"/>
                </a:lnTo>
                <a:lnTo>
                  <a:pt x="3232" y="0"/>
                </a:lnTo>
                <a:moveTo>
                  <a:pt x="3283" y="0"/>
                </a:moveTo>
                <a:lnTo>
                  <a:pt x="3309" y="0"/>
                </a:lnTo>
                <a:lnTo>
                  <a:pt x="3309" y="14"/>
                </a:lnTo>
                <a:lnTo>
                  <a:pt x="3283" y="14"/>
                </a:lnTo>
                <a:lnTo>
                  <a:pt x="3283" y="0"/>
                </a:lnTo>
                <a:moveTo>
                  <a:pt x="3334" y="0"/>
                </a:moveTo>
                <a:lnTo>
                  <a:pt x="3360" y="0"/>
                </a:lnTo>
                <a:lnTo>
                  <a:pt x="3360" y="14"/>
                </a:lnTo>
                <a:lnTo>
                  <a:pt x="3334" y="14"/>
                </a:lnTo>
                <a:lnTo>
                  <a:pt x="3334" y="0"/>
                </a:lnTo>
                <a:moveTo>
                  <a:pt x="3386" y="0"/>
                </a:moveTo>
                <a:lnTo>
                  <a:pt x="3411" y="0"/>
                </a:lnTo>
                <a:lnTo>
                  <a:pt x="3411" y="14"/>
                </a:lnTo>
                <a:lnTo>
                  <a:pt x="3386" y="14"/>
                </a:lnTo>
                <a:lnTo>
                  <a:pt x="3386" y="0"/>
                </a:lnTo>
                <a:moveTo>
                  <a:pt x="3437" y="0"/>
                </a:moveTo>
                <a:lnTo>
                  <a:pt x="3463" y="0"/>
                </a:lnTo>
                <a:lnTo>
                  <a:pt x="3463" y="14"/>
                </a:lnTo>
                <a:lnTo>
                  <a:pt x="3437" y="14"/>
                </a:lnTo>
                <a:lnTo>
                  <a:pt x="3437" y="0"/>
                </a:lnTo>
                <a:moveTo>
                  <a:pt x="3488" y="0"/>
                </a:moveTo>
                <a:lnTo>
                  <a:pt x="3514" y="0"/>
                </a:lnTo>
                <a:lnTo>
                  <a:pt x="3514" y="14"/>
                </a:lnTo>
                <a:lnTo>
                  <a:pt x="3488" y="14"/>
                </a:lnTo>
                <a:lnTo>
                  <a:pt x="3488" y="0"/>
                </a:lnTo>
                <a:moveTo>
                  <a:pt x="3539" y="0"/>
                </a:moveTo>
                <a:lnTo>
                  <a:pt x="3565" y="0"/>
                </a:lnTo>
                <a:lnTo>
                  <a:pt x="3565" y="14"/>
                </a:lnTo>
                <a:lnTo>
                  <a:pt x="3539" y="14"/>
                </a:lnTo>
                <a:lnTo>
                  <a:pt x="3539" y="0"/>
                </a:lnTo>
                <a:moveTo>
                  <a:pt x="3591" y="0"/>
                </a:moveTo>
                <a:lnTo>
                  <a:pt x="3616" y="0"/>
                </a:lnTo>
                <a:lnTo>
                  <a:pt x="3616" y="14"/>
                </a:lnTo>
                <a:lnTo>
                  <a:pt x="3591" y="14"/>
                </a:lnTo>
                <a:lnTo>
                  <a:pt x="3591" y="0"/>
                </a:lnTo>
                <a:moveTo>
                  <a:pt x="3642" y="0"/>
                </a:moveTo>
                <a:lnTo>
                  <a:pt x="3668" y="0"/>
                </a:lnTo>
                <a:lnTo>
                  <a:pt x="3668" y="14"/>
                </a:lnTo>
                <a:lnTo>
                  <a:pt x="3642" y="14"/>
                </a:lnTo>
                <a:lnTo>
                  <a:pt x="3642" y="0"/>
                </a:lnTo>
                <a:moveTo>
                  <a:pt x="3693" y="0"/>
                </a:moveTo>
                <a:lnTo>
                  <a:pt x="3719" y="0"/>
                </a:lnTo>
                <a:lnTo>
                  <a:pt x="3719" y="14"/>
                </a:lnTo>
                <a:lnTo>
                  <a:pt x="3693" y="14"/>
                </a:lnTo>
                <a:lnTo>
                  <a:pt x="3693" y="0"/>
                </a:lnTo>
                <a:moveTo>
                  <a:pt x="3745" y="0"/>
                </a:moveTo>
                <a:lnTo>
                  <a:pt x="3770" y="0"/>
                </a:lnTo>
                <a:lnTo>
                  <a:pt x="3770" y="14"/>
                </a:lnTo>
                <a:lnTo>
                  <a:pt x="3745" y="14"/>
                </a:lnTo>
                <a:lnTo>
                  <a:pt x="3745" y="0"/>
                </a:lnTo>
                <a:moveTo>
                  <a:pt x="3796" y="0"/>
                </a:moveTo>
                <a:lnTo>
                  <a:pt x="3822" y="0"/>
                </a:lnTo>
                <a:lnTo>
                  <a:pt x="3822" y="14"/>
                </a:lnTo>
                <a:lnTo>
                  <a:pt x="3796" y="14"/>
                </a:lnTo>
                <a:lnTo>
                  <a:pt x="3796" y="0"/>
                </a:lnTo>
                <a:moveTo>
                  <a:pt x="3847" y="0"/>
                </a:moveTo>
                <a:lnTo>
                  <a:pt x="3873" y="0"/>
                </a:lnTo>
                <a:lnTo>
                  <a:pt x="3873" y="14"/>
                </a:lnTo>
                <a:lnTo>
                  <a:pt x="3847" y="14"/>
                </a:lnTo>
                <a:lnTo>
                  <a:pt x="3847" y="0"/>
                </a:lnTo>
                <a:moveTo>
                  <a:pt x="3898" y="0"/>
                </a:moveTo>
                <a:lnTo>
                  <a:pt x="3924" y="0"/>
                </a:lnTo>
                <a:lnTo>
                  <a:pt x="3924" y="14"/>
                </a:lnTo>
                <a:lnTo>
                  <a:pt x="3898" y="14"/>
                </a:lnTo>
                <a:lnTo>
                  <a:pt x="3898" y="0"/>
                </a:lnTo>
                <a:moveTo>
                  <a:pt x="3950" y="0"/>
                </a:moveTo>
                <a:lnTo>
                  <a:pt x="3975" y="0"/>
                </a:lnTo>
                <a:lnTo>
                  <a:pt x="3975" y="14"/>
                </a:lnTo>
                <a:lnTo>
                  <a:pt x="3950" y="14"/>
                </a:lnTo>
                <a:lnTo>
                  <a:pt x="3950" y="0"/>
                </a:lnTo>
                <a:moveTo>
                  <a:pt x="4001" y="0"/>
                </a:moveTo>
                <a:lnTo>
                  <a:pt x="4027" y="0"/>
                </a:lnTo>
                <a:lnTo>
                  <a:pt x="4027" y="14"/>
                </a:lnTo>
                <a:lnTo>
                  <a:pt x="4001" y="14"/>
                </a:lnTo>
                <a:lnTo>
                  <a:pt x="4001" y="0"/>
                </a:lnTo>
                <a:moveTo>
                  <a:pt x="4052" y="0"/>
                </a:moveTo>
                <a:lnTo>
                  <a:pt x="4078" y="0"/>
                </a:lnTo>
                <a:lnTo>
                  <a:pt x="4078" y="14"/>
                </a:lnTo>
                <a:lnTo>
                  <a:pt x="4052" y="14"/>
                </a:lnTo>
                <a:lnTo>
                  <a:pt x="4052" y="0"/>
                </a:lnTo>
                <a:moveTo>
                  <a:pt x="4104" y="0"/>
                </a:moveTo>
                <a:lnTo>
                  <a:pt x="4129" y="0"/>
                </a:lnTo>
                <a:lnTo>
                  <a:pt x="4129" y="14"/>
                </a:lnTo>
                <a:lnTo>
                  <a:pt x="4104" y="14"/>
                </a:lnTo>
                <a:lnTo>
                  <a:pt x="4104" y="0"/>
                </a:lnTo>
                <a:moveTo>
                  <a:pt x="4155" y="0"/>
                </a:moveTo>
                <a:lnTo>
                  <a:pt x="4180" y="0"/>
                </a:lnTo>
                <a:lnTo>
                  <a:pt x="4180" y="14"/>
                </a:lnTo>
                <a:lnTo>
                  <a:pt x="4155" y="14"/>
                </a:lnTo>
                <a:lnTo>
                  <a:pt x="4155" y="0"/>
                </a:lnTo>
                <a:moveTo>
                  <a:pt x="4206" y="0"/>
                </a:moveTo>
                <a:lnTo>
                  <a:pt x="4232" y="0"/>
                </a:lnTo>
                <a:lnTo>
                  <a:pt x="4232" y="14"/>
                </a:lnTo>
                <a:lnTo>
                  <a:pt x="4206" y="14"/>
                </a:lnTo>
                <a:lnTo>
                  <a:pt x="4206" y="0"/>
                </a:lnTo>
                <a:moveTo>
                  <a:pt x="4257" y="0"/>
                </a:moveTo>
                <a:lnTo>
                  <a:pt x="4283" y="0"/>
                </a:lnTo>
                <a:lnTo>
                  <a:pt x="4283" y="14"/>
                </a:lnTo>
                <a:lnTo>
                  <a:pt x="4257" y="14"/>
                </a:lnTo>
                <a:lnTo>
                  <a:pt x="4257" y="0"/>
                </a:lnTo>
                <a:moveTo>
                  <a:pt x="4309" y="0"/>
                </a:moveTo>
                <a:lnTo>
                  <a:pt x="4334" y="0"/>
                </a:lnTo>
                <a:lnTo>
                  <a:pt x="4334" y="14"/>
                </a:lnTo>
                <a:lnTo>
                  <a:pt x="4309" y="14"/>
                </a:lnTo>
                <a:lnTo>
                  <a:pt x="4309" y="0"/>
                </a:lnTo>
                <a:moveTo>
                  <a:pt x="4360" y="0"/>
                </a:moveTo>
                <a:lnTo>
                  <a:pt x="4386" y="0"/>
                </a:lnTo>
                <a:lnTo>
                  <a:pt x="4386" y="14"/>
                </a:lnTo>
                <a:lnTo>
                  <a:pt x="4360" y="14"/>
                </a:lnTo>
                <a:lnTo>
                  <a:pt x="4360" y="0"/>
                </a:lnTo>
                <a:moveTo>
                  <a:pt x="4411" y="0"/>
                </a:moveTo>
                <a:lnTo>
                  <a:pt x="4437" y="0"/>
                </a:lnTo>
                <a:lnTo>
                  <a:pt x="4437" y="14"/>
                </a:lnTo>
                <a:lnTo>
                  <a:pt x="4411" y="14"/>
                </a:lnTo>
                <a:lnTo>
                  <a:pt x="4411" y="0"/>
                </a:lnTo>
                <a:moveTo>
                  <a:pt x="4463" y="0"/>
                </a:moveTo>
                <a:lnTo>
                  <a:pt x="4488" y="0"/>
                </a:lnTo>
                <a:lnTo>
                  <a:pt x="4488" y="14"/>
                </a:lnTo>
                <a:lnTo>
                  <a:pt x="4463" y="14"/>
                </a:lnTo>
                <a:lnTo>
                  <a:pt x="4463" y="0"/>
                </a:lnTo>
                <a:moveTo>
                  <a:pt x="4514" y="0"/>
                </a:moveTo>
                <a:lnTo>
                  <a:pt x="4539" y="0"/>
                </a:lnTo>
                <a:lnTo>
                  <a:pt x="4539" y="14"/>
                </a:lnTo>
                <a:lnTo>
                  <a:pt x="4514" y="14"/>
                </a:lnTo>
                <a:lnTo>
                  <a:pt x="4514" y="0"/>
                </a:lnTo>
                <a:moveTo>
                  <a:pt x="4565" y="0"/>
                </a:moveTo>
                <a:lnTo>
                  <a:pt x="4591" y="0"/>
                </a:lnTo>
                <a:lnTo>
                  <a:pt x="4591" y="14"/>
                </a:lnTo>
                <a:lnTo>
                  <a:pt x="4565" y="14"/>
                </a:lnTo>
                <a:lnTo>
                  <a:pt x="4565" y="0"/>
                </a:lnTo>
                <a:moveTo>
                  <a:pt x="4616" y="0"/>
                </a:moveTo>
                <a:lnTo>
                  <a:pt x="4642" y="0"/>
                </a:lnTo>
                <a:lnTo>
                  <a:pt x="4642" y="14"/>
                </a:lnTo>
                <a:lnTo>
                  <a:pt x="4616" y="14"/>
                </a:lnTo>
                <a:lnTo>
                  <a:pt x="4616" y="0"/>
                </a:lnTo>
                <a:moveTo>
                  <a:pt x="4668" y="0"/>
                </a:moveTo>
                <a:lnTo>
                  <a:pt x="4693" y="0"/>
                </a:lnTo>
                <a:lnTo>
                  <a:pt x="4693" y="14"/>
                </a:lnTo>
                <a:lnTo>
                  <a:pt x="4668" y="14"/>
                </a:lnTo>
                <a:lnTo>
                  <a:pt x="4668" y="0"/>
                </a:lnTo>
                <a:moveTo>
                  <a:pt x="4719" y="0"/>
                </a:moveTo>
                <a:lnTo>
                  <a:pt x="4745" y="0"/>
                </a:lnTo>
                <a:lnTo>
                  <a:pt x="4745" y="14"/>
                </a:lnTo>
                <a:lnTo>
                  <a:pt x="4719" y="14"/>
                </a:lnTo>
                <a:lnTo>
                  <a:pt x="4719" y="0"/>
                </a:lnTo>
                <a:moveTo>
                  <a:pt x="4770" y="0"/>
                </a:moveTo>
                <a:lnTo>
                  <a:pt x="4796" y="0"/>
                </a:lnTo>
                <a:lnTo>
                  <a:pt x="4796" y="14"/>
                </a:lnTo>
                <a:lnTo>
                  <a:pt x="4770" y="14"/>
                </a:lnTo>
                <a:lnTo>
                  <a:pt x="4770" y="0"/>
                </a:lnTo>
                <a:moveTo>
                  <a:pt x="4821" y="0"/>
                </a:moveTo>
                <a:lnTo>
                  <a:pt x="4847" y="0"/>
                </a:lnTo>
                <a:lnTo>
                  <a:pt x="4847" y="14"/>
                </a:lnTo>
                <a:lnTo>
                  <a:pt x="4821" y="14"/>
                </a:lnTo>
                <a:lnTo>
                  <a:pt x="4821" y="0"/>
                </a:lnTo>
                <a:moveTo>
                  <a:pt x="4873" y="0"/>
                </a:moveTo>
                <a:lnTo>
                  <a:pt x="4898" y="0"/>
                </a:lnTo>
                <a:lnTo>
                  <a:pt x="4898" y="14"/>
                </a:lnTo>
                <a:lnTo>
                  <a:pt x="4873" y="14"/>
                </a:lnTo>
                <a:lnTo>
                  <a:pt x="4873" y="0"/>
                </a:lnTo>
                <a:moveTo>
                  <a:pt x="4924" y="0"/>
                </a:moveTo>
                <a:lnTo>
                  <a:pt x="4950" y="0"/>
                </a:lnTo>
                <a:lnTo>
                  <a:pt x="4950" y="14"/>
                </a:lnTo>
                <a:lnTo>
                  <a:pt x="4924" y="14"/>
                </a:lnTo>
                <a:lnTo>
                  <a:pt x="4924" y="0"/>
                </a:lnTo>
                <a:moveTo>
                  <a:pt x="4975" y="0"/>
                </a:moveTo>
                <a:lnTo>
                  <a:pt x="5001" y="0"/>
                </a:lnTo>
                <a:lnTo>
                  <a:pt x="5001" y="14"/>
                </a:lnTo>
                <a:lnTo>
                  <a:pt x="4975" y="14"/>
                </a:lnTo>
                <a:lnTo>
                  <a:pt x="4975" y="0"/>
                </a:lnTo>
                <a:moveTo>
                  <a:pt x="5027" y="0"/>
                </a:moveTo>
                <a:lnTo>
                  <a:pt x="5052" y="0"/>
                </a:lnTo>
                <a:lnTo>
                  <a:pt x="5052" y="14"/>
                </a:lnTo>
                <a:lnTo>
                  <a:pt x="5027" y="14"/>
                </a:lnTo>
                <a:lnTo>
                  <a:pt x="5027" y="0"/>
                </a:lnTo>
                <a:moveTo>
                  <a:pt x="5078" y="0"/>
                </a:moveTo>
                <a:lnTo>
                  <a:pt x="5103" y="0"/>
                </a:lnTo>
                <a:lnTo>
                  <a:pt x="5103" y="14"/>
                </a:lnTo>
                <a:lnTo>
                  <a:pt x="5078" y="14"/>
                </a:lnTo>
                <a:lnTo>
                  <a:pt x="5078" y="0"/>
                </a:lnTo>
                <a:moveTo>
                  <a:pt x="5129" y="0"/>
                </a:moveTo>
                <a:lnTo>
                  <a:pt x="5155" y="0"/>
                </a:lnTo>
                <a:lnTo>
                  <a:pt x="5155" y="14"/>
                </a:lnTo>
                <a:lnTo>
                  <a:pt x="5129" y="14"/>
                </a:lnTo>
                <a:lnTo>
                  <a:pt x="5129" y="0"/>
                </a:lnTo>
                <a:moveTo>
                  <a:pt x="5180" y="0"/>
                </a:moveTo>
                <a:lnTo>
                  <a:pt x="5206" y="0"/>
                </a:lnTo>
                <a:lnTo>
                  <a:pt x="5206" y="14"/>
                </a:lnTo>
                <a:lnTo>
                  <a:pt x="5180" y="14"/>
                </a:lnTo>
                <a:lnTo>
                  <a:pt x="5180" y="0"/>
                </a:lnTo>
                <a:moveTo>
                  <a:pt x="5232" y="0"/>
                </a:moveTo>
                <a:lnTo>
                  <a:pt x="5257" y="0"/>
                </a:lnTo>
                <a:lnTo>
                  <a:pt x="5257" y="14"/>
                </a:lnTo>
                <a:lnTo>
                  <a:pt x="5232" y="14"/>
                </a:lnTo>
                <a:lnTo>
                  <a:pt x="5232" y="0"/>
                </a:lnTo>
                <a:moveTo>
                  <a:pt x="5283" y="0"/>
                </a:moveTo>
                <a:lnTo>
                  <a:pt x="5309" y="0"/>
                </a:lnTo>
                <a:lnTo>
                  <a:pt x="5309" y="14"/>
                </a:lnTo>
                <a:lnTo>
                  <a:pt x="5283" y="14"/>
                </a:lnTo>
                <a:lnTo>
                  <a:pt x="5283" y="0"/>
                </a:lnTo>
                <a:moveTo>
                  <a:pt x="5334" y="0"/>
                </a:moveTo>
                <a:lnTo>
                  <a:pt x="5360" y="0"/>
                </a:lnTo>
                <a:lnTo>
                  <a:pt x="5360" y="14"/>
                </a:lnTo>
                <a:lnTo>
                  <a:pt x="5334" y="14"/>
                </a:lnTo>
                <a:lnTo>
                  <a:pt x="5334" y="0"/>
                </a:lnTo>
                <a:moveTo>
                  <a:pt x="5386" y="0"/>
                </a:moveTo>
                <a:lnTo>
                  <a:pt x="5411" y="0"/>
                </a:lnTo>
                <a:lnTo>
                  <a:pt x="5411" y="14"/>
                </a:lnTo>
                <a:lnTo>
                  <a:pt x="5386" y="14"/>
                </a:lnTo>
                <a:lnTo>
                  <a:pt x="5386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1070280" y="3742560"/>
            <a:ext cx="328320" cy="6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00" spc="-1" strike="noStrike">
                <a:solidFill>
                  <a:srgbClr val="000000"/>
                </a:solidFill>
                <a:latin typeface="Calibri"/>
                <a:ea typeface="Calibri"/>
              </a:rPr>
              <a:t>[slots available]</a:t>
            </a:r>
            <a:endParaRPr b="0" lang="en-AU" sz="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2819160" y="4055760"/>
            <a:ext cx="46440" cy="37080"/>
          </a:xfrm>
          <a:custGeom>
            <a:avLst/>
            <a:gdLst/>
            <a:ahLst/>
            <a:rect l="0" t="0" r="r" b="b"/>
            <a:pathLst>
              <a:path w="129" h="103">
                <a:moveTo>
                  <a:pt x="0" y="0"/>
                </a:moveTo>
                <a:lnTo>
                  <a:pt x="129" y="52"/>
                </a:lnTo>
                <a:lnTo>
                  <a:pt x="0" y="103"/>
                </a:lnTo>
                <a:lnTo>
                  <a:pt x="52" y="5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32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898560" y="4074120"/>
            <a:ext cx="1948320" cy="0"/>
          </a:xfrm>
          <a:prstGeom prst="line">
            <a:avLst/>
          </a:prstGeom>
          <a:ln w="432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977040" y="3844080"/>
            <a:ext cx="342000" cy="7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69" spc="-1" strike="noStrike">
                <a:solidFill>
                  <a:srgbClr val="000000"/>
                </a:solidFill>
                <a:latin typeface="Calibri"/>
                <a:ea typeface="Calibri"/>
              </a:rPr>
              <a:t>available Slots</a:t>
            </a:r>
            <a:endParaRPr b="0" lang="en-AU" sz="46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2879280" y="4201920"/>
            <a:ext cx="46440" cy="37440"/>
          </a:xfrm>
          <a:custGeom>
            <a:avLst/>
            <a:gdLst/>
            <a:ahLst/>
            <a:rect l="0" t="0" r="r" b="b"/>
            <a:pathLst>
              <a:path w="129" h="104">
                <a:moveTo>
                  <a:pt x="129" y="0"/>
                </a:moveTo>
                <a:lnTo>
                  <a:pt x="0" y="52"/>
                </a:lnTo>
                <a:lnTo>
                  <a:pt x="129" y="104"/>
                </a:lnTo>
                <a:lnTo>
                  <a:pt x="78" y="52"/>
                </a:lnTo>
                <a:lnTo>
                  <a:pt x="129" y="0"/>
                </a:lnTo>
                <a:close/>
              </a:path>
            </a:pathLst>
          </a:custGeom>
          <a:solidFill>
            <a:srgbClr val="001d34"/>
          </a:solidFill>
          <a:ln w="432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2897640" y="4220280"/>
            <a:ext cx="1717920" cy="0"/>
          </a:xfrm>
          <a:prstGeom prst="line">
            <a:avLst/>
          </a:prstGeom>
          <a:ln w="432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930960" y="3990240"/>
            <a:ext cx="1424160" cy="7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69" spc="-1" strike="noStrike">
                <a:solidFill>
                  <a:srgbClr val="000000"/>
                </a:solidFill>
                <a:latin typeface="Calibri"/>
                <a:ea typeface="Calibri"/>
              </a:rPr>
              <a:t>6. POST Appointment (proposed, basedOn ServiceRequest)</a:t>
            </a:r>
            <a:endParaRPr b="0" lang="en-AU" sz="46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712800" y="4259520"/>
            <a:ext cx="4250520" cy="5040"/>
          </a:xfrm>
          <a:custGeom>
            <a:avLst/>
            <a:gdLst/>
            <a:ahLst/>
            <a:rect l="0" t="0" r="r" b="b"/>
            <a:pathLst>
              <a:path w="11807" h="14">
                <a:moveTo>
                  <a:pt x="0" y="0"/>
                </a:moveTo>
                <a:lnTo>
                  <a:pt x="25" y="0"/>
                </a:lnTo>
                <a:lnTo>
                  <a:pt x="25" y="14"/>
                </a:lnTo>
                <a:lnTo>
                  <a:pt x="0" y="14"/>
                </a:lnTo>
                <a:lnTo>
                  <a:pt x="0" y="0"/>
                </a:lnTo>
                <a:moveTo>
                  <a:pt x="51" y="0"/>
                </a:moveTo>
                <a:lnTo>
                  <a:pt x="77" y="0"/>
                </a:lnTo>
                <a:lnTo>
                  <a:pt x="77" y="14"/>
                </a:lnTo>
                <a:lnTo>
                  <a:pt x="51" y="14"/>
                </a:lnTo>
                <a:lnTo>
                  <a:pt x="51" y="0"/>
                </a:lnTo>
                <a:moveTo>
                  <a:pt x="102" y="0"/>
                </a:moveTo>
                <a:lnTo>
                  <a:pt x="128" y="0"/>
                </a:lnTo>
                <a:lnTo>
                  <a:pt x="128" y="14"/>
                </a:lnTo>
                <a:lnTo>
                  <a:pt x="102" y="14"/>
                </a:lnTo>
                <a:lnTo>
                  <a:pt x="102" y="0"/>
                </a:lnTo>
                <a:moveTo>
                  <a:pt x="154" y="0"/>
                </a:moveTo>
                <a:lnTo>
                  <a:pt x="179" y="0"/>
                </a:lnTo>
                <a:lnTo>
                  <a:pt x="179" y="14"/>
                </a:lnTo>
                <a:lnTo>
                  <a:pt x="154" y="14"/>
                </a:lnTo>
                <a:lnTo>
                  <a:pt x="154" y="0"/>
                </a:lnTo>
                <a:moveTo>
                  <a:pt x="205" y="0"/>
                </a:moveTo>
                <a:lnTo>
                  <a:pt x="231" y="0"/>
                </a:lnTo>
                <a:lnTo>
                  <a:pt x="231" y="14"/>
                </a:lnTo>
                <a:lnTo>
                  <a:pt x="205" y="14"/>
                </a:lnTo>
                <a:lnTo>
                  <a:pt x="205" y="0"/>
                </a:lnTo>
                <a:moveTo>
                  <a:pt x="256" y="0"/>
                </a:moveTo>
                <a:lnTo>
                  <a:pt x="282" y="0"/>
                </a:lnTo>
                <a:lnTo>
                  <a:pt x="282" y="14"/>
                </a:lnTo>
                <a:lnTo>
                  <a:pt x="256" y="14"/>
                </a:lnTo>
                <a:lnTo>
                  <a:pt x="256" y="0"/>
                </a:lnTo>
                <a:moveTo>
                  <a:pt x="307" y="0"/>
                </a:moveTo>
                <a:lnTo>
                  <a:pt x="333" y="0"/>
                </a:lnTo>
                <a:lnTo>
                  <a:pt x="333" y="14"/>
                </a:lnTo>
                <a:lnTo>
                  <a:pt x="307" y="14"/>
                </a:lnTo>
                <a:lnTo>
                  <a:pt x="307" y="0"/>
                </a:lnTo>
                <a:moveTo>
                  <a:pt x="359" y="0"/>
                </a:moveTo>
                <a:lnTo>
                  <a:pt x="384" y="0"/>
                </a:lnTo>
                <a:lnTo>
                  <a:pt x="384" y="14"/>
                </a:lnTo>
                <a:lnTo>
                  <a:pt x="359" y="14"/>
                </a:lnTo>
                <a:lnTo>
                  <a:pt x="359" y="0"/>
                </a:lnTo>
                <a:moveTo>
                  <a:pt x="410" y="0"/>
                </a:moveTo>
                <a:lnTo>
                  <a:pt x="436" y="0"/>
                </a:lnTo>
                <a:lnTo>
                  <a:pt x="436" y="14"/>
                </a:lnTo>
                <a:lnTo>
                  <a:pt x="410" y="14"/>
                </a:lnTo>
                <a:lnTo>
                  <a:pt x="410" y="0"/>
                </a:lnTo>
                <a:moveTo>
                  <a:pt x="461" y="0"/>
                </a:moveTo>
                <a:lnTo>
                  <a:pt x="487" y="0"/>
                </a:lnTo>
                <a:lnTo>
                  <a:pt x="487" y="14"/>
                </a:lnTo>
                <a:lnTo>
                  <a:pt x="461" y="14"/>
                </a:lnTo>
                <a:lnTo>
                  <a:pt x="461" y="0"/>
                </a:lnTo>
                <a:moveTo>
                  <a:pt x="513" y="0"/>
                </a:moveTo>
                <a:lnTo>
                  <a:pt x="538" y="0"/>
                </a:lnTo>
                <a:lnTo>
                  <a:pt x="538" y="14"/>
                </a:lnTo>
                <a:lnTo>
                  <a:pt x="513" y="14"/>
                </a:lnTo>
                <a:lnTo>
                  <a:pt x="513" y="0"/>
                </a:lnTo>
                <a:moveTo>
                  <a:pt x="564" y="0"/>
                </a:moveTo>
                <a:lnTo>
                  <a:pt x="589" y="0"/>
                </a:lnTo>
                <a:lnTo>
                  <a:pt x="589" y="14"/>
                </a:lnTo>
                <a:lnTo>
                  <a:pt x="564" y="14"/>
                </a:lnTo>
                <a:lnTo>
                  <a:pt x="564" y="0"/>
                </a:lnTo>
                <a:moveTo>
                  <a:pt x="615" y="0"/>
                </a:moveTo>
                <a:lnTo>
                  <a:pt x="641" y="0"/>
                </a:lnTo>
                <a:lnTo>
                  <a:pt x="641" y="14"/>
                </a:lnTo>
                <a:lnTo>
                  <a:pt x="615" y="14"/>
                </a:lnTo>
                <a:lnTo>
                  <a:pt x="615" y="0"/>
                </a:lnTo>
                <a:moveTo>
                  <a:pt x="666" y="0"/>
                </a:moveTo>
                <a:lnTo>
                  <a:pt x="692" y="0"/>
                </a:lnTo>
                <a:lnTo>
                  <a:pt x="692" y="14"/>
                </a:lnTo>
                <a:lnTo>
                  <a:pt x="666" y="14"/>
                </a:lnTo>
                <a:lnTo>
                  <a:pt x="666" y="0"/>
                </a:lnTo>
                <a:moveTo>
                  <a:pt x="718" y="0"/>
                </a:moveTo>
                <a:lnTo>
                  <a:pt x="743" y="0"/>
                </a:lnTo>
                <a:lnTo>
                  <a:pt x="743" y="14"/>
                </a:lnTo>
                <a:lnTo>
                  <a:pt x="718" y="14"/>
                </a:lnTo>
                <a:lnTo>
                  <a:pt x="718" y="0"/>
                </a:lnTo>
                <a:moveTo>
                  <a:pt x="769" y="0"/>
                </a:moveTo>
                <a:lnTo>
                  <a:pt x="795" y="0"/>
                </a:lnTo>
                <a:lnTo>
                  <a:pt x="795" y="14"/>
                </a:lnTo>
                <a:lnTo>
                  <a:pt x="769" y="14"/>
                </a:lnTo>
                <a:lnTo>
                  <a:pt x="769" y="0"/>
                </a:lnTo>
                <a:moveTo>
                  <a:pt x="820" y="0"/>
                </a:moveTo>
                <a:lnTo>
                  <a:pt x="846" y="0"/>
                </a:lnTo>
                <a:lnTo>
                  <a:pt x="846" y="14"/>
                </a:lnTo>
                <a:lnTo>
                  <a:pt x="820" y="14"/>
                </a:lnTo>
                <a:lnTo>
                  <a:pt x="820" y="0"/>
                </a:lnTo>
                <a:moveTo>
                  <a:pt x="872" y="0"/>
                </a:moveTo>
                <a:lnTo>
                  <a:pt x="897" y="0"/>
                </a:lnTo>
                <a:lnTo>
                  <a:pt x="897" y="14"/>
                </a:lnTo>
                <a:lnTo>
                  <a:pt x="872" y="14"/>
                </a:lnTo>
                <a:lnTo>
                  <a:pt x="872" y="0"/>
                </a:lnTo>
                <a:moveTo>
                  <a:pt x="923" y="0"/>
                </a:moveTo>
                <a:lnTo>
                  <a:pt x="948" y="0"/>
                </a:lnTo>
                <a:lnTo>
                  <a:pt x="948" y="14"/>
                </a:lnTo>
                <a:lnTo>
                  <a:pt x="923" y="14"/>
                </a:lnTo>
                <a:lnTo>
                  <a:pt x="923" y="0"/>
                </a:lnTo>
                <a:moveTo>
                  <a:pt x="974" y="0"/>
                </a:moveTo>
                <a:lnTo>
                  <a:pt x="1000" y="0"/>
                </a:lnTo>
                <a:lnTo>
                  <a:pt x="1000" y="14"/>
                </a:lnTo>
                <a:lnTo>
                  <a:pt x="974" y="14"/>
                </a:lnTo>
                <a:lnTo>
                  <a:pt x="974" y="0"/>
                </a:lnTo>
                <a:moveTo>
                  <a:pt x="1025" y="0"/>
                </a:moveTo>
                <a:lnTo>
                  <a:pt x="1051" y="0"/>
                </a:lnTo>
                <a:lnTo>
                  <a:pt x="1051" y="14"/>
                </a:lnTo>
                <a:lnTo>
                  <a:pt x="1025" y="14"/>
                </a:lnTo>
                <a:lnTo>
                  <a:pt x="1025" y="0"/>
                </a:lnTo>
                <a:moveTo>
                  <a:pt x="1077" y="0"/>
                </a:moveTo>
                <a:lnTo>
                  <a:pt x="1102" y="0"/>
                </a:lnTo>
                <a:lnTo>
                  <a:pt x="1102" y="14"/>
                </a:lnTo>
                <a:lnTo>
                  <a:pt x="1077" y="14"/>
                </a:lnTo>
                <a:lnTo>
                  <a:pt x="1077" y="0"/>
                </a:lnTo>
                <a:moveTo>
                  <a:pt x="1128" y="0"/>
                </a:moveTo>
                <a:lnTo>
                  <a:pt x="1154" y="0"/>
                </a:lnTo>
                <a:lnTo>
                  <a:pt x="1154" y="14"/>
                </a:lnTo>
                <a:lnTo>
                  <a:pt x="1128" y="14"/>
                </a:lnTo>
                <a:lnTo>
                  <a:pt x="1128" y="0"/>
                </a:lnTo>
                <a:moveTo>
                  <a:pt x="1179" y="0"/>
                </a:moveTo>
                <a:lnTo>
                  <a:pt x="1205" y="0"/>
                </a:lnTo>
                <a:lnTo>
                  <a:pt x="1205" y="14"/>
                </a:lnTo>
                <a:lnTo>
                  <a:pt x="1179" y="14"/>
                </a:lnTo>
                <a:lnTo>
                  <a:pt x="1179" y="0"/>
                </a:lnTo>
                <a:moveTo>
                  <a:pt x="1230" y="0"/>
                </a:moveTo>
                <a:lnTo>
                  <a:pt x="1256" y="0"/>
                </a:lnTo>
                <a:lnTo>
                  <a:pt x="1256" y="14"/>
                </a:lnTo>
                <a:lnTo>
                  <a:pt x="1230" y="14"/>
                </a:lnTo>
                <a:lnTo>
                  <a:pt x="1230" y="0"/>
                </a:lnTo>
                <a:moveTo>
                  <a:pt x="1282" y="0"/>
                </a:moveTo>
                <a:lnTo>
                  <a:pt x="1307" y="0"/>
                </a:lnTo>
                <a:lnTo>
                  <a:pt x="1307" y="14"/>
                </a:lnTo>
                <a:lnTo>
                  <a:pt x="1282" y="14"/>
                </a:lnTo>
                <a:lnTo>
                  <a:pt x="1282" y="0"/>
                </a:lnTo>
                <a:moveTo>
                  <a:pt x="1333" y="0"/>
                </a:moveTo>
                <a:lnTo>
                  <a:pt x="1359" y="0"/>
                </a:lnTo>
                <a:lnTo>
                  <a:pt x="1359" y="14"/>
                </a:lnTo>
                <a:lnTo>
                  <a:pt x="1333" y="14"/>
                </a:lnTo>
                <a:lnTo>
                  <a:pt x="1333" y="0"/>
                </a:lnTo>
                <a:moveTo>
                  <a:pt x="1384" y="0"/>
                </a:moveTo>
                <a:lnTo>
                  <a:pt x="1410" y="0"/>
                </a:lnTo>
                <a:lnTo>
                  <a:pt x="1410" y="14"/>
                </a:lnTo>
                <a:lnTo>
                  <a:pt x="1384" y="14"/>
                </a:lnTo>
                <a:lnTo>
                  <a:pt x="1384" y="0"/>
                </a:lnTo>
                <a:moveTo>
                  <a:pt x="1436" y="0"/>
                </a:moveTo>
                <a:lnTo>
                  <a:pt x="1461" y="0"/>
                </a:lnTo>
                <a:lnTo>
                  <a:pt x="1461" y="14"/>
                </a:lnTo>
                <a:lnTo>
                  <a:pt x="1436" y="14"/>
                </a:lnTo>
                <a:lnTo>
                  <a:pt x="1436" y="0"/>
                </a:lnTo>
                <a:moveTo>
                  <a:pt x="1487" y="0"/>
                </a:moveTo>
                <a:lnTo>
                  <a:pt x="1513" y="0"/>
                </a:lnTo>
                <a:lnTo>
                  <a:pt x="1513" y="14"/>
                </a:lnTo>
                <a:lnTo>
                  <a:pt x="1487" y="14"/>
                </a:lnTo>
                <a:lnTo>
                  <a:pt x="1487" y="0"/>
                </a:lnTo>
                <a:moveTo>
                  <a:pt x="1538" y="0"/>
                </a:moveTo>
                <a:lnTo>
                  <a:pt x="1564" y="0"/>
                </a:lnTo>
                <a:lnTo>
                  <a:pt x="1564" y="14"/>
                </a:lnTo>
                <a:lnTo>
                  <a:pt x="1538" y="14"/>
                </a:lnTo>
                <a:lnTo>
                  <a:pt x="1538" y="0"/>
                </a:lnTo>
                <a:moveTo>
                  <a:pt x="1589" y="0"/>
                </a:moveTo>
                <a:lnTo>
                  <a:pt x="1615" y="0"/>
                </a:lnTo>
                <a:lnTo>
                  <a:pt x="1615" y="14"/>
                </a:lnTo>
                <a:lnTo>
                  <a:pt x="1589" y="14"/>
                </a:lnTo>
                <a:lnTo>
                  <a:pt x="1589" y="0"/>
                </a:lnTo>
                <a:moveTo>
                  <a:pt x="1641" y="0"/>
                </a:moveTo>
                <a:lnTo>
                  <a:pt x="1666" y="0"/>
                </a:lnTo>
                <a:lnTo>
                  <a:pt x="1666" y="14"/>
                </a:lnTo>
                <a:lnTo>
                  <a:pt x="1641" y="14"/>
                </a:lnTo>
                <a:lnTo>
                  <a:pt x="1641" y="0"/>
                </a:lnTo>
                <a:moveTo>
                  <a:pt x="1692" y="0"/>
                </a:moveTo>
                <a:lnTo>
                  <a:pt x="1718" y="0"/>
                </a:lnTo>
                <a:lnTo>
                  <a:pt x="1718" y="14"/>
                </a:lnTo>
                <a:lnTo>
                  <a:pt x="1692" y="14"/>
                </a:lnTo>
                <a:lnTo>
                  <a:pt x="1692" y="0"/>
                </a:lnTo>
                <a:moveTo>
                  <a:pt x="1743" y="0"/>
                </a:moveTo>
                <a:lnTo>
                  <a:pt x="1769" y="0"/>
                </a:lnTo>
                <a:lnTo>
                  <a:pt x="1769" y="14"/>
                </a:lnTo>
                <a:lnTo>
                  <a:pt x="1743" y="14"/>
                </a:lnTo>
                <a:lnTo>
                  <a:pt x="1743" y="0"/>
                </a:lnTo>
                <a:moveTo>
                  <a:pt x="1795" y="0"/>
                </a:moveTo>
                <a:lnTo>
                  <a:pt x="1820" y="0"/>
                </a:lnTo>
                <a:lnTo>
                  <a:pt x="1820" y="14"/>
                </a:lnTo>
                <a:lnTo>
                  <a:pt x="1795" y="14"/>
                </a:lnTo>
                <a:lnTo>
                  <a:pt x="1795" y="0"/>
                </a:lnTo>
                <a:moveTo>
                  <a:pt x="1846" y="0"/>
                </a:moveTo>
                <a:lnTo>
                  <a:pt x="1871" y="0"/>
                </a:lnTo>
                <a:lnTo>
                  <a:pt x="1871" y="14"/>
                </a:lnTo>
                <a:lnTo>
                  <a:pt x="1846" y="14"/>
                </a:lnTo>
                <a:lnTo>
                  <a:pt x="1846" y="0"/>
                </a:lnTo>
                <a:moveTo>
                  <a:pt x="1897" y="0"/>
                </a:moveTo>
                <a:lnTo>
                  <a:pt x="1923" y="0"/>
                </a:lnTo>
                <a:lnTo>
                  <a:pt x="1923" y="14"/>
                </a:lnTo>
                <a:lnTo>
                  <a:pt x="1897" y="14"/>
                </a:lnTo>
                <a:lnTo>
                  <a:pt x="1897" y="0"/>
                </a:lnTo>
                <a:moveTo>
                  <a:pt x="1948" y="0"/>
                </a:moveTo>
                <a:lnTo>
                  <a:pt x="1974" y="0"/>
                </a:lnTo>
                <a:lnTo>
                  <a:pt x="1974" y="14"/>
                </a:lnTo>
                <a:lnTo>
                  <a:pt x="1948" y="14"/>
                </a:lnTo>
                <a:lnTo>
                  <a:pt x="1948" y="0"/>
                </a:lnTo>
                <a:moveTo>
                  <a:pt x="2000" y="0"/>
                </a:moveTo>
                <a:lnTo>
                  <a:pt x="2025" y="0"/>
                </a:lnTo>
                <a:lnTo>
                  <a:pt x="2025" y="14"/>
                </a:lnTo>
                <a:lnTo>
                  <a:pt x="2000" y="14"/>
                </a:lnTo>
                <a:lnTo>
                  <a:pt x="2000" y="0"/>
                </a:lnTo>
                <a:moveTo>
                  <a:pt x="2051" y="0"/>
                </a:moveTo>
                <a:lnTo>
                  <a:pt x="2077" y="0"/>
                </a:lnTo>
                <a:lnTo>
                  <a:pt x="2077" y="14"/>
                </a:lnTo>
                <a:lnTo>
                  <a:pt x="2051" y="14"/>
                </a:lnTo>
                <a:lnTo>
                  <a:pt x="2051" y="0"/>
                </a:lnTo>
                <a:moveTo>
                  <a:pt x="2102" y="0"/>
                </a:moveTo>
                <a:lnTo>
                  <a:pt x="2128" y="0"/>
                </a:lnTo>
                <a:lnTo>
                  <a:pt x="2128" y="14"/>
                </a:lnTo>
                <a:lnTo>
                  <a:pt x="2102" y="14"/>
                </a:lnTo>
                <a:lnTo>
                  <a:pt x="2102" y="0"/>
                </a:lnTo>
                <a:moveTo>
                  <a:pt x="2153" y="0"/>
                </a:moveTo>
                <a:lnTo>
                  <a:pt x="2179" y="0"/>
                </a:lnTo>
                <a:lnTo>
                  <a:pt x="2179" y="14"/>
                </a:lnTo>
                <a:lnTo>
                  <a:pt x="2153" y="14"/>
                </a:lnTo>
                <a:lnTo>
                  <a:pt x="2153" y="0"/>
                </a:lnTo>
                <a:moveTo>
                  <a:pt x="2205" y="0"/>
                </a:moveTo>
                <a:lnTo>
                  <a:pt x="2230" y="0"/>
                </a:lnTo>
                <a:lnTo>
                  <a:pt x="2230" y="14"/>
                </a:lnTo>
                <a:lnTo>
                  <a:pt x="2205" y="14"/>
                </a:lnTo>
                <a:lnTo>
                  <a:pt x="2205" y="0"/>
                </a:lnTo>
                <a:moveTo>
                  <a:pt x="2256" y="0"/>
                </a:moveTo>
                <a:lnTo>
                  <a:pt x="2282" y="0"/>
                </a:lnTo>
                <a:lnTo>
                  <a:pt x="2282" y="14"/>
                </a:lnTo>
                <a:lnTo>
                  <a:pt x="2256" y="14"/>
                </a:lnTo>
                <a:lnTo>
                  <a:pt x="2256" y="0"/>
                </a:lnTo>
                <a:moveTo>
                  <a:pt x="2307" y="0"/>
                </a:moveTo>
                <a:lnTo>
                  <a:pt x="2333" y="0"/>
                </a:lnTo>
                <a:lnTo>
                  <a:pt x="2333" y="14"/>
                </a:lnTo>
                <a:lnTo>
                  <a:pt x="2307" y="14"/>
                </a:lnTo>
                <a:lnTo>
                  <a:pt x="2307" y="0"/>
                </a:lnTo>
                <a:moveTo>
                  <a:pt x="2359" y="0"/>
                </a:moveTo>
                <a:lnTo>
                  <a:pt x="2384" y="0"/>
                </a:lnTo>
                <a:lnTo>
                  <a:pt x="2384" y="14"/>
                </a:lnTo>
                <a:lnTo>
                  <a:pt x="2359" y="14"/>
                </a:lnTo>
                <a:lnTo>
                  <a:pt x="2359" y="0"/>
                </a:lnTo>
                <a:moveTo>
                  <a:pt x="2410" y="0"/>
                </a:moveTo>
                <a:lnTo>
                  <a:pt x="2436" y="0"/>
                </a:lnTo>
                <a:lnTo>
                  <a:pt x="2436" y="14"/>
                </a:lnTo>
                <a:lnTo>
                  <a:pt x="2410" y="14"/>
                </a:lnTo>
                <a:lnTo>
                  <a:pt x="2410" y="0"/>
                </a:lnTo>
                <a:moveTo>
                  <a:pt x="2461" y="0"/>
                </a:moveTo>
                <a:lnTo>
                  <a:pt x="2487" y="0"/>
                </a:lnTo>
                <a:lnTo>
                  <a:pt x="2487" y="14"/>
                </a:lnTo>
                <a:lnTo>
                  <a:pt x="2461" y="14"/>
                </a:lnTo>
                <a:lnTo>
                  <a:pt x="2461" y="0"/>
                </a:lnTo>
                <a:moveTo>
                  <a:pt x="2512" y="0"/>
                </a:moveTo>
                <a:lnTo>
                  <a:pt x="2538" y="0"/>
                </a:lnTo>
                <a:lnTo>
                  <a:pt x="2538" y="14"/>
                </a:lnTo>
                <a:lnTo>
                  <a:pt x="2512" y="14"/>
                </a:lnTo>
                <a:lnTo>
                  <a:pt x="2512" y="0"/>
                </a:lnTo>
                <a:moveTo>
                  <a:pt x="2564" y="0"/>
                </a:moveTo>
                <a:lnTo>
                  <a:pt x="2589" y="0"/>
                </a:lnTo>
                <a:lnTo>
                  <a:pt x="2589" y="14"/>
                </a:lnTo>
                <a:lnTo>
                  <a:pt x="2564" y="14"/>
                </a:lnTo>
                <a:lnTo>
                  <a:pt x="2564" y="0"/>
                </a:lnTo>
                <a:moveTo>
                  <a:pt x="2615" y="0"/>
                </a:moveTo>
                <a:lnTo>
                  <a:pt x="2641" y="0"/>
                </a:lnTo>
                <a:lnTo>
                  <a:pt x="2641" y="14"/>
                </a:lnTo>
                <a:lnTo>
                  <a:pt x="2615" y="14"/>
                </a:lnTo>
                <a:lnTo>
                  <a:pt x="2615" y="0"/>
                </a:lnTo>
                <a:moveTo>
                  <a:pt x="2666" y="0"/>
                </a:moveTo>
                <a:lnTo>
                  <a:pt x="2692" y="0"/>
                </a:lnTo>
                <a:lnTo>
                  <a:pt x="2692" y="14"/>
                </a:lnTo>
                <a:lnTo>
                  <a:pt x="2666" y="14"/>
                </a:lnTo>
                <a:lnTo>
                  <a:pt x="2666" y="0"/>
                </a:lnTo>
                <a:moveTo>
                  <a:pt x="2718" y="0"/>
                </a:moveTo>
                <a:lnTo>
                  <a:pt x="2743" y="0"/>
                </a:lnTo>
                <a:lnTo>
                  <a:pt x="2743" y="14"/>
                </a:lnTo>
                <a:lnTo>
                  <a:pt x="2718" y="14"/>
                </a:lnTo>
                <a:lnTo>
                  <a:pt x="2718" y="0"/>
                </a:lnTo>
                <a:moveTo>
                  <a:pt x="2769" y="0"/>
                </a:moveTo>
                <a:lnTo>
                  <a:pt x="2794" y="0"/>
                </a:lnTo>
                <a:lnTo>
                  <a:pt x="2794" y="14"/>
                </a:lnTo>
                <a:lnTo>
                  <a:pt x="2769" y="14"/>
                </a:lnTo>
                <a:lnTo>
                  <a:pt x="2769" y="0"/>
                </a:lnTo>
                <a:moveTo>
                  <a:pt x="2820" y="0"/>
                </a:moveTo>
                <a:lnTo>
                  <a:pt x="2846" y="0"/>
                </a:lnTo>
                <a:lnTo>
                  <a:pt x="2846" y="14"/>
                </a:lnTo>
                <a:lnTo>
                  <a:pt x="2820" y="14"/>
                </a:lnTo>
                <a:lnTo>
                  <a:pt x="2820" y="0"/>
                </a:lnTo>
                <a:moveTo>
                  <a:pt x="2871" y="0"/>
                </a:moveTo>
                <a:lnTo>
                  <a:pt x="2897" y="0"/>
                </a:lnTo>
                <a:lnTo>
                  <a:pt x="2897" y="14"/>
                </a:lnTo>
                <a:lnTo>
                  <a:pt x="2871" y="14"/>
                </a:lnTo>
                <a:lnTo>
                  <a:pt x="2871" y="0"/>
                </a:lnTo>
                <a:moveTo>
                  <a:pt x="2923" y="0"/>
                </a:moveTo>
                <a:lnTo>
                  <a:pt x="2948" y="0"/>
                </a:lnTo>
                <a:lnTo>
                  <a:pt x="2948" y="14"/>
                </a:lnTo>
                <a:lnTo>
                  <a:pt x="2923" y="14"/>
                </a:lnTo>
                <a:lnTo>
                  <a:pt x="2923" y="0"/>
                </a:lnTo>
                <a:moveTo>
                  <a:pt x="2974" y="0"/>
                </a:moveTo>
                <a:lnTo>
                  <a:pt x="3000" y="0"/>
                </a:lnTo>
                <a:lnTo>
                  <a:pt x="3000" y="14"/>
                </a:lnTo>
                <a:lnTo>
                  <a:pt x="2974" y="14"/>
                </a:lnTo>
                <a:lnTo>
                  <a:pt x="2974" y="0"/>
                </a:lnTo>
                <a:moveTo>
                  <a:pt x="3025" y="0"/>
                </a:moveTo>
                <a:lnTo>
                  <a:pt x="3051" y="0"/>
                </a:lnTo>
                <a:lnTo>
                  <a:pt x="3051" y="14"/>
                </a:lnTo>
                <a:lnTo>
                  <a:pt x="3025" y="14"/>
                </a:lnTo>
                <a:lnTo>
                  <a:pt x="3025" y="0"/>
                </a:lnTo>
                <a:moveTo>
                  <a:pt x="3077" y="0"/>
                </a:moveTo>
                <a:lnTo>
                  <a:pt x="3102" y="0"/>
                </a:lnTo>
                <a:lnTo>
                  <a:pt x="3102" y="14"/>
                </a:lnTo>
                <a:lnTo>
                  <a:pt x="3077" y="14"/>
                </a:lnTo>
                <a:lnTo>
                  <a:pt x="3077" y="0"/>
                </a:lnTo>
                <a:moveTo>
                  <a:pt x="3128" y="0"/>
                </a:moveTo>
                <a:lnTo>
                  <a:pt x="3153" y="0"/>
                </a:lnTo>
                <a:lnTo>
                  <a:pt x="3153" y="14"/>
                </a:lnTo>
                <a:lnTo>
                  <a:pt x="3128" y="14"/>
                </a:lnTo>
                <a:lnTo>
                  <a:pt x="3128" y="0"/>
                </a:lnTo>
                <a:moveTo>
                  <a:pt x="3179" y="0"/>
                </a:moveTo>
                <a:lnTo>
                  <a:pt x="3205" y="0"/>
                </a:lnTo>
                <a:lnTo>
                  <a:pt x="3205" y="14"/>
                </a:lnTo>
                <a:lnTo>
                  <a:pt x="3179" y="14"/>
                </a:lnTo>
                <a:lnTo>
                  <a:pt x="3179" y="0"/>
                </a:lnTo>
                <a:moveTo>
                  <a:pt x="3230" y="0"/>
                </a:moveTo>
                <a:lnTo>
                  <a:pt x="3256" y="0"/>
                </a:lnTo>
                <a:lnTo>
                  <a:pt x="3256" y="14"/>
                </a:lnTo>
                <a:lnTo>
                  <a:pt x="3230" y="14"/>
                </a:lnTo>
                <a:lnTo>
                  <a:pt x="3230" y="0"/>
                </a:lnTo>
                <a:moveTo>
                  <a:pt x="3282" y="0"/>
                </a:moveTo>
                <a:lnTo>
                  <a:pt x="3307" y="0"/>
                </a:lnTo>
                <a:lnTo>
                  <a:pt x="3307" y="14"/>
                </a:lnTo>
                <a:lnTo>
                  <a:pt x="3282" y="14"/>
                </a:lnTo>
                <a:lnTo>
                  <a:pt x="3282" y="0"/>
                </a:lnTo>
                <a:moveTo>
                  <a:pt x="3333" y="0"/>
                </a:moveTo>
                <a:lnTo>
                  <a:pt x="3359" y="0"/>
                </a:lnTo>
                <a:lnTo>
                  <a:pt x="3359" y="14"/>
                </a:lnTo>
                <a:lnTo>
                  <a:pt x="3333" y="14"/>
                </a:lnTo>
                <a:lnTo>
                  <a:pt x="3333" y="0"/>
                </a:lnTo>
                <a:moveTo>
                  <a:pt x="3384" y="0"/>
                </a:moveTo>
                <a:lnTo>
                  <a:pt x="3410" y="0"/>
                </a:lnTo>
                <a:lnTo>
                  <a:pt x="3410" y="14"/>
                </a:lnTo>
                <a:lnTo>
                  <a:pt x="3384" y="14"/>
                </a:lnTo>
                <a:lnTo>
                  <a:pt x="3384" y="0"/>
                </a:lnTo>
                <a:moveTo>
                  <a:pt x="3435" y="0"/>
                </a:moveTo>
                <a:lnTo>
                  <a:pt x="3461" y="0"/>
                </a:lnTo>
                <a:lnTo>
                  <a:pt x="3461" y="14"/>
                </a:lnTo>
                <a:lnTo>
                  <a:pt x="3435" y="14"/>
                </a:lnTo>
                <a:lnTo>
                  <a:pt x="3435" y="0"/>
                </a:lnTo>
                <a:moveTo>
                  <a:pt x="3487" y="0"/>
                </a:moveTo>
                <a:lnTo>
                  <a:pt x="3512" y="0"/>
                </a:lnTo>
                <a:lnTo>
                  <a:pt x="3512" y="14"/>
                </a:lnTo>
                <a:lnTo>
                  <a:pt x="3487" y="14"/>
                </a:lnTo>
                <a:lnTo>
                  <a:pt x="3487" y="0"/>
                </a:lnTo>
                <a:moveTo>
                  <a:pt x="3538" y="0"/>
                </a:moveTo>
                <a:lnTo>
                  <a:pt x="3564" y="0"/>
                </a:lnTo>
                <a:lnTo>
                  <a:pt x="3564" y="14"/>
                </a:lnTo>
                <a:lnTo>
                  <a:pt x="3538" y="14"/>
                </a:lnTo>
                <a:lnTo>
                  <a:pt x="3538" y="0"/>
                </a:lnTo>
                <a:moveTo>
                  <a:pt x="3589" y="0"/>
                </a:moveTo>
                <a:lnTo>
                  <a:pt x="3615" y="0"/>
                </a:lnTo>
                <a:lnTo>
                  <a:pt x="3615" y="14"/>
                </a:lnTo>
                <a:lnTo>
                  <a:pt x="3589" y="14"/>
                </a:lnTo>
                <a:lnTo>
                  <a:pt x="3589" y="0"/>
                </a:lnTo>
                <a:moveTo>
                  <a:pt x="3641" y="0"/>
                </a:moveTo>
                <a:lnTo>
                  <a:pt x="3666" y="0"/>
                </a:lnTo>
                <a:lnTo>
                  <a:pt x="3666" y="14"/>
                </a:lnTo>
                <a:lnTo>
                  <a:pt x="3641" y="14"/>
                </a:lnTo>
                <a:lnTo>
                  <a:pt x="3641" y="0"/>
                </a:lnTo>
                <a:moveTo>
                  <a:pt x="3692" y="0"/>
                </a:moveTo>
                <a:lnTo>
                  <a:pt x="3718" y="0"/>
                </a:lnTo>
                <a:lnTo>
                  <a:pt x="3718" y="14"/>
                </a:lnTo>
                <a:lnTo>
                  <a:pt x="3692" y="14"/>
                </a:lnTo>
                <a:lnTo>
                  <a:pt x="3692" y="0"/>
                </a:lnTo>
                <a:moveTo>
                  <a:pt x="3743" y="0"/>
                </a:moveTo>
                <a:lnTo>
                  <a:pt x="3769" y="0"/>
                </a:lnTo>
                <a:lnTo>
                  <a:pt x="3769" y="14"/>
                </a:lnTo>
                <a:lnTo>
                  <a:pt x="3743" y="14"/>
                </a:lnTo>
                <a:lnTo>
                  <a:pt x="3743" y="0"/>
                </a:lnTo>
                <a:moveTo>
                  <a:pt x="3794" y="0"/>
                </a:moveTo>
                <a:lnTo>
                  <a:pt x="3820" y="0"/>
                </a:lnTo>
                <a:lnTo>
                  <a:pt x="3820" y="14"/>
                </a:lnTo>
                <a:lnTo>
                  <a:pt x="3794" y="14"/>
                </a:lnTo>
                <a:lnTo>
                  <a:pt x="3794" y="0"/>
                </a:lnTo>
                <a:moveTo>
                  <a:pt x="3846" y="0"/>
                </a:moveTo>
                <a:lnTo>
                  <a:pt x="3871" y="0"/>
                </a:lnTo>
                <a:lnTo>
                  <a:pt x="3871" y="14"/>
                </a:lnTo>
                <a:lnTo>
                  <a:pt x="3846" y="14"/>
                </a:lnTo>
                <a:lnTo>
                  <a:pt x="3846" y="0"/>
                </a:lnTo>
                <a:moveTo>
                  <a:pt x="3897" y="0"/>
                </a:moveTo>
                <a:lnTo>
                  <a:pt x="3923" y="0"/>
                </a:lnTo>
                <a:lnTo>
                  <a:pt x="3923" y="14"/>
                </a:lnTo>
                <a:lnTo>
                  <a:pt x="3897" y="14"/>
                </a:lnTo>
                <a:lnTo>
                  <a:pt x="3897" y="0"/>
                </a:lnTo>
                <a:moveTo>
                  <a:pt x="3949" y="0"/>
                </a:moveTo>
                <a:lnTo>
                  <a:pt x="3975" y="0"/>
                </a:lnTo>
                <a:lnTo>
                  <a:pt x="3975" y="14"/>
                </a:lnTo>
                <a:lnTo>
                  <a:pt x="3949" y="14"/>
                </a:lnTo>
                <a:lnTo>
                  <a:pt x="3949" y="0"/>
                </a:lnTo>
                <a:moveTo>
                  <a:pt x="4001" y="0"/>
                </a:moveTo>
                <a:lnTo>
                  <a:pt x="4026" y="0"/>
                </a:lnTo>
                <a:lnTo>
                  <a:pt x="4026" y="14"/>
                </a:lnTo>
                <a:lnTo>
                  <a:pt x="4001" y="14"/>
                </a:lnTo>
                <a:lnTo>
                  <a:pt x="4001" y="0"/>
                </a:lnTo>
                <a:moveTo>
                  <a:pt x="4052" y="0"/>
                </a:moveTo>
                <a:lnTo>
                  <a:pt x="4077" y="0"/>
                </a:lnTo>
                <a:lnTo>
                  <a:pt x="4077" y="14"/>
                </a:lnTo>
                <a:lnTo>
                  <a:pt x="4052" y="14"/>
                </a:lnTo>
                <a:lnTo>
                  <a:pt x="4052" y="0"/>
                </a:lnTo>
                <a:moveTo>
                  <a:pt x="4103" y="0"/>
                </a:moveTo>
                <a:lnTo>
                  <a:pt x="4129" y="0"/>
                </a:lnTo>
                <a:lnTo>
                  <a:pt x="4129" y="14"/>
                </a:lnTo>
                <a:lnTo>
                  <a:pt x="4103" y="14"/>
                </a:lnTo>
                <a:lnTo>
                  <a:pt x="4103" y="0"/>
                </a:lnTo>
                <a:moveTo>
                  <a:pt x="4154" y="0"/>
                </a:moveTo>
                <a:lnTo>
                  <a:pt x="4180" y="0"/>
                </a:lnTo>
                <a:lnTo>
                  <a:pt x="4180" y="14"/>
                </a:lnTo>
                <a:lnTo>
                  <a:pt x="4154" y="14"/>
                </a:lnTo>
                <a:lnTo>
                  <a:pt x="4154" y="0"/>
                </a:lnTo>
                <a:moveTo>
                  <a:pt x="4206" y="0"/>
                </a:moveTo>
                <a:lnTo>
                  <a:pt x="4231" y="0"/>
                </a:lnTo>
                <a:lnTo>
                  <a:pt x="4231" y="14"/>
                </a:lnTo>
                <a:lnTo>
                  <a:pt x="4206" y="14"/>
                </a:lnTo>
                <a:lnTo>
                  <a:pt x="4206" y="0"/>
                </a:lnTo>
                <a:moveTo>
                  <a:pt x="4257" y="0"/>
                </a:moveTo>
                <a:lnTo>
                  <a:pt x="4283" y="0"/>
                </a:lnTo>
                <a:lnTo>
                  <a:pt x="4283" y="14"/>
                </a:lnTo>
                <a:lnTo>
                  <a:pt x="4257" y="14"/>
                </a:lnTo>
                <a:lnTo>
                  <a:pt x="4257" y="0"/>
                </a:lnTo>
                <a:moveTo>
                  <a:pt x="4308" y="0"/>
                </a:moveTo>
                <a:lnTo>
                  <a:pt x="4334" y="0"/>
                </a:lnTo>
                <a:lnTo>
                  <a:pt x="4334" y="14"/>
                </a:lnTo>
                <a:lnTo>
                  <a:pt x="4308" y="14"/>
                </a:lnTo>
                <a:lnTo>
                  <a:pt x="4308" y="0"/>
                </a:lnTo>
                <a:moveTo>
                  <a:pt x="4359" y="0"/>
                </a:moveTo>
                <a:lnTo>
                  <a:pt x="4385" y="0"/>
                </a:lnTo>
                <a:lnTo>
                  <a:pt x="4385" y="14"/>
                </a:lnTo>
                <a:lnTo>
                  <a:pt x="4359" y="14"/>
                </a:lnTo>
                <a:lnTo>
                  <a:pt x="4359" y="0"/>
                </a:lnTo>
                <a:moveTo>
                  <a:pt x="4411" y="0"/>
                </a:moveTo>
                <a:lnTo>
                  <a:pt x="4436" y="0"/>
                </a:lnTo>
                <a:lnTo>
                  <a:pt x="4436" y="14"/>
                </a:lnTo>
                <a:lnTo>
                  <a:pt x="4411" y="14"/>
                </a:lnTo>
                <a:lnTo>
                  <a:pt x="4411" y="0"/>
                </a:lnTo>
                <a:moveTo>
                  <a:pt x="4462" y="0"/>
                </a:moveTo>
                <a:lnTo>
                  <a:pt x="4488" y="0"/>
                </a:lnTo>
                <a:lnTo>
                  <a:pt x="4488" y="14"/>
                </a:lnTo>
                <a:lnTo>
                  <a:pt x="4462" y="14"/>
                </a:lnTo>
                <a:lnTo>
                  <a:pt x="4462" y="0"/>
                </a:lnTo>
                <a:moveTo>
                  <a:pt x="4513" y="0"/>
                </a:moveTo>
                <a:lnTo>
                  <a:pt x="4539" y="0"/>
                </a:lnTo>
                <a:lnTo>
                  <a:pt x="4539" y="14"/>
                </a:lnTo>
                <a:lnTo>
                  <a:pt x="4513" y="14"/>
                </a:lnTo>
                <a:lnTo>
                  <a:pt x="4513" y="0"/>
                </a:lnTo>
                <a:moveTo>
                  <a:pt x="4565" y="0"/>
                </a:moveTo>
                <a:lnTo>
                  <a:pt x="4590" y="0"/>
                </a:lnTo>
                <a:lnTo>
                  <a:pt x="4590" y="14"/>
                </a:lnTo>
                <a:lnTo>
                  <a:pt x="4565" y="14"/>
                </a:lnTo>
                <a:lnTo>
                  <a:pt x="4565" y="0"/>
                </a:lnTo>
                <a:moveTo>
                  <a:pt x="4616" y="0"/>
                </a:moveTo>
                <a:lnTo>
                  <a:pt x="4642" y="0"/>
                </a:lnTo>
                <a:lnTo>
                  <a:pt x="4642" y="14"/>
                </a:lnTo>
                <a:lnTo>
                  <a:pt x="4616" y="14"/>
                </a:lnTo>
                <a:lnTo>
                  <a:pt x="4616" y="0"/>
                </a:lnTo>
                <a:moveTo>
                  <a:pt x="4667" y="0"/>
                </a:moveTo>
                <a:lnTo>
                  <a:pt x="4693" y="0"/>
                </a:lnTo>
                <a:lnTo>
                  <a:pt x="4693" y="14"/>
                </a:lnTo>
                <a:lnTo>
                  <a:pt x="4667" y="14"/>
                </a:lnTo>
                <a:lnTo>
                  <a:pt x="4667" y="0"/>
                </a:lnTo>
                <a:moveTo>
                  <a:pt x="4718" y="0"/>
                </a:moveTo>
                <a:lnTo>
                  <a:pt x="4744" y="0"/>
                </a:lnTo>
                <a:lnTo>
                  <a:pt x="4744" y="14"/>
                </a:lnTo>
                <a:lnTo>
                  <a:pt x="4718" y="14"/>
                </a:lnTo>
                <a:lnTo>
                  <a:pt x="4718" y="0"/>
                </a:lnTo>
                <a:moveTo>
                  <a:pt x="4770" y="0"/>
                </a:moveTo>
                <a:lnTo>
                  <a:pt x="4795" y="0"/>
                </a:lnTo>
                <a:lnTo>
                  <a:pt x="4795" y="14"/>
                </a:lnTo>
                <a:lnTo>
                  <a:pt x="4770" y="14"/>
                </a:lnTo>
                <a:lnTo>
                  <a:pt x="4770" y="0"/>
                </a:lnTo>
                <a:moveTo>
                  <a:pt x="4821" y="0"/>
                </a:moveTo>
                <a:lnTo>
                  <a:pt x="4847" y="0"/>
                </a:lnTo>
                <a:lnTo>
                  <a:pt x="4847" y="14"/>
                </a:lnTo>
                <a:lnTo>
                  <a:pt x="4821" y="14"/>
                </a:lnTo>
                <a:lnTo>
                  <a:pt x="4821" y="0"/>
                </a:lnTo>
                <a:moveTo>
                  <a:pt x="4872" y="0"/>
                </a:moveTo>
                <a:lnTo>
                  <a:pt x="4898" y="0"/>
                </a:lnTo>
                <a:lnTo>
                  <a:pt x="4898" y="14"/>
                </a:lnTo>
                <a:lnTo>
                  <a:pt x="4872" y="14"/>
                </a:lnTo>
                <a:lnTo>
                  <a:pt x="4872" y="0"/>
                </a:lnTo>
                <a:moveTo>
                  <a:pt x="4924" y="0"/>
                </a:moveTo>
                <a:lnTo>
                  <a:pt x="4949" y="0"/>
                </a:lnTo>
                <a:lnTo>
                  <a:pt x="4949" y="14"/>
                </a:lnTo>
                <a:lnTo>
                  <a:pt x="4924" y="14"/>
                </a:lnTo>
                <a:lnTo>
                  <a:pt x="4924" y="0"/>
                </a:lnTo>
                <a:moveTo>
                  <a:pt x="4975" y="0"/>
                </a:moveTo>
                <a:lnTo>
                  <a:pt x="5000" y="0"/>
                </a:lnTo>
                <a:lnTo>
                  <a:pt x="5000" y="14"/>
                </a:lnTo>
                <a:lnTo>
                  <a:pt x="4975" y="14"/>
                </a:lnTo>
                <a:lnTo>
                  <a:pt x="4975" y="0"/>
                </a:lnTo>
                <a:moveTo>
                  <a:pt x="5026" y="0"/>
                </a:moveTo>
                <a:lnTo>
                  <a:pt x="5052" y="0"/>
                </a:lnTo>
                <a:lnTo>
                  <a:pt x="5052" y="14"/>
                </a:lnTo>
                <a:lnTo>
                  <a:pt x="5026" y="14"/>
                </a:lnTo>
                <a:lnTo>
                  <a:pt x="5026" y="0"/>
                </a:lnTo>
                <a:moveTo>
                  <a:pt x="5077" y="0"/>
                </a:moveTo>
                <a:lnTo>
                  <a:pt x="5103" y="0"/>
                </a:lnTo>
                <a:lnTo>
                  <a:pt x="5103" y="14"/>
                </a:lnTo>
                <a:lnTo>
                  <a:pt x="5077" y="14"/>
                </a:lnTo>
                <a:lnTo>
                  <a:pt x="5077" y="0"/>
                </a:lnTo>
                <a:moveTo>
                  <a:pt x="5129" y="0"/>
                </a:moveTo>
                <a:lnTo>
                  <a:pt x="5154" y="0"/>
                </a:lnTo>
                <a:lnTo>
                  <a:pt x="5154" y="14"/>
                </a:lnTo>
                <a:lnTo>
                  <a:pt x="5129" y="14"/>
                </a:lnTo>
                <a:lnTo>
                  <a:pt x="5129" y="0"/>
                </a:lnTo>
                <a:moveTo>
                  <a:pt x="5180" y="0"/>
                </a:moveTo>
                <a:lnTo>
                  <a:pt x="5206" y="0"/>
                </a:lnTo>
                <a:lnTo>
                  <a:pt x="5206" y="14"/>
                </a:lnTo>
                <a:lnTo>
                  <a:pt x="5180" y="14"/>
                </a:lnTo>
                <a:lnTo>
                  <a:pt x="5180" y="0"/>
                </a:lnTo>
                <a:moveTo>
                  <a:pt x="5231" y="0"/>
                </a:moveTo>
                <a:lnTo>
                  <a:pt x="5257" y="0"/>
                </a:lnTo>
                <a:lnTo>
                  <a:pt x="5257" y="14"/>
                </a:lnTo>
                <a:lnTo>
                  <a:pt x="5231" y="14"/>
                </a:lnTo>
                <a:lnTo>
                  <a:pt x="5231" y="0"/>
                </a:lnTo>
                <a:moveTo>
                  <a:pt x="5283" y="0"/>
                </a:moveTo>
                <a:lnTo>
                  <a:pt x="5308" y="0"/>
                </a:lnTo>
                <a:lnTo>
                  <a:pt x="5308" y="14"/>
                </a:lnTo>
                <a:lnTo>
                  <a:pt x="5283" y="14"/>
                </a:lnTo>
                <a:lnTo>
                  <a:pt x="5283" y="0"/>
                </a:lnTo>
                <a:moveTo>
                  <a:pt x="5334" y="0"/>
                </a:moveTo>
                <a:lnTo>
                  <a:pt x="5359" y="0"/>
                </a:lnTo>
                <a:lnTo>
                  <a:pt x="5359" y="14"/>
                </a:lnTo>
                <a:lnTo>
                  <a:pt x="5334" y="14"/>
                </a:lnTo>
                <a:lnTo>
                  <a:pt x="5334" y="0"/>
                </a:lnTo>
                <a:moveTo>
                  <a:pt x="5385" y="0"/>
                </a:moveTo>
                <a:lnTo>
                  <a:pt x="5411" y="0"/>
                </a:lnTo>
                <a:lnTo>
                  <a:pt x="5411" y="14"/>
                </a:lnTo>
                <a:lnTo>
                  <a:pt x="5385" y="14"/>
                </a:lnTo>
                <a:lnTo>
                  <a:pt x="5385" y="0"/>
                </a:lnTo>
                <a:moveTo>
                  <a:pt x="5436" y="0"/>
                </a:moveTo>
                <a:lnTo>
                  <a:pt x="5462" y="0"/>
                </a:lnTo>
                <a:lnTo>
                  <a:pt x="5462" y="14"/>
                </a:lnTo>
                <a:lnTo>
                  <a:pt x="5436" y="14"/>
                </a:lnTo>
                <a:lnTo>
                  <a:pt x="5436" y="0"/>
                </a:lnTo>
                <a:moveTo>
                  <a:pt x="5488" y="0"/>
                </a:moveTo>
                <a:lnTo>
                  <a:pt x="5513" y="0"/>
                </a:lnTo>
                <a:lnTo>
                  <a:pt x="5513" y="14"/>
                </a:lnTo>
                <a:lnTo>
                  <a:pt x="5488" y="14"/>
                </a:lnTo>
                <a:lnTo>
                  <a:pt x="5488" y="0"/>
                </a:lnTo>
                <a:moveTo>
                  <a:pt x="5539" y="0"/>
                </a:moveTo>
                <a:lnTo>
                  <a:pt x="5565" y="0"/>
                </a:lnTo>
                <a:lnTo>
                  <a:pt x="5565" y="14"/>
                </a:lnTo>
                <a:lnTo>
                  <a:pt x="5539" y="14"/>
                </a:lnTo>
                <a:lnTo>
                  <a:pt x="5539" y="0"/>
                </a:lnTo>
                <a:moveTo>
                  <a:pt x="5590" y="0"/>
                </a:moveTo>
                <a:lnTo>
                  <a:pt x="5616" y="0"/>
                </a:lnTo>
                <a:lnTo>
                  <a:pt x="5616" y="14"/>
                </a:lnTo>
                <a:lnTo>
                  <a:pt x="5590" y="14"/>
                </a:lnTo>
                <a:lnTo>
                  <a:pt x="5590" y="0"/>
                </a:lnTo>
                <a:moveTo>
                  <a:pt x="5641" y="0"/>
                </a:moveTo>
                <a:lnTo>
                  <a:pt x="5667" y="0"/>
                </a:lnTo>
                <a:lnTo>
                  <a:pt x="5667" y="14"/>
                </a:lnTo>
                <a:lnTo>
                  <a:pt x="5641" y="14"/>
                </a:lnTo>
                <a:lnTo>
                  <a:pt x="5641" y="0"/>
                </a:lnTo>
                <a:moveTo>
                  <a:pt x="5693" y="0"/>
                </a:moveTo>
                <a:lnTo>
                  <a:pt x="5718" y="0"/>
                </a:lnTo>
                <a:lnTo>
                  <a:pt x="5718" y="14"/>
                </a:lnTo>
                <a:lnTo>
                  <a:pt x="5693" y="14"/>
                </a:lnTo>
                <a:lnTo>
                  <a:pt x="5693" y="0"/>
                </a:lnTo>
                <a:moveTo>
                  <a:pt x="5744" y="0"/>
                </a:moveTo>
                <a:lnTo>
                  <a:pt x="5770" y="0"/>
                </a:lnTo>
                <a:lnTo>
                  <a:pt x="5770" y="14"/>
                </a:lnTo>
                <a:lnTo>
                  <a:pt x="5744" y="14"/>
                </a:lnTo>
                <a:lnTo>
                  <a:pt x="5744" y="0"/>
                </a:lnTo>
                <a:moveTo>
                  <a:pt x="5795" y="0"/>
                </a:moveTo>
                <a:lnTo>
                  <a:pt x="5821" y="0"/>
                </a:lnTo>
                <a:lnTo>
                  <a:pt x="5821" y="14"/>
                </a:lnTo>
                <a:lnTo>
                  <a:pt x="5795" y="14"/>
                </a:lnTo>
                <a:lnTo>
                  <a:pt x="5795" y="0"/>
                </a:lnTo>
                <a:moveTo>
                  <a:pt x="5847" y="0"/>
                </a:moveTo>
                <a:lnTo>
                  <a:pt x="5872" y="0"/>
                </a:lnTo>
                <a:lnTo>
                  <a:pt x="5872" y="14"/>
                </a:lnTo>
                <a:lnTo>
                  <a:pt x="5847" y="14"/>
                </a:lnTo>
                <a:lnTo>
                  <a:pt x="5847" y="0"/>
                </a:lnTo>
                <a:moveTo>
                  <a:pt x="5898" y="0"/>
                </a:moveTo>
                <a:lnTo>
                  <a:pt x="5923" y="0"/>
                </a:lnTo>
                <a:lnTo>
                  <a:pt x="5923" y="14"/>
                </a:lnTo>
                <a:lnTo>
                  <a:pt x="5898" y="14"/>
                </a:lnTo>
                <a:lnTo>
                  <a:pt x="5898" y="0"/>
                </a:lnTo>
                <a:moveTo>
                  <a:pt x="5949" y="0"/>
                </a:moveTo>
                <a:lnTo>
                  <a:pt x="5975" y="0"/>
                </a:lnTo>
                <a:lnTo>
                  <a:pt x="5975" y="14"/>
                </a:lnTo>
                <a:lnTo>
                  <a:pt x="5949" y="14"/>
                </a:lnTo>
                <a:lnTo>
                  <a:pt x="5949" y="0"/>
                </a:lnTo>
                <a:moveTo>
                  <a:pt x="6000" y="0"/>
                </a:moveTo>
                <a:lnTo>
                  <a:pt x="6026" y="0"/>
                </a:lnTo>
                <a:lnTo>
                  <a:pt x="6026" y="14"/>
                </a:lnTo>
                <a:lnTo>
                  <a:pt x="6000" y="14"/>
                </a:lnTo>
                <a:lnTo>
                  <a:pt x="6000" y="0"/>
                </a:lnTo>
                <a:moveTo>
                  <a:pt x="6052" y="0"/>
                </a:moveTo>
                <a:lnTo>
                  <a:pt x="6077" y="0"/>
                </a:lnTo>
                <a:lnTo>
                  <a:pt x="6077" y="14"/>
                </a:lnTo>
                <a:lnTo>
                  <a:pt x="6052" y="14"/>
                </a:lnTo>
                <a:lnTo>
                  <a:pt x="6052" y="0"/>
                </a:lnTo>
                <a:moveTo>
                  <a:pt x="6103" y="0"/>
                </a:moveTo>
                <a:lnTo>
                  <a:pt x="6129" y="0"/>
                </a:lnTo>
                <a:lnTo>
                  <a:pt x="6129" y="14"/>
                </a:lnTo>
                <a:lnTo>
                  <a:pt x="6103" y="14"/>
                </a:lnTo>
                <a:lnTo>
                  <a:pt x="6103" y="0"/>
                </a:lnTo>
                <a:moveTo>
                  <a:pt x="6154" y="0"/>
                </a:moveTo>
                <a:lnTo>
                  <a:pt x="6180" y="0"/>
                </a:lnTo>
                <a:lnTo>
                  <a:pt x="6180" y="14"/>
                </a:lnTo>
                <a:lnTo>
                  <a:pt x="6154" y="14"/>
                </a:lnTo>
                <a:lnTo>
                  <a:pt x="6154" y="0"/>
                </a:lnTo>
                <a:moveTo>
                  <a:pt x="6206" y="0"/>
                </a:moveTo>
                <a:lnTo>
                  <a:pt x="6231" y="0"/>
                </a:lnTo>
                <a:lnTo>
                  <a:pt x="6231" y="14"/>
                </a:lnTo>
                <a:lnTo>
                  <a:pt x="6206" y="14"/>
                </a:lnTo>
                <a:lnTo>
                  <a:pt x="6206" y="0"/>
                </a:lnTo>
                <a:moveTo>
                  <a:pt x="6257" y="0"/>
                </a:moveTo>
                <a:lnTo>
                  <a:pt x="6282" y="0"/>
                </a:lnTo>
                <a:lnTo>
                  <a:pt x="6282" y="14"/>
                </a:lnTo>
                <a:lnTo>
                  <a:pt x="6257" y="14"/>
                </a:lnTo>
                <a:lnTo>
                  <a:pt x="6257" y="0"/>
                </a:lnTo>
                <a:moveTo>
                  <a:pt x="6308" y="0"/>
                </a:moveTo>
                <a:lnTo>
                  <a:pt x="6334" y="0"/>
                </a:lnTo>
                <a:lnTo>
                  <a:pt x="6334" y="14"/>
                </a:lnTo>
                <a:lnTo>
                  <a:pt x="6308" y="14"/>
                </a:lnTo>
                <a:lnTo>
                  <a:pt x="6308" y="0"/>
                </a:lnTo>
                <a:moveTo>
                  <a:pt x="6359" y="0"/>
                </a:moveTo>
                <a:lnTo>
                  <a:pt x="6385" y="0"/>
                </a:lnTo>
                <a:lnTo>
                  <a:pt x="6385" y="14"/>
                </a:lnTo>
                <a:lnTo>
                  <a:pt x="6359" y="14"/>
                </a:lnTo>
                <a:lnTo>
                  <a:pt x="6359" y="0"/>
                </a:lnTo>
                <a:moveTo>
                  <a:pt x="6411" y="0"/>
                </a:moveTo>
                <a:lnTo>
                  <a:pt x="6436" y="0"/>
                </a:lnTo>
                <a:lnTo>
                  <a:pt x="6436" y="14"/>
                </a:lnTo>
                <a:lnTo>
                  <a:pt x="6411" y="14"/>
                </a:lnTo>
                <a:lnTo>
                  <a:pt x="6411" y="0"/>
                </a:lnTo>
                <a:moveTo>
                  <a:pt x="6462" y="0"/>
                </a:moveTo>
                <a:lnTo>
                  <a:pt x="6488" y="0"/>
                </a:lnTo>
                <a:lnTo>
                  <a:pt x="6488" y="14"/>
                </a:lnTo>
                <a:lnTo>
                  <a:pt x="6462" y="14"/>
                </a:lnTo>
                <a:lnTo>
                  <a:pt x="6462" y="0"/>
                </a:lnTo>
                <a:moveTo>
                  <a:pt x="6513" y="0"/>
                </a:moveTo>
                <a:lnTo>
                  <a:pt x="6539" y="0"/>
                </a:lnTo>
                <a:lnTo>
                  <a:pt x="6539" y="14"/>
                </a:lnTo>
                <a:lnTo>
                  <a:pt x="6513" y="14"/>
                </a:lnTo>
                <a:lnTo>
                  <a:pt x="6513" y="0"/>
                </a:lnTo>
                <a:moveTo>
                  <a:pt x="6564" y="0"/>
                </a:moveTo>
                <a:lnTo>
                  <a:pt x="6590" y="0"/>
                </a:lnTo>
                <a:lnTo>
                  <a:pt x="6590" y="14"/>
                </a:lnTo>
                <a:lnTo>
                  <a:pt x="6564" y="14"/>
                </a:lnTo>
                <a:lnTo>
                  <a:pt x="6564" y="0"/>
                </a:lnTo>
                <a:moveTo>
                  <a:pt x="6616" y="0"/>
                </a:moveTo>
                <a:lnTo>
                  <a:pt x="6641" y="0"/>
                </a:lnTo>
                <a:lnTo>
                  <a:pt x="6641" y="14"/>
                </a:lnTo>
                <a:lnTo>
                  <a:pt x="6616" y="14"/>
                </a:lnTo>
                <a:lnTo>
                  <a:pt x="6616" y="0"/>
                </a:lnTo>
                <a:moveTo>
                  <a:pt x="6667" y="0"/>
                </a:moveTo>
                <a:lnTo>
                  <a:pt x="6693" y="0"/>
                </a:lnTo>
                <a:lnTo>
                  <a:pt x="6693" y="14"/>
                </a:lnTo>
                <a:lnTo>
                  <a:pt x="6667" y="14"/>
                </a:lnTo>
                <a:lnTo>
                  <a:pt x="6667" y="0"/>
                </a:lnTo>
                <a:moveTo>
                  <a:pt x="6718" y="0"/>
                </a:moveTo>
                <a:lnTo>
                  <a:pt x="6744" y="0"/>
                </a:lnTo>
                <a:lnTo>
                  <a:pt x="6744" y="14"/>
                </a:lnTo>
                <a:lnTo>
                  <a:pt x="6718" y="14"/>
                </a:lnTo>
                <a:lnTo>
                  <a:pt x="6718" y="0"/>
                </a:lnTo>
                <a:moveTo>
                  <a:pt x="6770" y="0"/>
                </a:moveTo>
                <a:lnTo>
                  <a:pt x="6795" y="0"/>
                </a:lnTo>
                <a:lnTo>
                  <a:pt x="6795" y="14"/>
                </a:lnTo>
                <a:lnTo>
                  <a:pt x="6770" y="14"/>
                </a:lnTo>
                <a:lnTo>
                  <a:pt x="6770" y="0"/>
                </a:lnTo>
                <a:moveTo>
                  <a:pt x="6821" y="0"/>
                </a:moveTo>
                <a:lnTo>
                  <a:pt x="6847" y="0"/>
                </a:lnTo>
                <a:lnTo>
                  <a:pt x="6847" y="14"/>
                </a:lnTo>
                <a:lnTo>
                  <a:pt x="6821" y="14"/>
                </a:lnTo>
                <a:lnTo>
                  <a:pt x="6821" y="0"/>
                </a:lnTo>
                <a:moveTo>
                  <a:pt x="6872" y="0"/>
                </a:moveTo>
                <a:lnTo>
                  <a:pt x="6898" y="0"/>
                </a:lnTo>
                <a:lnTo>
                  <a:pt x="6898" y="14"/>
                </a:lnTo>
                <a:lnTo>
                  <a:pt x="6872" y="14"/>
                </a:lnTo>
                <a:lnTo>
                  <a:pt x="6872" y="0"/>
                </a:lnTo>
                <a:moveTo>
                  <a:pt x="6923" y="0"/>
                </a:moveTo>
                <a:lnTo>
                  <a:pt x="6949" y="0"/>
                </a:lnTo>
                <a:lnTo>
                  <a:pt x="6949" y="14"/>
                </a:lnTo>
                <a:lnTo>
                  <a:pt x="6923" y="14"/>
                </a:lnTo>
                <a:lnTo>
                  <a:pt x="6923" y="0"/>
                </a:lnTo>
                <a:moveTo>
                  <a:pt x="6975" y="0"/>
                </a:moveTo>
                <a:lnTo>
                  <a:pt x="7000" y="0"/>
                </a:lnTo>
                <a:lnTo>
                  <a:pt x="7000" y="14"/>
                </a:lnTo>
                <a:lnTo>
                  <a:pt x="6975" y="14"/>
                </a:lnTo>
                <a:lnTo>
                  <a:pt x="6975" y="0"/>
                </a:lnTo>
                <a:moveTo>
                  <a:pt x="7026" y="0"/>
                </a:moveTo>
                <a:lnTo>
                  <a:pt x="7052" y="0"/>
                </a:lnTo>
                <a:lnTo>
                  <a:pt x="7052" y="14"/>
                </a:lnTo>
                <a:lnTo>
                  <a:pt x="7026" y="14"/>
                </a:lnTo>
                <a:lnTo>
                  <a:pt x="7026" y="0"/>
                </a:lnTo>
                <a:moveTo>
                  <a:pt x="7077" y="0"/>
                </a:moveTo>
                <a:lnTo>
                  <a:pt x="7103" y="0"/>
                </a:lnTo>
                <a:lnTo>
                  <a:pt x="7103" y="14"/>
                </a:lnTo>
                <a:lnTo>
                  <a:pt x="7077" y="14"/>
                </a:lnTo>
                <a:lnTo>
                  <a:pt x="7077" y="0"/>
                </a:lnTo>
                <a:moveTo>
                  <a:pt x="7129" y="0"/>
                </a:moveTo>
                <a:lnTo>
                  <a:pt x="7154" y="0"/>
                </a:lnTo>
                <a:lnTo>
                  <a:pt x="7154" y="14"/>
                </a:lnTo>
                <a:lnTo>
                  <a:pt x="7129" y="14"/>
                </a:lnTo>
                <a:lnTo>
                  <a:pt x="7129" y="0"/>
                </a:lnTo>
                <a:moveTo>
                  <a:pt x="7180" y="0"/>
                </a:moveTo>
                <a:lnTo>
                  <a:pt x="7205" y="0"/>
                </a:lnTo>
                <a:lnTo>
                  <a:pt x="7205" y="14"/>
                </a:lnTo>
                <a:lnTo>
                  <a:pt x="7180" y="14"/>
                </a:lnTo>
                <a:lnTo>
                  <a:pt x="7180" y="0"/>
                </a:lnTo>
                <a:moveTo>
                  <a:pt x="7231" y="0"/>
                </a:moveTo>
                <a:lnTo>
                  <a:pt x="7257" y="0"/>
                </a:lnTo>
                <a:lnTo>
                  <a:pt x="7257" y="14"/>
                </a:lnTo>
                <a:lnTo>
                  <a:pt x="7231" y="14"/>
                </a:lnTo>
                <a:lnTo>
                  <a:pt x="7231" y="0"/>
                </a:lnTo>
                <a:moveTo>
                  <a:pt x="7282" y="0"/>
                </a:moveTo>
                <a:lnTo>
                  <a:pt x="7308" y="0"/>
                </a:lnTo>
                <a:lnTo>
                  <a:pt x="7308" y="14"/>
                </a:lnTo>
                <a:lnTo>
                  <a:pt x="7282" y="14"/>
                </a:lnTo>
                <a:lnTo>
                  <a:pt x="7282" y="0"/>
                </a:lnTo>
                <a:moveTo>
                  <a:pt x="7334" y="0"/>
                </a:moveTo>
                <a:lnTo>
                  <a:pt x="7359" y="0"/>
                </a:lnTo>
                <a:lnTo>
                  <a:pt x="7359" y="14"/>
                </a:lnTo>
                <a:lnTo>
                  <a:pt x="7334" y="14"/>
                </a:lnTo>
                <a:lnTo>
                  <a:pt x="7334" y="0"/>
                </a:lnTo>
                <a:moveTo>
                  <a:pt x="7385" y="0"/>
                </a:moveTo>
                <a:lnTo>
                  <a:pt x="7411" y="0"/>
                </a:lnTo>
                <a:lnTo>
                  <a:pt x="7411" y="14"/>
                </a:lnTo>
                <a:lnTo>
                  <a:pt x="7385" y="14"/>
                </a:lnTo>
                <a:lnTo>
                  <a:pt x="7385" y="0"/>
                </a:lnTo>
                <a:moveTo>
                  <a:pt x="7436" y="0"/>
                </a:moveTo>
                <a:lnTo>
                  <a:pt x="7462" y="0"/>
                </a:lnTo>
                <a:lnTo>
                  <a:pt x="7462" y="14"/>
                </a:lnTo>
                <a:lnTo>
                  <a:pt x="7436" y="14"/>
                </a:lnTo>
                <a:lnTo>
                  <a:pt x="7436" y="0"/>
                </a:lnTo>
                <a:moveTo>
                  <a:pt x="7488" y="0"/>
                </a:moveTo>
                <a:lnTo>
                  <a:pt x="7513" y="0"/>
                </a:lnTo>
                <a:lnTo>
                  <a:pt x="7513" y="14"/>
                </a:lnTo>
                <a:lnTo>
                  <a:pt x="7488" y="14"/>
                </a:lnTo>
                <a:lnTo>
                  <a:pt x="7488" y="0"/>
                </a:lnTo>
                <a:moveTo>
                  <a:pt x="7539" y="0"/>
                </a:moveTo>
                <a:lnTo>
                  <a:pt x="7564" y="0"/>
                </a:lnTo>
                <a:lnTo>
                  <a:pt x="7564" y="14"/>
                </a:lnTo>
                <a:lnTo>
                  <a:pt x="7539" y="14"/>
                </a:lnTo>
                <a:lnTo>
                  <a:pt x="7539" y="0"/>
                </a:lnTo>
                <a:moveTo>
                  <a:pt x="7590" y="0"/>
                </a:moveTo>
                <a:lnTo>
                  <a:pt x="7616" y="0"/>
                </a:lnTo>
                <a:lnTo>
                  <a:pt x="7616" y="14"/>
                </a:lnTo>
                <a:lnTo>
                  <a:pt x="7590" y="14"/>
                </a:lnTo>
                <a:lnTo>
                  <a:pt x="7590" y="0"/>
                </a:lnTo>
                <a:moveTo>
                  <a:pt x="7641" y="0"/>
                </a:moveTo>
                <a:lnTo>
                  <a:pt x="7667" y="0"/>
                </a:lnTo>
                <a:lnTo>
                  <a:pt x="7667" y="14"/>
                </a:lnTo>
                <a:lnTo>
                  <a:pt x="7641" y="14"/>
                </a:lnTo>
                <a:lnTo>
                  <a:pt x="7641" y="0"/>
                </a:lnTo>
                <a:moveTo>
                  <a:pt x="7693" y="0"/>
                </a:moveTo>
                <a:lnTo>
                  <a:pt x="7718" y="0"/>
                </a:lnTo>
                <a:lnTo>
                  <a:pt x="7718" y="14"/>
                </a:lnTo>
                <a:lnTo>
                  <a:pt x="7693" y="14"/>
                </a:lnTo>
                <a:lnTo>
                  <a:pt x="7693" y="0"/>
                </a:lnTo>
                <a:moveTo>
                  <a:pt x="7744" y="0"/>
                </a:moveTo>
                <a:lnTo>
                  <a:pt x="7770" y="0"/>
                </a:lnTo>
                <a:lnTo>
                  <a:pt x="7770" y="14"/>
                </a:lnTo>
                <a:lnTo>
                  <a:pt x="7744" y="14"/>
                </a:lnTo>
                <a:lnTo>
                  <a:pt x="7744" y="0"/>
                </a:lnTo>
                <a:moveTo>
                  <a:pt x="7795" y="0"/>
                </a:moveTo>
                <a:lnTo>
                  <a:pt x="7821" y="0"/>
                </a:lnTo>
                <a:lnTo>
                  <a:pt x="7821" y="14"/>
                </a:lnTo>
                <a:lnTo>
                  <a:pt x="7795" y="14"/>
                </a:lnTo>
                <a:lnTo>
                  <a:pt x="7795" y="0"/>
                </a:lnTo>
                <a:moveTo>
                  <a:pt x="7846" y="0"/>
                </a:moveTo>
                <a:lnTo>
                  <a:pt x="7872" y="0"/>
                </a:lnTo>
                <a:lnTo>
                  <a:pt x="7872" y="14"/>
                </a:lnTo>
                <a:lnTo>
                  <a:pt x="7846" y="14"/>
                </a:lnTo>
                <a:lnTo>
                  <a:pt x="7846" y="0"/>
                </a:lnTo>
                <a:moveTo>
                  <a:pt x="7898" y="0"/>
                </a:moveTo>
                <a:lnTo>
                  <a:pt x="7923" y="0"/>
                </a:lnTo>
                <a:lnTo>
                  <a:pt x="7923" y="14"/>
                </a:lnTo>
                <a:lnTo>
                  <a:pt x="7898" y="14"/>
                </a:lnTo>
                <a:lnTo>
                  <a:pt x="7898" y="0"/>
                </a:lnTo>
                <a:moveTo>
                  <a:pt x="7949" y="0"/>
                </a:moveTo>
                <a:lnTo>
                  <a:pt x="7975" y="0"/>
                </a:lnTo>
                <a:lnTo>
                  <a:pt x="7975" y="14"/>
                </a:lnTo>
                <a:lnTo>
                  <a:pt x="7949" y="14"/>
                </a:lnTo>
                <a:lnTo>
                  <a:pt x="7949" y="0"/>
                </a:lnTo>
                <a:moveTo>
                  <a:pt x="8000" y="0"/>
                </a:moveTo>
                <a:lnTo>
                  <a:pt x="8026" y="0"/>
                </a:lnTo>
                <a:lnTo>
                  <a:pt x="8026" y="14"/>
                </a:lnTo>
                <a:lnTo>
                  <a:pt x="8000" y="14"/>
                </a:lnTo>
                <a:lnTo>
                  <a:pt x="8000" y="0"/>
                </a:lnTo>
                <a:moveTo>
                  <a:pt x="8052" y="0"/>
                </a:moveTo>
                <a:lnTo>
                  <a:pt x="8077" y="0"/>
                </a:lnTo>
                <a:lnTo>
                  <a:pt x="8077" y="14"/>
                </a:lnTo>
                <a:lnTo>
                  <a:pt x="8052" y="14"/>
                </a:lnTo>
                <a:lnTo>
                  <a:pt x="8052" y="0"/>
                </a:lnTo>
                <a:moveTo>
                  <a:pt x="8103" y="0"/>
                </a:moveTo>
                <a:lnTo>
                  <a:pt x="8128" y="0"/>
                </a:lnTo>
                <a:lnTo>
                  <a:pt x="8128" y="14"/>
                </a:lnTo>
                <a:lnTo>
                  <a:pt x="8103" y="14"/>
                </a:lnTo>
                <a:lnTo>
                  <a:pt x="8103" y="0"/>
                </a:lnTo>
                <a:moveTo>
                  <a:pt x="8154" y="0"/>
                </a:moveTo>
                <a:lnTo>
                  <a:pt x="8180" y="0"/>
                </a:lnTo>
                <a:lnTo>
                  <a:pt x="8180" y="14"/>
                </a:lnTo>
                <a:lnTo>
                  <a:pt x="8154" y="14"/>
                </a:lnTo>
                <a:lnTo>
                  <a:pt x="8154" y="0"/>
                </a:lnTo>
                <a:moveTo>
                  <a:pt x="8205" y="0"/>
                </a:moveTo>
                <a:lnTo>
                  <a:pt x="8231" y="0"/>
                </a:lnTo>
                <a:lnTo>
                  <a:pt x="8231" y="14"/>
                </a:lnTo>
                <a:lnTo>
                  <a:pt x="8205" y="14"/>
                </a:lnTo>
                <a:lnTo>
                  <a:pt x="8205" y="0"/>
                </a:lnTo>
                <a:moveTo>
                  <a:pt x="8257" y="0"/>
                </a:moveTo>
                <a:lnTo>
                  <a:pt x="8282" y="0"/>
                </a:lnTo>
                <a:lnTo>
                  <a:pt x="8282" y="14"/>
                </a:lnTo>
                <a:lnTo>
                  <a:pt x="8257" y="14"/>
                </a:lnTo>
                <a:lnTo>
                  <a:pt x="8257" y="0"/>
                </a:lnTo>
                <a:moveTo>
                  <a:pt x="8308" y="0"/>
                </a:moveTo>
                <a:lnTo>
                  <a:pt x="8334" y="0"/>
                </a:lnTo>
                <a:lnTo>
                  <a:pt x="8334" y="14"/>
                </a:lnTo>
                <a:lnTo>
                  <a:pt x="8308" y="14"/>
                </a:lnTo>
                <a:lnTo>
                  <a:pt x="8308" y="0"/>
                </a:lnTo>
                <a:moveTo>
                  <a:pt x="8359" y="0"/>
                </a:moveTo>
                <a:lnTo>
                  <a:pt x="8385" y="0"/>
                </a:lnTo>
                <a:lnTo>
                  <a:pt x="8385" y="14"/>
                </a:lnTo>
                <a:lnTo>
                  <a:pt x="8359" y="14"/>
                </a:lnTo>
                <a:lnTo>
                  <a:pt x="8359" y="0"/>
                </a:lnTo>
                <a:moveTo>
                  <a:pt x="8411" y="0"/>
                </a:moveTo>
                <a:lnTo>
                  <a:pt x="8436" y="0"/>
                </a:lnTo>
                <a:lnTo>
                  <a:pt x="8436" y="14"/>
                </a:lnTo>
                <a:lnTo>
                  <a:pt x="8411" y="14"/>
                </a:lnTo>
                <a:lnTo>
                  <a:pt x="8411" y="0"/>
                </a:lnTo>
                <a:moveTo>
                  <a:pt x="8462" y="0"/>
                </a:moveTo>
                <a:lnTo>
                  <a:pt x="8487" y="0"/>
                </a:lnTo>
                <a:lnTo>
                  <a:pt x="8487" y="14"/>
                </a:lnTo>
                <a:lnTo>
                  <a:pt x="8462" y="14"/>
                </a:lnTo>
                <a:lnTo>
                  <a:pt x="8462" y="0"/>
                </a:lnTo>
                <a:moveTo>
                  <a:pt x="8513" y="0"/>
                </a:moveTo>
                <a:lnTo>
                  <a:pt x="8539" y="0"/>
                </a:lnTo>
                <a:lnTo>
                  <a:pt x="8539" y="14"/>
                </a:lnTo>
                <a:lnTo>
                  <a:pt x="8513" y="14"/>
                </a:lnTo>
                <a:lnTo>
                  <a:pt x="8513" y="0"/>
                </a:lnTo>
                <a:moveTo>
                  <a:pt x="8564" y="0"/>
                </a:moveTo>
                <a:lnTo>
                  <a:pt x="8590" y="0"/>
                </a:lnTo>
                <a:lnTo>
                  <a:pt x="8590" y="14"/>
                </a:lnTo>
                <a:lnTo>
                  <a:pt x="8564" y="14"/>
                </a:lnTo>
                <a:lnTo>
                  <a:pt x="8564" y="0"/>
                </a:lnTo>
                <a:moveTo>
                  <a:pt x="8616" y="0"/>
                </a:moveTo>
                <a:lnTo>
                  <a:pt x="8641" y="0"/>
                </a:lnTo>
                <a:lnTo>
                  <a:pt x="8641" y="14"/>
                </a:lnTo>
                <a:lnTo>
                  <a:pt x="8616" y="14"/>
                </a:lnTo>
                <a:lnTo>
                  <a:pt x="8616" y="0"/>
                </a:lnTo>
                <a:moveTo>
                  <a:pt x="8667" y="0"/>
                </a:moveTo>
                <a:lnTo>
                  <a:pt x="8693" y="0"/>
                </a:lnTo>
                <a:lnTo>
                  <a:pt x="8693" y="14"/>
                </a:lnTo>
                <a:lnTo>
                  <a:pt x="8667" y="14"/>
                </a:lnTo>
                <a:lnTo>
                  <a:pt x="8667" y="0"/>
                </a:lnTo>
                <a:moveTo>
                  <a:pt x="8718" y="0"/>
                </a:moveTo>
                <a:lnTo>
                  <a:pt x="8744" y="0"/>
                </a:lnTo>
                <a:lnTo>
                  <a:pt x="8744" y="14"/>
                </a:lnTo>
                <a:lnTo>
                  <a:pt x="8718" y="14"/>
                </a:lnTo>
                <a:lnTo>
                  <a:pt x="8718" y="0"/>
                </a:lnTo>
                <a:moveTo>
                  <a:pt x="8769" y="0"/>
                </a:moveTo>
                <a:lnTo>
                  <a:pt x="8795" y="0"/>
                </a:lnTo>
                <a:lnTo>
                  <a:pt x="8795" y="14"/>
                </a:lnTo>
                <a:lnTo>
                  <a:pt x="8769" y="14"/>
                </a:lnTo>
                <a:lnTo>
                  <a:pt x="8769" y="0"/>
                </a:lnTo>
                <a:moveTo>
                  <a:pt x="8821" y="0"/>
                </a:moveTo>
                <a:lnTo>
                  <a:pt x="8846" y="0"/>
                </a:lnTo>
                <a:lnTo>
                  <a:pt x="8846" y="14"/>
                </a:lnTo>
                <a:lnTo>
                  <a:pt x="8821" y="14"/>
                </a:lnTo>
                <a:lnTo>
                  <a:pt x="8821" y="0"/>
                </a:lnTo>
                <a:moveTo>
                  <a:pt x="8872" y="0"/>
                </a:moveTo>
                <a:lnTo>
                  <a:pt x="8898" y="0"/>
                </a:lnTo>
                <a:lnTo>
                  <a:pt x="8898" y="14"/>
                </a:lnTo>
                <a:lnTo>
                  <a:pt x="8872" y="14"/>
                </a:lnTo>
                <a:lnTo>
                  <a:pt x="8872" y="0"/>
                </a:lnTo>
                <a:moveTo>
                  <a:pt x="8923" y="0"/>
                </a:moveTo>
                <a:lnTo>
                  <a:pt x="8949" y="0"/>
                </a:lnTo>
                <a:lnTo>
                  <a:pt x="8949" y="14"/>
                </a:lnTo>
                <a:lnTo>
                  <a:pt x="8923" y="14"/>
                </a:lnTo>
                <a:lnTo>
                  <a:pt x="8923" y="0"/>
                </a:lnTo>
                <a:moveTo>
                  <a:pt x="8975" y="0"/>
                </a:moveTo>
                <a:lnTo>
                  <a:pt x="9000" y="0"/>
                </a:lnTo>
                <a:lnTo>
                  <a:pt x="9000" y="14"/>
                </a:lnTo>
                <a:lnTo>
                  <a:pt x="8975" y="14"/>
                </a:lnTo>
                <a:lnTo>
                  <a:pt x="8975" y="0"/>
                </a:lnTo>
                <a:moveTo>
                  <a:pt x="9026" y="0"/>
                </a:moveTo>
                <a:lnTo>
                  <a:pt x="9052" y="0"/>
                </a:lnTo>
                <a:lnTo>
                  <a:pt x="9052" y="14"/>
                </a:lnTo>
                <a:lnTo>
                  <a:pt x="9026" y="14"/>
                </a:lnTo>
                <a:lnTo>
                  <a:pt x="9026" y="0"/>
                </a:lnTo>
                <a:moveTo>
                  <a:pt x="9077" y="0"/>
                </a:moveTo>
                <a:lnTo>
                  <a:pt x="9103" y="0"/>
                </a:lnTo>
                <a:lnTo>
                  <a:pt x="9103" y="14"/>
                </a:lnTo>
                <a:lnTo>
                  <a:pt x="9077" y="14"/>
                </a:lnTo>
                <a:lnTo>
                  <a:pt x="9077" y="0"/>
                </a:lnTo>
                <a:moveTo>
                  <a:pt x="9128" y="0"/>
                </a:moveTo>
                <a:lnTo>
                  <a:pt x="9154" y="0"/>
                </a:lnTo>
                <a:lnTo>
                  <a:pt x="9154" y="14"/>
                </a:lnTo>
                <a:lnTo>
                  <a:pt x="9128" y="14"/>
                </a:lnTo>
                <a:lnTo>
                  <a:pt x="9128" y="0"/>
                </a:lnTo>
                <a:moveTo>
                  <a:pt x="9180" y="0"/>
                </a:moveTo>
                <a:lnTo>
                  <a:pt x="9205" y="0"/>
                </a:lnTo>
                <a:lnTo>
                  <a:pt x="9205" y="14"/>
                </a:lnTo>
                <a:lnTo>
                  <a:pt x="9180" y="14"/>
                </a:lnTo>
                <a:lnTo>
                  <a:pt x="9180" y="0"/>
                </a:lnTo>
                <a:moveTo>
                  <a:pt x="9231" y="0"/>
                </a:moveTo>
                <a:lnTo>
                  <a:pt x="9257" y="0"/>
                </a:lnTo>
                <a:lnTo>
                  <a:pt x="9257" y="14"/>
                </a:lnTo>
                <a:lnTo>
                  <a:pt x="9231" y="14"/>
                </a:lnTo>
                <a:lnTo>
                  <a:pt x="9231" y="0"/>
                </a:lnTo>
                <a:moveTo>
                  <a:pt x="9282" y="0"/>
                </a:moveTo>
                <a:lnTo>
                  <a:pt x="9308" y="0"/>
                </a:lnTo>
                <a:lnTo>
                  <a:pt x="9308" y="14"/>
                </a:lnTo>
                <a:lnTo>
                  <a:pt x="9282" y="14"/>
                </a:lnTo>
                <a:lnTo>
                  <a:pt x="9282" y="0"/>
                </a:lnTo>
                <a:moveTo>
                  <a:pt x="9334" y="0"/>
                </a:moveTo>
                <a:lnTo>
                  <a:pt x="9359" y="0"/>
                </a:lnTo>
                <a:lnTo>
                  <a:pt x="9359" y="14"/>
                </a:lnTo>
                <a:lnTo>
                  <a:pt x="9334" y="14"/>
                </a:lnTo>
                <a:lnTo>
                  <a:pt x="9334" y="0"/>
                </a:lnTo>
                <a:moveTo>
                  <a:pt x="9385" y="0"/>
                </a:moveTo>
                <a:lnTo>
                  <a:pt x="9410" y="0"/>
                </a:lnTo>
                <a:lnTo>
                  <a:pt x="9410" y="14"/>
                </a:lnTo>
                <a:lnTo>
                  <a:pt x="9385" y="14"/>
                </a:lnTo>
                <a:lnTo>
                  <a:pt x="9385" y="0"/>
                </a:lnTo>
                <a:moveTo>
                  <a:pt x="9436" y="0"/>
                </a:moveTo>
                <a:lnTo>
                  <a:pt x="9462" y="0"/>
                </a:lnTo>
                <a:lnTo>
                  <a:pt x="9462" y="14"/>
                </a:lnTo>
                <a:lnTo>
                  <a:pt x="9436" y="14"/>
                </a:lnTo>
                <a:lnTo>
                  <a:pt x="9436" y="0"/>
                </a:lnTo>
                <a:moveTo>
                  <a:pt x="9487" y="0"/>
                </a:moveTo>
                <a:lnTo>
                  <a:pt x="9513" y="0"/>
                </a:lnTo>
                <a:lnTo>
                  <a:pt x="9513" y="14"/>
                </a:lnTo>
                <a:lnTo>
                  <a:pt x="9487" y="14"/>
                </a:lnTo>
                <a:lnTo>
                  <a:pt x="9487" y="0"/>
                </a:lnTo>
                <a:moveTo>
                  <a:pt x="9539" y="0"/>
                </a:moveTo>
                <a:lnTo>
                  <a:pt x="9564" y="0"/>
                </a:lnTo>
                <a:lnTo>
                  <a:pt x="9564" y="14"/>
                </a:lnTo>
                <a:lnTo>
                  <a:pt x="9539" y="14"/>
                </a:lnTo>
                <a:lnTo>
                  <a:pt x="9539" y="0"/>
                </a:lnTo>
                <a:moveTo>
                  <a:pt x="9590" y="0"/>
                </a:moveTo>
                <a:lnTo>
                  <a:pt x="9616" y="0"/>
                </a:lnTo>
                <a:lnTo>
                  <a:pt x="9616" y="14"/>
                </a:lnTo>
                <a:lnTo>
                  <a:pt x="9590" y="14"/>
                </a:lnTo>
                <a:lnTo>
                  <a:pt x="9590" y="0"/>
                </a:lnTo>
                <a:moveTo>
                  <a:pt x="9641" y="0"/>
                </a:moveTo>
                <a:lnTo>
                  <a:pt x="9667" y="0"/>
                </a:lnTo>
                <a:lnTo>
                  <a:pt x="9667" y="14"/>
                </a:lnTo>
                <a:lnTo>
                  <a:pt x="9641" y="14"/>
                </a:lnTo>
                <a:lnTo>
                  <a:pt x="9641" y="0"/>
                </a:lnTo>
                <a:moveTo>
                  <a:pt x="9692" y="0"/>
                </a:moveTo>
                <a:lnTo>
                  <a:pt x="9718" y="0"/>
                </a:lnTo>
                <a:lnTo>
                  <a:pt x="9718" y="14"/>
                </a:lnTo>
                <a:lnTo>
                  <a:pt x="9692" y="14"/>
                </a:lnTo>
                <a:lnTo>
                  <a:pt x="9692" y="0"/>
                </a:lnTo>
                <a:moveTo>
                  <a:pt x="9744" y="0"/>
                </a:moveTo>
                <a:lnTo>
                  <a:pt x="9769" y="0"/>
                </a:lnTo>
                <a:lnTo>
                  <a:pt x="9769" y="14"/>
                </a:lnTo>
                <a:lnTo>
                  <a:pt x="9744" y="14"/>
                </a:lnTo>
                <a:lnTo>
                  <a:pt x="9744" y="0"/>
                </a:lnTo>
                <a:moveTo>
                  <a:pt x="9795" y="0"/>
                </a:moveTo>
                <a:lnTo>
                  <a:pt x="9821" y="0"/>
                </a:lnTo>
                <a:lnTo>
                  <a:pt x="9821" y="14"/>
                </a:lnTo>
                <a:lnTo>
                  <a:pt x="9795" y="14"/>
                </a:lnTo>
                <a:lnTo>
                  <a:pt x="9795" y="0"/>
                </a:lnTo>
                <a:moveTo>
                  <a:pt x="9846" y="0"/>
                </a:moveTo>
                <a:lnTo>
                  <a:pt x="9872" y="0"/>
                </a:lnTo>
                <a:lnTo>
                  <a:pt x="9872" y="14"/>
                </a:lnTo>
                <a:lnTo>
                  <a:pt x="9846" y="14"/>
                </a:lnTo>
                <a:lnTo>
                  <a:pt x="9846" y="0"/>
                </a:lnTo>
                <a:moveTo>
                  <a:pt x="9898" y="0"/>
                </a:moveTo>
                <a:lnTo>
                  <a:pt x="9923" y="0"/>
                </a:lnTo>
                <a:lnTo>
                  <a:pt x="9923" y="14"/>
                </a:lnTo>
                <a:lnTo>
                  <a:pt x="9898" y="14"/>
                </a:lnTo>
                <a:lnTo>
                  <a:pt x="9898" y="0"/>
                </a:lnTo>
                <a:moveTo>
                  <a:pt x="9949" y="0"/>
                </a:moveTo>
                <a:lnTo>
                  <a:pt x="9975" y="0"/>
                </a:lnTo>
                <a:lnTo>
                  <a:pt x="9975" y="14"/>
                </a:lnTo>
                <a:lnTo>
                  <a:pt x="9949" y="14"/>
                </a:lnTo>
                <a:lnTo>
                  <a:pt x="9949" y="0"/>
                </a:lnTo>
                <a:moveTo>
                  <a:pt x="10000" y="0"/>
                </a:moveTo>
                <a:lnTo>
                  <a:pt x="10026" y="0"/>
                </a:lnTo>
                <a:lnTo>
                  <a:pt x="10026" y="14"/>
                </a:lnTo>
                <a:lnTo>
                  <a:pt x="10000" y="14"/>
                </a:lnTo>
                <a:lnTo>
                  <a:pt x="10000" y="0"/>
                </a:lnTo>
                <a:moveTo>
                  <a:pt x="10051" y="0"/>
                </a:moveTo>
                <a:lnTo>
                  <a:pt x="10077" y="0"/>
                </a:lnTo>
                <a:lnTo>
                  <a:pt x="10077" y="14"/>
                </a:lnTo>
                <a:lnTo>
                  <a:pt x="10051" y="14"/>
                </a:lnTo>
                <a:lnTo>
                  <a:pt x="10051" y="0"/>
                </a:lnTo>
                <a:moveTo>
                  <a:pt x="10103" y="0"/>
                </a:moveTo>
                <a:lnTo>
                  <a:pt x="10128" y="0"/>
                </a:lnTo>
                <a:lnTo>
                  <a:pt x="10128" y="14"/>
                </a:lnTo>
                <a:lnTo>
                  <a:pt x="10103" y="14"/>
                </a:lnTo>
                <a:lnTo>
                  <a:pt x="10103" y="0"/>
                </a:lnTo>
                <a:moveTo>
                  <a:pt x="10154" y="0"/>
                </a:moveTo>
                <a:lnTo>
                  <a:pt x="10180" y="0"/>
                </a:lnTo>
                <a:lnTo>
                  <a:pt x="10180" y="14"/>
                </a:lnTo>
                <a:lnTo>
                  <a:pt x="10154" y="14"/>
                </a:lnTo>
                <a:lnTo>
                  <a:pt x="10154" y="0"/>
                </a:lnTo>
                <a:moveTo>
                  <a:pt x="10205" y="0"/>
                </a:moveTo>
                <a:lnTo>
                  <a:pt x="10231" y="0"/>
                </a:lnTo>
                <a:lnTo>
                  <a:pt x="10231" y="14"/>
                </a:lnTo>
                <a:lnTo>
                  <a:pt x="10205" y="14"/>
                </a:lnTo>
                <a:lnTo>
                  <a:pt x="10205" y="0"/>
                </a:lnTo>
                <a:moveTo>
                  <a:pt x="10257" y="0"/>
                </a:moveTo>
                <a:lnTo>
                  <a:pt x="10282" y="0"/>
                </a:lnTo>
                <a:lnTo>
                  <a:pt x="10282" y="14"/>
                </a:lnTo>
                <a:lnTo>
                  <a:pt x="10257" y="14"/>
                </a:lnTo>
                <a:lnTo>
                  <a:pt x="10257" y="0"/>
                </a:lnTo>
                <a:moveTo>
                  <a:pt x="10308" y="0"/>
                </a:moveTo>
                <a:lnTo>
                  <a:pt x="10333" y="0"/>
                </a:lnTo>
                <a:lnTo>
                  <a:pt x="10333" y="14"/>
                </a:lnTo>
                <a:lnTo>
                  <a:pt x="10308" y="14"/>
                </a:lnTo>
                <a:lnTo>
                  <a:pt x="10308" y="0"/>
                </a:lnTo>
                <a:moveTo>
                  <a:pt x="10359" y="0"/>
                </a:moveTo>
                <a:lnTo>
                  <a:pt x="10385" y="0"/>
                </a:lnTo>
                <a:lnTo>
                  <a:pt x="10385" y="14"/>
                </a:lnTo>
                <a:lnTo>
                  <a:pt x="10359" y="14"/>
                </a:lnTo>
                <a:lnTo>
                  <a:pt x="10359" y="0"/>
                </a:lnTo>
                <a:moveTo>
                  <a:pt x="10410" y="0"/>
                </a:moveTo>
                <a:lnTo>
                  <a:pt x="10436" y="0"/>
                </a:lnTo>
                <a:lnTo>
                  <a:pt x="10436" y="14"/>
                </a:lnTo>
                <a:lnTo>
                  <a:pt x="10410" y="14"/>
                </a:lnTo>
                <a:lnTo>
                  <a:pt x="10410" y="0"/>
                </a:lnTo>
                <a:moveTo>
                  <a:pt x="10462" y="0"/>
                </a:moveTo>
                <a:lnTo>
                  <a:pt x="10487" y="0"/>
                </a:lnTo>
                <a:lnTo>
                  <a:pt x="10487" y="14"/>
                </a:lnTo>
                <a:lnTo>
                  <a:pt x="10462" y="14"/>
                </a:lnTo>
                <a:lnTo>
                  <a:pt x="10462" y="0"/>
                </a:lnTo>
                <a:moveTo>
                  <a:pt x="10513" y="0"/>
                </a:moveTo>
                <a:lnTo>
                  <a:pt x="10539" y="0"/>
                </a:lnTo>
                <a:lnTo>
                  <a:pt x="10539" y="14"/>
                </a:lnTo>
                <a:lnTo>
                  <a:pt x="10513" y="14"/>
                </a:lnTo>
                <a:lnTo>
                  <a:pt x="10513" y="0"/>
                </a:lnTo>
                <a:moveTo>
                  <a:pt x="10564" y="0"/>
                </a:moveTo>
                <a:lnTo>
                  <a:pt x="10590" y="0"/>
                </a:lnTo>
                <a:lnTo>
                  <a:pt x="10590" y="14"/>
                </a:lnTo>
                <a:lnTo>
                  <a:pt x="10564" y="14"/>
                </a:lnTo>
                <a:lnTo>
                  <a:pt x="10564" y="0"/>
                </a:lnTo>
                <a:moveTo>
                  <a:pt x="10616" y="0"/>
                </a:moveTo>
                <a:lnTo>
                  <a:pt x="10641" y="0"/>
                </a:lnTo>
                <a:lnTo>
                  <a:pt x="10641" y="14"/>
                </a:lnTo>
                <a:lnTo>
                  <a:pt x="10616" y="14"/>
                </a:lnTo>
                <a:lnTo>
                  <a:pt x="10616" y="0"/>
                </a:lnTo>
                <a:moveTo>
                  <a:pt x="10667" y="0"/>
                </a:moveTo>
                <a:lnTo>
                  <a:pt x="10692" y="0"/>
                </a:lnTo>
                <a:lnTo>
                  <a:pt x="10692" y="14"/>
                </a:lnTo>
                <a:lnTo>
                  <a:pt x="10667" y="14"/>
                </a:lnTo>
                <a:lnTo>
                  <a:pt x="10667" y="0"/>
                </a:lnTo>
                <a:moveTo>
                  <a:pt x="10718" y="0"/>
                </a:moveTo>
                <a:lnTo>
                  <a:pt x="10744" y="0"/>
                </a:lnTo>
                <a:lnTo>
                  <a:pt x="10744" y="14"/>
                </a:lnTo>
                <a:lnTo>
                  <a:pt x="10718" y="14"/>
                </a:lnTo>
                <a:lnTo>
                  <a:pt x="10718" y="0"/>
                </a:lnTo>
                <a:moveTo>
                  <a:pt x="10769" y="0"/>
                </a:moveTo>
                <a:lnTo>
                  <a:pt x="10795" y="0"/>
                </a:lnTo>
                <a:lnTo>
                  <a:pt x="10795" y="14"/>
                </a:lnTo>
                <a:lnTo>
                  <a:pt x="10769" y="14"/>
                </a:lnTo>
                <a:lnTo>
                  <a:pt x="10769" y="0"/>
                </a:lnTo>
                <a:moveTo>
                  <a:pt x="10821" y="0"/>
                </a:moveTo>
                <a:lnTo>
                  <a:pt x="10846" y="0"/>
                </a:lnTo>
                <a:lnTo>
                  <a:pt x="10846" y="14"/>
                </a:lnTo>
                <a:lnTo>
                  <a:pt x="10821" y="14"/>
                </a:lnTo>
                <a:lnTo>
                  <a:pt x="10821" y="0"/>
                </a:lnTo>
                <a:moveTo>
                  <a:pt x="10872" y="0"/>
                </a:moveTo>
                <a:lnTo>
                  <a:pt x="10898" y="0"/>
                </a:lnTo>
                <a:lnTo>
                  <a:pt x="10898" y="14"/>
                </a:lnTo>
                <a:lnTo>
                  <a:pt x="10872" y="14"/>
                </a:lnTo>
                <a:lnTo>
                  <a:pt x="10872" y="0"/>
                </a:lnTo>
                <a:moveTo>
                  <a:pt x="10923" y="0"/>
                </a:moveTo>
                <a:lnTo>
                  <a:pt x="10949" y="0"/>
                </a:lnTo>
                <a:lnTo>
                  <a:pt x="10949" y="14"/>
                </a:lnTo>
                <a:lnTo>
                  <a:pt x="10923" y="14"/>
                </a:lnTo>
                <a:lnTo>
                  <a:pt x="10923" y="0"/>
                </a:lnTo>
                <a:moveTo>
                  <a:pt x="10974" y="0"/>
                </a:moveTo>
                <a:lnTo>
                  <a:pt x="11000" y="0"/>
                </a:lnTo>
                <a:lnTo>
                  <a:pt x="11000" y="14"/>
                </a:lnTo>
                <a:lnTo>
                  <a:pt x="10974" y="14"/>
                </a:lnTo>
                <a:lnTo>
                  <a:pt x="10974" y="0"/>
                </a:lnTo>
                <a:moveTo>
                  <a:pt x="11026" y="0"/>
                </a:moveTo>
                <a:lnTo>
                  <a:pt x="11051" y="0"/>
                </a:lnTo>
                <a:lnTo>
                  <a:pt x="11051" y="14"/>
                </a:lnTo>
                <a:lnTo>
                  <a:pt x="11026" y="14"/>
                </a:lnTo>
                <a:lnTo>
                  <a:pt x="11026" y="0"/>
                </a:lnTo>
                <a:moveTo>
                  <a:pt x="11077" y="0"/>
                </a:moveTo>
                <a:lnTo>
                  <a:pt x="11103" y="0"/>
                </a:lnTo>
                <a:lnTo>
                  <a:pt x="11103" y="14"/>
                </a:lnTo>
                <a:lnTo>
                  <a:pt x="11077" y="14"/>
                </a:lnTo>
                <a:lnTo>
                  <a:pt x="11077" y="0"/>
                </a:lnTo>
                <a:moveTo>
                  <a:pt x="11128" y="0"/>
                </a:moveTo>
                <a:lnTo>
                  <a:pt x="11154" y="0"/>
                </a:lnTo>
                <a:lnTo>
                  <a:pt x="11154" y="14"/>
                </a:lnTo>
                <a:lnTo>
                  <a:pt x="11128" y="14"/>
                </a:lnTo>
                <a:lnTo>
                  <a:pt x="11128" y="0"/>
                </a:lnTo>
                <a:moveTo>
                  <a:pt x="11180" y="0"/>
                </a:moveTo>
                <a:lnTo>
                  <a:pt x="11205" y="0"/>
                </a:lnTo>
                <a:lnTo>
                  <a:pt x="11205" y="14"/>
                </a:lnTo>
                <a:lnTo>
                  <a:pt x="11180" y="14"/>
                </a:lnTo>
                <a:lnTo>
                  <a:pt x="11180" y="0"/>
                </a:lnTo>
                <a:moveTo>
                  <a:pt x="11231" y="0"/>
                </a:moveTo>
                <a:lnTo>
                  <a:pt x="11256" y="0"/>
                </a:lnTo>
                <a:lnTo>
                  <a:pt x="11256" y="14"/>
                </a:lnTo>
                <a:lnTo>
                  <a:pt x="11231" y="14"/>
                </a:lnTo>
                <a:lnTo>
                  <a:pt x="11231" y="0"/>
                </a:lnTo>
                <a:moveTo>
                  <a:pt x="11282" y="0"/>
                </a:moveTo>
                <a:lnTo>
                  <a:pt x="11308" y="0"/>
                </a:lnTo>
                <a:lnTo>
                  <a:pt x="11308" y="14"/>
                </a:lnTo>
                <a:lnTo>
                  <a:pt x="11282" y="14"/>
                </a:lnTo>
                <a:lnTo>
                  <a:pt x="11282" y="0"/>
                </a:lnTo>
                <a:moveTo>
                  <a:pt x="11333" y="0"/>
                </a:moveTo>
                <a:lnTo>
                  <a:pt x="11359" y="0"/>
                </a:lnTo>
                <a:lnTo>
                  <a:pt x="11359" y="14"/>
                </a:lnTo>
                <a:lnTo>
                  <a:pt x="11333" y="14"/>
                </a:lnTo>
                <a:lnTo>
                  <a:pt x="11333" y="0"/>
                </a:lnTo>
                <a:moveTo>
                  <a:pt x="11385" y="0"/>
                </a:moveTo>
                <a:lnTo>
                  <a:pt x="11410" y="0"/>
                </a:lnTo>
                <a:lnTo>
                  <a:pt x="11410" y="14"/>
                </a:lnTo>
                <a:lnTo>
                  <a:pt x="11385" y="14"/>
                </a:lnTo>
                <a:lnTo>
                  <a:pt x="11385" y="0"/>
                </a:lnTo>
                <a:moveTo>
                  <a:pt x="11436" y="0"/>
                </a:moveTo>
                <a:lnTo>
                  <a:pt x="11462" y="0"/>
                </a:lnTo>
                <a:lnTo>
                  <a:pt x="11462" y="14"/>
                </a:lnTo>
                <a:lnTo>
                  <a:pt x="11436" y="14"/>
                </a:lnTo>
                <a:lnTo>
                  <a:pt x="11436" y="0"/>
                </a:lnTo>
                <a:moveTo>
                  <a:pt x="11487" y="0"/>
                </a:moveTo>
                <a:lnTo>
                  <a:pt x="11513" y="0"/>
                </a:lnTo>
                <a:lnTo>
                  <a:pt x="11513" y="14"/>
                </a:lnTo>
                <a:lnTo>
                  <a:pt x="11487" y="14"/>
                </a:lnTo>
                <a:lnTo>
                  <a:pt x="11487" y="0"/>
                </a:lnTo>
                <a:moveTo>
                  <a:pt x="11539" y="0"/>
                </a:moveTo>
                <a:lnTo>
                  <a:pt x="11564" y="0"/>
                </a:lnTo>
                <a:lnTo>
                  <a:pt x="11564" y="14"/>
                </a:lnTo>
                <a:lnTo>
                  <a:pt x="11539" y="14"/>
                </a:lnTo>
                <a:lnTo>
                  <a:pt x="11539" y="0"/>
                </a:lnTo>
                <a:moveTo>
                  <a:pt x="11590" y="0"/>
                </a:moveTo>
                <a:lnTo>
                  <a:pt x="11615" y="0"/>
                </a:lnTo>
                <a:lnTo>
                  <a:pt x="11615" y="14"/>
                </a:lnTo>
                <a:lnTo>
                  <a:pt x="11590" y="14"/>
                </a:lnTo>
                <a:lnTo>
                  <a:pt x="11590" y="0"/>
                </a:lnTo>
                <a:moveTo>
                  <a:pt x="11641" y="0"/>
                </a:moveTo>
                <a:lnTo>
                  <a:pt x="11667" y="0"/>
                </a:lnTo>
                <a:lnTo>
                  <a:pt x="11667" y="14"/>
                </a:lnTo>
                <a:lnTo>
                  <a:pt x="11641" y="14"/>
                </a:lnTo>
                <a:lnTo>
                  <a:pt x="11641" y="0"/>
                </a:lnTo>
                <a:moveTo>
                  <a:pt x="11692" y="0"/>
                </a:moveTo>
                <a:lnTo>
                  <a:pt x="11718" y="0"/>
                </a:lnTo>
                <a:lnTo>
                  <a:pt x="11718" y="14"/>
                </a:lnTo>
                <a:lnTo>
                  <a:pt x="11692" y="14"/>
                </a:lnTo>
                <a:lnTo>
                  <a:pt x="11692" y="0"/>
                </a:lnTo>
                <a:moveTo>
                  <a:pt x="11744" y="0"/>
                </a:moveTo>
                <a:lnTo>
                  <a:pt x="11769" y="0"/>
                </a:lnTo>
                <a:lnTo>
                  <a:pt x="11769" y="14"/>
                </a:lnTo>
                <a:lnTo>
                  <a:pt x="11744" y="14"/>
                </a:lnTo>
                <a:lnTo>
                  <a:pt x="11744" y="0"/>
                </a:lnTo>
                <a:moveTo>
                  <a:pt x="11795" y="0"/>
                </a:moveTo>
                <a:lnTo>
                  <a:pt x="11807" y="0"/>
                </a:lnTo>
                <a:lnTo>
                  <a:pt x="11807" y="14"/>
                </a:lnTo>
                <a:lnTo>
                  <a:pt x="11795" y="14"/>
                </a:lnTo>
                <a:lnTo>
                  <a:pt x="1179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2953080" y="4136760"/>
            <a:ext cx="1399680" cy="7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69" spc="-1" strike="noStrike">
                <a:solidFill>
                  <a:srgbClr val="000000"/>
                </a:solidFill>
                <a:latin typeface="Calibri"/>
                <a:ea typeface="Calibri"/>
              </a:rPr>
              <a:t>conﬁrm: Appointment booked, Slot busy, Task in-progress</a:t>
            </a:r>
            <a:endParaRPr b="0" lang="en-AU" sz="46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903240" y="4426560"/>
            <a:ext cx="46440" cy="37440"/>
          </a:xfrm>
          <a:custGeom>
            <a:avLst/>
            <a:gdLst/>
            <a:ahLst/>
            <a:rect l="0" t="0" r="r" b="b"/>
            <a:pathLst>
              <a:path w="129" h="104">
                <a:moveTo>
                  <a:pt x="129" y="0"/>
                </a:moveTo>
                <a:lnTo>
                  <a:pt x="0" y="52"/>
                </a:lnTo>
                <a:lnTo>
                  <a:pt x="129" y="104"/>
                </a:lnTo>
                <a:lnTo>
                  <a:pt x="77" y="52"/>
                </a:lnTo>
                <a:lnTo>
                  <a:pt x="129" y="0"/>
                </a:lnTo>
                <a:close/>
              </a:path>
            </a:pathLst>
          </a:custGeom>
          <a:solidFill>
            <a:srgbClr val="001d34"/>
          </a:solidFill>
          <a:ln w="432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921600" y="4442760"/>
            <a:ext cx="1947960" cy="5040"/>
          </a:xfrm>
          <a:custGeom>
            <a:avLst/>
            <a:gdLst/>
            <a:ahLst/>
            <a:rect l="0" t="0" r="r" b="b"/>
            <a:pathLst>
              <a:path w="5411" h="14">
                <a:moveTo>
                  <a:pt x="0" y="0"/>
                </a:moveTo>
                <a:lnTo>
                  <a:pt x="26" y="0"/>
                </a:lnTo>
                <a:lnTo>
                  <a:pt x="26" y="14"/>
                </a:lnTo>
                <a:lnTo>
                  <a:pt x="0" y="14"/>
                </a:lnTo>
                <a:lnTo>
                  <a:pt x="0" y="0"/>
                </a:lnTo>
                <a:moveTo>
                  <a:pt x="52" y="0"/>
                </a:moveTo>
                <a:lnTo>
                  <a:pt x="77" y="0"/>
                </a:lnTo>
                <a:lnTo>
                  <a:pt x="77" y="14"/>
                </a:lnTo>
                <a:lnTo>
                  <a:pt x="52" y="14"/>
                </a:lnTo>
                <a:lnTo>
                  <a:pt x="52" y="0"/>
                </a:lnTo>
                <a:moveTo>
                  <a:pt x="103" y="0"/>
                </a:moveTo>
                <a:lnTo>
                  <a:pt x="128" y="0"/>
                </a:lnTo>
                <a:lnTo>
                  <a:pt x="128" y="14"/>
                </a:lnTo>
                <a:lnTo>
                  <a:pt x="103" y="14"/>
                </a:lnTo>
                <a:lnTo>
                  <a:pt x="103" y="0"/>
                </a:lnTo>
                <a:moveTo>
                  <a:pt x="155" y="0"/>
                </a:moveTo>
                <a:lnTo>
                  <a:pt x="181" y="0"/>
                </a:lnTo>
                <a:lnTo>
                  <a:pt x="181" y="14"/>
                </a:lnTo>
                <a:lnTo>
                  <a:pt x="155" y="14"/>
                </a:lnTo>
                <a:lnTo>
                  <a:pt x="155" y="0"/>
                </a:lnTo>
                <a:moveTo>
                  <a:pt x="206" y="0"/>
                </a:moveTo>
                <a:lnTo>
                  <a:pt x="232" y="0"/>
                </a:lnTo>
                <a:lnTo>
                  <a:pt x="232" y="14"/>
                </a:lnTo>
                <a:lnTo>
                  <a:pt x="206" y="14"/>
                </a:lnTo>
                <a:lnTo>
                  <a:pt x="206" y="0"/>
                </a:lnTo>
                <a:moveTo>
                  <a:pt x="258" y="0"/>
                </a:moveTo>
                <a:lnTo>
                  <a:pt x="283" y="0"/>
                </a:lnTo>
                <a:lnTo>
                  <a:pt x="283" y="14"/>
                </a:lnTo>
                <a:lnTo>
                  <a:pt x="258" y="14"/>
                </a:lnTo>
                <a:lnTo>
                  <a:pt x="258" y="0"/>
                </a:lnTo>
                <a:moveTo>
                  <a:pt x="309" y="0"/>
                </a:moveTo>
                <a:lnTo>
                  <a:pt x="335" y="0"/>
                </a:lnTo>
                <a:lnTo>
                  <a:pt x="335" y="14"/>
                </a:lnTo>
                <a:lnTo>
                  <a:pt x="309" y="14"/>
                </a:lnTo>
                <a:lnTo>
                  <a:pt x="309" y="0"/>
                </a:lnTo>
                <a:moveTo>
                  <a:pt x="360" y="0"/>
                </a:moveTo>
                <a:lnTo>
                  <a:pt x="386" y="0"/>
                </a:lnTo>
                <a:lnTo>
                  <a:pt x="386" y="14"/>
                </a:lnTo>
                <a:lnTo>
                  <a:pt x="360" y="14"/>
                </a:lnTo>
                <a:lnTo>
                  <a:pt x="360" y="0"/>
                </a:lnTo>
                <a:moveTo>
                  <a:pt x="411" y="0"/>
                </a:moveTo>
                <a:lnTo>
                  <a:pt x="437" y="0"/>
                </a:lnTo>
                <a:lnTo>
                  <a:pt x="437" y="14"/>
                </a:lnTo>
                <a:lnTo>
                  <a:pt x="411" y="14"/>
                </a:lnTo>
                <a:lnTo>
                  <a:pt x="411" y="0"/>
                </a:lnTo>
                <a:moveTo>
                  <a:pt x="463" y="0"/>
                </a:moveTo>
                <a:lnTo>
                  <a:pt x="488" y="0"/>
                </a:lnTo>
                <a:lnTo>
                  <a:pt x="488" y="14"/>
                </a:lnTo>
                <a:lnTo>
                  <a:pt x="463" y="14"/>
                </a:lnTo>
                <a:lnTo>
                  <a:pt x="463" y="0"/>
                </a:lnTo>
                <a:moveTo>
                  <a:pt x="514" y="0"/>
                </a:moveTo>
                <a:lnTo>
                  <a:pt x="540" y="0"/>
                </a:lnTo>
                <a:lnTo>
                  <a:pt x="540" y="14"/>
                </a:lnTo>
                <a:lnTo>
                  <a:pt x="514" y="14"/>
                </a:lnTo>
                <a:lnTo>
                  <a:pt x="514" y="0"/>
                </a:lnTo>
                <a:moveTo>
                  <a:pt x="565" y="0"/>
                </a:moveTo>
                <a:lnTo>
                  <a:pt x="591" y="0"/>
                </a:lnTo>
                <a:lnTo>
                  <a:pt x="591" y="14"/>
                </a:lnTo>
                <a:lnTo>
                  <a:pt x="565" y="14"/>
                </a:lnTo>
                <a:lnTo>
                  <a:pt x="565" y="0"/>
                </a:lnTo>
                <a:moveTo>
                  <a:pt x="617" y="0"/>
                </a:moveTo>
                <a:lnTo>
                  <a:pt x="642" y="0"/>
                </a:lnTo>
                <a:lnTo>
                  <a:pt x="642" y="14"/>
                </a:lnTo>
                <a:lnTo>
                  <a:pt x="617" y="14"/>
                </a:lnTo>
                <a:lnTo>
                  <a:pt x="617" y="0"/>
                </a:lnTo>
                <a:moveTo>
                  <a:pt x="668" y="0"/>
                </a:moveTo>
                <a:lnTo>
                  <a:pt x="694" y="0"/>
                </a:lnTo>
                <a:lnTo>
                  <a:pt x="694" y="14"/>
                </a:lnTo>
                <a:lnTo>
                  <a:pt x="668" y="14"/>
                </a:lnTo>
                <a:lnTo>
                  <a:pt x="668" y="0"/>
                </a:lnTo>
                <a:moveTo>
                  <a:pt x="719" y="0"/>
                </a:moveTo>
                <a:lnTo>
                  <a:pt x="745" y="0"/>
                </a:lnTo>
                <a:lnTo>
                  <a:pt x="745" y="14"/>
                </a:lnTo>
                <a:lnTo>
                  <a:pt x="719" y="14"/>
                </a:lnTo>
                <a:lnTo>
                  <a:pt x="719" y="0"/>
                </a:lnTo>
                <a:moveTo>
                  <a:pt x="770" y="0"/>
                </a:moveTo>
                <a:lnTo>
                  <a:pt x="796" y="0"/>
                </a:lnTo>
                <a:lnTo>
                  <a:pt x="796" y="14"/>
                </a:lnTo>
                <a:lnTo>
                  <a:pt x="770" y="14"/>
                </a:lnTo>
                <a:lnTo>
                  <a:pt x="770" y="0"/>
                </a:lnTo>
                <a:moveTo>
                  <a:pt x="822" y="0"/>
                </a:moveTo>
                <a:lnTo>
                  <a:pt x="847" y="0"/>
                </a:lnTo>
                <a:lnTo>
                  <a:pt x="847" y="14"/>
                </a:lnTo>
                <a:lnTo>
                  <a:pt x="822" y="14"/>
                </a:lnTo>
                <a:lnTo>
                  <a:pt x="822" y="0"/>
                </a:lnTo>
                <a:moveTo>
                  <a:pt x="873" y="0"/>
                </a:moveTo>
                <a:lnTo>
                  <a:pt x="899" y="0"/>
                </a:lnTo>
                <a:lnTo>
                  <a:pt x="899" y="14"/>
                </a:lnTo>
                <a:lnTo>
                  <a:pt x="873" y="14"/>
                </a:lnTo>
                <a:lnTo>
                  <a:pt x="873" y="0"/>
                </a:lnTo>
                <a:moveTo>
                  <a:pt x="924" y="0"/>
                </a:moveTo>
                <a:lnTo>
                  <a:pt x="950" y="0"/>
                </a:lnTo>
                <a:lnTo>
                  <a:pt x="950" y="14"/>
                </a:lnTo>
                <a:lnTo>
                  <a:pt x="924" y="14"/>
                </a:lnTo>
                <a:lnTo>
                  <a:pt x="924" y="0"/>
                </a:lnTo>
                <a:moveTo>
                  <a:pt x="976" y="0"/>
                </a:moveTo>
                <a:lnTo>
                  <a:pt x="1001" y="0"/>
                </a:lnTo>
                <a:lnTo>
                  <a:pt x="1001" y="14"/>
                </a:lnTo>
                <a:lnTo>
                  <a:pt x="976" y="14"/>
                </a:lnTo>
                <a:lnTo>
                  <a:pt x="976" y="0"/>
                </a:lnTo>
                <a:moveTo>
                  <a:pt x="1027" y="0"/>
                </a:moveTo>
                <a:lnTo>
                  <a:pt x="1052" y="0"/>
                </a:lnTo>
                <a:lnTo>
                  <a:pt x="1052" y="14"/>
                </a:lnTo>
                <a:lnTo>
                  <a:pt x="1027" y="14"/>
                </a:lnTo>
                <a:lnTo>
                  <a:pt x="1027" y="0"/>
                </a:lnTo>
                <a:moveTo>
                  <a:pt x="1078" y="0"/>
                </a:moveTo>
                <a:lnTo>
                  <a:pt x="1104" y="0"/>
                </a:lnTo>
                <a:lnTo>
                  <a:pt x="1104" y="14"/>
                </a:lnTo>
                <a:lnTo>
                  <a:pt x="1078" y="14"/>
                </a:lnTo>
                <a:lnTo>
                  <a:pt x="1078" y="0"/>
                </a:lnTo>
                <a:moveTo>
                  <a:pt x="1129" y="0"/>
                </a:moveTo>
                <a:lnTo>
                  <a:pt x="1155" y="0"/>
                </a:lnTo>
                <a:lnTo>
                  <a:pt x="1155" y="14"/>
                </a:lnTo>
                <a:lnTo>
                  <a:pt x="1129" y="14"/>
                </a:lnTo>
                <a:lnTo>
                  <a:pt x="1129" y="0"/>
                </a:lnTo>
                <a:moveTo>
                  <a:pt x="1181" y="0"/>
                </a:moveTo>
                <a:lnTo>
                  <a:pt x="1206" y="0"/>
                </a:lnTo>
                <a:lnTo>
                  <a:pt x="1206" y="14"/>
                </a:lnTo>
                <a:lnTo>
                  <a:pt x="1181" y="14"/>
                </a:lnTo>
                <a:lnTo>
                  <a:pt x="1181" y="0"/>
                </a:lnTo>
                <a:moveTo>
                  <a:pt x="1232" y="0"/>
                </a:moveTo>
                <a:lnTo>
                  <a:pt x="1258" y="0"/>
                </a:lnTo>
                <a:lnTo>
                  <a:pt x="1258" y="14"/>
                </a:lnTo>
                <a:lnTo>
                  <a:pt x="1232" y="14"/>
                </a:lnTo>
                <a:lnTo>
                  <a:pt x="1232" y="0"/>
                </a:lnTo>
                <a:moveTo>
                  <a:pt x="1283" y="0"/>
                </a:moveTo>
                <a:lnTo>
                  <a:pt x="1309" y="0"/>
                </a:lnTo>
                <a:lnTo>
                  <a:pt x="1309" y="14"/>
                </a:lnTo>
                <a:lnTo>
                  <a:pt x="1283" y="14"/>
                </a:lnTo>
                <a:lnTo>
                  <a:pt x="1283" y="0"/>
                </a:lnTo>
                <a:moveTo>
                  <a:pt x="1334" y="0"/>
                </a:moveTo>
                <a:lnTo>
                  <a:pt x="1360" y="0"/>
                </a:lnTo>
                <a:lnTo>
                  <a:pt x="1360" y="14"/>
                </a:lnTo>
                <a:lnTo>
                  <a:pt x="1334" y="14"/>
                </a:lnTo>
                <a:lnTo>
                  <a:pt x="1334" y="0"/>
                </a:lnTo>
                <a:moveTo>
                  <a:pt x="1386" y="0"/>
                </a:moveTo>
                <a:lnTo>
                  <a:pt x="1411" y="0"/>
                </a:lnTo>
                <a:lnTo>
                  <a:pt x="1411" y="14"/>
                </a:lnTo>
                <a:lnTo>
                  <a:pt x="1386" y="14"/>
                </a:lnTo>
                <a:lnTo>
                  <a:pt x="1386" y="0"/>
                </a:lnTo>
                <a:moveTo>
                  <a:pt x="1437" y="0"/>
                </a:moveTo>
                <a:lnTo>
                  <a:pt x="1463" y="0"/>
                </a:lnTo>
                <a:lnTo>
                  <a:pt x="1463" y="14"/>
                </a:lnTo>
                <a:lnTo>
                  <a:pt x="1437" y="14"/>
                </a:lnTo>
                <a:lnTo>
                  <a:pt x="1437" y="0"/>
                </a:lnTo>
                <a:moveTo>
                  <a:pt x="1488" y="0"/>
                </a:moveTo>
                <a:lnTo>
                  <a:pt x="1514" y="0"/>
                </a:lnTo>
                <a:lnTo>
                  <a:pt x="1514" y="14"/>
                </a:lnTo>
                <a:lnTo>
                  <a:pt x="1488" y="14"/>
                </a:lnTo>
                <a:lnTo>
                  <a:pt x="1488" y="0"/>
                </a:lnTo>
                <a:moveTo>
                  <a:pt x="1540" y="0"/>
                </a:moveTo>
                <a:lnTo>
                  <a:pt x="1565" y="0"/>
                </a:lnTo>
                <a:lnTo>
                  <a:pt x="1565" y="14"/>
                </a:lnTo>
                <a:lnTo>
                  <a:pt x="1540" y="14"/>
                </a:lnTo>
                <a:lnTo>
                  <a:pt x="1540" y="0"/>
                </a:lnTo>
                <a:moveTo>
                  <a:pt x="1591" y="0"/>
                </a:moveTo>
                <a:lnTo>
                  <a:pt x="1617" y="0"/>
                </a:lnTo>
                <a:lnTo>
                  <a:pt x="1617" y="14"/>
                </a:lnTo>
                <a:lnTo>
                  <a:pt x="1591" y="14"/>
                </a:lnTo>
                <a:lnTo>
                  <a:pt x="1591" y="0"/>
                </a:lnTo>
                <a:moveTo>
                  <a:pt x="1642" y="0"/>
                </a:moveTo>
                <a:lnTo>
                  <a:pt x="1668" y="0"/>
                </a:lnTo>
                <a:lnTo>
                  <a:pt x="1668" y="14"/>
                </a:lnTo>
                <a:lnTo>
                  <a:pt x="1642" y="14"/>
                </a:lnTo>
                <a:lnTo>
                  <a:pt x="1642" y="0"/>
                </a:lnTo>
                <a:moveTo>
                  <a:pt x="1693" y="0"/>
                </a:moveTo>
                <a:lnTo>
                  <a:pt x="1719" y="0"/>
                </a:lnTo>
                <a:lnTo>
                  <a:pt x="1719" y="14"/>
                </a:lnTo>
                <a:lnTo>
                  <a:pt x="1693" y="14"/>
                </a:lnTo>
                <a:lnTo>
                  <a:pt x="1693" y="0"/>
                </a:lnTo>
                <a:moveTo>
                  <a:pt x="1745" y="0"/>
                </a:moveTo>
                <a:lnTo>
                  <a:pt x="1770" y="0"/>
                </a:lnTo>
                <a:lnTo>
                  <a:pt x="1770" y="14"/>
                </a:lnTo>
                <a:lnTo>
                  <a:pt x="1745" y="14"/>
                </a:lnTo>
                <a:lnTo>
                  <a:pt x="1745" y="0"/>
                </a:lnTo>
                <a:moveTo>
                  <a:pt x="1796" y="0"/>
                </a:moveTo>
                <a:lnTo>
                  <a:pt x="1822" y="0"/>
                </a:lnTo>
                <a:lnTo>
                  <a:pt x="1822" y="14"/>
                </a:lnTo>
                <a:lnTo>
                  <a:pt x="1796" y="14"/>
                </a:lnTo>
                <a:lnTo>
                  <a:pt x="1796" y="0"/>
                </a:lnTo>
                <a:moveTo>
                  <a:pt x="1847" y="0"/>
                </a:moveTo>
                <a:lnTo>
                  <a:pt x="1873" y="0"/>
                </a:lnTo>
                <a:lnTo>
                  <a:pt x="1873" y="14"/>
                </a:lnTo>
                <a:lnTo>
                  <a:pt x="1847" y="14"/>
                </a:lnTo>
                <a:lnTo>
                  <a:pt x="1847" y="0"/>
                </a:lnTo>
                <a:moveTo>
                  <a:pt x="1899" y="0"/>
                </a:moveTo>
                <a:lnTo>
                  <a:pt x="1924" y="0"/>
                </a:lnTo>
                <a:lnTo>
                  <a:pt x="1924" y="14"/>
                </a:lnTo>
                <a:lnTo>
                  <a:pt x="1899" y="14"/>
                </a:lnTo>
                <a:lnTo>
                  <a:pt x="1899" y="0"/>
                </a:lnTo>
                <a:moveTo>
                  <a:pt x="1950" y="0"/>
                </a:moveTo>
                <a:lnTo>
                  <a:pt x="1975" y="0"/>
                </a:lnTo>
                <a:lnTo>
                  <a:pt x="1975" y="14"/>
                </a:lnTo>
                <a:lnTo>
                  <a:pt x="1950" y="14"/>
                </a:lnTo>
                <a:lnTo>
                  <a:pt x="1950" y="0"/>
                </a:lnTo>
                <a:moveTo>
                  <a:pt x="2001" y="0"/>
                </a:moveTo>
                <a:lnTo>
                  <a:pt x="2027" y="0"/>
                </a:lnTo>
                <a:lnTo>
                  <a:pt x="2027" y="14"/>
                </a:lnTo>
                <a:lnTo>
                  <a:pt x="2001" y="14"/>
                </a:lnTo>
                <a:lnTo>
                  <a:pt x="2001" y="0"/>
                </a:lnTo>
                <a:moveTo>
                  <a:pt x="2052" y="0"/>
                </a:moveTo>
                <a:lnTo>
                  <a:pt x="2078" y="0"/>
                </a:lnTo>
                <a:lnTo>
                  <a:pt x="2078" y="14"/>
                </a:lnTo>
                <a:lnTo>
                  <a:pt x="2052" y="14"/>
                </a:lnTo>
                <a:lnTo>
                  <a:pt x="2052" y="0"/>
                </a:lnTo>
                <a:moveTo>
                  <a:pt x="2104" y="0"/>
                </a:moveTo>
                <a:lnTo>
                  <a:pt x="2129" y="0"/>
                </a:lnTo>
                <a:lnTo>
                  <a:pt x="2129" y="14"/>
                </a:lnTo>
                <a:lnTo>
                  <a:pt x="2104" y="14"/>
                </a:lnTo>
                <a:lnTo>
                  <a:pt x="2104" y="0"/>
                </a:lnTo>
                <a:moveTo>
                  <a:pt x="2155" y="0"/>
                </a:moveTo>
                <a:lnTo>
                  <a:pt x="2181" y="0"/>
                </a:lnTo>
                <a:lnTo>
                  <a:pt x="2181" y="14"/>
                </a:lnTo>
                <a:lnTo>
                  <a:pt x="2155" y="14"/>
                </a:lnTo>
                <a:lnTo>
                  <a:pt x="2155" y="0"/>
                </a:lnTo>
                <a:moveTo>
                  <a:pt x="2206" y="0"/>
                </a:moveTo>
                <a:lnTo>
                  <a:pt x="2232" y="0"/>
                </a:lnTo>
                <a:lnTo>
                  <a:pt x="2232" y="14"/>
                </a:lnTo>
                <a:lnTo>
                  <a:pt x="2206" y="14"/>
                </a:lnTo>
                <a:lnTo>
                  <a:pt x="2206" y="0"/>
                </a:lnTo>
                <a:moveTo>
                  <a:pt x="2258" y="0"/>
                </a:moveTo>
                <a:lnTo>
                  <a:pt x="2283" y="0"/>
                </a:lnTo>
                <a:lnTo>
                  <a:pt x="2283" y="14"/>
                </a:lnTo>
                <a:lnTo>
                  <a:pt x="2258" y="14"/>
                </a:lnTo>
                <a:lnTo>
                  <a:pt x="2258" y="0"/>
                </a:lnTo>
                <a:moveTo>
                  <a:pt x="2309" y="0"/>
                </a:moveTo>
                <a:lnTo>
                  <a:pt x="2334" y="0"/>
                </a:lnTo>
                <a:lnTo>
                  <a:pt x="2334" y="14"/>
                </a:lnTo>
                <a:lnTo>
                  <a:pt x="2309" y="14"/>
                </a:lnTo>
                <a:lnTo>
                  <a:pt x="2309" y="0"/>
                </a:lnTo>
                <a:moveTo>
                  <a:pt x="2360" y="0"/>
                </a:moveTo>
                <a:lnTo>
                  <a:pt x="2386" y="0"/>
                </a:lnTo>
                <a:lnTo>
                  <a:pt x="2386" y="14"/>
                </a:lnTo>
                <a:lnTo>
                  <a:pt x="2360" y="14"/>
                </a:lnTo>
                <a:lnTo>
                  <a:pt x="2360" y="0"/>
                </a:lnTo>
                <a:moveTo>
                  <a:pt x="2411" y="0"/>
                </a:moveTo>
                <a:lnTo>
                  <a:pt x="2437" y="0"/>
                </a:lnTo>
                <a:lnTo>
                  <a:pt x="2437" y="14"/>
                </a:lnTo>
                <a:lnTo>
                  <a:pt x="2411" y="14"/>
                </a:lnTo>
                <a:lnTo>
                  <a:pt x="2411" y="0"/>
                </a:lnTo>
                <a:moveTo>
                  <a:pt x="2463" y="0"/>
                </a:moveTo>
                <a:lnTo>
                  <a:pt x="2488" y="0"/>
                </a:lnTo>
                <a:lnTo>
                  <a:pt x="2488" y="14"/>
                </a:lnTo>
                <a:lnTo>
                  <a:pt x="2463" y="14"/>
                </a:lnTo>
                <a:lnTo>
                  <a:pt x="2463" y="0"/>
                </a:lnTo>
                <a:moveTo>
                  <a:pt x="2514" y="0"/>
                </a:moveTo>
                <a:lnTo>
                  <a:pt x="2540" y="0"/>
                </a:lnTo>
                <a:lnTo>
                  <a:pt x="2540" y="14"/>
                </a:lnTo>
                <a:lnTo>
                  <a:pt x="2514" y="14"/>
                </a:lnTo>
                <a:lnTo>
                  <a:pt x="2514" y="0"/>
                </a:lnTo>
                <a:moveTo>
                  <a:pt x="2565" y="0"/>
                </a:moveTo>
                <a:lnTo>
                  <a:pt x="2591" y="0"/>
                </a:lnTo>
                <a:lnTo>
                  <a:pt x="2591" y="14"/>
                </a:lnTo>
                <a:lnTo>
                  <a:pt x="2565" y="14"/>
                </a:lnTo>
                <a:lnTo>
                  <a:pt x="2565" y="0"/>
                </a:lnTo>
                <a:moveTo>
                  <a:pt x="2616" y="0"/>
                </a:moveTo>
                <a:lnTo>
                  <a:pt x="2642" y="0"/>
                </a:lnTo>
                <a:lnTo>
                  <a:pt x="2642" y="14"/>
                </a:lnTo>
                <a:lnTo>
                  <a:pt x="2616" y="14"/>
                </a:lnTo>
                <a:lnTo>
                  <a:pt x="2616" y="0"/>
                </a:lnTo>
                <a:moveTo>
                  <a:pt x="2668" y="0"/>
                </a:moveTo>
                <a:lnTo>
                  <a:pt x="2693" y="0"/>
                </a:lnTo>
                <a:lnTo>
                  <a:pt x="2693" y="14"/>
                </a:lnTo>
                <a:lnTo>
                  <a:pt x="2668" y="14"/>
                </a:lnTo>
                <a:lnTo>
                  <a:pt x="2668" y="0"/>
                </a:lnTo>
                <a:moveTo>
                  <a:pt x="2719" y="0"/>
                </a:moveTo>
                <a:lnTo>
                  <a:pt x="2745" y="0"/>
                </a:lnTo>
                <a:lnTo>
                  <a:pt x="2745" y="14"/>
                </a:lnTo>
                <a:lnTo>
                  <a:pt x="2719" y="14"/>
                </a:lnTo>
                <a:lnTo>
                  <a:pt x="2719" y="0"/>
                </a:lnTo>
                <a:moveTo>
                  <a:pt x="2770" y="0"/>
                </a:moveTo>
                <a:lnTo>
                  <a:pt x="2796" y="0"/>
                </a:lnTo>
                <a:lnTo>
                  <a:pt x="2796" y="14"/>
                </a:lnTo>
                <a:lnTo>
                  <a:pt x="2770" y="14"/>
                </a:lnTo>
                <a:lnTo>
                  <a:pt x="2770" y="0"/>
                </a:lnTo>
                <a:moveTo>
                  <a:pt x="2822" y="0"/>
                </a:moveTo>
                <a:lnTo>
                  <a:pt x="2847" y="0"/>
                </a:lnTo>
                <a:lnTo>
                  <a:pt x="2847" y="14"/>
                </a:lnTo>
                <a:lnTo>
                  <a:pt x="2822" y="14"/>
                </a:lnTo>
                <a:lnTo>
                  <a:pt x="2822" y="0"/>
                </a:lnTo>
                <a:moveTo>
                  <a:pt x="2873" y="0"/>
                </a:moveTo>
                <a:lnTo>
                  <a:pt x="2899" y="0"/>
                </a:lnTo>
                <a:lnTo>
                  <a:pt x="2899" y="14"/>
                </a:lnTo>
                <a:lnTo>
                  <a:pt x="2873" y="14"/>
                </a:lnTo>
                <a:lnTo>
                  <a:pt x="2873" y="0"/>
                </a:lnTo>
                <a:moveTo>
                  <a:pt x="2924" y="0"/>
                </a:moveTo>
                <a:lnTo>
                  <a:pt x="2950" y="0"/>
                </a:lnTo>
                <a:lnTo>
                  <a:pt x="2950" y="14"/>
                </a:lnTo>
                <a:lnTo>
                  <a:pt x="2924" y="14"/>
                </a:lnTo>
                <a:lnTo>
                  <a:pt x="2924" y="0"/>
                </a:lnTo>
                <a:moveTo>
                  <a:pt x="2975" y="0"/>
                </a:moveTo>
                <a:lnTo>
                  <a:pt x="3001" y="0"/>
                </a:lnTo>
                <a:lnTo>
                  <a:pt x="3001" y="14"/>
                </a:lnTo>
                <a:lnTo>
                  <a:pt x="2975" y="14"/>
                </a:lnTo>
                <a:lnTo>
                  <a:pt x="2975" y="0"/>
                </a:lnTo>
                <a:moveTo>
                  <a:pt x="3027" y="0"/>
                </a:moveTo>
                <a:lnTo>
                  <a:pt x="3052" y="0"/>
                </a:lnTo>
                <a:lnTo>
                  <a:pt x="3052" y="14"/>
                </a:lnTo>
                <a:lnTo>
                  <a:pt x="3027" y="14"/>
                </a:lnTo>
                <a:lnTo>
                  <a:pt x="3027" y="0"/>
                </a:lnTo>
                <a:moveTo>
                  <a:pt x="3078" y="0"/>
                </a:moveTo>
                <a:lnTo>
                  <a:pt x="3104" y="0"/>
                </a:lnTo>
                <a:lnTo>
                  <a:pt x="3104" y="14"/>
                </a:lnTo>
                <a:lnTo>
                  <a:pt x="3078" y="14"/>
                </a:lnTo>
                <a:lnTo>
                  <a:pt x="3078" y="0"/>
                </a:lnTo>
                <a:moveTo>
                  <a:pt x="3129" y="0"/>
                </a:moveTo>
                <a:lnTo>
                  <a:pt x="3155" y="0"/>
                </a:lnTo>
                <a:lnTo>
                  <a:pt x="3155" y="14"/>
                </a:lnTo>
                <a:lnTo>
                  <a:pt x="3129" y="14"/>
                </a:lnTo>
                <a:lnTo>
                  <a:pt x="3129" y="0"/>
                </a:lnTo>
                <a:moveTo>
                  <a:pt x="3181" y="0"/>
                </a:moveTo>
                <a:lnTo>
                  <a:pt x="3206" y="0"/>
                </a:lnTo>
                <a:lnTo>
                  <a:pt x="3206" y="14"/>
                </a:lnTo>
                <a:lnTo>
                  <a:pt x="3181" y="14"/>
                </a:lnTo>
                <a:lnTo>
                  <a:pt x="3181" y="0"/>
                </a:lnTo>
                <a:moveTo>
                  <a:pt x="3232" y="0"/>
                </a:moveTo>
                <a:lnTo>
                  <a:pt x="3257" y="0"/>
                </a:lnTo>
                <a:lnTo>
                  <a:pt x="3257" y="14"/>
                </a:lnTo>
                <a:lnTo>
                  <a:pt x="3232" y="14"/>
                </a:lnTo>
                <a:lnTo>
                  <a:pt x="3232" y="0"/>
                </a:lnTo>
                <a:moveTo>
                  <a:pt x="3283" y="0"/>
                </a:moveTo>
                <a:lnTo>
                  <a:pt x="3309" y="0"/>
                </a:lnTo>
                <a:lnTo>
                  <a:pt x="3309" y="14"/>
                </a:lnTo>
                <a:lnTo>
                  <a:pt x="3283" y="14"/>
                </a:lnTo>
                <a:lnTo>
                  <a:pt x="3283" y="0"/>
                </a:lnTo>
                <a:moveTo>
                  <a:pt x="3334" y="0"/>
                </a:moveTo>
                <a:lnTo>
                  <a:pt x="3360" y="0"/>
                </a:lnTo>
                <a:lnTo>
                  <a:pt x="3360" y="14"/>
                </a:lnTo>
                <a:lnTo>
                  <a:pt x="3334" y="14"/>
                </a:lnTo>
                <a:lnTo>
                  <a:pt x="3334" y="0"/>
                </a:lnTo>
                <a:moveTo>
                  <a:pt x="3386" y="0"/>
                </a:moveTo>
                <a:lnTo>
                  <a:pt x="3411" y="0"/>
                </a:lnTo>
                <a:lnTo>
                  <a:pt x="3411" y="14"/>
                </a:lnTo>
                <a:lnTo>
                  <a:pt x="3386" y="14"/>
                </a:lnTo>
                <a:lnTo>
                  <a:pt x="3386" y="0"/>
                </a:lnTo>
                <a:moveTo>
                  <a:pt x="3437" y="0"/>
                </a:moveTo>
                <a:lnTo>
                  <a:pt x="3463" y="0"/>
                </a:lnTo>
                <a:lnTo>
                  <a:pt x="3463" y="14"/>
                </a:lnTo>
                <a:lnTo>
                  <a:pt x="3437" y="14"/>
                </a:lnTo>
                <a:lnTo>
                  <a:pt x="3437" y="0"/>
                </a:lnTo>
                <a:moveTo>
                  <a:pt x="3488" y="0"/>
                </a:moveTo>
                <a:lnTo>
                  <a:pt x="3514" y="0"/>
                </a:lnTo>
                <a:lnTo>
                  <a:pt x="3514" y="14"/>
                </a:lnTo>
                <a:lnTo>
                  <a:pt x="3488" y="14"/>
                </a:lnTo>
                <a:lnTo>
                  <a:pt x="3488" y="0"/>
                </a:lnTo>
                <a:moveTo>
                  <a:pt x="3539" y="0"/>
                </a:moveTo>
                <a:lnTo>
                  <a:pt x="3565" y="0"/>
                </a:lnTo>
                <a:lnTo>
                  <a:pt x="3565" y="14"/>
                </a:lnTo>
                <a:lnTo>
                  <a:pt x="3539" y="14"/>
                </a:lnTo>
                <a:lnTo>
                  <a:pt x="3539" y="0"/>
                </a:lnTo>
                <a:moveTo>
                  <a:pt x="3591" y="0"/>
                </a:moveTo>
                <a:lnTo>
                  <a:pt x="3616" y="0"/>
                </a:lnTo>
                <a:lnTo>
                  <a:pt x="3616" y="14"/>
                </a:lnTo>
                <a:lnTo>
                  <a:pt x="3591" y="14"/>
                </a:lnTo>
                <a:lnTo>
                  <a:pt x="3591" y="0"/>
                </a:lnTo>
                <a:moveTo>
                  <a:pt x="3642" y="0"/>
                </a:moveTo>
                <a:lnTo>
                  <a:pt x="3668" y="0"/>
                </a:lnTo>
                <a:lnTo>
                  <a:pt x="3668" y="14"/>
                </a:lnTo>
                <a:lnTo>
                  <a:pt x="3642" y="14"/>
                </a:lnTo>
                <a:lnTo>
                  <a:pt x="3642" y="0"/>
                </a:lnTo>
                <a:moveTo>
                  <a:pt x="3693" y="0"/>
                </a:moveTo>
                <a:lnTo>
                  <a:pt x="3719" y="0"/>
                </a:lnTo>
                <a:lnTo>
                  <a:pt x="3719" y="14"/>
                </a:lnTo>
                <a:lnTo>
                  <a:pt x="3693" y="14"/>
                </a:lnTo>
                <a:lnTo>
                  <a:pt x="3693" y="0"/>
                </a:lnTo>
                <a:moveTo>
                  <a:pt x="3745" y="0"/>
                </a:moveTo>
                <a:lnTo>
                  <a:pt x="3770" y="0"/>
                </a:lnTo>
                <a:lnTo>
                  <a:pt x="3770" y="14"/>
                </a:lnTo>
                <a:lnTo>
                  <a:pt x="3745" y="14"/>
                </a:lnTo>
                <a:lnTo>
                  <a:pt x="3745" y="0"/>
                </a:lnTo>
                <a:moveTo>
                  <a:pt x="3796" y="0"/>
                </a:moveTo>
                <a:lnTo>
                  <a:pt x="3822" y="0"/>
                </a:lnTo>
                <a:lnTo>
                  <a:pt x="3822" y="14"/>
                </a:lnTo>
                <a:lnTo>
                  <a:pt x="3796" y="14"/>
                </a:lnTo>
                <a:lnTo>
                  <a:pt x="3796" y="0"/>
                </a:lnTo>
                <a:moveTo>
                  <a:pt x="3847" y="0"/>
                </a:moveTo>
                <a:lnTo>
                  <a:pt x="3873" y="0"/>
                </a:lnTo>
                <a:lnTo>
                  <a:pt x="3873" y="14"/>
                </a:lnTo>
                <a:lnTo>
                  <a:pt x="3847" y="14"/>
                </a:lnTo>
                <a:lnTo>
                  <a:pt x="3847" y="0"/>
                </a:lnTo>
                <a:moveTo>
                  <a:pt x="3898" y="0"/>
                </a:moveTo>
                <a:lnTo>
                  <a:pt x="3924" y="0"/>
                </a:lnTo>
                <a:lnTo>
                  <a:pt x="3924" y="14"/>
                </a:lnTo>
                <a:lnTo>
                  <a:pt x="3898" y="14"/>
                </a:lnTo>
                <a:lnTo>
                  <a:pt x="3898" y="0"/>
                </a:lnTo>
                <a:moveTo>
                  <a:pt x="3950" y="0"/>
                </a:moveTo>
                <a:lnTo>
                  <a:pt x="3975" y="0"/>
                </a:lnTo>
                <a:lnTo>
                  <a:pt x="3975" y="14"/>
                </a:lnTo>
                <a:lnTo>
                  <a:pt x="3950" y="14"/>
                </a:lnTo>
                <a:lnTo>
                  <a:pt x="3950" y="0"/>
                </a:lnTo>
                <a:moveTo>
                  <a:pt x="4001" y="0"/>
                </a:moveTo>
                <a:lnTo>
                  <a:pt x="4027" y="0"/>
                </a:lnTo>
                <a:lnTo>
                  <a:pt x="4027" y="14"/>
                </a:lnTo>
                <a:lnTo>
                  <a:pt x="4001" y="14"/>
                </a:lnTo>
                <a:lnTo>
                  <a:pt x="4001" y="0"/>
                </a:lnTo>
                <a:moveTo>
                  <a:pt x="4052" y="0"/>
                </a:moveTo>
                <a:lnTo>
                  <a:pt x="4078" y="0"/>
                </a:lnTo>
                <a:lnTo>
                  <a:pt x="4078" y="14"/>
                </a:lnTo>
                <a:lnTo>
                  <a:pt x="4052" y="14"/>
                </a:lnTo>
                <a:lnTo>
                  <a:pt x="4052" y="0"/>
                </a:lnTo>
                <a:moveTo>
                  <a:pt x="4104" y="0"/>
                </a:moveTo>
                <a:lnTo>
                  <a:pt x="4129" y="0"/>
                </a:lnTo>
                <a:lnTo>
                  <a:pt x="4129" y="14"/>
                </a:lnTo>
                <a:lnTo>
                  <a:pt x="4104" y="14"/>
                </a:lnTo>
                <a:lnTo>
                  <a:pt x="4104" y="0"/>
                </a:lnTo>
                <a:moveTo>
                  <a:pt x="4155" y="0"/>
                </a:moveTo>
                <a:lnTo>
                  <a:pt x="4180" y="0"/>
                </a:lnTo>
                <a:lnTo>
                  <a:pt x="4180" y="14"/>
                </a:lnTo>
                <a:lnTo>
                  <a:pt x="4155" y="14"/>
                </a:lnTo>
                <a:lnTo>
                  <a:pt x="4155" y="0"/>
                </a:lnTo>
                <a:moveTo>
                  <a:pt x="4206" y="0"/>
                </a:moveTo>
                <a:lnTo>
                  <a:pt x="4232" y="0"/>
                </a:lnTo>
                <a:lnTo>
                  <a:pt x="4232" y="14"/>
                </a:lnTo>
                <a:lnTo>
                  <a:pt x="4206" y="14"/>
                </a:lnTo>
                <a:lnTo>
                  <a:pt x="4206" y="0"/>
                </a:lnTo>
                <a:moveTo>
                  <a:pt x="4257" y="0"/>
                </a:moveTo>
                <a:lnTo>
                  <a:pt x="4283" y="0"/>
                </a:lnTo>
                <a:lnTo>
                  <a:pt x="4283" y="14"/>
                </a:lnTo>
                <a:lnTo>
                  <a:pt x="4257" y="14"/>
                </a:lnTo>
                <a:lnTo>
                  <a:pt x="4257" y="0"/>
                </a:lnTo>
                <a:moveTo>
                  <a:pt x="4309" y="0"/>
                </a:moveTo>
                <a:lnTo>
                  <a:pt x="4334" y="0"/>
                </a:lnTo>
                <a:lnTo>
                  <a:pt x="4334" y="14"/>
                </a:lnTo>
                <a:lnTo>
                  <a:pt x="4309" y="14"/>
                </a:lnTo>
                <a:lnTo>
                  <a:pt x="4309" y="0"/>
                </a:lnTo>
                <a:moveTo>
                  <a:pt x="4360" y="0"/>
                </a:moveTo>
                <a:lnTo>
                  <a:pt x="4386" y="0"/>
                </a:lnTo>
                <a:lnTo>
                  <a:pt x="4386" y="14"/>
                </a:lnTo>
                <a:lnTo>
                  <a:pt x="4360" y="14"/>
                </a:lnTo>
                <a:lnTo>
                  <a:pt x="4360" y="0"/>
                </a:lnTo>
                <a:moveTo>
                  <a:pt x="4411" y="0"/>
                </a:moveTo>
                <a:lnTo>
                  <a:pt x="4437" y="0"/>
                </a:lnTo>
                <a:lnTo>
                  <a:pt x="4437" y="14"/>
                </a:lnTo>
                <a:lnTo>
                  <a:pt x="4411" y="14"/>
                </a:lnTo>
                <a:lnTo>
                  <a:pt x="4411" y="0"/>
                </a:lnTo>
                <a:moveTo>
                  <a:pt x="4463" y="0"/>
                </a:moveTo>
                <a:lnTo>
                  <a:pt x="4488" y="0"/>
                </a:lnTo>
                <a:lnTo>
                  <a:pt x="4488" y="14"/>
                </a:lnTo>
                <a:lnTo>
                  <a:pt x="4463" y="14"/>
                </a:lnTo>
                <a:lnTo>
                  <a:pt x="4463" y="0"/>
                </a:lnTo>
                <a:moveTo>
                  <a:pt x="4514" y="0"/>
                </a:moveTo>
                <a:lnTo>
                  <a:pt x="4539" y="0"/>
                </a:lnTo>
                <a:lnTo>
                  <a:pt x="4539" y="14"/>
                </a:lnTo>
                <a:lnTo>
                  <a:pt x="4514" y="14"/>
                </a:lnTo>
                <a:lnTo>
                  <a:pt x="4514" y="0"/>
                </a:lnTo>
                <a:moveTo>
                  <a:pt x="4565" y="0"/>
                </a:moveTo>
                <a:lnTo>
                  <a:pt x="4591" y="0"/>
                </a:lnTo>
                <a:lnTo>
                  <a:pt x="4591" y="14"/>
                </a:lnTo>
                <a:lnTo>
                  <a:pt x="4565" y="14"/>
                </a:lnTo>
                <a:lnTo>
                  <a:pt x="4565" y="0"/>
                </a:lnTo>
                <a:moveTo>
                  <a:pt x="4616" y="0"/>
                </a:moveTo>
                <a:lnTo>
                  <a:pt x="4642" y="0"/>
                </a:lnTo>
                <a:lnTo>
                  <a:pt x="4642" y="14"/>
                </a:lnTo>
                <a:lnTo>
                  <a:pt x="4616" y="14"/>
                </a:lnTo>
                <a:lnTo>
                  <a:pt x="4616" y="0"/>
                </a:lnTo>
                <a:moveTo>
                  <a:pt x="4668" y="0"/>
                </a:moveTo>
                <a:lnTo>
                  <a:pt x="4693" y="0"/>
                </a:lnTo>
                <a:lnTo>
                  <a:pt x="4693" y="14"/>
                </a:lnTo>
                <a:lnTo>
                  <a:pt x="4668" y="14"/>
                </a:lnTo>
                <a:lnTo>
                  <a:pt x="4668" y="0"/>
                </a:lnTo>
                <a:moveTo>
                  <a:pt x="4719" y="0"/>
                </a:moveTo>
                <a:lnTo>
                  <a:pt x="4745" y="0"/>
                </a:lnTo>
                <a:lnTo>
                  <a:pt x="4745" y="14"/>
                </a:lnTo>
                <a:lnTo>
                  <a:pt x="4719" y="14"/>
                </a:lnTo>
                <a:lnTo>
                  <a:pt x="4719" y="0"/>
                </a:lnTo>
                <a:moveTo>
                  <a:pt x="4770" y="0"/>
                </a:moveTo>
                <a:lnTo>
                  <a:pt x="4796" y="0"/>
                </a:lnTo>
                <a:lnTo>
                  <a:pt x="4796" y="14"/>
                </a:lnTo>
                <a:lnTo>
                  <a:pt x="4770" y="14"/>
                </a:lnTo>
                <a:lnTo>
                  <a:pt x="4770" y="0"/>
                </a:lnTo>
                <a:moveTo>
                  <a:pt x="4821" y="0"/>
                </a:moveTo>
                <a:lnTo>
                  <a:pt x="4847" y="0"/>
                </a:lnTo>
                <a:lnTo>
                  <a:pt x="4847" y="14"/>
                </a:lnTo>
                <a:lnTo>
                  <a:pt x="4821" y="14"/>
                </a:lnTo>
                <a:lnTo>
                  <a:pt x="4821" y="0"/>
                </a:lnTo>
                <a:moveTo>
                  <a:pt x="4873" y="0"/>
                </a:moveTo>
                <a:lnTo>
                  <a:pt x="4898" y="0"/>
                </a:lnTo>
                <a:lnTo>
                  <a:pt x="4898" y="14"/>
                </a:lnTo>
                <a:lnTo>
                  <a:pt x="4873" y="14"/>
                </a:lnTo>
                <a:lnTo>
                  <a:pt x="4873" y="0"/>
                </a:lnTo>
                <a:moveTo>
                  <a:pt x="4924" y="0"/>
                </a:moveTo>
                <a:lnTo>
                  <a:pt x="4950" y="0"/>
                </a:lnTo>
                <a:lnTo>
                  <a:pt x="4950" y="14"/>
                </a:lnTo>
                <a:lnTo>
                  <a:pt x="4924" y="14"/>
                </a:lnTo>
                <a:lnTo>
                  <a:pt x="4924" y="0"/>
                </a:lnTo>
                <a:moveTo>
                  <a:pt x="4975" y="0"/>
                </a:moveTo>
                <a:lnTo>
                  <a:pt x="5001" y="0"/>
                </a:lnTo>
                <a:lnTo>
                  <a:pt x="5001" y="14"/>
                </a:lnTo>
                <a:lnTo>
                  <a:pt x="4975" y="14"/>
                </a:lnTo>
                <a:lnTo>
                  <a:pt x="4975" y="0"/>
                </a:lnTo>
                <a:moveTo>
                  <a:pt x="5027" y="0"/>
                </a:moveTo>
                <a:lnTo>
                  <a:pt x="5052" y="0"/>
                </a:lnTo>
                <a:lnTo>
                  <a:pt x="5052" y="14"/>
                </a:lnTo>
                <a:lnTo>
                  <a:pt x="5027" y="14"/>
                </a:lnTo>
                <a:lnTo>
                  <a:pt x="5027" y="0"/>
                </a:lnTo>
                <a:moveTo>
                  <a:pt x="5078" y="0"/>
                </a:moveTo>
                <a:lnTo>
                  <a:pt x="5103" y="0"/>
                </a:lnTo>
                <a:lnTo>
                  <a:pt x="5103" y="14"/>
                </a:lnTo>
                <a:lnTo>
                  <a:pt x="5078" y="14"/>
                </a:lnTo>
                <a:lnTo>
                  <a:pt x="5078" y="0"/>
                </a:lnTo>
                <a:moveTo>
                  <a:pt x="5129" y="0"/>
                </a:moveTo>
                <a:lnTo>
                  <a:pt x="5155" y="0"/>
                </a:lnTo>
                <a:lnTo>
                  <a:pt x="5155" y="14"/>
                </a:lnTo>
                <a:lnTo>
                  <a:pt x="5129" y="14"/>
                </a:lnTo>
                <a:lnTo>
                  <a:pt x="5129" y="0"/>
                </a:lnTo>
                <a:moveTo>
                  <a:pt x="5180" y="0"/>
                </a:moveTo>
                <a:lnTo>
                  <a:pt x="5206" y="0"/>
                </a:lnTo>
                <a:lnTo>
                  <a:pt x="5206" y="14"/>
                </a:lnTo>
                <a:lnTo>
                  <a:pt x="5180" y="14"/>
                </a:lnTo>
                <a:lnTo>
                  <a:pt x="5180" y="0"/>
                </a:lnTo>
                <a:moveTo>
                  <a:pt x="5232" y="0"/>
                </a:moveTo>
                <a:lnTo>
                  <a:pt x="5257" y="0"/>
                </a:lnTo>
                <a:lnTo>
                  <a:pt x="5257" y="14"/>
                </a:lnTo>
                <a:lnTo>
                  <a:pt x="5232" y="14"/>
                </a:lnTo>
                <a:lnTo>
                  <a:pt x="5232" y="0"/>
                </a:lnTo>
                <a:moveTo>
                  <a:pt x="5283" y="0"/>
                </a:moveTo>
                <a:lnTo>
                  <a:pt x="5309" y="0"/>
                </a:lnTo>
                <a:lnTo>
                  <a:pt x="5309" y="14"/>
                </a:lnTo>
                <a:lnTo>
                  <a:pt x="5283" y="14"/>
                </a:lnTo>
                <a:lnTo>
                  <a:pt x="5283" y="0"/>
                </a:lnTo>
                <a:moveTo>
                  <a:pt x="5334" y="0"/>
                </a:moveTo>
                <a:lnTo>
                  <a:pt x="5360" y="0"/>
                </a:lnTo>
                <a:lnTo>
                  <a:pt x="5360" y="14"/>
                </a:lnTo>
                <a:lnTo>
                  <a:pt x="5334" y="14"/>
                </a:lnTo>
                <a:lnTo>
                  <a:pt x="5334" y="0"/>
                </a:lnTo>
                <a:moveTo>
                  <a:pt x="5386" y="0"/>
                </a:moveTo>
                <a:lnTo>
                  <a:pt x="5411" y="0"/>
                </a:lnTo>
                <a:lnTo>
                  <a:pt x="5411" y="14"/>
                </a:lnTo>
                <a:lnTo>
                  <a:pt x="5386" y="14"/>
                </a:lnTo>
                <a:lnTo>
                  <a:pt x="5386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735840" y="4268160"/>
            <a:ext cx="701640" cy="6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00" spc="-1" strike="noStrike">
                <a:solidFill>
                  <a:srgbClr val="000000"/>
                </a:solidFill>
                <a:latin typeface="Calibri"/>
                <a:ea typeface="Calibri"/>
              </a:rPr>
              <a:t>[no slots yet (searched too early)]</a:t>
            </a:r>
            <a:endParaRPr b="0" lang="en-AU" sz="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2819160" y="4573080"/>
            <a:ext cx="46440" cy="37080"/>
          </a:xfrm>
          <a:custGeom>
            <a:avLst/>
            <a:gdLst/>
            <a:ahLst/>
            <a:rect l="0" t="0" r="r" b="b"/>
            <a:pathLst>
              <a:path w="129" h="103">
                <a:moveTo>
                  <a:pt x="0" y="0"/>
                </a:moveTo>
                <a:lnTo>
                  <a:pt x="129" y="51"/>
                </a:lnTo>
                <a:lnTo>
                  <a:pt x="0" y="103"/>
                </a:lnTo>
                <a:lnTo>
                  <a:pt x="52" y="51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32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898560" y="4591440"/>
            <a:ext cx="1948320" cy="0"/>
          </a:xfrm>
          <a:prstGeom prst="line">
            <a:avLst/>
          </a:prstGeom>
          <a:ln w="432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977040" y="4361400"/>
            <a:ext cx="399960" cy="7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69" spc="-1" strike="noStrike">
                <a:solidFill>
                  <a:srgbClr val="000000"/>
                </a:solidFill>
                <a:latin typeface="Calibri"/>
                <a:ea typeface="Calibri"/>
              </a:rPr>
              <a:t>empty searchset</a:t>
            </a:r>
            <a:endParaRPr b="0" lang="en-AU" sz="46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903240" y="4719240"/>
            <a:ext cx="46440" cy="37440"/>
          </a:xfrm>
          <a:custGeom>
            <a:avLst/>
            <a:gdLst/>
            <a:ahLst/>
            <a:rect l="0" t="0" r="r" b="b"/>
            <a:pathLst>
              <a:path w="129" h="104">
                <a:moveTo>
                  <a:pt x="129" y="0"/>
                </a:moveTo>
                <a:lnTo>
                  <a:pt x="0" y="52"/>
                </a:lnTo>
                <a:lnTo>
                  <a:pt x="129" y="104"/>
                </a:lnTo>
                <a:lnTo>
                  <a:pt x="77" y="52"/>
                </a:lnTo>
                <a:lnTo>
                  <a:pt x="129" y="0"/>
                </a:lnTo>
                <a:close/>
              </a:path>
            </a:pathLst>
          </a:custGeom>
          <a:solidFill>
            <a:srgbClr val="001d34"/>
          </a:solidFill>
          <a:ln w="432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921600" y="4735440"/>
            <a:ext cx="1947960" cy="5040"/>
          </a:xfrm>
          <a:custGeom>
            <a:avLst/>
            <a:gdLst/>
            <a:ahLst/>
            <a:rect l="0" t="0" r="r" b="b"/>
            <a:pathLst>
              <a:path w="5411" h="14">
                <a:moveTo>
                  <a:pt x="0" y="0"/>
                </a:moveTo>
                <a:lnTo>
                  <a:pt x="26" y="0"/>
                </a:lnTo>
                <a:lnTo>
                  <a:pt x="26" y="14"/>
                </a:lnTo>
                <a:lnTo>
                  <a:pt x="0" y="14"/>
                </a:lnTo>
                <a:lnTo>
                  <a:pt x="0" y="0"/>
                </a:lnTo>
                <a:moveTo>
                  <a:pt x="52" y="0"/>
                </a:moveTo>
                <a:lnTo>
                  <a:pt x="77" y="0"/>
                </a:lnTo>
                <a:lnTo>
                  <a:pt x="77" y="14"/>
                </a:lnTo>
                <a:lnTo>
                  <a:pt x="52" y="14"/>
                </a:lnTo>
                <a:lnTo>
                  <a:pt x="52" y="0"/>
                </a:lnTo>
                <a:moveTo>
                  <a:pt x="103" y="0"/>
                </a:moveTo>
                <a:lnTo>
                  <a:pt x="128" y="0"/>
                </a:lnTo>
                <a:lnTo>
                  <a:pt x="128" y="14"/>
                </a:lnTo>
                <a:lnTo>
                  <a:pt x="103" y="14"/>
                </a:lnTo>
                <a:lnTo>
                  <a:pt x="103" y="0"/>
                </a:lnTo>
                <a:moveTo>
                  <a:pt x="155" y="0"/>
                </a:moveTo>
                <a:lnTo>
                  <a:pt x="181" y="0"/>
                </a:lnTo>
                <a:lnTo>
                  <a:pt x="181" y="14"/>
                </a:lnTo>
                <a:lnTo>
                  <a:pt x="155" y="14"/>
                </a:lnTo>
                <a:lnTo>
                  <a:pt x="155" y="0"/>
                </a:lnTo>
                <a:moveTo>
                  <a:pt x="206" y="0"/>
                </a:moveTo>
                <a:lnTo>
                  <a:pt x="232" y="0"/>
                </a:lnTo>
                <a:lnTo>
                  <a:pt x="232" y="14"/>
                </a:lnTo>
                <a:lnTo>
                  <a:pt x="206" y="14"/>
                </a:lnTo>
                <a:lnTo>
                  <a:pt x="206" y="0"/>
                </a:lnTo>
                <a:moveTo>
                  <a:pt x="258" y="0"/>
                </a:moveTo>
                <a:lnTo>
                  <a:pt x="283" y="0"/>
                </a:lnTo>
                <a:lnTo>
                  <a:pt x="283" y="14"/>
                </a:lnTo>
                <a:lnTo>
                  <a:pt x="258" y="14"/>
                </a:lnTo>
                <a:lnTo>
                  <a:pt x="258" y="0"/>
                </a:lnTo>
                <a:moveTo>
                  <a:pt x="309" y="0"/>
                </a:moveTo>
                <a:lnTo>
                  <a:pt x="335" y="0"/>
                </a:lnTo>
                <a:lnTo>
                  <a:pt x="335" y="14"/>
                </a:lnTo>
                <a:lnTo>
                  <a:pt x="309" y="14"/>
                </a:lnTo>
                <a:lnTo>
                  <a:pt x="309" y="0"/>
                </a:lnTo>
                <a:moveTo>
                  <a:pt x="360" y="0"/>
                </a:moveTo>
                <a:lnTo>
                  <a:pt x="386" y="0"/>
                </a:lnTo>
                <a:lnTo>
                  <a:pt x="386" y="14"/>
                </a:lnTo>
                <a:lnTo>
                  <a:pt x="360" y="14"/>
                </a:lnTo>
                <a:lnTo>
                  <a:pt x="360" y="0"/>
                </a:lnTo>
                <a:moveTo>
                  <a:pt x="411" y="0"/>
                </a:moveTo>
                <a:lnTo>
                  <a:pt x="437" y="0"/>
                </a:lnTo>
                <a:lnTo>
                  <a:pt x="437" y="14"/>
                </a:lnTo>
                <a:lnTo>
                  <a:pt x="411" y="14"/>
                </a:lnTo>
                <a:lnTo>
                  <a:pt x="411" y="0"/>
                </a:lnTo>
                <a:moveTo>
                  <a:pt x="463" y="0"/>
                </a:moveTo>
                <a:lnTo>
                  <a:pt x="488" y="0"/>
                </a:lnTo>
                <a:lnTo>
                  <a:pt x="488" y="14"/>
                </a:lnTo>
                <a:lnTo>
                  <a:pt x="463" y="14"/>
                </a:lnTo>
                <a:lnTo>
                  <a:pt x="463" y="0"/>
                </a:lnTo>
                <a:moveTo>
                  <a:pt x="514" y="0"/>
                </a:moveTo>
                <a:lnTo>
                  <a:pt x="540" y="0"/>
                </a:lnTo>
                <a:lnTo>
                  <a:pt x="540" y="14"/>
                </a:lnTo>
                <a:lnTo>
                  <a:pt x="514" y="14"/>
                </a:lnTo>
                <a:lnTo>
                  <a:pt x="514" y="0"/>
                </a:lnTo>
                <a:moveTo>
                  <a:pt x="565" y="0"/>
                </a:moveTo>
                <a:lnTo>
                  <a:pt x="591" y="0"/>
                </a:lnTo>
                <a:lnTo>
                  <a:pt x="591" y="14"/>
                </a:lnTo>
                <a:lnTo>
                  <a:pt x="565" y="14"/>
                </a:lnTo>
                <a:lnTo>
                  <a:pt x="565" y="0"/>
                </a:lnTo>
                <a:moveTo>
                  <a:pt x="617" y="0"/>
                </a:moveTo>
                <a:lnTo>
                  <a:pt x="642" y="0"/>
                </a:lnTo>
                <a:lnTo>
                  <a:pt x="642" y="14"/>
                </a:lnTo>
                <a:lnTo>
                  <a:pt x="617" y="14"/>
                </a:lnTo>
                <a:lnTo>
                  <a:pt x="617" y="0"/>
                </a:lnTo>
                <a:moveTo>
                  <a:pt x="668" y="0"/>
                </a:moveTo>
                <a:lnTo>
                  <a:pt x="694" y="0"/>
                </a:lnTo>
                <a:lnTo>
                  <a:pt x="694" y="14"/>
                </a:lnTo>
                <a:lnTo>
                  <a:pt x="668" y="14"/>
                </a:lnTo>
                <a:lnTo>
                  <a:pt x="668" y="0"/>
                </a:lnTo>
                <a:moveTo>
                  <a:pt x="719" y="0"/>
                </a:moveTo>
                <a:lnTo>
                  <a:pt x="745" y="0"/>
                </a:lnTo>
                <a:lnTo>
                  <a:pt x="745" y="14"/>
                </a:lnTo>
                <a:lnTo>
                  <a:pt x="719" y="14"/>
                </a:lnTo>
                <a:lnTo>
                  <a:pt x="719" y="0"/>
                </a:lnTo>
                <a:moveTo>
                  <a:pt x="770" y="0"/>
                </a:moveTo>
                <a:lnTo>
                  <a:pt x="796" y="0"/>
                </a:lnTo>
                <a:lnTo>
                  <a:pt x="796" y="14"/>
                </a:lnTo>
                <a:lnTo>
                  <a:pt x="770" y="14"/>
                </a:lnTo>
                <a:lnTo>
                  <a:pt x="770" y="0"/>
                </a:lnTo>
                <a:moveTo>
                  <a:pt x="822" y="0"/>
                </a:moveTo>
                <a:lnTo>
                  <a:pt x="847" y="0"/>
                </a:lnTo>
                <a:lnTo>
                  <a:pt x="847" y="14"/>
                </a:lnTo>
                <a:lnTo>
                  <a:pt x="822" y="14"/>
                </a:lnTo>
                <a:lnTo>
                  <a:pt x="822" y="0"/>
                </a:lnTo>
                <a:moveTo>
                  <a:pt x="873" y="0"/>
                </a:moveTo>
                <a:lnTo>
                  <a:pt x="899" y="0"/>
                </a:lnTo>
                <a:lnTo>
                  <a:pt x="899" y="14"/>
                </a:lnTo>
                <a:lnTo>
                  <a:pt x="873" y="14"/>
                </a:lnTo>
                <a:lnTo>
                  <a:pt x="873" y="0"/>
                </a:lnTo>
                <a:moveTo>
                  <a:pt x="924" y="0"/>
                </a:moveTo>
                <a:lnTo>
                  <a:pt x="950" y="0"/>
                </a:lnTo>
                <a:lnTo>
                  <a:pt x="950" y="14"/>
                </a:lnTo>
                <a:lnTo>
                  <a:pt x="924" y="14"/>
                </a:lnTo>
                <a:lnTo>
                  <a:pt x="924" y="0"/>
                </a:lnTo>
                <a:moveTo>
                  <a:pt x="976" y="0"/>
                </a:moveTo>
                <a:lnTo>
                  <a:pt x="1001" y="0"/>
                </a:lnTo>
                <a:lnTo>
                  <a:pt x="1001" y="14"/>
                </a:lnTo>
                <a:lnTo>
                  <a:pt x="976" y="14"/>
                </a:lnTo>
                <a:lnTo>
                  <a:pt x="976" y="0"/>
                </a:lnTo>
                <a:moveTo>
                  <a:pt x="1027" y="0"/>
                </a:moveTo>
                <a:lnTo>
                  <a:pt x="1052" y="0"/>
                </a:lnTo>
                <a:lnTo>
                  <a:pt x="1052" y="14"/>
                </a:lnTo>
                <a:lnTo>
                  <a:pt x="1027" y="14"/>
                </a:lnTo>
                <a:lnTo>
                  <a:pt x="1027" y="0"/>
                </a:lnTo>
                <a:moveTo>
                  <a:pt x="1078" y="0"/>
                </a:moveTo>
                <a:lnTo>
                  <a:pt x="1104" y="0"/>
                </a:lnTo>
                <a:lnTo>
                  <a:pt x="1104" y="14"/>
                </a:lnTo>
                <a:lnTo>
                  <a:pt x="1078" y="14"/>
                </a:lnTo>
                <a:lnTo>
                  <a:pt x="1078" y="0"/>
                </a:lnTo>
                <a:moveTo>
                  <a:pt x="1129" y="0"/>
                </a:moveTo>
                <a:lnTo>
                  <a:pt x="1155" y="0"/>
                </a:lnTo>
                <a:lnTo>
                  <a:pt x="1155" y="14"/>
                </a:lnTo>
                <a:lnTo>
                  <a:pt x="1129" y="14"/>
                </a:lnTo>
                <a:lnTo>
                  <a:pt x="1129" y="0"/>
                </a:lnTo>
                <a:moveTo>
                  <a:pt x="1181" y="0"/>
                </a:moveTo>
                <a:lnTo>
                  <a:pt x="1206" y="0"/>
                </a:lnTo>
                <a:lnTo>
                  <a:pt x="1206" y="14"/>
                </a:lnTo>
                <a:lnTo>
                  <a:pt x="1181" y="14"/>
                </a:lnTo>
                <a:lnTo>
                  <a:pt x="1181" y="0"/>
                </a:lnTo>
                <a:moveTo>
                  <a:pt x="1232" y="0"/>
                </a:moveTo>
                <a:lnTo>
                  <a:pt x="1258" y="0"/>
                </a:lnTo>
                <a:lnTo>
                  <a:pt x="1258" y="14"/>
                </a:lnTo>
                <a:lnTo>
                  <a:pt x="1232" y="14"/>
                </a:lnTo>
                <a:lnTo>
                  <a:pt x="1232" y="0"/>
                </a:lnTo>
                <a:moveTo>
                  <a:pt x="1283" y="0"/>
                </a:moveTo>
                <a:lnTo>
                  <a:pt x="1309" y="0"/>
                </a:lnTo>
                <a:lnTo>
                  <a:pt x="1309" y="14"/>
                </a:lnTo>
                <a:lnTo>
                  <a:pt x="1283" y="14"/>
                </a:lnTo>
                <a:lnTo>
                  <a:pt x="1283" y="0"/>
                </a:lnTo>
                <a:moveTo>
                  <a:pt x="1334" y="0"/>
                </a:moveTo>
                <a:lnTo>
                  <a:pt x="1360" y="0"/>
                </a:lnTo>
                <a:lnTo>
                  <a:pt x="1360" y="14"/>
                </a:lnTo>
                <a:lnTo>
                  <a:pt x="1334" y="14"/>
                </a:lnTo>
                <a:lnTo>
                  <a:pt x="1334" y="0"/>
                </a:lnTo>
                <a:moveTo>
                  <a:pt x="1386" y="0"/>
                </a:moveTo>
                <a:lnTo>
                  <a:pt x="1411" y="0"/>
                </a:lnTo>
                <a:lnTo>
                  <a:pt x="1411" y="14"/>
                </a:lnTo>
                <a:lnTo>
                  <a:pt x="1386" y="14"/>
                </a:lnTo>
                <a:lnTo>
                  <a:pt x="1386" y="0"/>
                </a:lnTo>
                <a:moveTo>
                  <a:pt x="1437" y="0"/>
                </a:moveTo>
                <a:lnTo>
                  <a:pt x="1463" y="0"/>
                </a:lnTo>
                <a:lnTo>
                  <a:pt x="1463" y="14"/>
                </a:lnTo>
                <a:lnTo>
                  <a:pt x="1437" y="14"/>
                </a:lnTo>
                <a:lnTo>
                  <a:pt x="1437" y="0"/>
                </a:lnTo>
                <a:moveTo>
                  <a:pt x="1488" y="0"/>
                </a:moveTo>
                <a:lnTo>
                  <a:pt x="1514" y="0"/>
                </a:lnTo>
                <a:lnTo>
                  <a:pt x="1514" y="14"/>
                </a:lnTo>
                <a:lnTo>
                  <a:pt x="1488" y="14"/>
                </a:lnTo>
                <a:lnTo>
                  <a:pt x="1488" y="0"/>
                </a:lnTo>
                <a:moveTo>
                  <a:pt x="1540" y="0"/>
                </a:moveTo>
                <a:lnTo>
                  <a:pt x="1565" y="0"/>
                </a:lnTo>
                <a:lnTo>
                  <a:pt x="1565" y="14"/>
                </a:lnTo>
                <a:lnTo>
                  <a:pt x="1540" y="14"/>
                </a:lnTo>
                <a:lnTo>
                  <a:pt x="1540" y="0"/>
                </a:lnTo>
                <a:moveTo>
                  <a:pt x="1591" y="0"/>
                </a:moveTo>
                <a:lnTo>
                  <a:pt x="1617" y="0"/>
                </a:lnTo>
                <a:lnTo>
                  <a:pt x="1617" y="14"/>
                </a:lnTo>
                <a:lnTo>
                  <a:pt x="1591" y="14"/>
                </a:lnTo>
                <a:lnTo>
                  <a:pt x="1591" y="0"/>
                </a:lnTo>
                <a:moveTo>
                  <a:pt x="1642" y="0"/>
                </a:moveTo>
                <a:lnTo>
                  <a:pt x="1668" y="0"/>
                </a:lnTo>
                <a:lnTo>
                  <a:pt x="1668" y="14"/>
                </a:lnTo>
                <a:lnTo>
                  <a:pt x="1642" y="14"/>
                </a:lnTo>
                <a:lnTo>
                  <a:pt x="1642" y="0"/>
                </a:lnTo>
                <a:moveTo>
                  <a:pt x="1693" y="0"/>
                </a:moveTo>
                <a:lnTo>
                  <a:pt x="1719" y="0"/>
                </a:lnTo>
                <a:lnTo>
                  <a:pt x="1719" y="14"/>
                </a:lnTo>
                <a:lnTo>
                  <a:pt x="1693" y="14"/>
                </a:lnTo>
                <a:lnTo>
                  <a:pt x="1693" y="0"/>
                </a:lnTo>
                <a:moveTo>
                  <a:pt x="1745" y="0"/>
                </a:moveTo>
                <a:lnTo>
                  <a:pt x="1770" y="0"/>
                </a:lnTo>
                <a:lnTo>
                  <a:pt x="1770" y="14"/>
                </a:lnTo>
                <a:lnTo>
                  <a:pt x="1745" y="14"/>
                </a:lnTo>
                <a:lnTo>
                  <a:pt x="1745" y="0"/>
                </a:lnTo>
                <a:moveTo>
                  <a:pt x="1796" y="0"/>
                </a:moveTo>
                <a:lnTo>
                  <a:pt x="1822" y="0"/>
                </a:lnTo>
                <a:lnTo>
                  <a:pt x="1822" y="14"/>
                </a:lnTo>
                <a:lnTo>
                  <a:pt x="1796" y="14"/>
                </a:lnTo>
                <a:lnTo>
                  <a:pt x="1796" y="0"/>
                </a:lnTo>
                <a:moveTo>
                  <a:pt x="1847" y="0"/>
                </a:moveTo>
                <a:lnTo>
                  <a:pt x="1873" y="0"/>
                </a:lnTo>
                <a:lnTo>
                  <a:pt x="1873" y="14"/>
                </a:lnTo>
                <a:lnTo>
                  <a:pt x="1847" y="14"/>
                </a:lnTo>
                <a:lnTo>
                  <a:pt x="1847" y="0"/>
                </a:lnTo>
                <a:moveTo>
                  <a:pt x="1899" y="0"/>
                </a:moveTo>
                <a:lnTo>
                  <a:pt x="1924" y="0"/>
                </a:lnTo>
                <a:lnTo>
                  <a:pt x="1924" y="14"/>
                </a:lnTo>
                <a:lnTo>
                  <a:pt x="1899" y="14"/>
                </a:lnTo>
                <a:lnTo>
                  <a:pt x="1899" y="0"/>
                </a:lnTo>
                <a:moveTo>
                  <a:pt x="1950" y="0"/>
                </a:moveTo>
                <a:lnTo>
                  <a:pt x="1975" y="0"/>
                </a:lnTo>
                <a:lnTo>
                  <a:pt x="1975" y="14"/>
                </a:lnTo>
                <a:lnTo>
                  <a:pt x="1950" y="14"/>
                </a:lnTo>
                <a:lnTo>
                  <a:pt x="1950" y="0"/>
                </a:lnTo>
                <a:moveTo>
                  <a:pt x="2001" y="0"/>
                </a:moveTo>
                <a:lnTo>
                  <a:pt x="2027" y="0"/>
                </a:lnTo>
                <a:lnTo>
                  <a:pt x="2027" y="14"/>
                </a:lnTo>
                <a:lnTo>
                  <a:pt x="2001" y="14"/>
                </a:lnTo>
                <a:lnTo>
                  <a:pt x="2001" y="0"/>
                </a:lnTo>
                <a:moveTo>
                  <a:pt x="2052" y="0"/>
                </a:moveTo>
                <a:lnTo>
                  <a:pt x="2078" y="0"/>
                </a:lnTo>
                <a:lnTo>
                  <a:pt x="2078" y="14"/>
                </a:lnTo>
                <a:lnTo>
                  <a:pt x="2052" y="14"/>
                </a:lnTo>
                <a:lnTo>
                  <a:pt x="2052" y="0"/>
                </a:lnTo>
                <a:moveTo>
                  <a:pt x="2104" y="0"/>
                </a:moveTo>
                <a:lnTo>
                  <a:pt x="2129" y="0"/>
                </a:lnTo>
                <a:lnTo>
                  <a:pt x="2129" y="14"/>
                </a:lnTo>
                <a:lnTo>
                  <a:pt x="2104" y="14"/>
                </a:lnTo>
                <a:lnTo>
                  <a:pt x="2104" y="0"/>
                </a:lnTo>
                <a:moveTo>
                  <a:pt x="2155" y="0"/>
                </a:moveTo>
                <a:lnTo>
                  <a:pt x="2181" y="0"/>
                </a:lnTo>
                <a:lnTo>
                  <a:pt x="2181" y="14"/>
                </a:lnTo>
                <a:lnTo>
                  <a:pt x="2155" y="14"/>
                </a:lnTo>
                <a:lnTo>
                  <a:pt x="2155" y="0"/>
                </a:lnTo>
                <a:moveTo>
                  <a:pt x="2206" y="0"/>
                </a:moveTo>
                <a:lnTo>
                  <a:pt x="2232" y="0"/>
                </a:lnTo>
                <a:lnTo>
                  <a:pt x="2232" y="14"/>
                </a:lnTo>
                <a:lnTo>
                  <a:pt x="2206" y="14"/>
                </a:lnTo>
                <a:lnTo>
                  <a:pt x="2206" y="0"/>
                </a:lnTo>
                <a:moveTo>
                  <a:pt x="2258" y="0"/>
                </a:moveTo>
                <a:lnTo>
                  <a:pt x="2283" y="0"/>
                </a:lnTo>
                <a:lnTo>
                  <a:pt x="2283" y="14"/>
                </a:lnTo>
                <a:lnTo>
                  <a:pt x="2258" y="14"/>
                </a:lnTo>
                <a:lnTo>
                  <a:pt x="2258" y="0"/>
                </a:lnTo>
                <a:moveTo>
                  <a:pt x="2309" y="0"/>
                </a:moveTo>
                <a:lnTo>
                  <a:pt x="2334" y="0"/>
                </a:lnTo>
                <a:lnTo>
                  <a:pt x="2334" y="14"/>
                </a:lnTo>
                <a:lnTo>
                  <a:pt x="2309" y="14"/>
                </a:lnTo>
                <a:lnTo>
                  <a:pt x="2309" y="0"/>
                </a:lnTo>
                <a:moveTo>
                  <a:pt x="2360" y="0"/>
                </a:moveTo>
                <a:lnTo>
                  <a:pt x="2386" y="0"/>
                </a:lnTo>
                <a:lnTo>
                  <a:pt x="2386" y="14"/>
                </a:lnTo>
                <a:lnTo>
                  <a:pt x="2360" y="14"/>
                </a:lnTo>
                <a:lnTo>
                  <a:pt x="2360" y="0"/>
                </a:lnTo>
                <a:moveTo>
                  <a:pt x="2411" y="0"/>
                </a:moveTo>
                <a:lnTo>
                  <a:pt x="2437" y="0"/>
                </a:lnTo>
                <a:lnTo>
                  <a:pt x="2437" y="14"/>
                </a:lnTo>
                <a:lnTo>
                  <a:pt x="2411" y="14"/>
                </a:lnTo>
                <a:lnTo>
                  <a:pt x="2411" y="0"/>
                </a:lnTo>
                <a:moveTo>
                  <a:pt x="2463" y="0"/>
                </a:moveTo>
                <a:lnTo>
                  <a:pt x="2488" y="0"/>
                </a:lnTo>
                <a:lnTo>
                  <a:pt x="2488" y="14"/>
                </a:lnTo>
                <a:lnTo>
                  <a:pt x="2463" y="14"/>
                </a:lnTo>
                <a:lnTo>
                  <a:pt x="2463" y="0"/>
                </a:lnTo>
                <a:moveTo>
                  <a:pt x="2514" y="0"/>
                </a:moveTo>
                <a:lnTo>
                  <a:pt x="2540" y="0"/>
                </a:lnTo>
                <a:lnTo>
                  <a:pt x="2540" y="14"/>
                </a:lnTo>
                <a:lnTo>
                  <a:pt x="2514" y="14"/>
                </a:lnTo>
                <a:lnTo>
                  <a:pt x="2514" y="0"/>
                </a:lnTo>
                <a:moveTo>
                  <a:pt x="2565" y="0"/>
                </a:moveTo>
                <a:lnTo>
                  <a:pt x="2591" y="0"/>
                </a:lnTo>
                <a:lnTo>
                  <a:pt x="2591" y="14"/>
                </a:lnTo>
                <a:lnTo>
                  <a:pt x="2565" y="14"/>
                </a:lnTo>
                <a:lnTo>
                  <a:pt x="2565" y="0"/>
                </a:lnTo>
                <a:moveTo>
                  <a:pt x="2616" y="0"/>
                </a:moveTo>
                <a:lnTo>
                  <a:pt x="2642" y="0"/>
                </a:lnTo>
                <a:lnTo>
                  <a:pt x="2642" y="14"/>
                </a:lnTo>
                <a:lnTo>
                  <a:pt x="2616" y="14"/>
                </a:lnTo>
                <a:lnTo>
                  <a:pt x="2616" y="0"/>
                </a:lnTo>
                <a:moveTo>
                  <a:pt x="2668" y="0"/>
                </a:moveTo>
                <a:lnTo>
                  <a:pt x="2693" y="0"/>
                </a:lnTo>
                <a:lnTo>
                  <a:pt x="2693" y="14"/>
                </a:lnTo>
                <a:lnTo>
                  <a:pt x="2668" y="14"/>
                </a:lnTo>
                <a:lnTo>
                  <a:pt x="2668" y="0"/>
                </a:lnTo>
                <a:moveTo>
                  <a:pt x="2719" y="0"/>
                </a:moveTo>
                <a:lnTo>
                  <a:pt x="2745" y="0"/>
                </a:lnTo>
                <a:lnTo>
                  <a:pt x="2745" y="14"/>
                </a:lnTo>
                <a:lnTo>
                  <a:pt x="2719" y="14"/>
                </a:lnTo>
                <a:lnTo>
                  <a:pt x="2719" y="0"/>
                </a:lnTo>
                <a:moveTo>
                  <a:pt x="2770" y="0"/>
                </a:moveTo>
                <a:lnTo>
                  <a:pt x="2796" y="0"/>
                </a:lnTo>
                <a:lnTo>
                  <a:pt x="2796" y="14"/>
                </a:lnTo>
                <a:lnTo>
                  <a:pt x="2770" y="14"/>
                </a:lnTo>
                <a:lnTo>
                  <a:pt x="2770" y="0"/>
                </a:lnTo>
                <a:moveTo>
                  <a:pt x="2822" y="0"/>
                </a:moveTo>
                <a:lnTo>
                  <a:pt x="2847" y="0"/>
                </a:lnTo>
                <a:lnTo>
                  <a:pt x="2847" y="14"/>
                </a:lnTo>
                <a:lnTo>
                  <a:pt x="2822" y="14"/>
                </a:lnTo>
                <a:lnTo>
                  <a:pt x="2822" y="0"/>
                </a:lnTo>
                <a:moveTo>
                  <a:pt x="2873" y="0"/>
                </a:moveTo>
                <a:lnTo>
                  <a:pt x="2899" y="0"/>
                </a:lnTo>
                <a:lnTo>
                  <a:pt x="2899" y="14"/>
                </a:lnTo>
                <a:lnTo>
                  <a:pt x="2873" y="14"/>
                </a:lnTo>
                <a:lnTo>
                  <a:pt x="2873" y="0"/>
                </a:lnTo>
                <a:moveTo>
                  <a:pt x="2924" y="0"/>
                </a:moveTo>
                <a:lnTo>
                  <a:pt x="2950" y="0"/>
                </a:lnTo>
                <a:lnTo>
                  <a:pt x="2950" y="14"/>
                </a:lnTo>
                <a:lnTo>
                  <a:pt x="2924" y="14"/>
                </a:lnTo>
                <a:lnTo>
                  <a:pt x="2924" y="0"/>
                </a:lnTo>
                <a:moveTo>
                  <a:pt x="2975" y="0"/>
                </a:moveTo>
                <a:lnTo>
                  <a:pt x="3001" y="0"/>
                </a:lnTo>
                <a:lnTo>
                  <a:pt x="3001" y="14"/>
                </a:lnTo>
                <a:lnTo>
                  <a:pt x="2975" y="14"/>
                </a:lnTo>
                <a:lnTo>
                  <a:pt x="2975" y="0"/>
                </a:lnTo>
                <a:moveTo>
                  <a:pt x="3027" y="0"/>
                </a:moveTo>
                <a:lnTo>
                  <a:pt x="3052" y="0"/>
                </a:lnTo>
                <a:lnTo>
                  <a:pt x="3052" y="14"/>
                </a:lnTo>
                <a:lnTo>
                  <a:pt x="3027" y="14"/>
                </a:lnTo>
                <a:lnTo>
                  <a:pt x="3027" y="0"/>
                </a:lnTo>
                <a:moveTo>
                  <a:pt x="3078" y="0"/>
                </a:moveTo>
                <a:lnTo>
                  <a:pt x="3104" y="0"/>
                </a:lnTo>
                <a:lnTo>
                  <a:pt x="3104" y="14"/>
                </a:lnTo>
                <a:lnTo>
                  <a:pt x="3078" y="14"/>
                </a:lnTo>
                <a:lnTo>
                  <a:pt x="3078" y="0"/>
                </a:lnTo>
                <a:moveTo>
                  <a:pt x="3129" y="0"/>
                </a:moveTo>
                <a:lnTo>
                  <a:pt x="3155" y="0"/>
                </a:lnTo>
                <a:lnTo>
                  <a:pt x="3155" y="14"/>
                </a:lnTo>
                <a:lnTo>
                  <a:pt x="3129" y="14"/>
                </a:lnTo>
                <a:lnTo>
                  <a:pt x="3129" y="0"/>
                </a:lnTo>
                <a:moveTo>
                  <a:pt x="3181" y="0"/>
                </a:moveTo>
                <a:lnTo>
                  <a:pt x="3206" y="0"/>
                </a:lnTo>
                <a:lnTo>
                  <a:pt x="3206" y="14"/>
                </a:lnTo>
                <a:lnTo>
                  <a:pt x="3181" y="14"/>
                </a:lnTo>
                <a:lnTo>
                  <a:pt x="3181" y="0"/>
                </a:lnTo>
                <a:moveTo>
                  <a:pt x="3232" y="0"/>
                </a:moveTo>
                <a:lnTo>
                  <a:pt x="3257" y="0"/>
                </a:lnTo>
                <a:lnTo>
                  <a:pt x="3257" y="14"/>
                </a:lnTo>
                <a:lnTo>
                  <a:pt x="3232" y="14"/>
                </a:lnTo>
                <a:lnTo>
                  <a:pt x="3232" y="0"/>
                </a:lnTo>
                <a:moveTo>
                  <a:pt x="3283" y="0"/>
                </a:moveTo>
                <a:lnTo>
                  <a:pt x="3309" y="0"/>
                </a:lnTo>
                <a:lnTo>
                  <a:pt x="3309" y="14"/>
                </a:lnTo>
                <a:lnTo>
                  <a:pt x="3283" y="14"/>
                </a:lnTo>
                <a:lnTo>
                  <a:pt x="3283" y="0"/>
                </a:lnTo>
                <a:moveTo>
                  <a:pt x="3334" y="0"/>
                </a:moveTo>
                <a:lnTo>
                  <a:pt x="3360" y="0"/>
                </a:lnTo>
                <a:lnTo>
                  <a:pt x="3360" y="14"/>
                </a:lnTo>
                <a:lnTo>
                  <a:pt x="3334" y="14"/>
                </a:lnTo>
                <a:lnTo>
                  <a:pt x="3334" y="0"/>
                </a:lnTo>
                <a:moveTo>
                  <a:pt x="3386" y="0"/>
                </a:moveTo>
                <a:lnTo>
                  <a:pt x="3411" y="0"/>
                </a:lnTo>
                <a:lnTo>
                  <a:pt x="3411" y="14"/>
                </a:lnTo>
                <a:lnTo>
                  <a:pt x="3386" y="14"/>
                </a:lnTo>
                <a:lnTo>
                  <a:pt x="3386" y="0"/>
                </a:lnTo>
                <a:moveTo>
                  <a:pt x="3437" y="0"/>
                </a:moveTo>
                <a:lnTo>
                  <a:pt x="3463" y="0"/>
                </a:lnTo>
                <a:lnTo>
                  <a:pt x="3463" y="14"/>
                </a:lnTo>
                <a:lnTo>
                  <a:pt x="3437" y="14"/>
                </a:lnTo>
                <a:lnTo>
                  <a:pt x="3437" y="0"/>
                </a:lnTo>
                <a:moveTo>
                  <a:pt x="3488" y="0"/>
                </a:moveTo>
                <a:lnTo>
                  <a:pt x="3514" y="0"/>
                </a:lnTo>
                <a:lnTo>
                  <a:pt x="3514" y="14"/>
                </a:lnTo>
                <a:lnTo>
                  <a:pt x="3488" y="14"/>
                </a:lnTo>
                <a:lnTo>
                  <a:pt x="3488" y="0"/>
                </a:lnTo>
                <a:moveTo>
                  <a:pt x="3539" y="0"/>
                </a:moveTo>
                <a:lnTo>
                  <a:pt x="3565" y="0"/>
                </a:lnTo>
                <a:lnTo>
                  <a:pt x="3565" y="14"/>
                </a:lnTo>
                <a:lnTo>
                  <a:pt x="3539" y="14"/>
                </a:lnTo>
                <a:lnTo>
                  <a:pt x="3539" y="0"/>
                </a:lnTo>
                <a:moveTo>
                  <a:pt x="3591" y="0"/>
                </a:moveTo>
                <a:lnTo>
                  <a:pt x="3616" y="0"/>
                </a:lnTo>
                <a:lnTo>
                  <a:pt x="3616" y="14"/>
                </a:lnTo>
                <a:lnTo>
                  <a:pt x="3591" y="14"/>
                </a:lnTo>
                <a:lnTo>
                  <a:pt x="3591" y="0"/>
                </a:lnTo>
                <a:moveTo>
                  <a:pt x="3642" y="0"/>
                </a:moveTo>
                <a:lnTo>
                  <a:pt x="3668" y="0"/>
                </a:lnTo>
                <a:lnTo>
                  <a:pt x="3668" y="14"/>
                </a:lnTo>
                <a:lnTo>
                  <a:pt x="3642" y="14"/>
                </a:lnTo>
                <a:lnTo>
                  <a:pt x="3642" y="0"/>
                </a:lnTo>
                <a:moveTo>
                  <a:pt x="3693" y="0"/>
                </a:moveTo>
                <a:lnTo>
                  <a:pt x="3719" y="0"/>
                </a:lnTo>
                <a:lnTo>
                  <a:pt x="3719" y="14"/>
                </a:lnTo>
                <a:lnTo>
                  <a:pt x="3693" y="14"/>
                </a:lnTo>
                <a:lnTo>
                  <a:pt x="3693" y="0"/>
                </a:lnTo>
                <a:moveTo>
                  <a:pt x="3745" y="0"/>
                </a:moveTo>
                <a:lnTo>
                  <a:pt x="3770" y="0"/>
                </a:lnTo>
                <a:lnTo>
                  <a:pt x="3770" y="14"/>
                </a:lnTo>
                <a:lnTo>
                  <a:pt x="3745" y="14"/>
                </a:lnTo>
                <a:lnTo>
                  <a:pt x="3745" y="0"/>
                </a:lnTo>
                <a:moveTo>
                  <a:pt x="3796" y="0"/>
                </a:moveTo>
                <a:lnTo>
                  <a:pt x="3822" y="0"/>
                </a:lnTo>
                <a:lnTo>
                  <a:pt x="3822" y="14"/>
                </a:lnTo>
                <a:lnTo>
                  <a:pt x="3796" y="14"/>
                </a:lnTo>
                <a:lnTo>
                  <a:pt x="3796" y="0"/>
                </a:lnTo>
                <a:moveTo>
                  <a:pt x="3847" y="0"/>
                </a:moveTo>
                <a:lnTo>
                  <a:pt x="3873" y="0"/>
                </a:lnTo>
                <a:lnTo>
                  <a:pt x="3873" y="14"/>
                </a:lnTo>
                <a:lnTo>
                  <a:pt x="3847" y="14"/>
                </a:lnTo>
                <a:lnTo>
                  <a:pt x="3847" y="0"/>
                </a:lnTo>
                <a:moveTo>
                  <a:pt x="3898" y="0"/>
                </a:moveTo>
                <a:lnTo>
                  <a:pt x="3924" y="0"/>
                </a:lnTo>
                <a:lnTo>
                  <a:pt x="3924" y="14"/>
                </a:lnTo>
                <a:lnTo>
                  <a:pt x="3898" y="14"/>
                </a:lnTo>
                <a:lnTo>
                  <a:pt x="3898" y="0"/>
                </a:lnTo>
                <a:moveTo>
                  <a:pt x="3950" y="0"/>
                </a:moveTo>
                <a:lnTo>
                  <a:pt x="3975" y="0"/>
                </a:lnTo>
                <a:lnTo>
                  <a:pt x="3975" y="14"/>
                </a:lnTo>
                <a:lnTo>
                  <a:pt x="3950" y="14"/>
                </a:lnTo>
                <a:lnTo>
                  <a:pt x="3950" y="0"/>
                </a:lnTo>
                <a:moveTo>
                  <a:pt x="4001" y="0"/>
                </a:moveTo>
                <a:lnTo>
                  <a:pt x="4027" y="0"/>
                </a:lnTo>
                <a:lnTo>
                  <a:pt x="4027" y="14"/>
                </a:lnTo>
                <a:lnTo>
                  <a:pt x="4001" y="14"/>
                </a:lnTo>
                <a:lnTo>
                  <a:pt x="4001" y="0"/>
                </a:lnTo>
                <a:moveTo>
                  <a:pt x="4052" y="0"/>
                </a:moveTo>
                <a:lnTo>
                  <a:pt x="4078" y="0"/>
                </a:lnTo>
                <a:lnTo>
                  <a:pt x="4078" y="14"/>
                </a:lnTo>
                <a:lnTo>
                  <a:pt x="4052" y="14"/>
                </a:lnTo>
                <a:lnTo>
                  <a:pt x="4052" y="0"/>
                </a:lnTo>
                <a:moveTo>
                  <a:pt x="4104" y="0"/>
                </a:moveTo>
                <a:lnTo>
                  <a:pt x="4129" y="0"/>
                </a:lnTo>
                <a:lnTo>
                  <a:pt x="4129" y="14"/>
                </a:lnTo>
                <a:lnTo>
                  <a:pt x="4104" y="14"/>
                </a:lnTo>
                <a:lnTo>
                  <a:pt x="4104" y="0"/>
                </a:lnTo>
                <a:moveTo>
                  <a:pt x="4155" y="0"/>
                </a:moveTo>
                <a:lnTo>
                  <a:pt x="4180" y="0"/>
                </a:lnTo>
                <a:lnTo>
                  <a:pt x="4180" y="14"/>
                </a:lnTo>
                <a:lnTo>
                  <a:pt x="4155" y="14"/>
                </a:lnTo>
                <a:lnTo>
                  <a:pt x="4155" y="0"/>
                </a:lnTo>
                <a:moveTo>
                  <a:pt x="4206" y="0"/>
                </a:moveTo>
                <a:lnTo>
                  <a:pt x="4232" y="0"/>
                </a:lnTo>
                <a:lnTo>
                  <a:pt x="4232" y="14"/>
                </a:lnTo>
                <a:lnTo>
                  <a:pt x="4206" y="14"/>
                </a:lnTo>
                <a:lnTo>
                  <a:pt x="4206" y="0"/>
                </a:lnTo>
                <a:moveTo>
                  <a:pt x="4257" y="0"/>
                </a:moveTo>
                <a:lnTo>
                  <a:pt x="4283" y="0"/>
                </a:lnTo>
                <a:lnTo>
                  <a:pt x="4283" y="14"/>
                </a:lnTo>
                <a:lnTo>
                  <a:pt x="4257" y="14"/>
                </a:lnTo>
                <a:lnTo>
                  <a:pt x="4257" y="0"/>
                </a:lnTo>
                <a:moveTo>
                  <a:pt x="4309" y="0"/>
                </a:moveTo>
                <a:lnTo>
                  <a:pt x="4334" y="0"/>
                </a:lnTo>
                <a:lnTo>
                  <a:pt x="4334" y="14"/>
                </a:lnTo>
                <a:lnTo>
                  <a:pt x="4309" y="14"/>
                </a:lnTo>
                <a:lnTo>
                  <a:pt x="4309" y="0"/>
                </a:lnTo>
                <a:moveTo>
                  <a:pt x="4360" y="0"/>
                </a:moveTo>
                <a:lnTo>
                  <a:pt x="4386" y="0"/>
                </a:lnTo>
                <a:lnTo>
                  <a:pt x="4386" y="14"/>
                </a:lnTo>
                <a:lnTo>
                  <a:pt x="4360" y="14"/>
                </a:lnTo>
                <a:lnTo>
                  <a:pt x="4360" y="0"/>
                </a:lnTo>
                <a:moveTo>
                  <a:pt x="4411" y="0"/>
                </a:moveTo>
                <a:lnTo>
                  <a:pt x="4437" y="0"/>
                </a:lnTo>
                <a:lnTo>
                  <a:pt x="4437" y="14"/>
                </a:lnTo>
                <a:lnTo>
                  <a:pt x="4411" y="14"/>
                </a:lnTo>
                <a:lnTo>
                  <a:pt x="4411" y="0"/>
                </a:lnTo>
                <a:moveTo>
                  <a:pt x="4463" y="0"/>
                </a:moveTo>
                <a:lnTo>
                  <a:pt x="4488" y="0"/>
                </a:lnTo>
                <a:lnTo>
                  <a:pt x="4488" y="14"/>
                </a:lnTo>
                <a:lnTo>
                  <a:pt x="4463" y="14"/>
                </a:lnTo>
                <a:lnTo>
                  <a:pt x="4463" y="0"/>
                </a:lnTo>
                <a:moveTo>
                  <a:pt x="4514" y="0"/>
                </a:moveTo>
                <a:lnTo>
                  <a:pt x="4539" y="0"/>
                </a:lnTo>
                <a:lnTo>
                  <a:pt x="4539" y="14"/>
                </a:lnTo>
                <a:lnTo>
                  <a:pt x="4514" y="14"/>
                </a:lnTo>
                <a:lnTo>
                  <a:pt x="4514" y="0"/>
                </a:lnTo>
                <a:moveTo>
                  <a:pt x="4565" y="0"/>
                </a:moveTo>
                <a:lnTo>
                  <a:pt x="4591" y="0"/>
                </a:lnTo>
                <a:lnTo>
                  <a:pt x="4591" y="14"/>
                </a:lnTo>
                <a:lnTo>
                  <a:pt x="4565" y="14"/>
                </a:lnTo>
                <a:lnTo>
                  <a:pt x="4565" y="0"/>
                </a:lnTo>
                <a:moveTo>
                  <a:pt x="4616" y="0"/>
                </a:moveTo>
                <a:lnTo>
                  <a:pt x="4642" y="0"/>
                </a:lnTo>
                <a:lnTo>
                  <a:pt x="4642" y="14"/>
                </a:lnTo>
                <a:lnTo>
                  <a:pt x="4616" y="14"/>
                </a:lnTo>
                <a:lnTo>
                  <a:pt x="4616" y="0"/>
                </a:lnTo>
                <a:moveTo>
                  <a:pt x="4668" y="0"/>
                </a:moveTo>
                <a:lnTo>
                  <a:pt x="4693" y="0"/>
                </a:lnTo>
                <a:lnTo>
                  <a:pt x="4693" y="14"/>
                </a:lnTo>
                <a:lnTo>
                  <a:pt x="4668" y="14"/>
                </a:lnTo>
                <a:lnTo>
                  <a:pt x="4668" y="0"/>
                </a:lnTo>
                <a:moveTo>
                  <a:pt x="4719" y="0"/>
                </a:moveTo>
                <a:lnTo>
                  <a:pt x="4745" y="0"/>
                </a:lnTo>
                <a:lnTo>
                  <a:pt x="4745" y="14"/>
                </a:lnTo>
                <a:lnTo>
                  <a:pt x="4719" y="14"/>
                </a:lnTo>
                <a:lnTo>
                  <a:pt x="4719" y="0"/>
                </a:lnTo>
                <a:moveTo>
                  <a:pt x="4770" y="0"/>
                </a:moveTo>
                <a:lnTo>
                  <a:pt x="4796" y="0"/>
                </a:lnTo>
                <a:lnTo>
                  <a:pt x="4796" y="14"/>
                </a:lnTo>
                <a:lnTo>
                  <a:pt x="4770" y="14"/>
                </a:lnTo>
                <a:lnTo>
                  <a:pt x="4770" y="0"/>
                </a:lnTo>
                <a:moveTo>
                  <a:pt x="4821" y="0"/>
                </a:moveTo>
                <a:lnTo>
                  <a:pt x="4847" y="0"/>
                </a:lnTo>
                <a:lnTo>
                  <a:pt x="4847" y="14"/>
                </a:lnTo>
                <a:lnTo>
                  <a:pt x="4821" y="14"/>
                </a:lnTo>
                <a:lnTo>
                  <a:pt x="4821" y="0"/>
                </a:lnTo>
                <a:moveTo>
                  <a:pt x="4873" y="0"/>
                </a:moveTo>
                <a:lnTo>
                  <a:pt x="4898" y="0"/>
                </a:lnTo>
                <a:lnTo>
                  <a:pt x="4898" y="14"/>
                </a:lnTo>
                <a:lnTo>
                  <a:pt x="4873" y="14"/>
                </a:lnTo>
                <a:lnTo>
                  <a:pt x="4873" y="0"/>
                </a:lnTo>
                <a:moveTo>
                  <a:pt x="4924" y="0"/>
                </a:moveTo>
                <a:lnTo>
                  <a:pt x="4950" y="0"/>
                </a:lnTo>
                <a:lnTo>
                  <a:pt x="4950" y="14"/>
                </a:lnTo>
                <a:lnTo>
                  <a:pt x="4924" y="14"/>
                </a:lnTo>
                <a:lnTo>
                  <a:pt x="4924" y="0"/>
                </a:lnTo>
                <a:moveTo>
                  <a:pt x="4975" y="0"/>
                </a:moveTo>
                <a:lnTo>
                  <a:pt x="5001" y="0"/>
                </a:lnTo>
                <a:lnTo>
                  <a:pt x="5001" y="14"/>
                </a:lnTo>
                <a:lnTo>
                  <a:pt x="4975" y="14"/>
                </a:lnTo>
                <a:lnTo>
                  <a:pt x="4975" y="0"/>
                </a:lnTo>
                <a:moveTo>
                  <a:pt x="5027" y="0"/>
                </a:moveTo>
                <a:lnTo>
                  <a:pt x="5052" y="0"/>
                </a:lnTo>
                <a:lnTo>
                  <a:pt x="5052" y="14"/>
                </a:lnTo>
                <a:lnTo>
                  <a:pt x="5027" y="14"/>
                </a:lnTo>
                <a:lnTo>
                  <a:pt x="5027" y="0"/>
                </a:lnTo>
                <a:moveTo>
                  <a:pt x="5078" y="0"/>
                </a:moveTo>
                <a:lnTo>
                  <a:pt x="5103" y="0"/>
                </a:lnTo>
                <a:lnTo>
                  <a:pt x="5103" y="14"/>
                </a:lnTo>
                <a:lnTo>
                  <a:pt x="5078" y="14"/>
                </a:lnTo>
                <a:lnTo>
                  <a:pt x="5078" y="0"/>
                </a:lnTo>
                <a:moveTo>
                  <a:pt x="5129" y="0"/>
                </a:moveTo>
                <a:lnTo>
                  <a:pt x="5155" y="0"/>
                </a:lnTo>
                <a:lnTo>
                  <a:pt x="5155" y="14"/>
                </a:lnTo>
                <a:lnTo>
                  <a:pt x="5129" y="14"/>
                </a:lnTo>
                <a:lnTo>
                  <a:pt x="5129" y="0"/>
                </a:lnTo>
                <a:moveTo>
                  <a:pt x="5180" y="0"/>
                </a:moveTo>
                <a:lnTo>
                  <a:pt x="5206" y="0"/>
                </a:lnTo>
                <a:lnTo>
                  <a:pt x="5206" y="14"/>
                </a:lnTo>
                <a:lnTo>
                  <a:pt x="5180" y="14"/>
                </a:lnTo>
                <a:lnTo>
                  <a:pt x="5180" y="0"/>
                </a:lnTo>
                <a:moveTo>
                  <a:pt x="5232" y="0"/>
                </a:moveTo>
                <a:lnTo>
                  <a:pt x="5257" y="0"/>
                </a:lnTo>
                <a:lnTo>
                  <a:pt x="5257" y="14"/>
                </a:lnTo>
                <a:lnTo>
                  <a:pt x="5232" y="14"/>
                </a:lnTo>
                <a:lnTo>
                  <a:pt x="5232" y="0"/>
                </a:lnTo>
                <a:moveTo>
                  <a:pt x="5283" y="0"/>
                </a:moveTo>
                <a:lnTo>
                  <a:pt x="5309" y="0"/>
                </a:lnTo>
                <a:lnTo>
                  <a:pt x="5309" y="14"/>
                </a:lnTo>
                <a:lnTo>
                  <a:pt x="5283" y="14"/>
                </a:lnTo>
                <a:lnTo>
                  <a:pt x="5283" y="0"/>
                </a:lnTo>
                <a:moveTo>
                  <a:pt x="5334" y="0"/>
                </a:moveTo>
                <a:lnTo>
                  <a:pt x="5360" y="0"/>
                </a:lnTo>
                <a:lnTo>
                  <a:pt x="5360" y="14"/>
                </a:lnTo>
                <a:lnTo>
                  <a:pt x="5334" y="14"/>
                </a:lnTo>
                <a:lnTo>
                  <a:pt x="5334" y="0"/>
                </a:lnTo>
                <a:moveTo>
                  <a:pt x="5386" y="0"/>
                </a:moveTo>
                <a:lnTo>
                  <a:pt x="5411" y="0"/>
                </a:lnTo>
                <a:lnTo>
                  <a:pt x="5411" y="14"/>
                </a:lnTo>
                <a:lnTo>
                  <a:pt x="5386" y="14"/>
                </a:lnTo>
                <a:lnTo>
                  <a:pt x="5386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930960" y="4507560"/>
            <a:ext cx="872280" cy="7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69" spc="-1" strike="noStrike">
                <a:solidFill>
                  <a:srgbClr val="000000"/>
                </a:solidFill>
                <a:latin typeface="Calibri"/>
                <a:ea typeface="Calibri"/>
              </a:rPr>
              <a:t>subscribe to Slot / Schedule (or poll)</a:t>
            </a:r>
            <a:endParaRPr b="0" lang="en-AU" sz="46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920520" y="4797720"/>
            <a:ext cx="1098720" cy="125280"/>
          </a:xfrm>
          <a:custGeom>
            <a:avLst/>
            <a:gdLst/>
            <a:ahLst/>
            <a:rect l="0" t="0" r="r" b="b"/>
            <a:pathLst>
              <a:path w="3052" h="348">
                <a:moveTo>
                  <a:pt x="0" y="0"/>
                </a:moveTo>
                <a:lnTo>
                  <a:pt x="0" y="348"/>
                </a:lnTo>
                <a:lnTo>
                  <a:pt x="3052" y="348"/>
                </a:lnTo>
                <a:lnTo>
                  <a:pt x="3052" y="129"/>
                </a:lnTo>
                <a:lnTo>
                  <a:pt x="2924" y="0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920520" y="4797720"/>
            <a:ext cx="1098720" cy="125280"/>
          </a:xfrm>
          <a:custGeom>
            <a:avLst/>
            <a:gdLst/>
            <a:ahLst/>
            <a:rect l="0" t="0" r="r" b="b"/>
            <a:pathLst>
              <a:path fill="none" w="3052" h="348">
                <a:moveTo>
                  <a:pt x="0" y="0"/>
                </a:moveTo>
                <a:lnTo>
                  <a:pt x="0" y="348"/>
                </a:lnTo>
                <a:lnTo>
                  <a:pt x="3052" y="348"/>
                </a:lnTo>
                <a:lnTo>
                  <a:pt x="3052" y="129"/>
                </a:lnTo>
                <a:lnTo>
                  <a:pt x="2924" y="0"/>
                </a:lnTo>
                <a:lnTo>
                  <a:pt x="0" y="0"/>
                </a:lnTo>
              </a:path>
            </a:pathLst>
          </a:custGeom>
          <a:ln w="2160">
            <a:solidFill>
              <a:srgbClr val="181818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1972800" y="479772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0" y="0"/>
                </a:moveTo>
                <a:lnTo>
                  <a:pt x="0" y="130"/>
                </a:lnTo>
                <a:lnTo>
                  <a:pt x="129" y="130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1972800" y="4797720"/>
            <a:ext cx="46440" cy="46800"/>
          </a:xfrm>
          <a:custGeom>
            <a:avLst/>
            <a:gdLst/>
            <a:ahLst/>
            <a:rect l="0" t="0" r="r" b="b"/>
            <a:pathLst>
              <a:path fill="none" w="129" h="130">
                <a:moveTo>
                  <a:pt x="0" y="0"/>
                </a:moveTo>
                <a:lnTo>
                  <a:pt x="0" y="130"/>
                </a:lnTo>
                <a:lnTo>
                  <a:pt x="129" y="130"/>
                </a:lnTo>
                <a:lnTo>
                  <a:pt x="0" y="0"/>
                </a:lnTo>
              </a:path>
            </a:pathLst>
          </a:custGeom>
          <a:ln w="2160">
            <a:solidFill>
              <a:srgbClr val="181818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977040" y="4654080"/>
            <a:ext cx="784080" cy="7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69" spc="-1" strike="noStrike">
                <a:solidFill>
                  <a:srgbClr val="000000"/>
                </a:solidFill>
                <a:latin typeface="Calibri"/>
                <a:ea typeface="Calibri"/>
              </a:rPr>
              <a:t>notify when new Slots published</a:t>
            </a:r>
            <a:endParaRPr b="0" lang="en-AU" sz="46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2819160" y="5072040"/>
            <a:ext cx="46440" cy="37440"/>
          </a:xfrm>
          <a:custGeom>
            <a:avLst/>
            <a:gdLst/>
            <a:ahLst/>
            <a:rect l="0" t="0" r="r" b="b"/>
            <a:pathLst>
              <a:path w="129" h="104">
                <a:moveTo>
                  <a:pt x="0" y="0"/>
                </a:moveTo>
                <a:lnTo>
                  <a:pt x="129" y="52"/>
                </a:lnTo>
                <a:lnTo>
                  <a:pt x="0" y="104"/>
                </a:lnTo>
                <a:lnTo>
                  <a:pt x="52" y="5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32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898560" y="5090400"/>
            <a:ext cx="1948320" cy="0"/>
          </a:xfrm>
          <a:prstGeom prst="line">
            <a:avLst/>
          </a:prstGeom>
          <a:ln w="432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948240" y="4827960"/>
            <a:ext cx="857160" cy="7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69" spc="-1" strike="noStrike">
                <a:solidFill>
                  <a:srgbClr val="000000"/>
                </a:solidFill>
                <a:latin typeface="Calibri"/>
                <a:ea typeface="Calibri"/>
              </a:rPr>
              <a:t>retry the booking once slots appear</a:t>
            </a:r>
            <a:endParaRPr b="0" lang="en-AU" sz="46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903240" y="5218560"/>
            <a:ext cx="46440" cy="37080"/>
          </a:xfrm>
          <a:custGeom>
            <a:avLst/>
            <a:gdLst/>
            <a:ahLst/>
            <a:rect l="0" t="0" r="r" b="b"/>
            <a:pathLst>
              <a:path w="129" h="103">
                <a:moveTo>
                  <a:pt x="129" y="0"/>
                </a:moveTo>
                <a:lnTo>
                  <a:pt x="0" y="52"/>
                </a:lnTo>
                <a:lnTo>
                  <a:pt x="129" y="103"/>
                </a:lnTo>
                <a:lnTo>
                  <a:pt x="77" y="52"/>
                </a:lnTo>
                <a:lnTo>
                  <a:pt x="129" y="0"/>
                </a:lnTo>
                <a:close/>
              </a:path>
            </a:pathLst>
          </a:custGeom>
          <a:solidFill>
            <a:srgbClr val="001d34"/>
          </a:solidFill>
          <a:ln w="432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921600" y="5234400"/>
            <a:ext cx="1947960" cy="5040"/>
          </a:xfrm>
          <a:custGeom>
            <a:avLst/>
            <a:gdLst/>
            <a:ahLst/>
            <a:rect l="0" t="0" r="r" b="b"/>
            <a:pathLst>
              <a:path w="5411" h="14">
                <a:moveTo>
                  <a:pt x="0" y="0"/>
                </a:moveTo>
                <a:lnTo>
                  <a:pt x="26" y="0"/>
                </a:lnTo>
                <a:lnTo>
                  <a:pt x="26" y="14"/>
                </a:lnTo>
                <a:lnTo>
                  <a:pt x="0" y="14"/>
                </a:lnTo>
                <a:lnTo>
                  <a:pt x="0" y="0"/>
                </a:lnTo>
                <a:moveTo>
                  <a:pt x="52" y="0"/>
                </a:moveTo>
                <a:lnTo>
                  <a:pt x="77" y="0"/>
                </a:lnTo>
                <a:lnTo>
                  <a:pt x="77" y="14"/>
                </a:lnTo>
                <a:lnTo>
                  <a:pt x="52" y="14"/>
                </a:lnTo>
                <a:lnTo>
                  <a:pt x="52" y="0"/>
                </a:lnTo>
                <a:moveTo>
                  <a:pt x="103" y="0"/>
                </a:moveTo>
                <a:lnTo>
                  <a:pt x="128" y="0"/>
                </a:lnTo>
                <a:lnTo>
                  <a:pt x="128" y="14"/>
                </a:lnTo>
                <a:lnTo>
                  <a:pt x="103" y="14"/>
                </a:lnTo>
                <a:lnTo>
                  <a:pt x="103" y="0"/>
                </a:lnTo>
                <a:moveTo>
                  <a:pt x="155" y="0"/>
                </a:moveTo>
                <a:lnTo>
                  <a:pt x="181" y="0"/>
                </a:lnTo>
                <a:lnTo>
                  <a:pt x="181" y="14"/>
                </a:lnTo>
                <a:lnTo>
                  <a:pt x="155" y="14"/>
                </a:lnTo>
                <a:lnTo>
                  <a:pt x="155" y="0"/>
                </a:lnTo>
                <a:moveTo>
                  <a:pt x="206" y="0"/>
                </a:moveTo>
                <a:lnTo>
                  <a:pt x="232" y="0"/>
                </a:lnTo>
                <a:lnTo>
                  <a:pt x="232" y="14"/>
                </a:lnTo>
                <a:lnTo>
                  <a:pt x="206" y="14"/>
                </a:lnTo>
                <a:lnTo>
                  <a:pt x="206" y="0"/>
                </a:lnTo>
                <a:moveTo>
                  <a:pt x="258" y="0"/>
                </a:moveTo>
                <a:lnTo>
                  <a:pt x="283" y="0"/>
                </a:lnTo>
                <a:lnTo>
                  <a:pt x="283" y="14"/>
                </a:lnTo>
                <a:lnTo>
                  <a:pt x="258" y="14"/>
                </a:lnTo>
                <a:lnTo>
                  <a:pt x="258" y="0"/>
                </a:lnTo>
                <a:moveTo>
                  <a:pt x="309" y="0"/>
                </a:moveTo>
                <a:lnTo>
                  <a:pt x="335" y="0"/>
                </a:lnTo>
                <a:lnTo>
                  <a:pt x="335" y="14"/>
                </a:lnTo>
                <a:lnTo>
                  <a:pt x="309" y="14"/>
                </a:lnTo>
                <a:lnTo>
                  <a:pt x="309" y="0"/>
                </a:lnTo>
                <a:moveTo>
                  <a:pt x="360" y="0"/>
                </a:moveTo>
                <a:lnTo>
                  <a:pt x="386" y="0"/>
                </a:lnTo>
                <a:lnTo>
                  <a:pt x="386" y="14"/>
                </a:lnTo>
                <a:lnTo>
                  <a:pt x="360" y="14"/>
                </a:lnTo>
                <a:lnTo>
                  <a:pt x="360" y="0"/>
                </a:lnTo>
                <a:moveTo>
                  <a:pt x="411" y="0"/>
                </a:moveTo>
                <a:lnTo>
                  <a:pt x="437" y="0"/>
                </a:lnTo>
                <a:lnTo>
                  <a:pt x="437" y="14"/>
                </a:lnTo>
                <a:lnTo>
                  <a:pt x="411" y="14"/>
                </a:lnTo>
                <a:lnTo>
                  <a:pt x="411" y="0"/>
                </a:lnTo>
                <a:moveTo>
                  <a:pt x="463" y="0"/>
                </a:moveTo>
                <a:lnTo>
                  <a:pt x="488" y="0"/>
                </a:lnTo>
                <a:lnTo>
                  <a:pt x="488" y="14"/>
                </a:lnTo>
                <a:lnTo>
                  <a:pt x="463" y="14"/>
                </a:lnTo>
                <a:lnTo>
                  <a:pt x="463" y="0"/>
                </a:lnTo>
                <a:moveTo>
                  <a:pt x="514" y="0"/>
                </a:moveTo>
                <a:lnTo>
                  <a:pt x="540" y="0"/>
                </a:lnTo>
                <a:lnTo>
                  <a:pt x="540" y="14"/>
                </a:lnTo>
                <a:lnTo>
                  <a:pt x="514" y="14"/>
                </a:lnTo>
                <a:lnTo>
                  <a:pt x="514" y="0"/>
                </a:lnTo>
                <a:moveTo>
                  <a:pt x="565" y="0"/>
                </a:moveTo>
                <a:lnTo>
                  <a:pt x="591" y="0"/>
                </a:lnTo>
                <a:lnTo>
                  <a:pt x="591" y="14"/>
                </a:lnTo>
                <a:lnTo>
                  <a:pt x="565" y="14"/>
                </a:lnTo>
                <a:lnTo>
                  <a:pt x="565" y="0"/>
                </a:lnTo>
                <a:moveTo>
                  <a:pt x="617" y="0"/>
                </a:moveTo>
                <a:lnTo>
                  <a:pt x="642" y="0"/>
                </a:lnTo>
                <a:lnTo>
                  <a:pt x="642" y="14"/>
                </a:lnTo>
                <a:lnTo>
                  <a:pt x="617" y="14"/>
                </a:lnTo>
                <a:lnTo>
                  <a:pt x="617" y="0"/>
                </a:lnTo>
                <a:moveTo>
                  <a:pt x="668" y="0"/>
                </a:moveTo>
                <a:lnTo>
                  <a:pt x="694" y="0"/>
                </a:lnTo>
                <a:lnTo>
                  <a:pt x="694" y="14"/>
                </a:lnTo>
                <a:lnTo>
                  <a:pt x="668" y="14"/>
                </a:lnTo>
                <a:lnTo>
                  <a:pt x="668" y="0"/>
                </a:lnTo>
                <a:moveTo>
                  <a:pt x="719" y="0"/>
                </a:moveTo>
                <a:lnTo>
                  <a:pt x="745" y="0"/>
                </a:lnTo>
                <a:lnTo>
                  <a:pt x="745" y="14"/>
                </a:lnTo>
                <a:lnTo>
                  <a:pt x="719" y="14"/>
                </a:lnTo>
                <a:lnTo>
                  <a:pt x="719" y="0"/>
                </a:lnTo>
                <a:moveTo>
                  <a:pt x="770" y="0"/>
                </a:moveTo>
                <a:lnTo>
                  <a:pt x="796" y="0"/>
                </a:lnTo>
                <a:lnTo>
                  <a:pt x="796" y="14"/>
                </a:lnTo>
                <a:lnTo>
                  <a:pt x="770" y="14"/>
                </a:lnTo>
                <a:lnTo>
                  <a:pt x="770" y="0"/>
                </a:lnTo>
                <a:moveTo>
                  <a:pt x="822" y="0"/>
                </a:moveTo>
                <a:lnTo>
                  <a:pt x="847" y="0"/>
                </a:lnTo>
                <a:lnTo>
                  <a:pt x="847" y="14"/>
                </a:lnTo>
                <a:lnTo>
                  <a:pt x="822" y="14"/>
                </a:lnTo>
                <a:lnTo>
                  <a:pt x="822" y="0"/>
                </a:lnTo>
                <a:moveTo>
                  <a:pt x="873" y="0"/>
                </a:moveTo>
                <a:lnTo>
                  <a:pt x="899" y="0"/>
                </a:lnTo>
                <a:lnTo>
                  <a:pt x="899" y="14"/>
                </a:lnTo>
                <a:lnTo>
                  <a:pt x="873" y="14"/>
                </a:lnTo>
                <a:lnTo>
                  <a:pt x="873" y="0"/>
                </a:lnTo>
                <a:moveTo>
                  <a:pt x="924" y="0"/>
                </a:moveTo>
                <a:lnTo>
                  <a:pt x="950" y="0"/>
                </a:lnTo>
                <a:lnTo>
                  <a:pt x="950" y="14"/>
                </a:lnTo>
                <a:lnTo>
                  <a:pt x="924" y="14"/>
                </a:lnTo>
                <a:lnTo>
                  <a:pt x="924" y="0"/>
                </a:lnTo>
                <a:moveTo>
                  <a:pt x="976" y="0"/>
                </a:moveTo>
                <a:lnTo>
                  <a:pt x="1001" y="0"/>
                </a:lnTo>
                <a:lnTo>
                  <a:pt x="1001" y="14"/>
                </a:lnTo>
                <a:lnTo>
                  <a:pt x="976" y="14"/>
                </a:lnTo>
                <a:lnTo>
                  <a:pt x="976" y="0"/>
                </a:lnTo>
                <a:moveTo>
                  <a:pt x="1027" y="0"/>
                </a:moveTo>
                <a:lnTo>
                  <a:pt x="1052" y="0"/>
                </a:lnTo>
                <a:lnTo>
                  <a:pt x="1052" y="14"/>
                </a:lnTo>
                <a:lnTo>
                  <a:pt x="1027" y="14"/>
                </a:lnTo>
                <a:lnTo>
                  <a:pt x="1027" y="0"/>
                </a:lnTo>
                <a:moveTo>
                  <a:pt x="1078" y="0"/>
                </a:moveTo>
                <a:lnTo>
                  <a:pt x="1104" y="0"/>
                </a:lnTo>
                <a:lnTo>
                  <a:pt x="1104" y="14"/>
                </a:lnTo>
                <a:lnTo>
                  <a:pt x="1078" y="14"/>
                </a:lnTo>
                <a:lnTo>
                  <a:pt x="1078" y="0"/>
                </a:lnTo>
                <a:moveTo>
                  <a:pt x="1129" y="0"/>
                </a:moveTo>
                <a:lnTo>
                  <a:pt x="1155" y="0"/>
                </a:lnTo>
                <a:lnTo>
                  <a:pt x="1155" y="14"/>
                </a:lnTo>
                <a:lnTo>
                  <a:pt x="1129" y="14"/>
                </a:lnTo>
                <a:lnTo>
                  <a:pt x="1129" y="0"/>
                </a:lnTo>
                <a:moveTo>
                  <a:pt x="1181" y="0"/>
                </a:moveTo>
                <a:lnTo>
                  <a:pt x="1206" y="0"/>
                </a:lnTo>
                <a:lnTo>
                  <a:pt x="1206" y="14"/>
                </a:lnTo>
                <a:lnTo>
                  <a:pt x="1181" y="14"/>
                </a:lnTo>
                <a:lnTo>
                  <a:pt x="1181" y="0"/>
                </a:lnTo>
                <a:moveTo>
                  <a:pt x="1232" y="0"/>
                </a:moveTo>
                <a:lnTo>
                  <a:pt x="1258" y="0"/>
                </a:lnTo>
                <a:lnTo>
                  <a:pt x="1258" y="14"/>
                </a:lnTo>
                <a:lnTo>
                  <a:pt x="1232" y="14"/>
                </a:lnTo>
                <a:lnTo>
                  <a:pt x="1232" y="0"/>
                </a:lnTo>
                <a:moveTo>
                  <a:pt x="1283" y="0"/>
                </a:moveTo>
                <a:lnTo>
                  <a:pt x="1309" y="0"/>
                </a:lnTo>
                <a:lnTo>
                  <a:pt x="1309" y="14"/>
                </a:lnTo>
                <a:lnTo>
                  <a:pt x="1283" y="14"/>
                </a:lnTo>
                <a:lnTo>
                  <a:pt x="1283" y="0"/>
                </a:lnTo>
                <a:moveTo>
                  <a:pt x="1334" y="0"/>
                </a:moveTo>
                <a:lnTo>
                  <a:pt x="1360" y="0"/>
                </a:lnTo>
                <a:lnTo>
                  <a:pt x="1360" y="14"/>
                </a:lnTo>
                <a:lnTo>
                  <a:pt x="1334" y="14"/>
                </a:lnTo>
                <a:lnTo>
                  <a:pt x="1334" y="0"/>
                </a:lnTo>
                <a:moveTo>
                  <a:pt x="1386" y="0"/>
                </a:moveTo>
                <a:lnTo>
                  <a:pt x="1411" y="0"/>
                </a:lnTo>
                <a:lnTo>
                  <a:pt x="1411" y="14"/>
                </a:lnTo>
                <a:lnTo>
                  <a:pt x="1386" y="14"/>
                </a:lnTo>
                <a:lnTo>
                  <a:pt x="1386" y="0"/>
                </a:lnTo>
                <a:moveTo>
                  <a:pt x="1437" y="0"/>
                </a:moveTo>
                <a:lnTo>
                  <a:pt x="1463" y="0"/>
                </a:lnTo>
                <a:lnTo>
                  <a:pt x="1463" y="14"/>
                </a:lnTo>
                <a:lnTo>
                  <a:pt x="1437" y="14"/>
                </a:lnTo>
                <a:lnTo>
                  <a:pt x="1437" y="0"/>
                </a:lnTo>
                <a:moveTo>
                  <a:pt x="1488" y="0"/>
                </a:moveTo>
                <a:lnTo>
                  <a:pt x="1514" y="0"/>
                </a:lnTo>
                <a:lnTo>
                  <a:pt x="1514" y="14"/>
                </a:lnTo>
                <a:lnTo>
                  <a:pt x="1488" y="14"/>
                </a:lnTo>
                <a:lnTo>
                  <a:pt x="1488" y="0"/>
                </a:lnTo>
                <a:moveTo>
                  <a:pt x="1540" y="0"/>
                </a:moveTo>
                <a:lnTo>
                  <a:pt x="1565" y="0"/>
                </a:lnTo>
                <a:lnTo>
                  <a:pt x="1565" y="14"/>
                </a:lnTo>
                <a:lnTo>
                  <a:pt x="1540" y="14"/>
                </a:lnTo>
                <a:lnTo>
                  <a:pt x="1540" y="0"/>
                </a:lnTo>
                <a:moveTo>
                  <a:pt x="1591" y="0"/>
                </a:moveTo>
                <a:lnTo>
                  <a:pt x="1617" y="0"/>
                </a:lnTo>
                <a:lnTo>
                  <a:pt x="1617" y="14"/>
                </a:lnTo>
                <a:lnTo>
                  <a:pt x="1591" y="14"/>
                </a:lnTo>
                <a:lnTo>
                  <a:pt x="1591" y="0"/>
                </a:lnTo>
                <a:moveTo>
                  <a:pt x="1642" y="0"/>
                </a:moveTo>
                <a:lnTo>
                  <a:pt x="1668" y="0"/>
                </a:lnTo>
                <a:lnTo>
                  <a:pt x="1668" y="14"/>
                </a:lnTo>
                <a:lnTo>
                  <a:pt x="1642" y="14"/>
                </a:lnTo>
                <a:lnTo>
                  <a:pt x="1642" y="0"/>
                </a:lnTo>
                <a:moveTo>
                  <a:pt x="1693" y="0"/>
                </a:moveTo>
                <a:lnTo>
                  <a:pt x="1719" y="0"/>
                </a:lnTo>
                <a:lnTo>
                  <a:pt x="1719" y="14"/>
                </a:lnTo>
                <a:lnTo>
                  <a:pt x="1693" y="14"/>
                </a:lnTo>
                <a:lnTo>
                  <a:pt x="1693" y="0"/>
                </a:lnTo>
                <a:moveTo>
                  <a:pt x="1745" y="0"/>
                </a:moveTo>
                <a:lnTo>
                  <a:pt x="1770" y="0"/>
                </a:lnTo>
                <a:lnTo>
                  <a:pt x="1770" y="14"/>
                </a:lnTo>
                <a:lnTo>
                  <a:pt x="1745" y="14"/>
                </a:lnTo>
                <a:lnTo>
                  <a:pt x="1745" y="0"/>
                </a:lnTo>
                <a:moveTo>
                  <a:pt x="1796" y="0"/>
                </a:moveTo>
                <a:lnTo>
                  <a:pt x="1822" y="0"/>
                </a:lnTo>
                <a:lnTo>
                  <a:pt x="1822" y="14"/>
                </a:lnTo>
                <a:lnTo>
                  <a:pt x="1796" y="14"/>
                </a:lnTo>
                <a:lnTo>
                  <a:pt x="1796" y="0"/>
                </a:lnTo>
                <a:moveTo>
                  <a:pt x="1847" y="0"/>
                </a:moveTo>
                <a:lnTo>
                  <a:pt x="1873" y="0"/>
                </a:lnTo>
                <a:lnTo>
                  <a:pt x="1873" y="14"/>
                </a:lnTo>
                <a:lnTo>
                  <a:pt x="1847" y="14"/>
                </a:lnTo>
                <a:lnTo>
                  <a:pt x="1847" y="0"/>
                </a:lnTo>
                <a:moveTo>
                  <a:pt x="1899" y="0"/>
                </a:moveTo>
                <a:lnTo>
                  <a:pt x="1924" y="0"/>
                </a:lnTo>
                <a:lnTo>
                  <a:pt x="1924" y="14"/>
                </a:lnTo>
                <a:lnTo>
                  <a:pt x="1899" y="14"/>
                </a:lnTo>
                <a:lnTo>
                  <a:pt x="1899" y="0"/>
                </a:lnTo>
                <a:moveTo>
                  <a:pt x="1950" y="0"/>
                </a:moveTo>
                <a:lnTo>
                  <a:pt x="1975" y="0"/>
                </a:lnTo>
                <a:lnTo>
                  <a:pt x="1975" y="14"/>
                </a:lnTo>
                <a:lnTo>
                  <a:pt x="1950" y="14"/>
                </a:lnTo>
                <a:lnTo>
                  <a:pt x="1950" y="0"/>
                </a:lnTo>
                <a:moveTo>
                  <a:pt x="2001" y="0"/>
                </a:moveTo>
                <a:lnTo>
                  <a:pt x="2027" y="0"/>
                </a:lnTo>
                <a:lnTo>
                  <a:pt x="2027" y="14"/>
                </a:lnTo>
                <a:lnTo>
                  <a:pt x="2001" y="14"/>
                </a:lnTo>
                <a:lnTo>
                  <a:pt x="2001" y="0"/>
                </a:lnTo>
                <a:moveTo>
                  <a:pt x="2052" y="0"/>
                </a:moveTo>
                <a:lnTo>
                  <a:pt x="2078" y="0"/>
                </a:lnTo>
                <a:lnTo>
                  <a:pt x="2078" y="14"/>
                </a:lnTo>
                <a:lnTo>
                  <a:pt x="2052" y="14"/>
                </a:lnTo>
                <a:lnTo>
                  <a:pt x="2052" y="0"/>
                </a:lnTo>
                <a:moveTo>
                  <a:pt x="2104" y="0"/>
                </a:moveTo>
                <a:lnTo>
                  <a:pt x="2129" y="0"/>
                </a:lnTo>
                <a:lnTo>
                  <a:pt x="2129" y="14"/>
                </a:lnTo>
                <a:lnTo>
                  <a:pt x="2104" y="14"/>
                </a:lnTo>
                <a:lnTo>
                  <a:pt x="2104" y="0"/>
                </a:lnTo>
                <a:moveTo>
                  <a:pt x="2155" y="0"/>
                </a:moveTo>
                <a:lnTo>
                  <a:pt x="2181" y="0"/>
                </a:lnTo>
                <a:lnTo>
                  <a:pt x="2181" y="14"/>
                </a:lnTo>
                <a:lnTo>
                  <a:pt x="2155" y="14"/>
                </a:lnTo>
                <a:lnTo>
                  <a:pt x="2155" y="0"/>
                </a:lnTo>
                <a:moveTo>
                  <a:pt x="2206" y="0"/>
                </a:moveTo>
                <a:lnTo>
                  <a:pt x="2232" y="0"/>
                </a:lnTo>
                <a:lnTo>
                  <a:pt x="2232" y="14"/>
                </a:lnTo>
                <a:lnTo>
                  <a:pt x="2206" y="14"/>
                </a:lnTo>
                <a:lnTo>
                  <a:pt x="2206" y="0"/>
                </a:lnTo>
                <a:moveTo>
                  <a:pt x="2258" y="0"/>
                </a:moveTo>
                <a:lnTo>
                  <a:pt x="2283" y="0"/>
                </a:lnTo>
                <a:lnTo>
                  <a:pt x="2283" y="14"/>
                </a:lnTo>
                <a:lnTo>
                  <a:pt x="2258" y="14"/>
                </a:lnTo>
                <a:lnTo>
                  <a:pt x="2258" y="0"/>
                </a:lnTo>
                <a:moveTo>
                  <a:pt x="2309" y="0"/>
                </a:moveTo>
                <a:lnTo>
                  <a:pt x="2334" y="0"/>
                </a:lnTo>
                <a:lnTo>
                  <a:pt x="2334" y="14"/>
                </a:lnTo>
                <a:lnTo>
                  <a:pt x="2309" y="14"/>
                </a:lnTo>
                <a:lnTo>
                  <a:pt x="2309" y="0"/>
                </a:lnTo>
                <a:moveTo>
                  <a:pt x="2360" y="0"/>
                </a:moveTo>
                <a:lnTo>
                  <a:pt x="2386" y="0"/>
                </a:lnTo>
                <a:lnTo>
                  <a:pt x="2386" y="14"/>
                </a:lnTo>
                <a:lnTo>
                  <a:pt x="2360" y="14"/>
                </a:lnTo>
                <a:lnTo>
                  <a:pt x="2360" y="0"/>
                </a:lnTo>
                <a:moveTo>
                  <a:pt x="2411" y="0"/>
                </a:moveTo>
                <a:lnTo>
                  <a:pt x="2437" y="0"/>
                </a:lnTo>
                <a:lnTo>
                  <a:pt x="2437" y="14"/>
                </a:lnTo>
                <a:lnTo>
                  <a:pt x="2411" y="14"/>
                </a:lnTo>
                <a:lnTo>
                  <a:pt x="2411" y="0"/>
                </a:lnTo>
                <a:moveTo>
                  <a:pt x="2463" y="0"/>
                </a:moveTo>
                <a:lnTo>
                  <a:pt x="2488" y="0"/>
                </a:lnTo>
                <a:lnTo>
                  <a:pt x="2488" y="14"/>
                </a:lnTo>
                <a:lnTo>
                  <a:pt x="2463" y="14"/>
                </a:lnTo>
                <a:lnTo>
                  <a:pt x="2463" y="0"/>
                </a:lnTo>
                <a:moveTo>
                  <a:pt x="2514" y="0"/>
                </a:moveTo>
                <a:lnTo>
                  <a:pt x="2540" y="0"/>
                </a:lnTo>
                <a:lnTo>
                  <a:pt x="2540" y="14"/>
                </a:lnTo>
                <a:lnTo>
                  <a:pt x="2514" y="14"/>
                </a:lnTo>
                <a:lnTo>
                  <a:pt x="2514" y="0"/>
                </a:lnTo>
                <a:moveTo>
                  <a:pt x="2565" y="0"/>
                </a:moveTo>
                <a:lnTo>
                  <a:pt x="2591" y="0"/>
                </a:lnTo>
                <a:lnTo>
                  <a:pt x="2591" y="14"/>
                </a:lnTo>
                <a:lnTo>
                  <a:pt x="2565" y="14"/>
                </a:lnTo>
                <a:lnTo>
                  <a:pt x="2565" y="0"/>
                </a:lnTo>
                <a:moveTo>
                  <a:pt x="2616" y="0"/>
                </a:moveTo>
                <a:lnTo>
                  <a:pt x="2642" y="0"/>
                </a:lnTo>
                <a:lnTo>
                  <a:pt x="2642" y="14"/>
                </a:lnTo>
                <a:lnTo>
                  <a:pt x="2616" y="14"/>
                </a:lnTo>
                <a:lnTo>
                  <a:pt x="2616" y="0"/>
                </a:lnTo>
                <a:moveTo>
                  <a:pt x="2668" y="0"/>
                </a:moveTo>
                <a:lnTo>
                  <a:pt x="2693" y="0"/>
                </a:lnTo>
                <a:lnTo>
                  <a:pt x="2693" y="14"/>
                </a:lnTo>
                <a:lnTo>
                  <a:pt x="2668" y="14"/>
                </a:lnTo>
                <a:lnTo>
                  <a:pt x="2668" y="0"/>
                </a:lnTo>
                <a:moveTo>
                  <a:pt x="2719" y="0"/>
                </a:moveTo>
                <a:lnTo>
                  <a:pt x="2745" y="0"/>
                </a:lnTo>
                <a:lnTo>
                  <a:pt x="2745" y="14"/>
                </a:lnTo>
                <a:lnTo>
                  <a:pt x="2719" y="14"/>
                </a:lnTo>
                <a:lnTo>
                  <a:pt x="2719" y="0"/>
                </a:lnTo>
                <a:moveTo>
                  <a:pt x="2770" y="0"/>
                </a:moveTo>
                <a:lnTo>
                  <a:pt x="2796" y="0"/>
                </a:lnTo>
                <a:lnTo>
                  <a:pt x="2796" y="14"/>
                </a:lnTo>
                <a:lnTo>
                  <a:pt x="2770" y="14"/>
                </a:lnTo>
                <a:lnTo>
                  <a:pt x="2770" y="0"/>
                </a:lnTo>
                <a:moveTo>
                  <a:pt x="2822" y="0"/>
                </a:moveTo>
                <a:lnTo>
                  <a:pt x="2847" y="0"/>
                </a:lnTo>
                <a:lnTo>
                  <a:pt x="2847" y="14"/>
                </a:lnTo>
                <a:lnTo>
                  <a:pt x="2822" y="14"/>
                </a:lnTo>
                <a:lnTo>
                  <a:pt x="2822" y="0"/>
                </a:lnTo>
                <a:moveTo>
                  <a:pt x="2873" y="0"/>
                </a:moveTo>
                <a:lnTo>
                  <a:pt x="2899" y="0"/>
                </a:lnTo>
                <a:lnTo>
                  <a:pt x="2899" y="14"/>
                </a:lnTo>
                <a:lnTo>
                  <a:pt x="2873" y="14"/>
                </a:lnTo>
                <a:lnTo>
                  <a:pt x="2873" y="0"/>
                </a:lnTo>
                <a:moveTo>
                  <a:pt x="2924" y="0"/>
                </a:moveTo>
                <a:lnTo>
                  <a:pt x="2950" y="0"/>
                </a:lnTo>
                <a:lnTo>
                  <a:pt x="2950" y="14"/>
                </a:lnTo>
                <a:lnTo>
                  <a:pt x="2924" y="14"/>
                </a:lnTo>
                <a:lnTo>
                  <a:pt x="2924" y="0"/>
                </a:lnTo>
                <a:moveTo>
                  <a:pt x="2975" y="0"/>
                </a:moveTo>
                <a:lnTo>
                  <a:pt x="3001" y="0"/>
                </a:lnTo>
                <a:lnTo>
                  <a:pt x="3001" y="14"/>
                </a:lnTo>
                <a:lnTo>
                  <a:pt x="2975" y="14"/>
                </a:lnTo>
                <a:lnTo>
                  <a:pt x="2975" y="0"/>
                </a:lnTo>
                <a:moveTo>
                  <a:pt x="3027" y="0"/>
                </a:moveTo>
                <a:lnTo>
                  <a:pt x="3052" y="0"/>
                </a:lnTo>
                <a:lnTo>
                  <a:pt x="3052" y="14"/>
                </a:lnTo>
                <a:lnTo>
                  <a:pt x="3027" y="14"/>
                </a:lnTo>
                <a:lnTo>
                  <a:pt x="3027" y="0"/>
                </a:lnTo>
                <a:moveTo>
                  <a:pt x="3078" y="0"/>
                </a:moveTo>
                <a:lnTo>
                  <a:pt x="3104" y="0"/>
                </a:lnTo>
                <a:lnTo>
                  <a:pt x="3104" y="14"/>
                </a:lnTo>
                <a:lnTo>
                  <a:pt x="3078" y="14"/>
                </a:lnTo>
                <a:lnTo>
                  <a:pt x="3078" y="0"/>
                </a:lnTo>
                <a:moveTo>
                  <a:pt x="3129" y="0"/>
                </a:moveTo>
                <a:lnTo>
                  <a:pt x="3155" y="0"/>
                </a:lnTo>
                <a:lnTo>
                  <a:pt x="3155" y="14"/>
                </a:lnTo>
                <a:lnTo>
                  <a:pt x="3129" y="14"/>
                </a:lnTo>
                <a:lnTo>
                  <a:pt x="3129" y="0"/>
                </a:lnTo>
                <a:moveTo>
                  <a:pt x="3181" y="0"/>
                </a:moveTo>
                <a:lnTo>
                  <a:pt x="3206" y="0"/>
                </a:lnTo>
                <a:lnTo>
                  <a:pt x="3206" y="14"/>
                </a:lnTo>
                <a:lnTo>
                  <a:pt x="3181" y="14"/>
                </a:lnTo>
                <a:lnTo>
                  <a:pt x="3181" y="0"/>
                </a:lnTo>
                <a:moveTo>
                  <a:pt x="3232" y="0"/>
                </a:moveTo>
                <a:lnTo>
                  <a:pt x="3257" y="0"/>
                </a:lnTo>
                <a:lnTo>
                  <a:pt x="3257" y="14"/>
                </a:lnTo>
                <a:lnTo>
                  <a:pt x="3232" y="14"/>
                </a:lnTo>
                <a:lnTo>
                  <a:pt x="3232" y="0"/>
                </a:lnTo>
                <a:moveTo>
                  <a:pt x="3283" y="0"/>
                </a:moveTo>
                <a:lnTo>
                  <a:pt x="3309" y="0"/>
                </a:lnTo>
                <a:lnTo>
                  <a:pt x="3309" y="14"/>
                </a:lnTo>
                <a:lnTo>
                  <a:pt x="3283" y="14"/>
                </a:lnTo>
                <a:lnTo>
                  <a:pt x="3283" y="0"/>
                </a:lnTo>
                <a:moveTo>
                  <a:pt x="3334" y="0"/>
                </a:moveTo>
                <a:lnTo>
                  <a:pt x="3360" y="0"/>
                </a:lnTo>
                <a:lnTo>
                  <a:pt x="3360" y="14"/>
                </a:lnTo>
                <a:lnTo>
                  <a:pt x="3334" y="14"/>
                </a:lnTo>
                <a:lnTo>
                  <a:pt x="3334" y="0"/>
                </a:lnTo>
                <a:moveTo>
                  <a:pt x="3386" y="0"/>
                </a:moveTo>
                <a:lnTo>
                  <a:pt x="3411" y="0"/>
                </a:lnTo>
                <a:lnTo>
                  <a:pt x="3411" y="14"/>
                </a:lnTo>
                <a:lnTo>
                  <a:pt x="3386" y="14"/>
                </a:lnTo>
                <a:lnTo>
                  <a:pt x="3386" y="0"/>
                </a:lnTo>
                <a:moveTo>
                  <a:pt x="3437" y="0"/>
                </a:moveTo>
                <a:lnTo>
                  <a:pt x="3463" y="0"/>
                </a:lnTo>
                <a:lnTo>
                  <a:pt x="3463" y="14"/>
                </a:lnTo>
                <a:lnTo>
                  <a:pt x="3437" y="14"/>
                </a:lnTo>
                <a:lnTo>
                  <a:pt x="3437" y="0"/>
                </a:lnTo>
                <a:moveTo>
                  <a:pt x="3488" y="0"/>
                </a:moveTo>
                <a:lnTo>
                  <a:pt x="3514" y="0"/>
                </a:lnTo>
                <a:lnTo>
                  <a:pt x="3514" y="14"/>
                </a:lnTo>
                <a:lnTo>
                  <a:pt x="3488" y="14"/>
                </a:lnTo>
                <a:lnTo>
                  <a:pt x="3488" y="0"/>
                </a:lnTo>
                <a:moveTo>
                  <a:pt x="3539" y="0"/>
                </a:moveTo>
                <a:lnTo>
                  <a:pt x="3565" y="0"/>
                </a:lnTo>
                <a:lnTo>
                  <a:pt x="3565" y="14"/>
                </a:lnTo>
                <a:lnTo>
                  <a:pt x="3539" y="14"/>
                </a:lnTo>
                <a:lnTo>
                  <a:pt x="3539" y="0"/>
                </a:lnTo>
                <a:moveTo>
                  <a:pt x="3591" y="0"/>
                </a:moveTo>
                <a:lnTo>
                  <a:pt x="3616" y="0"/>
                </a:lnTo>
                <a:lnTo>
                  <a:pt x="3616" y="14"/>
                </a:lnTo>
                <a:lnTo>
                  <a:pt x="3591" y="14"/>
                </a:lnTo>
                <a:lnTo>
                  <a:pt x="3591" y="0"/>
                </a:lnTo>
                <a:moveTo>
                  <a:pt x="3642" y="0"/>
                </a:moveTo>
                <a:lnTo>
                  <a:pt x="3668" y="0"/>
                </a:lnTo>
                <a:lnTo>
                  <a:pt x="3668" y="14"/>
                </a:lnTo>
                <a:lnTo>
                  <a:pt x="3642" y="14"/>
                </a:lnTo>
                <a:lnTo>
                  <a:pt x="3642" y="0"/>
                </a:lnTo>
                <a:moveTo>
                  <a:pt x="3693" y="0"/>
                </a:moveTo>
                <a:lnTo>
                  <a:pt x="3719" y="0"/>
                </a:lnTo>
                <a:lnTo>
                  <a:pt x="3719" y="14"/>
                </a:lnTo>
                <a:lnTo>
                  <a:pt x="3693" y="14"/>
                </a:lnTo>
                <a:lnTo>
                  <a:pt x="3693" y="0"/>
                </a:lnTo>
                <a:moveTo>
                  <a:pt x="3745" y="0"/>
                </a:moveTo>
                <a:lnTo>
                  <a:pt x="3770" y="0"/>
                </a:lnTo>
                <a:lnTo>
                  <a:pt x="3770" y="14"/>
                </a:lnTo>
                <a:lnTo>
                  <a:pt x="3745" y="14"/>
                </a:lnTo>
                <a:lnTo>
                  <a:pt x="3745" y="0"/>
                </a:lnTo>
                <a:moveTo>
                  <a:pt x="3796" y="0"/>
                </a:moveTo>
                <a:lnTo>
                  <a:pt x="3822" y="0"/>
                </a:lnTo>
                <a:lnTo>
                  <a:pt x="3822" y="14"/>
                </a:lnTo>
                <a:lnTo>
                  <a:pt x="3796" y="14"/>
                </a:lnTo>
                <a:lnTo>
                  <a:pt x="3796" y="0"/>
                </a:lnTo>
                <a:moveTo>
                  <a:pt x="3847" y="0"/>
                </a:moveTo>
                <a:lnTo>
                  <a:pt x="3873" y="0"/>
                </a:lnTo>
                <a:lnTo>
                  <a:pt x="3873" y="14"/>
                </a:lnTo>
                <a:lnTo>
                  <a:pt x="3847" y="14"/>
                </a:lnTo>
                <a:lnTo>
                  <a:pt x="3847" y="0"/>
                </a:lnTo>
                <a:moveTo>
                  <a:pt x="3898" y="0"/>
                </a:moveTo>
                <a:lnTo>
                  <a:pt x="3924" y="0"/>
                </a:lnTo>
                <a:lnTo>
                  <a:pt x="3924" y="14"/>
                </a:lnTo>
                <a:lnTo>
                  <a:pt x="3898" y="14"/>
                </a:lnTo>
                <a:lnTo>
                  <a:pt x="3898" y="0"/>
                </a:lnTo>
                <a:moveTo>
                  <a:pt x="3950" y="0"/>
                </a:moveTo>
                <a:lnTo>
                  <a:pt x="3975" y="0"/>
                </a:lnTo>
                <a:lnTo>
                  <a:pt x="3975" y="14"/>
                </a:lnTo>
                <a:lnTo>
                  <a:pt x="3950" y="14"/>
                </a:lnTo>
                <a:lnTo>
                  <a:pt x="3950" y="0"/>
                </a:lnTo>
                <a:moveTo>
                  <a:pt x="4001" y="0"/>
                </a:moveTo>
                <a:lnTo>
                  <a:pt x="4027" y="0"/>
                </a:lnTo>
                <a:lnTo>
                  <a:pt x="4027" y="14"/>
                </a:lnTo>
                <a:lnTo>
                  <a:pt x="4001" y="14"/>
                </a:lnTo>
                <a:lnTo>
                  <a:pt x="4001" y="0"/>
                </a:lnTo>
                <a:moveTo>
                  <a:pt x="4052" y="0"/>
                </a:moveTo>
                <a:lnTo>
                  <a:pt x="4078" y="0"/>
                </a:lnTo>
                <a:lnTo>
                  <a:pt x="4078" y="14"/>
                </a:lnTo>
                <a:lnTo>
                  <a:pt x="4052" y="14"/>
                </a:lnTo>
                <a:lnTo>
                  <a:pt x="4052" y="0"/>
                </a:lnTo>
                <a:moveTo>
                  <a:pt x="4104" y="0"/>
                </a:moveTo>
                <a:lnTo>
                  <a:pt x="4129" y="0"/>
                </a:lnTo>
                <a:lnTo>
                  <a:pt x="4129" y="14"/>
                </a:lnTo>
                <a:lnTo>
                  <a:pt x="4104" y="14"/>
                </a:lnTo>
                <a:lnTo>
                  <a:pt x="4104" y="0"/>
                </a:lnTo>
                <a:moveTo>
                  <a:pt x="4155" y="0"/>
                </a:moveTo>
                <a:lnTo>
                  <a:pt x="4180" y="0"/>
                </a:lnTo>
                <a:lnTo>
                  <a:pt x="4180" y="14"/>
                </a:lnTo>
                <a:lnTo>
                  <a:pt x="4155" y="14"/>
                </a:lnTo>
                <a:lnTo>
                  <a:pt x="4155" y="0"/>
                </a:lnTo>
                <a:moveTo>
                  <a:pt x="4206" y="0"/>
                </a:moveTo>
                <a:lnTo>
                  <a:pt x="4232" y="0"/>
                </a:lnTo>
                <a:lnTo>
                  <a:pt x="4232" y="14"/>
                </a:lnTo>
                <a:lnTo>
                  <a:pt x="4206" y="14"/>
                </a:lnTo>
                <a:lnTo>
                  <a:pt x="4206" y="0"/>
                </a:lnTo>
                <a:moveTo>
                  <a:pt x="4257" y="0"/>
                </a:moveTo>
                <a:lnTo>
                  <a:pt x="4283" y="0"/>
                </a:lnTo>
                <a:lnTo>
                  <a:pt x="4283" y="14"/>
                </a:lnTo>
                <a:lnTo>
                  <a:pt x="4257" y="14"/>
                </a:lnTo>
                <a:lnTo>
                  <a:pt x="4257" y="0"/>
                </a:lnTo>
                <a:moveTo>
                  <a:pt x="4309" y="0"/>
                </a:moveTo>
                <a:lnTo>
                  <a:pt x="4334" y="0"/>
                </a:lnTo>
                <a:lnTo>
                  <a:pt x="4334" y="14"/>
                </a:lnTo>
                <a:lnTo>
                  <a:pt x="4309" y="14"/>
                </a:lnTo>
                <a:lnTo>
                  <a:pt x="4309" y="0"/>
                </a:lnTo>
                <a:moveTo>
                  <a:pt x="4360" y="0"/>
                </a:moveTo>
                <a:lnTo>
                  <a:pt x="4386" y="0"/>
                </a:lnTo>
                <a:lnTo>
                  <a:pt x="4386" y="14"/>
                </a:lnTo>
                <a:lnTo>
                  <a:pt x="4360" y="14"/>
                </a:lnTo>
                <a:lnTo>
                  <a:pt x="4360" y="0"/>
                </a:lnTo>
                <a:moveTo>
                  <a:pt x="4411" y="0"/>
                </a:moveTo>
                <a:lnTo>
                  <a:pt x="4437" y="0"/>
                </a:lnTo>
                <a:lnTo>
                  <a:pt x="4437" y="14"/>
                </a:lnTo>
                <a:lnTo>
                  <a:pt x="4411" y="14"/>
                </a:lnTo>
                <a:lnTo>
                  <a:pt x="4411" y="0"/>
                </a:lnTo>
                <a:moveTo>
                  <a:pt x="4463" y="0"/>
                </a:moveTo>
                <a:lnTo>
                  <a:pt x="4488" y="0"/>
                </a:lnTo>
                <a:lnTo>
                  <a:pt x="4488" y="14"/>
                </a:lnTo>
                <a:lnTo>
                  <a:pt x="4463" y="14"/>
                </a:lnTo>
                <a:lnTo>
                  <a:pt x="4463" y="0"/>
                </a:lnTo>
                <a:moveTo>
                  <a:pt x="4514" y="0"/>
                </a:moveTo>
                <a:lnTo>
                  <a:pt x="4539" y="0"/>
                </a:lnTo>
                <a:lnTo>
                  <a:pt x="4539" y="14"/>
                </a:lnTo>
                <a:lnTo>
                  <a:pt x="4514" y="14"/>
                </a:lnTo>
                <a:lnTo>
                  <a:pt x="4514" y="0"/>
                </a:lnTo>
                <a:moveTo>
                  <a:pt x="4565" y="0"/>
                </a:moveTo>
                <a:lnTo>
                  <a:pt x="4591" y="0"/>
                </a:lnTo>
                <a:lnTo>
                  <a:pt x="4591" y="14"/>
                </a:lnTo>
                <a:lnTo>
                  <a:pt x="4565" y="14"/>
                </a:lnTo>
                <a:lnTo>
                  <a:pt x="4565" y="0"/>
                </a:lnTo>
                <a:moveTo>
                  <a:pt x="4616" y="0"/>
                </a:moveTo>
                <a:lnTo>
                  <a:pt x="4642" y="0"/>
                </a:lnTo>
                <a:lnTo>
                  <a:pt x="4642" y="14"/>
                </a:lnTo>
                <a:lnTo>
                  <a:pt x="4616" y="14"/>
                </a:lnTo>
                <a:lnTo>
                  <a:pt x="4616" y="0"/>
                </a:lnTo>
                <a:moveTo>
                  <a:pt x="4668" y="0"/>
                </a:moveTo>
                <a:lnTo>
                  <a:pt x="4693" y="0"/>
                </a:lnTo>
                <a:lnTo>
                  <a:pt x="4693" y="14"/>
                </a:lnTo>
                <a:lnTo>
                  <a:pt x="4668" y="14"/>
                </a:lnTo>
                <a:lnTo>
                  <a:pt x="4668" y="0"/>
                </a:lnTo>
                <a:moveTo>
                  <a:pt x="4719" y="0"/>
                </a:moveTo>
                <a:lnTo>
                  <a:pt x="4745" y="0"/>
                </a:lnTo>
                <a:lnTo>
                  <a:pt x="4745" y="14"/>
                </a:lnTo>
                <a:lnTo>
                  <a:pt x="4719" y="14"/>
                </a:lnTo>
                <a:lnTo>
                  <a:pt x="4719" y="0"/>
                </a:lnTo>
                <a:moveTo>
                  <a:pt x="4770" y="0"/>
                </a:moveTo>
                <a:lnTo>
                  <a:pt x="4796" y="0"/>
                </a:lnTo>
                <a:lnTo>
                  <a:pt x="4796" y="14"/>
                </a:lnTo>
                <a:lnTo>
                  <a:pt x="4770" y="14"/>
                </a:lnTo>
                <a:lnTo>
                  <a:pt x="4770" y="0"/>
                </a:lnTo>
                <a:moveTo>
                  <a:pt x="4821" y="0"/>
                </a:moveTo>
                <a:lnTo>
                  <a:pt x="4847" y="0"/>
                </a:lnTo>
                <a:lnTo>
                  <a:pt x="4847" y="14"/>
                </a:lnTo>
                <a:lnTo>
                  <a:pt x="4821" y="14"/>
                </a:lnTo>
                <a:lnTo>
                  <a:pt x="4821" y="0"/>
                </a:lnTo>
                <a:moveTo>
                  <a:pt x="4873" y="0"/>
                </a:moveTo>
                <a:lnTo>
                  <a:pt x="4898" y="0"/>
                </a:lnTo>
                <a:lnTo>
                  <a:pt x="4898" y="14"/>
                </a:lnTo>
                <a:lnTo>
                  <a:pt x="4873" y="14"/>
                </a:lnTo>
                <a:lnTo>
                  <a:pt x="4873" y="0"/>
                </a:lnTo>
                <a:moveTo>
                  <a:pt x="4924" y="0"/>
                </a:moveTo>
                <a:lnTo>
                  <a:pt x="4950" y="0"/>
                </a:lnTo>
                <a:lnTo>
                  <a:pt x="4950" y="14"/>
                </a:lnTo>
                <a:lnTo>
                  <a:pt x="4924" y="14"/>
                </a:lnTo>
                <a:lnTo>
                  <a:pt x="4924" y="0"/>
                </a:lnTo>
                <a:moveTo>
                  <a:pt x="4975" y="0"/>
                </a:moveTo>
                <a:lnTo>
                  <a:pt x="5001" y="0"/>
                </a:lnTo>
                <a:lnTo>
                  <a:pt x="5001" y="14"/>
                </a:lnTo>
                <a:lnTo>
                  <a:pt x="4975" y="14"/>
                </a:lnTo>
                <a:lnTo>
                  <a:pt x="4975" y="0"/>
                </a:lnTo>
                <a:moveTo>
                  <a:pt x="5027" y="0"/>
                </a:moveTo>
                <a:lnTo>
                  <a:pt x="5052" y="0"/>
                </a:lnTo>
                <a:lnTo>
                  <a:pt x="5052" y="14"/>
                </a:lnTo>
                <a:lnTo>
                  <a:pt x="5027" y="14"/>
                </a:lnTo>
                <a:lnTo>
                  <a:pt x="5027" y="0"/>
                </a:lnTo>
                <a:moveTo>
                  <a:pt x="5078" y="0"/>
                </a:moveTo>
                <a:lnTo>
                  <a:pt x="5103" y="0"/>
                </a:lnTo>
                <a:lnTo>
                  <a:pt x="5103" y="14"/>
                </a:lnTo>
                <a:lnTo>
                  <a:pt x="5078" y="14"/>
                </a:lnTo>
                <a:lnTo>
                  <a:pt x="5078" y="0"/>
                </a:lnTo>
                <a:moveTo>
                  <a:pt x="5129" y="0"/>
                </a:moveTo>
                <a:lnTo>
                  <a:pt x="5155" y="0"/>
                </a:lnTo>
                <a:lnTo>
                  <a:pt x="5155" y="14"/>
                </a:lnTo>
                <a:lnTo>
                  <a:pt x="5129" y="14"/>
                </a:lnTo>
                <a:lnTo>
                  <a:pt x="5129" y="0"/>
                </a:lnTo>
                <a:moveTo>
                  <a:pt x="5180" y="0"/>
                </a:moveTo>
                <a:lnTo>
                  <a:pt x="5206" y="0"/>
                </a:lnTo>
                <a:lnTo>
                  <a:pt x="5206" y="14"/>
                </a:lnTo>
                <a:lnTo>
                  <a:pt x="5180" y="14"/>
                </a:lnTo>
                <a:lnTo>
                  <a:pt x="5180" y="0"/>
                </a:lnTo>
                <a:moveTo>
                  <a:pt x="5232" y="0"/>
                </a:moveTo>
                <a:lnTo>
                  <a:pt x="5257" y="0"/>
                </a:lnTo>
                <a:lnTo>
                  <a:pt x="5257" y="14"/>
                </a:lnTo>
                <a:lnTo>
                  <a:pt x="5232" y="14"/>
                </a:lnTo>
                <a:lnTo>
                  <a:pt x="5232" y="0"/>
                </a:lnTo>
                <a:moveTo>
                  <a:pt x="5283" y="0"/>
                </a:moveTo>
                <a:lnTo>
                  <a:pt x="5309" y="0"/>
                </a:lnTo>
                <a:lnTo>
                  <a:pt x="5309" y="14"/>
                </a:lnTo>
                <a:lnTo>
                  <a:pt x="5283" y="14"/>
                </a:lnTo>
                <a:lnTo>
                  <a:pt x="5283" y="0"/>
                </a:lnTo>
                <a:moveTo>
                  <a:pt x="5334" y="0"/>
                </a:moveTo>
                <a:lnTo>
                  <a:pt x="5360" y="0"/>
                </a:lnTo>
                <a:lnTo>
                  <a:pt x="5360" y="14"/>
                </a:lnTo>
                <a:lnTo>
                  <a:pt x="5334" y="14"/>
                </a:lnTo>
                <a:lnTo>
                  <a:pt x="5334" y="0"/>
                </a:lnTo>
                <a:moveTo>
                  <a:pt x="5386" y="0"/>
                </a:moveTo>
                <a:lnTo>
                  <a:pt x="5411" y="0"/>
                </a:lnTo>
                <a:lnTo>
                  <a:pt x="5411" y="14"/>
                </a:lnTo>
                <a:lnTo>
                  <a:pt x="5386" y="14"/>
                </a:lnTo>
                <a:lnTo>
                  <a:pt x="5386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930960" y="5006880"/>
            <a:ext cx="820800" cy="7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69" spc="-1" strike="noStrike">
                <a:solidFill>
                  <a:srgbClr val="000000"/>
                </a:solidFill>
                <a:latin typeface="Calibri"/>
                <a:ea typeface="Calibri"/>
              </a:rPr>
              <a:t>7. read Task / Appointment status</a:t>
            </a:r>
            <a:endParaRPr b="0" lang="en-AU" sz="46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977040" y="5153040"/>
            <a:ext cx="596520" cy="7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69" spc="-1" strike="noStrike">
                <a:solidFill>
                  <a:srgbClr val="000000"/>
                </a:solidFill>
                <a:latin typeface="Calibri"/>
                <a:ea typeface="Calibri"/>
              </a:rPr>
              <a:t>businessStatus = Booked</a:t>
            </a:r>
            <a:endParaRPr b="0" lang="en-AU" sz="46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5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666720" y="229536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942840" y="26287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666720" y="1834920"/>
            <a:ext cx="253224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Standards in scope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942840" y="3066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1162080" y="2507400"/>
            <a:ext cx="8825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AU Core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Patient, Practitioner, PractitionerRole, Organization, Condition, Observation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942840" y="349560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1162080" y="2945520"/>
            <a:ext cx="9221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AU eRequesting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imaging ServiceRequest, Group + fulﬁlment Task (baseline to align with)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942840" y="39337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1162080" y="3374280"/>
            <a:ext cx="9891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QH FHIR Referrals IG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QH extensions: referral category, urgency, facility identiﬁers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(version TBC)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942840" y="43621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3" y="54"/>
                  <a:pt x="22" y="42"/>
                  <a:pt x="32" y="32"/>
                </a:cubicBezTo>
                <a:cubicBezTo>
                  <a:pt x="42" y="22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2"/>
                  <a:pt x="199" y="54"/>
                  <a:pt x="204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162080" y="3812400"/>
            <a:ext cx="7939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HCPD / Provider Directory IG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directory resources and search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(spec pending)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942840" y="48002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2"/>
                  <a:pt x="53" y="14"/>
                  <a:pt x="66" y="9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9"/>
                </a:cubicBezTo>
                <a:cubicBezTo>
                  <a:pt x="160" y="14"/>
                  <a:pt x="172" y="22"/>
                  <a:pt x="182" y="31"/>
                </a:cubicBezTo>
                <a:cubicBezTo>
                  <a:pt x="191" y="41"/>
                  <a:pt x="199" y="53"/>
                  <a:pt x="204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1162080" y="4241160"/>
            <a:ext cx="51897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FHIR R4 Scheduling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Schedule, Slot, Appointment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4086000" y="4705200"/>
            <a:ext cx="1048320" cy="314640"/>
          </a:xfrm>
          <a:custGeom>
            <a:avLst/>
            <a:gdLst/>
            <a:ahLst/>
            <a:rect l="0" t="0" r="r" b="b"/>
            <a:pathLst>
              <a:path w="2912" h="874">
                <a:moveTo>
                  <a:pt x="0" y="715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2753" y="0"/>
                </a:lnTo>
                <a:cubicBezTo>
                  <a:pt x="2763" y="0"/>
                  <a:pt x="2774" y="1"/>
                  <a:pt x="2784" y="3"/>
                </a:cubicBezTo>
                <a:cubicBezTo>
                  <a:pt x="2794" y="5"/>
                  <a:pt x="2804" y="8"/>
                  <a:pt x="2814" y="12"/>
                </a:cubicBezTo>
                <a:cubicBezTo>
                  <a:pt x="2823" y="16"/>
                  <a:pt x="2832" y="21"/>
                  <a:pt x="2841" y="27"/>
                </a:cubicBezTo>
                <a:cubicBezTo>
                  <a:pt x="2850" y="32"/>
                  <a:pt x="2858" y="39"/>
                  <a:pt x="2865" y="46"/>
                </a:cubicBezTo>
                <a:cubicBezTo>
                  <a:pt x="2872" y="54"/>
                  <a:pt x="2879" y="62"/>
                  <a:pt x="2885" y="70"/>
                </a:cubicBezTo>
                <a:cubicBezTo>
                  <a:pt x="2891" y="79"/>
                  <a:pt x="2895" y="88"/>
                  <a:pt x="2899" y="98"/>
                </a:cubicBezTo>
                <a:cubicBezTo>
                  <a:pt x="2903" y="108"/>
                  <a:pt x="2906" y="117"/>
                  <a:pt x="2908" y="128"/>
                </a:cubicBezTo>
                <a:cubicBezTo>
                  <a:pt x="2911" y="138"/>
                  <a:pt x="2912" y="148"/>
                  <a:pt x="2912" y="159"/>
                </a:cubicBezTo>
                <a:lnTo>
                  <a:pt x="2912" y="715"/>
                </a:lnTo>
                <a:cubicBezTo>
                  <a:pt x="2912" y="726"/>
                  <a:pt x="2911" y="736"/>
                  <a:pt x="2908" y="746"/>
                </a:cubicBezTo>
                <a:cubicBezTo>
                  <a:pt x="2906" y="756"/>
                  <a:pt x="2903" y="766"/>
                  <a:pt x="2899" y="776"/>
                </a:cubicBezTo>
                <a:cubicBezTo>
                  <a:pt x="2895" y="786"/>
                  <a:pt x="2891" y="795"/>
                  <a:pt x="2885" y="803"/>
                </a:cubicBezTo>
                <a:cubicBezTo>
                  <a:pt x="2879" y="812"/>
                  <a:pt x="2872" y="820"/>
                  <a:pt x="2865" y="828"/>
                </a:cubicBezTo>
                <a:cubicBezTo>
                  <a:pt x="2858" y="835"/>
                  <a:pt x="2850" y="841"/>
                  <a:pt x="2841" y="847"/>
                </a:cubicBezTo>
                <a:cubicBezTo>
                  <a:pt x="2832" y="853"/>
                  <a:pt x="2823" y="858"/>
                  <a:pt x="2814" y="862"/>
                </a:cubicBezTo>
                <a:cubicBezTo>
                  <a:pt x="2804" y="866"/>
                  <a:pt x="2794" y="869"/>
                  <a:pt x="2784" y="871"/>
                </a:cubicBezTo>
                <a:cubicBezTo>
                  <a:pt x="2774" y="873"/>
                  <a:pt x="2763" y="874"/>
                  <a:pt x="2753" y="874"/>
                </a:cubicBezTo>
                <a:lnTo>
                  <a:pt x="159" y="874"/>
                </a:lnTo>
                <a:cubicBezTo>
                  <a:pt x="148" y="874"/>
                  <a:pt x="138" y="873"/>
                  <a:pt x="128" y="871"/>
                </a:cubicBezTo>
                <a:cubicBezTo>
                  <a:pt x="118" y="869"/>
                  <a:pt x="108" y="866"/>
                  <a:pt x="98" y="862"/>
                </a:cubicBezTo>
                <a:cubicBezTo>
                  <a:pt x="88" y="858"/>
                  <a:pt x="79" y="853"/>
                  <a:pt x="71" y="847"/>
                </a:cubicBezTo>
                <a:cubicBezTo>
                  <a:pt x="62" y="841"/>
                  <a:pt x="54" y="835"/>
                  <a:pt x="47" y="828"/>
                </a:cubicBezTo>
                <a:cubicBezTo>
                  <a:pt x="39" y="820"/>
                  <a:pt x="33" y="812"/>
                  <a:pt x="27" y="803"/>
                </a:cubicBezTo>
                <a:cubicBezTo>
                  <a:pt x="21" y="795"/>
                  <a:pt x="16" y="786"/>
                  <a:pt x="12" y="776"/>
                </a:cubicBezTo>
                <a:cubicBezTo>
                  <a:pt x="8" y="766"/>
                  <a:pt x="5" y="756"/>
                  <a:pt x="3" y="746"/>
                </a:cubicBezTo>
                <a:cubicBezTo>
                  <a:pt x="1" y="736"/>
                  <a:pt x="0" y="726"/>
                  <a:pt x="0" y="715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162080" y="4679280"/>
            <a:ext cx="2936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Bulk Data Access IG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— HCPD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166280" y="4743360"/>
            <a:ext cx="8830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$export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5134320" y="4679280"/>
            <a:ext cx="9151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(stretch)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6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666720" y="212400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666720" y="1663200"/>
            <a:ext cx="37587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Two streams, run in parallel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942840" y="30193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666720" y="2384640"/>
            <a:ext cx="2036880" cy="32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100" spc="-1" strike="noStrike">
                <a:solidFill>
                  <a:srgbClr val="1e22aa"/>
                </a:solidFill>
                <a:latin typeface="Calibri"/>
                <a:ea typeface="Calibri"/>
              </a:rPr>
              <a:t>Browser core path</a:t>
            </a:r>
            <a:endParaRPr b="0" lang="en-AU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942840" y="34574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0"/>
                  <a:pt x="160" y="198"/>
                  <a:pt x="147" y="203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3"/>
                </a:cubicBezTo>
                <a:cubicBezTo>
                  <a:pt x="53" y="198"/>
                  <a:pt x="42" y="190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162080" y="2898000"/>
            <a:ext cx="8928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HCPD queries, referral creation and booking via a client (Postman / Bruno / test harness)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1162080" y="3336120"/>
            <a:ext cx="7453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Right for less-technical participants and anyone with locked-down laptops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942840" y="45432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666720" y="3908520"/>
            <a:ext cx="3742200" cy="32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100" spc="-1" strike="noStrike">
                <a:solidFill>
                  <a:srgbClr val="1e22aa"/>
                </a:solidFill>
                <a:latin typeface="Calibri"/>
                <a:ea typeface="Calibri"/>
              </a:rPr>
              <a:t>Developer deep dive (~10 people)</a:t>
            </a:r>
            <a:endParaRPr b="0" lang="en-AU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942840" y="49719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2"/>
                  <a:pt x="53" y="14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1162080" y="4421880"/>
            <a:ext cx="73098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Local tooling, extending the workﬂow, validation and state management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1162080" y="4850640"/>
            <a:ext cx="62859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Laptop permissions and prerequisites shared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before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the event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7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666720" y="242856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676080" y="260964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1990440" y="260964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676080" y="260964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1990440" y="260964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676080" y="304776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1990440" y="304776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676080" y="348588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1990440" y="348588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676080" y="392400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1990440" y="392400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666720" y="260964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666720" y="260964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1990440" y="2609640"/>
            <a:ext cx="10080" cy="448200"/>
          </a:xfrm>
          <a:custGeom>
            <a:avLst/>
            <a:gdLst/>
            <a:ahLst/>
            <a:rect l="0" t="0" r="r" b="b"/>
            <a:pathLst>
              <a:path w="28" h="1245">
                <a:moveTo>
                  <a:pt x="0" y="0"/>
                </a:moveTo>
                <a:lnTo>
                  <a:pt x="28" y="0"/>
                </a:lnTo>
                <a:lnTo>
                  <a:pt x="28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2000160" y="260964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9982080" y="260964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666720" y="304776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2000160" y="304776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666720" y="3057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1990440" y="30574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9982080" y="3057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666720" y="3495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666720" y="348588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1990440" y="34956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2000160" y="348588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9982080" y="3495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666720" y="39337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666720" y="392400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1990440" y="393372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2000160" y="392400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9982080" y="39337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666720" y="436212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2000160" y="436212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666720" y="1958760"/>
            <a:ext cx="40104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Day 1 — Thursday 29 October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1117440" y="2705760"/>
            <a:ext cx="429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Time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5745240" y="2705760"/>
            <a:ext cx="4914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Focus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799920" y="314388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11:30–13:00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2123640" y="3143880"/>
            <a:ext cx="77576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Kick-oﬀ &amp; environment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scenario intro, roles, HCPD connectivity, seed data; split streams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799920" y="358200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14:00–15:00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2123640" y="3582000"/>
            <a:ext cx="49582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Discovery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HCPD queries; resolve the receiving Endpoint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799920" y="402012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15:30–17:00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6467400" y="4028760"/>
            <a:ext cx="1105200" cy="276840"/>
          </a:xfrm>
          <a:custGeom>
            <a:avLst/>
            <a:gdLst/>
            <a:ahLst/>
            <a:rect l="0" t="0" r="r" b="b"/>
            <a:pathLst>
              <a:path w="3070" h="769">
                <a:moveTo>
                  <a:pt x="0" y="609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2911" y="0"/>
                </a:lnTo>
                <a:cubicBezTo>
                  <a:pt x="2922" y="0"/>
                  <a:pt x="2932" y="1"/>
                  <a:pt x="2942" y="3"/>
                </a:cubicBezTo>
                <a:cubicBezTo>
                  <a:pt x="2952" y="5"/>
                  <a:pt x="2962" y="8"/>
                  <a:pt x="2972" y="12"/>
                </a:cubicBezTo>
                <a:cubicBezTo>
                  <a:pt x="2982" y="16"/>
                  <a:pt x="2991" y="21"/>
                  <a:pt x="2999" y="27"/>
                </a:cubicBezTo>
                <a:cubicBezTo>
                  <a:pt x="3008" y="33"/>
                  <a:pt x="3016" y="40"/>
                  <a:pt x="3023" y="47"/>
                </a:cubicBezTo>
                <a:cubicBezTo>
                  <a:pt x="3031" y="54"/>
                  <a:pt x="3037" y="62"/>
                  <a:pt x="3043" y="71"/>
                </a:cubicBezTo>
                <a:cubicBezTo>
                  <a:pt x="3049" y="80"/>
                  <a:pt x="3054" y="89"/>
                  <a:pt x="3058" y="98"/>
                </a:cubicBezTo>
                <a:cubicBezTo>
                  <a:pt x="3062" y="108"/>
                  <a:pt x="3065" y="118"/>
                  <a:pt x="3067" y="128"/>
                </a:cubicBezTo>
                <a:cubicBezTo>
                  <a:pt x="3069" y="138"/>
                  <a:pt x="3070" y="149"/>
                  <a:pt x="3070" y="159"/>
                </a:cubicBezTo>
                <a:lnTo>
                  <a:pt x="3070" y="609"/>
                </a:lnTo>
                <a:cubicBezTo>
                  <a:pt x="3070" y="619"/>
                  <a:pt x="3069" y="630"/>
                  <a:pt x="3067" y="640"/>
                </a:cubicBezTo>
                <a:cubicBezTo>
                  <a:pt x="3065" y="650"/>
                  <a:pt x="3062" y="660"/>
                  <a:pt x="3058" y="670"/>
                </a:cubicBezTo>
                <a:cubicBezTo>
                  <a:pt x="3054" y="679"/>
                  <a:pt x="3049" y="688"/>
                  <a:pt x="3043" y="697"/>
                </a:cubicBezTo>
                <a:cubicBezTo>
                  <a:pt x="3037" y="707"/>
                  <a:pt x="3031" y="715"/>
                  <a:pt x="3023" y="722"/>
                </a:cubicBezTo>
                <a:cubicBezTo>
                  <a:pt x="3016" y="730"/>
                  <a:pt x="3008" y="736"/>
                  <a:pt x="2999" y="742"/>
                </a:cubicBezTo>
                <a:cubicBezTo>
                  <a:pt x="2991" y="748"/>
                  <a:pt x="2982" y="753"/>
                  <a:pt x="2972" y="757"/>
                </a:cubicBezTo>
                <a:cubicBezTo>
                  <a:pt x="2962" y="761"/>
                  <a:pt x="2952" y="764"/>
                  <a:pt x="2942" y="766"/>
                </a:cubicBezTo>
                <a:cubicBezTo>
                  <a:pt x="2932" y="768"/>
                  <a:pt x="2922" y="769"/>
                  <a:pt x="2911" y="769"/>
                </a:cubicBezTo>
                <a:lnTo>
                  <a:pt x="158" y="769"/>
                </a:lnTo>
                <a:cubicBezTo>
                  <a:pt x="148" y="769"/>
                  <a:pt x="138" y="768"/>
                  <a:pt x="127" y="766"/>
                </a:cubicBezTo>
                <a:cubicBezTo>
                  <a:pt x="117" y="764"/>
                  <a:pt x="107" y="761"/>
                  <a:pt x="98" y="757"/>
                </a:cubicBezTo>
                <a:cubicBezTo>
                  <a:pt x="88" y="753"/>
                  <a:pt x="79" y="748"/>
                  <a:pt x="70" y="742"/>
                </a:cubicBezTo>
                <a:cubicBezTo>
                  <a:pt x="62" y="736"/>
                  <a:pt x="54" y="730"/>
                  <a:pt x="46" y="722"/>
                </a:cubicBezTo>
                <a:cubicBezTo>
                  <a:pt x="39" y="715"/>
                  <a:pt x="32" y="707"/>
                  <a:pt x="26" y="697"/>
                </a:cubicBezTo>
                <a:cubicBezTo>
                  <a:pt x="21" y="688"/>
                  <a:pt x="16" y="679"/>
                  <a:pt x="12" y="670"/>
                </a:cubicBezTo>
                <a:cubicBezTo>
                  <a:pt x="8" y="660"/>
                  <a:pt x="5" y="650"/>
                  <a:pt x="3" y="640"/>
                </a:cubicBezTo>
                <a:cubicBezTo>
                  <a:pt x="1" y="630"/>
                  <a:pt x="0" y="619"/>
                  <a:pt x="0" y="609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2123640" y="4020120"/>
            <a:ext cx="43642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Referral creation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ServiceRequest + Task Bundle; 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6536880" y="4068720"/>
            <a:ext cx="9622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410" spc="-1" strike="noStrike">
                <a:solidFill>
                  <a:srgbClr val="007a53"/>
                </a:solidFill>
                <a:latin typeface="Courier New"/>
                <a:ea typeface="Courier New"/>
              </a:rPr>
              <a:t>$validate</a:t>
            </a:r>
            <a:endParaRPr b="0" lang="en-AU" sz="14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7569720" y="4020120"/>
            <a:ext cx="7246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on HAPI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666720" y="4555440"/>
            <a:ext cx="7715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(Plenaries 9:00–10:30, morning tea 11:00, lunch 13:00, afternoon tea 15:00.)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8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666720" y="220968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676080" y="239076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1990440" y="239076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676080" y="239076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1990440" y="239076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676080" y="282888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1990440" y="282888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676080" y="326700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1990440" y="326700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676080" y="370512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1990440" y="370512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676080" y="414324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1990440" y="414324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666720" y="239076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666720" y="23907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1990440" y="2390760"/>
            <a:ext cx="10080" cy="447840"/>
          </a:xfrm>
          <a:custGeom>
            <a:avLst/>
            <a:gdLst/>
            <a:ahLst/>
            <a:rect l="0" t="0" r="r" b="b"/>
            <a:pathLst>
              <a:path w="28" h="1244">
                <a:moveTo>
                  <a:pt x="0" y="0"/>
                </a:moveTo>
                <a:lnTo>
                  <a:pt x="28" y="0"/>
                </a:lnTo>
                <a:lnTo>
                  <a:pt x="28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2000160" y="239076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7943760" y="239076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666720" y="282888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2000160" y="282888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666720" y="28382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1990440" y="283824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7943760" y="28382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666720" y="3276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666720" y="326700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1990440" y="32763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2000160" y="326700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7943760" y="3276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666720" y="3714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666720" y="370512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1990440" y="37144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2000160" y="370512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7943760" y="3714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666720" y="4152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666720" y="414324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1990440" y="41526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2000160" y="414324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7943760" y="4152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666720" y="45813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2000160" y="458136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666720" y="1739520"/>
            <a:ext cx="36003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Day 2 — Friday 30 October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1117440" y="2486520"/>
            <a:ext cx="429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Time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4725720" y="2486520"/>
            <a:ext cx="4914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Focus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799920" y="2924640"/>
            <a:ext cx="9561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9:30–10:30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2123640" y="2924640"/>
            <a:ext cx="5685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Filler triage &amp; availability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accept / reject / on-hold; publish Slots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799920" y="336276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11:00–12:30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123640" y="3362760"/>
            <a:ext cx="56275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Booking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Appointment, conﬁrm, cancel &amp; rebook, negative tests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799920" y="380088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13:30–15:00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2123640" y="3800880"/>
            <a:ext cx="35683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Status tracking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end-to-end + stretch goals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799920" y="423900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15:30–16:30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2123640" y="4239000"/>
            <a:ext cx="31172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Show and Tell!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demo the full ﬂow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666720" y="4774320"/>
            <a:ext cx="79650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(Recap 9:00, morning tea 10:30, lunch 12:30, afternoon tea 15:00, close 16:30.)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9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666720" y="273348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942840" y="3066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666720" y="2263320"/>
            <a:ext cx="202932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Getting started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942840" y="349560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1162080" y="2945520"/>
            <a:ext cx="9059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Servers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(conﬁrm 2026 URLs)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— secured &amp; open FHIR endpoints on the shared HAPI server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4647960" y="3400200"/>
            <a:ext cx="3076920" cy="324360"/>
          </a:xfrm>
          <a:custGeom>
            <a:avLst/>
            <a:gdLst/>
            <a:ahLst/>
            <a:rect l="0" t="0" r="r" b="b"/>
            <a:pathLst>
              <a:path w="8547" h="901">
                <a:moveTo>
                  <a:pt x="0" y="741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8387" y="0"/>
                </a:lnTo>
                <a:cubicBezTo>
                  <a:pt x="8398" y="0"/>
                  <a:pt x="8408" y="1"/>
                  <a:pt x="8418" y="3"/>
                </a:cubicBezTo>
                <a:cubicBezTo>
                  <a:pt x="8429" y="5"/>
                  <a:pt x="8439" y="8"/>
                  <a:pt x="8448" y="12"/>
                </a:cubicBezTo>
                <a:cubicBezTo>
                  <a:pt x="8459" y="16"/>
                  <a:pt x="8468" y="21"/>
                  <a:pt x="8477" y="27"/>
                </a:cubicBezTo>
                <a:cubicBezTo>
                  <a:pt x="8485" y="33"/>
                  <a:pt x="8493" y="39"/>
                  <a:pt x="8501" y="47"/>
                </a:cubicBezTo>
                <a:cubicBezTo>
                  <a:pt x="8508" y="54"/>
                  <a:pt x="8515" y="62"/>
                  <a:pt x="8520" y="71"/>
                </a:cubicBezTo>
                <a:cubicBezTo>
                  <a:pt x="8526" y="79"/>
                  <a:pt x="8531" y="88"/>
                  <a:pt x="8535" y="98"/>
                </a:cubicBezTo>
                <a:cubicBezTo>
                  <a:pt x="8539" y="108"/>
                  <a:pt x="8542" y="118"/>
                  <a:pt x="8544" y="128"/>
                </a:cubicBezTo>
                <a:cubicBezTo>
                  <a:pt x="8546" y="138"/>
                  <a:pt x="8547" y="148"/>
                  <a:pt x="8547" y="159"/>
                </a:cubicBezTo>
                <a:lnTo>
                  <a:pt x="8547" y="741"/>
                </a:lnTo>
                <a:cubicBezTo>
                  <a:pt x="8547" y="751"/>
                  <a:pt x="8546" y="762"/>
                  <a:pt x="8544" y="772"/>
                </a:cubicBezTo>
                <a:cubicBezTo>
                  <a:pt x="8542" y="782"/>
                  <a:pt x="8539" y="792"/>
                  <a:pt x="8535" y="802"/>
                </a:cubicBezTo>
                <a:cubicBezTo>
                  <a:pt x="8531" y="811"/>
                  <a:pt x="8526" y="820"/>
                  <a:pt x="8520" y="829"/>
                </a:cubicBezTo>
                <a:cubicBezTo>
                  <a:pt x="8515" y="838"/>
                  <a:pt x="8508" y="846"/>
                  <a:pt x="8501" y="853"/>
                </a:cubicBezTo>
                <a:cubicBezTo>
                  <a:pt x="8493" y="861"/>
                  <a:pt x="8485" y="867"/>
                  <a:pt x="8477" y="873"/>
                </a:cubicBezTo>
                <a:cubicBezTo>
                  <a:pt x="8468" y="879"/>
                  <a:pt x="8459" y="884"/>
                  <a:pt x="8448" y="888"/>
                </a:cubicBezTo>
                <a:cubicBezTo>
                  <a:pt x="8439" y="892"/>
                  <a:pt x="8429" y="896"/>
                  <a:pt x="8418" y="898"/>
                </a:cubicBezTo>
                <a:cubicBezTo>
                  <a:pt x="8408" y="900"/>
                  <a:pt x="8398" y="901"/>
                  <a:pt x="8387" y="901"/>
                </a:cubicBezTo>
                <a:lnTo>
                  <a:pt x="159" y="901"/>
                </a:lnTo>
                <a:cubicBezTo>
                  <a:pt x="148" y="901"/>
                  <a:pt x="138" y="900"/>
                  <a:pt x="128" y="898"/>
                </a:cubicBezTo>
                <a:cubicBezTo>
                  <a:pt x="118" y="896"/>
                  <a:pt x="108" y="892"/>
                  <a:pt x="98" y="888"/>
                </a:cubicBezTo>
                <a:cubicBezTo>
                  <a:pt x="89" y="884"/>
                  <a:pt x="79" y="879"/>
                  <a:pt x="71" y="873"/>
                </a:cubicBezTo>
                <a:cubicBezTo>
                  <a:pt x="62" y="867"/>
                  <a:pt x="54" y="861"/>
                  <a:pt x="47" y="853"/>
                </a:cubicBezTo>
                <a:cubicBezTo>
                  <a:pt x="39" y="846"/>
                  <a:pt x="33" y="838"/>
                  <a:pt x="27" y="829"/>
                </a:cubicBezTo>
                <a:cubicBezTo>
                  <a:pt x="21" y="820"/>
                  <a:pt x="16" y="811"/>
                  <a:pt x="12" y="802"/>
                </a:cubicBezTo>
                <a:cubicBezTo>
                  <a:pt x="8" y="792"/>
                  <a:pt x="5" y="782"/>
                  <a:pt x="3" y="772"/>
                </a:cubicBezTo>
                <a:cubicBezTo>
                  <a:pt x="1" y="762"/>
                  <a:pt x="0" y="751"/>
                  <a:pt x="0" y="741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1162080" y="3374280"/>
            <a:ext cx="3509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Every HCPD request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sends header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942840" y="39337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4732920" y="3438360"/>
            <a:ext cx="290232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X-Request-ID: &lt;UUID v4&gt;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6143400" y="3838320"/>
            <a:ext cx="1305360" cy="314640"/>
          </a:xfrm>
          <a:custGeom>
            <a:avLst/>
            <a:gdLst/>
            <a:ahLst/>
            <a:rect l="0" t="0" r="r" b="b"/>
            <a:pathLst>
              <a:path w="3626" h="874">
                <a:moveTo>
                  <a:pt x="0" y="716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467" y="0"/>
                </a:lnTo>
                <a:cubicBezTo>
                  <a:pt x="3478" y="0"/>
                  <a:pt x="3488" y="1"/>
                  <a:pt x="3498" y="3"/>
                </a:cubicBezTo>
                <a:cubicBezTo>
                  <a:pt x="3508" y="5"/>
                  <a:pt x="3518" y="8"/>
                  <a:pt x="3528" y="12"/>
                </a:cubicBezTo>
                <a:cubicBezTo>
                  <a:pt x="3538" y="16"/>
                  <a:pt x="3547" y="21"/>
                  <a:pt x="3555" y="27"/>
                </a:cubicBezTo>
                <a:cubicBezTo>
                  <a:pt x="3564" y="33"/>
                  <a:pt x="3572" y="39"/>
                  <a:pt x="3579" y="47"/>
                </a:cubicBezTo>
                <a:cubicBezTo>
                  <a:pt x="3587" y="54"/>
                  <a:pt x="3593" y="62"/>
                  <a:pt x="3599" y="71"/>
                </a:cubicBezTo>
                <a:cubicBezTo>
                  <a:pt x="3605" y="79"/>
                  <a:pt x="3610" y="89"/>
                  <a:pt x="3614" y="98"/>
                </a:cubicBezTo>
                <a:cubicBezTo>
                  <a:pt x="3618" y="108"/>
                  <a:pt x="3621" y="118"/>
                  <a:pt x="3623" y="128"/>
                </a:cubicBezTo>
                <a:cubicBezTo>
                  <a:pt x="3625" y="138"/>
                  <a:pt x="3626" y="149"/>
                  <a:pt x="3626" y="159"/>
                </a:cubicBezTo>
                <a:lnTo>
                  <a:pt x="3626" y="716"/>
                </a:lnTo>
                <a:cubicBezTo>
                  <a:pt x="3626" y="726"/>
                  <a:pt x="3625" y="736"/>
                  <a:pt x="3623" y="747"/>
                </a:cubicBezTo>
                <a:cubicBezTo>
                  <a:pt x="3621" y="757"/>
                  <a:pt x="3618" y="767"/>
                  <a:pt x="3614" y="776"/>
                </a:cubicBezTo>
                <a:cubicBezTo>
                  <a:pt x="3610" y="786"/>
                  <a:pt x="3605" y="795"/>
                  <a:pt x="3599" y="804"/>
                </a:cubicBezTo>
                <a:cubicBezTo>
                  <a:pt x="3593" y="812"/>
                  <a:pt x="3587" y="820"/>
                  <a:pt x="3579" y="828"/>
                </a:cubicBezTo>
                <a:cubicBezTo>
                  <a:pt x="3572" y="835"/>
                  <a:pt x="3564" y="842"/>
                  <a:pt x="3555" y="848"/>
                </a:cubicBezTo>
                <a:cubicBezTo>
                  <a:pt x="3547" y="853"/>
                  <a:pt x="3538" y="858"/>
                  <a:pt x="3528" y="862"/>
                </a:cubicBezTo>
                <a:cubicBezTo>
                  <a:pt x="3518" y="866"/>
                  <a:pt x="3508" y="869"/>
                  <a:pt x="3498" y="871"/>
                </a:cubicBezTo>
                <a:cubicBezTo>
                  <a:pt x="3488" y="873"/>
                  <a:pt x="3478" y="874"/>
                  <a:pt x="3467" y="874"/>
                </a:cubicBezTo>
                <a:lnTo>
                  <a:pt x="159" y="874"/>
                </a:lnTo>
                <a:cubicBezTo>
                  <a:pt x="148" y="874"/>
                  <a:pt x="138" y="873"/>
                  <a:pt x="128" y="871"/>
                </a:cubicBezTo>
                <a:cubicBezTo>
                  <a:pt x="118" y="869"/>
                  <a:pt x="108" y="866"/>
                  <a:pt x="98" y="862"/>
                </a:cubicBezTo>
                <a:cubicBezTo>
                  <a:pt x="88" y="858"/>
                  <a:pt x="79" y="853"/>
                  <a:pt x="71" y="848"/>
                </a:cubicBezTo>
                <a:cubicBezTo>
                  <a:pt x="62" y="842"/>
                  <a:pt x="54" y="835"/>
                  <a:pt x="47" y="828"/>
                </a:cubicBezTo>
                <a:cubicBezTo>
                  <a:pt x="39" y="820"/>
                  <a:pt x="33" y="812"/>
                  <a:pt x="27" y="804"/>
                </a:cubicBezTo>
                <a:cubicBezTo>
                  <a:pt x="21" y="795"/>
                  <a:pt x="16" y="786"/>
                  <a:pt x="12" y="776"/>
                </a:cubicBezTo>
                <a:cubicBezTo>
                  <a:pt x="8" y="767"/>
                  <a:pt x="5" y="757"/>
                  <a:pt x="3" y="747"/>
                </a:cubicBezTo>
                <a:cubicBezTo>
                  <a:pt x="1" y="736"/>
                  <a:pt x="0" y="726"/>
                  <a:pt x="0" y="716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1162080" y="3812400"/>
            <a:ext cx="50346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Validate against the QH IG / AU eRequesting with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942840" y="4371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0"/>
                  <a:pt x="160" y="198"/>
                  <a:pt x="147" y="204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4"/>
                </a:cubicBezTo>
                <a:cubicBezTo>
                  <a:pt x="53" y="198"/>
                  <a:pt x="42" y="190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6227640" y="3876480"/>
            <a:ext cx="113616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$validate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1162080" y="4250520"/>
            <a:ext cx="7029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Bring your laptop, synthetic data, and your ideas — nothing sensitive!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10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666720" y="246672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666720" y="4476600"/>
            <a:ext cx="57240" cy="371880"/>
          </a:xfrm>
          <a:custGeom>
            <a:avLst/>
            <a:gdLst/>
            <a:ahLst/>
            <a:rect l="0" t="0" r="r" b="b"/>
            <a:pathLst>
              <a:path w="159" h="1033">
                <a:moveTo>
                  <a:pt x="0" y="0"/>
                </a:moveTo>
                <a:lnTo>
                  <a:pt x="159" y="0"/>
                </a:lnTo>
                <a:lnTo>
                  <a:pt x="15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942840" y="28000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666720" y="2006280"/>
            <a:ext cx="43974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Open decisions (before we start)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942840" y="32382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1162080" y="2678760"/>
            <a:ext cx="61362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HCPD access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SIT credentials &amp; onboarding for participants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2199960" y="3133440"/>
            <a:ext cx="248040" cy="248040"/>
          </a:xfrm>
          <a:custGeom>
            <a:avLst/>
            <a:gdLst/>
            <a:ahLst/>
            <a:rect l="0" t="0" r="r" b="b"/>
            <a:pathLst>
              <a:path w="689" h="689">
                <a:moveTo>
                  <a:pt x="689" y="613"/>
                </a:moveTo>
                <a:cubicBezTo>
                  <a:pt x="689" y="655"/>
                  <a:pt x="655" y="689"/>
                  <a:pt x="613" y="689"/>
                </a:cubicBezTo>
                <a:lnTo>
                  <a:pt x="77" y="689"/>
                </a:lnTo>
                <a:cubicBezTo>
                  <a:pt x="35" y="689"/>
                  <a:pt x="0" y="655"/>
                  <a:pt x="0" y="613"/>
                </a:cubicBezTo>
                <a:lnTo>
                  <a:pt x="0" y="77"/>
                </a:lnTo>
                <a:cubicBezTo>
                  <a:pt x="0" y="35"/>
                  <a:pt x="35" y="0"/>
                  <a:pt x="77" y="0"/>
                </a:cubicBezTo>
                <a:lnTo>
                  <a:pt x="613" y="0"/>
                </a:lnTo>
                <a:cubicBezTo>
                  <a:pt x="655" y="0"/>
                  <a:pt x="689" y="35"/>
                  <a:pt x="689" y="77"/>
                </a:cubicBezTo>
                <a:lnTo>
                  <a:pt x="689" y="613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2220840" y="3195360"/>
            <a:ext cx="206640" cy="124200"/>
          </a:xfrm>
          <a:custGeom>
            <a:avLst/>
            <a:gdLst/>
            <a:ahLst/>
            <a:rect l="0" t="0" r="r" b="b"/>
            <a:pathLst>
              <a:path w="574" h="345">
                <a:moveTo>
                  <a:pt x="191" y="0"/>
                </a:moveTo>
                <a:lnTo>
                  <a:pt x="0" y="172"/>
                </a:lnTo>
                <a:lnTo>
                  <a:pt x="191" y="345"/>
                </a:lnTo>
                <a:lnTo>
                  <a:pt x="191" y="0"/>
                </a:lnTo>
                <a:moveTo>
                  <a:pt x="574" y="172"/>
                </a:moveTo>
                <a:lnTo>
                  <a:pt x="382" y="0"/>
                </a:lnTo>
                <a:lnTo>
                  <a:pt x="382" y="345"/>
                </a:lnTo>
                <a:lnTo>
                  <a:pt x="574" y="172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2282760" y="3229920"/>
            <a:ext cx="82800" cy="55440"/>
          </a:xfrm>
          <a:custGeom>
            <a:avLst/>
            <a:gdLst/>
            <a:ahLst/>
            <a:rect l="0" t="0" r="r" b="b"/>
            <a:pathLst>
              <a:path w="230" h="154">
                <a:moveTo>
                  <a:pt x="0" y="0"/>
                </a:moveTo>
                <a:lnTo>
                  <a:pt x="230" y="0"/>
                </a:lnTo>
                <a:lnTo>
                  <a:pt x="230" y="154"/>
                </a:lnTo>
                <a:lnTo>
                  <a:pt x="0" y="15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1162080" y="3116880"/>
            <a:ext cx="1017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Directory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942840" y="36669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2456280" y="3116880"/>
            <a:ext cx="5930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referral server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test Endpoints in HCPD, or a local mirror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942840" y="41050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1162080" y="3545640"/>
            <a:ext cx="6895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Who books?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referrer directly, or ﬁller after triage (support both?)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1162080" y="3983760"/>
            <a:ext cx="85734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Transport &amp; security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shared HAPI vs push to discovered endpoint; open vs SMART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4200480" y="4533840"/>
            <a:ext cx="1933920" cy="314640"/>
          </a:xfrm>
          <a:custGeom>
            <a:avLst/>
            <a:gdLst/>
            <a:ahLst/>
            <a:rect l="0" t="0" r="r" b="b"/>
            <a:pathLst>
              <a:path w="5372" h="874">
                <a:moveTo>
                  <a:pt x="0" y="715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5213" y="0"/>
                </a:lnTo>
                <a:cubicBezTo>
                  <a:pt x="5223" y="0"/>
                  <a:pt x="5234" y="1"/>
                  <a:pt x="5244" y="3"/>
                </a:cubicBezTo>
                <a:cubicBezTo>
                  <a:pt x="5254" y="5"/>
                  <a:pt x="5264" y="8"/>
                  <a:pt x="5274" y="12"/>
                </a:cubicBezTo>
                <a:cubicBezTo>
                  <a:pt x="5283" y="16"/>
                  <a:pt x="5292" y="21"/>
                  <a:pt x="5301" y="26"/>
                </a:cubicBezTo>
                <a:cubicBezTo>
                  <a:pt x="5310" y="32"/>
                  <a:pt x="5318" y="39"/>
                  <a:pt x="5325" y="46"/>
                </a:cubicBezTo>
                <a:cubicBezTo>
                  <a:pt x="5333" y="54"/>
                  <a:pt x="5339" y="62"/>
                  <a:pt x="5345" y="71"/>
                </a:cubicBezTo>
                <a:cubicBezTo>
                  <a:pt x="5351" y="80"/>
                  <a:pt x="5356" y="89"/>
                  <a:pt x="5360" y="99"/>
                </a:cubicBezTo>
                <a:cubicBezTo>
                  <a:pt x="5364" y="108"/>
                  <a:pt x="5367" y="118"/>
                  <a:pt x="5369" y="128"/>
                </a:cubicBezTo>
                <a:cubicBezTo>
                  <a:pt x="5371" y="139"/>
                  <a:pt x="5372" y="149"/>
                  <a:pt x="5372" y="159"/>
                </a:cubicBezTo>
                <a:lnTo>
                  <a:pt x="5372" y="715"/>
                </a:lnTo>
                <a:cubicBezTo>
                  <a:pt x="5372" y="725"/>
                  <a:pt x="5371" y="736"/>
                  <a:pt x="5369" y="746"/>
                </a:cubicBezTo>
                <a:cubicBezTo>
                  <a:pt x="5367" y="756"/>
                  <a:pt x="5364" y="766"/>
                  <a:pt x="5360" y="776"/>
                </a:cubicBezTo>
                <a:cubicBezTo>
                  <a:pt x="5356" y="785"/>
                  <a:pt x="5351" y="795"/>
                  <a:pt x="5345" y="803"/>
                </a:cubicBezTo>
                <a:cubicBezTo>
                  <a:pt x="5339" y="812"/>
                  <a:pt x="5333" y="820"/>
                  <a:pt x="5325" y="827"/>
                </a:cubicBezTo>
                <a:cubicBezTo>
                  <a:pt x="5318" y="835"/>
                  <a:pt x="5310" y="841"/>
                  <a:pt x="5301" y="847"/>
                </a:cubicBezTo>
                <a:cubicBezTo>
                  <a:pt x="5292" y="853"/>
                  <a:pt x="5283" y="858"/>
                  <a:pt x="5274" y="862"/>
                </a:cubicBezTo>
                <a:cubicBezTo>
                  <a:pt x="5264" y="866"/>
                  <a:pt x="5254" y="869"/>
                  <a:pt x="5244" y="871"/>
                </a:cubicBezTo>
                <a:cubicBezTo>
                  <a:pt x="5234" y="873"/>
                  <a:pt x="5223" y="874"/>
                  <a:pt x="5213" y="874"/>
                </a:cubicBezTo>
                <a:lnTo>
                  <a:pt x="158" y="874"/>
                </a:lnTo>
                <a:cubicBezTo>
                  <a:pt x="148" y="874"/>
                  <a:pt x="138" y="873"/>
                  <a:pt x="127" y="871"/>
                </a:cubicBezTo>
                <a:cubicBezTo>
                  <a:pt x="117" y="869"/>
                  <a:pt x="107" y="866"/>
                  <a:pt x="98" y="862"/>
                </a:cubicBezTo>
                <a:cubicBezTo>
                  <a:pt x="88" y="858"/>
                  <a:pt x="79" y="853"/>
                  <a:pt x="70" y="847"/>
                </a:cubicBezTo>
                <a:cubicBezTo>
                  <a:pt x="62" y="841"/>
                  <a:pt x="53" y="835"/>
                  <a:pt x="46" y="827"/>
                </a:cubicBezTo>
                <a:cubicBezTo>
                  <a:pt x="39" y="820"/>
                  <a:pt x="32" y="812"/>
                  <a:pt x="26" y="803"/>
                </a:cubicBezTo>
                <a:cubicBezTo>
                  <a:pt x="21" y="795"/>
                  <a:pt x="16" y="785"/>
                  <a:pt x="12" y="776"/>
                </a:cubicBezTo>
                <a:cubicBezTo>
                  <a:pt x="8" y="766"/>
                  <a:pt x="5" y="756"/>
                  <a:pt x="3" y="746"/>
                </a:cubicBezTo>
                <a:cubicBezTo>
                  <a:pt x="1" y="736"/>
                  <a:pt x="0" y="725"/>
                  <a:pt x="0" y="715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971640" y="4507560"/>
            <a:ext cx="32666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Tracked as GitHub issues on the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4283280" y="4572000"/>
            <a:ext cx="17668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track:services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6135480" y="4507560"/>
            <a:ext cx="604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label.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11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666720" y="2453400"/>
            <a:ext cx="2602080" cy="629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050" spc="-1" strike="noStrike">
                <a:solidFill>
                  <a:srgbClr val="ffffff"/>
                </a:solidFill>
                <a:latin typeface="Calibri"/>
                <a:ea typeface="Calibri"/>
              </a:rPr>
              <a:t>Let's build it</a:t>
            </a:r>
            <a:endParaRPr b="0" lang="en-AU" sz="4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666720" y="3490200"/>
            <a:ext cx="43304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50" spc="-1" strike="noStrike">
                <a:solidFill>
                  <a:srgbClr val="00a9ce"/>
                </a:solidFill>
                <a:latin typeface="Calibri"/>
                <a:ea typeface="Calibri"/>
              </a:rPr>
              <a:t>Questions, ideas, and let's FHIR it up</a:t>
            </a:r>
            <a:endParaRPr b="0" lang="en-AU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1771560" y="4095720"/>
            <a:ext cx="3886560" cy="295560"/>
          </a:xfrm>
          <a:custGeom>
            <a:avLst/>
            <a:gdLst/>
            <a:ahLst/>
            <a:rect l="0" t="0" r="r" b="b"/>
            <a:pathLst>
              <a:path w="10796" h="821">
                <a:moveTo>
                  <a:pt x="0" y="66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1"/>
                  <a:pt x="39" y="53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8" y="0"/>
                </a:cubicBezTo>
                <a:lnTo>
                  <a:pt x="10637" y="0"/>
                </a:lnTo>
                <a:cubicBezTo>
                  <a:pt x="10647" y="0"/>
                  <a:pt x="10658" y="1"/>
                  <a:pt x="10668" y="3"/>
                </a:cubicBezTo>
                <a:cubicBezTo>
                  <a:pt x="10678" y="5"/>
                  <a:pt x="10688" y="8"/>
                  <a:pt x="10698" y="12"/>
                </a:cubicBezTo>
                <a:cubicBezTo>
                  <a:pt x="10707" y="16"/>
                  <a:pt x="10717" y="21"/>
                  <a:pt x="10725" y="26"/>
                </a:cubicBezTo>
                <a:cubicBezTo>
                  <a:pt x="10734" y="32"/>
                  <a:pt x="10742" y="39"/>
                  <a:pt x="10749" y="46"/>
                </a:cubicBezTo>
                <a:cubicBezTo>
                  <a:pt x="10757" y="53"/>
                  <a:pt x="10763" y="61"/>
                  <a:pt x="10769" y="70"/>
                </a:cubicBezTo>
                <a:cubicBezTo>
                  <a:pt x="10775" y="79"/>
                  <a:pt x="10780" y="88"/>
                  <a:pt x="10784" y="98"/>
                </a:cubicBezTo>
                <a:cubicBezTo>
                  <a:pt x="10788" y="107"/>
                  <a:pt x="10791" y="117"/>
                  <a:pt x="10793" y="127"/>
                </a:cubicBezTo>
                <a:cubicBezTo>
                  <a:pt x="10795" y="138"/>
                  <a:pt x="10796" y="148"/>
                  <a:pt x="10796" y="158"/>
                </a:cubicBezTo>
                <a:lnTo>
                  <a:pt x="10796" y="662"/>
                </a:lnTo>
                <a:cubicBezTo>
                  <a:pt x="10796" y="672"/>
                  <a:pt x="10795" y="683"/>
                  <a:pt x="10793" y="693"/>
                </a:cubicBezTo>
                <a:cubicBezTo>
                  <a:pt x="10791" y="703"/>
                  <a:pt x="10788" y="713"/>
                  <a:pt x="10784" y="723"/>
                </a:cubicBezTo>
                <a:cubicBezTo>
                  <a:pt x="10780" y="732"/>
                  <a:pt x="10775" y="742"/>
                  <a:pt x="10769" y="750"/>
                </a:cubicBezTo>
                <a:cubicBezTo>
                  <a:pt x="10763" y="759"/>
                  <a:pt x="10757" y="767"/>
                  <a:pt x="10749" y="774"/>
                </a:cubicBezTo>
                <a:cubicBezTo>
                  <a:pt x="10742" y="782"/>
                  <a:pt x="10734" y="788"/>
                  <a:pt x="10725" y="794"/>
                </a:cubicBezTo>
                <a:cubicBezTo>
                  <a:pt x="10717" y="800"/>
                  <a:pt x="10707" y="805"/>
                  <a:pt x="10698" y="809"/>
                </a:cubicBezTo>
                <a:cubicBezTo>
                  <a:pt x="10688" y="813"/>
                  <a:pt x="10678" y="816"/>
                  <a:pt x="10668" y="818"/>
                </a:cubicBezTo>
                <a:cubicBezTo>
                  <a:pt x="10658" y="820"/>
                  <a:pt x="10647" y="821"/>
                  <a:pt x="10637" y="821"/>
                </a:cubicBezTo>
                <a:lnTo>
                  <a:pt x="158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7" y="816"/>
                  <a:pt x="107" y="813"/>
                  <a:pt x="98" y="809"/>
                </a:cubicBezTo>
                <a:cubicBezTo>
                  <a:pt x="88" y="805"/>
                  <a:pt x="79" y="800"/>
                  <a:pt x="70" y="794"/>
                </a:cubicBezTo>
                <a:cubicBezTo>
                  <a:pt x="62" y="788"/>
                  <a:pt x="54" y="782"/>
                  <a:pt x="46" y="774"/>
                </a:cubicBezTo>
                <a:cubicBezTo>
                  <a:pt x="39" y="767"/>
                  <a:pt x="32" y="759"/>
                  <a:pt x="27" y="750"/>
                </a:cubicBezTo>
                <a:cubicBezTo>
                  <a:pt x="21" y="742"/>
                  <a:pt x="16" y="732"/>
                  <a:pt x="12" y="723"/>
                </a:cubicBezTo>
                <a:cubicBezTo>
                  <a:pt x="8" y="713"/>
                  <a:pt x="5" y="703"/>
                  <a:pt x="3" y="693"/>
                </a:cubicBezTo>
                <a:cubicBezTo>
                  <a:pt x="1" y="683"/>
                  <a:pt x="0" y="672"/>
                  <a:pt x="0" y="66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666720" y="4078080"/>
            <a:ext cx="1113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Repository: 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1852920" y="4134600"/>
            <a:ext cx="374688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530" spc="-1" strike="noStrike">
                <a:solidFill>
                  <a:srgbClr val="007a53"/>
                </a:solidFill>
                <a:latin typeface="Courier New"/>
                <a:ea typeface="Courier New"/>
              </a:rPr>
              <a:t>github.com/aehrc/qh-connectathon</a:t>
            </a:r>
            <a:endParaRPr b="0" lang="en-AU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5972040" y="4095720"/>
            <a:ext cx="3648240" cy="295560"/>
          </a:xfrm>
          <a:custGeom>
            <a:avLst/>
            <a:gdLst/>
            <a:ahLst/>
            <a:rect l="0" t="0" r="r" b="b"/>
            <a:pathLst>
              <a:path w="10134" h="821">
                <a:moveTo>
                  <a:pt x="0" y="66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1"/>
                  <a:pt x="39" y="53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9976" y="0"/>
                </a:lnTo>
                <a:cubicBezTo>
                  <a:pt x="9986" y="0"/>
                  <a:pt x="9996" y="1"/>
                  <a:pt x="10007" y="3"/>
                </a:cubicBezTo>
                <a:cubicBezTo>
                  <a:pt x="10017" y="5"/>
                  <a:pt x="10027" y="8"/>
                  <a:pt x="10036" y="12"/>
                </a:cubicBezTo>
                <a:cubicBezTo>
                  <a:pt x="10046" y="16"/>
                  <a:pt x="10055" y="21"/>
                  <a:pt x="10064" y="26"/>
                </a:cubicBezTo>
                <a:cubicBezTo>
                  <a:pt x="10073" y="32"/>
                  <a:pt x="10081" y="39"/>
                  <a:pt x="10088" y="46"/>
                </a:cubicBezTo>
                <a:cubicBezTo>
                  <a:pt x="10095" y="53"/>
                  <a:pt x="10102" y="61"/>
                  <a:pt x="10108" y="70"/>
                </a:cubicBezTo>
                <a:cubicBezTo>
                  <a:pt x="10113" y="79"/>
                  <a:pt x="10118" y="88"/>
                  <a:pt x="10122" y="98"/>
                </a:cubicBezTo>
                <a:cubicBezTo>
                  <a:pt x="10126" y="107"/>
                  <a:pt x="10129" y="117"/>
                  <a:pt x="10131" y="127"/>
                </a:cubicBezTo>
                <a:cubicBezTo>
                  <a:pt x="10133" y="138"/>
                  <a:pt x="10134" y="148"/>
                  <a:pt x="10134" y="158"/>
                </a:cubicBezTo>
                <a:lnTo>
                  <a:pt x="10134" y="662"/>
                </a:lnTo>
                <a:cubicBezTo>
                  <a:pt x="10134" y="672"/>
                  <a:pt x="10133" y="683"/>
                  <a:pt x="10131" y="693"/>
                </a:cubicBezTo>
                <a:cubicBezTo>
                  <a:pt x="10129" y="703"/>
                  <a:pt x="10126" y="713"/>
                  <a:pt x="10122" y="723"/>
                </a:cubicBezTo>
                <a:cubicBezTo>
                  <a:pt x="10118" y="732"/>
                  <a:pt x="10113" y="742"/>
                  <a:pt x="10108" y="750"/>
                </a:cubicBezTo>
                <a:cubicBezTo>
                  <a:pt x="10102" y="759"/>
                  <a:pt x="10095" y="767"/>
                  <a:pt x="10088" y="774"/>
                </a:cubicBezTo>
                <a:cubicBezTo>
                  <a:pt x="10081" y="782"/>
                  <a:pt x="10073" y="788"/>
                  <a:pt x="10064" y="794"/>
                </a:cubicBezTo>
                <a:cubicBezTo>
                  <a:pt x="10055" y="800"/>
                  <a:pt x="10046" y="805"/>
                  <a:pt x="10036" y="809"/>
                </a:cubicBezTo>
                <a:cubicBezTo>
                  <a:pt x="10027" y="813"/>
                  <a:pt x="10017" y="816"/>
                  <a:pt x="10007" y="818"/>
                </a:cubicBezTo>
                <a:cubicBezTo>
                  <a:pt x="9996" y="820"/>
                  <a:pt x="9986" y="821"/>
                  <a:pt x="9976" y="821"/>
                </a:cubicBezTo>
                <a:lnTo>
                  <a:pt x="159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7" y="816"/>
                  <a:pt x="108" y="813"/>
                  <a:pt x="98" y="809"/>
                </a:cubicBezTo>
                <a:cubicBezTo>
                  <a:pt x="88" y="805"/>
                  <a:pt x="79" y="800"/>
                  <a:pt x="70" y="794"/>
                </a:cubicBezTo>
                <a:cubicBezTo>
                  <a:pt x="62" y="788"/>
                  <a:pt x="54" y="782"/>
                  <a:pt x="46" y="774"/>
                </a:cubicBezTo>
                <a:cubicBezTo>
                  <a:pt x="39" y="767"/>
                  <a:pt x="32" y="759"/>
                  <a:pt x="27" y="750"/>
                </a:cubicBezTo>
                <a:cubicBezTo>
                  <a:pt x="21" y="742"/>
                  <a:pt x="16" y="732"/>
                  <a:pt x="12" y="723"/>
                </a:cubicBezTo>
                <a:cubicBezTo>
                  <a:pt x="8" y="713"/>
                  <a:pt x="5" y="703"/>
                  <a:pt x="3" y="693"/>
                </a:cubicBezTo>
                <a:cubicBezTo>
                  <a:pt x="1" y="683"/>
                  <a:pt x="0" y="672"/>
                  <a:pt x="0" y="66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5660280" y="4078080"/>
            <a:ext cx="3099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 → 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6048360" y="4134600"/>
            <a:ext cx="351216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530" spc="-1" strike="noStrike">
                <a:solidFill>
                  <a:srgbClr val="007a53"/>
                </a:solidFill>
                <a:latin typeface="Courier New"/>
                <a:ea typeface="Courier New"/>
              </a:rPr>
              <a:t>2026-10-29/1-FHIR-For-Services</a:t>
            </a:r>
            <a:endParaRPr b="0" lang="en-AU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en-AU</dc:language>
  <cp:lastModifiedBy/>
  <cp:revision>0</cp:revision>
  <dc:subject/>
  <dc:title/>
</cp:coreProperties>
</file>