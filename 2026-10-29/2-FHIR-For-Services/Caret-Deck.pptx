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A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666720" y="2282040"/>
            <a:ext cx="7794360" cy="629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4050" spc="-1" strike="noStrike">
                <a:solidFill>
                  <a:srgbClr val="ffffff"/>
                </a:solidFill>
                <a:latin typeface="Calibri"/>
                <a:ea typeface="Calibri"/>
              </a:rPr>
              <a:t>Caret: a message's journey into FHIR</a:t>
            </a:r>
            <a:endParaRPr b="0" lang="en-AU" sz="4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66720" y="3318840"/>
            <a:ext cx="68238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250" spc="-1" strike="noStrike">
                <a:solidFill>
                  <a:srgbClr val="00a9ce"/>
                </a:solidFill>
                <a:latin typeface="Calibri"/>
                <a:ea typeface="Calibri"/>
              </a:rPr>
              <a:t>Hands-on: send HL7 v2, watch FHIR appear, read the map</a:t>
            </a:r>
            <a:endParaRPr b="0" lang="en-AU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66720" y="3916080"/>
            <a:ext cx="26722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Jörn Guy Süß · AEHRC, CSIRO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66720" y="4259160"/>
            <a:ext cx="4380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Track 2: FHIR for Services · Messaging breakout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66720" y="22572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66720" y="1787040"/>
            <a:ext cx="229284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What you will do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918000" y="2469240"/>
            <a:ext cx="4763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1.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Compose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an HL7 v2 message in the browser.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18000" y="2898000"/>
            <a:ext cx="5259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2.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Send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it over a real MLLP socket and read the ACK.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18000" y="3336120"/>
            <a:ext cx="65401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3.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Watch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it validate and transform: one AuditEvent per message.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18000" y="3764880"/>
            <a:ext cx="3231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4.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Consume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the FHIR it became.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18000" y="4203000"/>
            <a:ext cx="6538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5.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Extend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it: change a map, add a message type, or build a client.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66720" y="4726800"/>
            <a:ext cx="8830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Synthetic data only. A small sender stands in for the RIS (radiology information system).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2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666720" y="209520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258880" y="2420640"/>
            <a:ext cx="1674360" cy="1616760"/>
          </a:xfrm>
          <a:custGeom>
            <a:avLst/>
            <a:gdLst/>
            <a:ahLst/>
            <a:rect l="0" t="0" r="r" b="b"/>
            <a:pathLst>
              <a:path fill="none" w="4651" h="4491">
                <a:moveTo>
                  <a:pt x="0" y="0"/>
                </a:moveTo>
                <a:lnTo>
                  <a:pt x="1122" y="0"/>
                </a:lnTo>
                <a:moveTo>
                  <a:pt x="1283" y="0"/>
                </a:moveTo>
                <a:lnTo>
                  <a:pt x="1603" y="0"/>
                </a:lnTo>
                <a:moveTo>
                  <a:pt x="1925" y="0"/>
                </a:moveTo>
                <a:lnTo>
                  <a:pt x="2085" y="0"/>
                </a:lnTo>
                <a:moveTo>
                  <a:pt x="2406" y="0"/>
                </a:moveTo>
                <a:lnTo>
                  <a:pt x="2887" y="0"/>
                </a:lnTo>
                <a:moveTo>
                  <a:pt x="3528" y="0"/>
                </a:moveTo>
                <a:lnTo>
                  <a:pt x="4651" y="0"/>
                </a:lnTo>
                <a:moveTo>
                  <a:pt x="0" y="161"/>
                </a:moveTo>
                <a:lnTo>
                  <a:pt x="160" y="161"/>
                </a:lnTo>
                <a:moveTo>
                  <a:pt x="962" y="161"/>
                </a:moveTo>
                <a:lnTo>
                  <a:pt x="1122" y="161"/>
                </a:lnTo>
                <a:moveTo>
                  <a:pt x="1283" y="161"/>
                </a:moveTo>
                <a:lnTo>
                  <a:pt x="1443" y="161"/>
                </a:lnTo>
                <a:moveTo>
                  <a:pt x="1765" y="161"/>
                </a:moveTo>
                <a:lnTo>
                  <a:pt x="2085" y="161"/>
                </a:lnTo>
                <a:moveTo>
                  <a:pt x="2566" y="161"/>
                </a:moveTo>
                <a:lnTo>
                  <a:pt x="3208" y="161"/>
                </a:lnTo>
                <a:moveTo>
                  <a:pt x="3528" y="161"/>
                </a:moveTo>
                <a:lnTo>
                  <a:pt x="3689" y="161"/>
                </a:lnTo>
                <a:moveTo>
                  <a:pt x="4491" y="161"/>
                </a:moveTo>
                <a:lnTo>
                  <a:pt x="4651" y="161"/>
                </a:lnTo>
                <a:moveTo>
                  <a:pt x="0" y="322"/>
                </a:moveTo>
                <a:lnTo>
                  <a:pt x="160" y="322"/>
                </a:lnTo>
                <a:moveTo>
                  <a:pt x="320" y="322"/>
                </a:moveTo>
                <a:lnTo>
                  <a:pt x="801" y="322"/>
                </a:lnTo>
                <a:moveTo>
                  <a:pt x="962" y="322"/>
                </a:moveTo>
                <a:lnTo>
                  <a:pt x="1122" y="322"/>
                </a:lnTo>
                <a:moveTo>
                  <a:pt x="1283" y="322"/>
                </a:moveTo>
                <a:lnTo>
                  <a:pt x="1603" y="322"/>
                </a:lnTo>
                <a:moveTo>
                  <a:pt x="1765" y="322"/>
                </a:moveTo>
                <a:lnTo>
                  <a:pt x="2085" y="322"/>
                </a:lnTo>
                <a:moveTo>
                  <a:pt x="2406" y="322"/>
                </a:moveTo>
                <a:lnTo>
                  <a:pt x="2727" y="322"/>
                </a:lnTo>
                <a:moveTo>
                  <a:pt x="2887" y="322"/>
                </a:moveTo>
                <a:lnTo>
                  <a:pt x="3368" y="322"/>
                </a:lnTo>
                <a:moveTo>
                  <a:pt x="3528" y="322"/>
                </a:moveTo>
                <a:lnTo>
                  <a:pt x="3689" y="322"/>
                </a:lnTo>
                <a:moveTo>
                  <a:pt x="3849" y="322"/>
                </a:moveTo>
                <a:lnTo>
                  <a:pt x="4330" y="322"/>
                </a:lnTo>
                <a:moveTo>
                  <a:pt x="4491" y="322"/>
                </a:moveTo>
                <a:lnTo>
                  <a:pt x="4651" y="322"/>
                </a:lnTo>
                <a:moveTo>
                  <a:pt x="0" y="482"/>
                </a:moveTo>
                <a:lnTo>
                  <a:pt x="160" y="482"/>
                </a:lnTo>
                <a:moveTo>
                  <a:pt x="320" y="482"/>
                </a:moveTo>
                <a:lnTo>
                  <a:pt x="801" y="482"/>
                </a:lnTo>
                <a:moveTo>
                  <a:pt x="962" y="482"/>
                </a:moveTo>
                <a:lnTo>
                  <a:pt x="1122" y="482"/>
                </a:lnTo>
                <a:moveTo>
                  <a:pt x="1443" y="482"/>
                </a:moveTo>
                <a:lnTo>
                  <a:pt x="1603" y="482"/>
                </a:lnTo>
                <a:moveTo>
                  <a:pt x="1765" y="482"/>
                </a:moveTo>
                <a:lnTo>
                  <a:pt x="1925" y="482"/>
                </a:lnTo>
                <a:moveTo>
                  <a:pt x="2566" y="482"/>
                </a:moveTo>
                <a:lnTo>
                  <a:pt x="2887" y="482"/>
                </a:lnTo>
                <a:moveTo>
                  <a:pt x="3208" y="482"/>
                </a:moveTo>
                <a:lnTo>
                  <a:pt x="3368" y="482"/>
                </a:lnTo>
                <a:moveTo>
                  <a:pt x="3528" y="482"/>
                </a:moveTo>
                <a:lnTo>
                  <a:pt x="3689" y="482"/>
                </a:lnTo>
                <a:moveTo>
                  <a:pt x="3849" y="482"/>
                </a:moveTo>
                <a:lnTo>
                  <a:pt x="4330" y="482"/>
                </a:lnTo>
                <a:moveTo>
                  <a:pt x="4491" y="482"/>
                </a:moveTo>
                <a:lnTo>
                  <a:pt x="4651" y="482"/>
                </a:lnTo>
                <a:moveTo>
                  <a:pt x="0" y="642"/>
                </a:moveTo>
                <a:lnTo>
                  <a:pt x="160" y="642"/>
                </a:lnTo>
                <a:moveTo>
                  <a:pt x="320" y="642"/>
                </a:moveTo>
                <a:lnTo>
                  <a:pt x="801" y="642"/>
                </a:lnTo>
                <a:moveTo>
                  <a:pt x="962" y="642"/>
                </a:moveTo>
                <a:lnTo>
                  <a:pt x="1122" y="642"/>
                </a:lnTo>
                <a:moveTo>
                  <a:pt x="1283" y="642"/>
                </a:moveTo>
                <a:lnTo>
                  <a:pt x="1443" y="642"/>
                </a:lnTo>
                <a:moveTo>
                  <a:pt x="1603" y="642"/>
                </a:moveTo>
                <a:lnTo>
                  <a:pt x="1765" y="642"/>
                </a:lnTo>
                <a:moveTo>
                  <a:pt x="1925" y="642"/>
                </a:moveTo>
                <a:lnTo>
                  <a:pt x="2085" y="642"/>
                </a:lnTo>
                <a:moveTo>
                  <a:pt x="2246" y="642"/>
                </a:moveTo>
                <a:lnTo>
                  <a:pt x="2887" y="642"/>
                </a:lnTo>
                <a:moveTo>
                  <a:pt x="3047" y="642"/>
                </a:moveTo>
                <a:lnTo>
                  <a:pt x="3208" y="642"/>
                </a:lnTo>
                <a:moveTo>
                  <a:pt x="3528" y="642"/>
                </a:moveTo>
                <a:lnTo>
                  <a:pt x="3689" y="642"/>
                </a:lnTo>
                <a:moveTo>
                  <a:pt x="3849" y="642"/>
                </a:moveTo>
                <a:lnTo>
                  <a:pt x="4330" y="642"/>
                </a:lnTo>
                <a:moveTo>
                  <a:pt x="4491" y="642"/>
                </a:moveTo>
                <a:lnTo>
                  <a:pt x="4651" y="642"/>
                </a:lnTo>
                <a:moveTo>
                  <a:pt x="0" y="803"/>
                </a:moveTo>
                <a:lnTo>
                  <a:pt x="160" y="803"/>
                </a:lnTo>
                <a:moveTo>
                  <a:pt x="962" y="803"/>
                </a:moveTo>
                <a:lnTo>
                  <a:pt x="1122" y="803"/>
                </a:lnTo>
                <a:moveTo>
                  <a:pt x="1443" y="803"/>
                </a:moveTo>
                <a:lnTo>
                  <a:pt x="1603" y="803"/>
                </a:lnTo>
                <a:moveTo>
                  <a:pt x="1925" y="803"/>
                </a:moveTo>
                <a:lnTo>
                  <a:pt x="2085" y="803"/>
                </a:lnTo>
                <a:moveTo>
                  <a:pt x="2406" y="803"/>
                </a:moveTo>
                <a:lnTo>
                  <a:pt x="2727" y="803"/>
                </a:lnTo>
                <a:moveTo>
                  <a:pt x="3208" y="803"/>
                </a:moveTo>
                <a:lnTo>
                  <a:pt x="3368" y="803"/>
                </a:lnTo>
                <a:moveTo>
                  <a:pt x="3528" y="803"/>
                </a:moveTo>
                <a:lnTo>
                  <a:pt x="3689" y="803"/>
                </a:lnTo>
                <a:moveTo>
                  <a:pt x="4491" y="803"/>
                </a:moveTo>
                <a:lnTo>
                  <a:pt x="4651" y="803"/>
                </a:lnTo>
                <a:moveTo>
                  <a:pt x="0" y="963"/>
                </a:moveTo>
                <a:lnTo>
                  <a:pt x="1122" y="963"/>
                </a:lnTo>
                <a:moveTo>
                  <a:pt x="1283" y="963"/>
                </a:moveTo>
                <a:lnTo>
                  <a:pt x="1443" y="963"/>
                </a:lnTo>
                <a:moveTo>
                  <a:pt x="1603" y="963"/>
                </a:moveTo>
                <a:lnTo>
                  <a:pt x="1765" y="963"/>
                </a:lnTo>
                <a:moveTo>
                  <a:pt x="1925" y="963"/>
                </a:moveTo>
                <a:lnTo>
                  <a:pt x="2085" y="963"/>
                </a:lnTo>
                <a:moveTo>
                  <a:pt x="2246" y="963"/>
                </a:moveTo>
                <a:lnTo>
                  <a:pt x="2406" y="963"/>
                </a:lnTo>
                <a:moveTo>
                  <a:pt x="2566" y="963"/>
                </a:moveTo>
                <a:lnTo>
                  <a:pt x="2727" y="963"/>
                </a:lnTo>
                <a:moveTo>
                  <a:pt x="2887" y="963"/>
                </a:moveTo>
                <a:lnTo>
                  <a:pt x="3047" y="963"/>
                </a:lnTo>
                <a:moveTo>
                  <a:pt x="3208" y="963"/>
                </a:moveTo>
                <a:lnTo>
                  <a:pt x="3368" y="963"/>
                </a:lnTo>
                <a:moveTo>
                  <a:pt x="3528" y="963"/>
                </a:moveTo>
                <a:lnTo>
                  <a:pt x="4651" y="963"/>
                </a:lnTo>
                <a:moveTo>
                  <a:pt x="2085" y="1123"/>
                </a:moveTo>
                <a:lnTo>
                  <a:pt x="2246" y="1123"/>
                </a:lnTo>
                <a:moveTo>
                  <a:pt x="2406" y="1123"/>
                </a:moveTo>
                <a:lnTo>
                  <a:pt x="2727" y="1123"/>
                </a:lnTo>
                <a:moveTo>
                  <a:pt x="2887" y="1123"/>
                </a:moveTo>
                <a:lnTo>
                  <a:pt x="3047" y="1123"/>
                </a:lnTo>
                <a:moveTo>
                  <a:pt x="3208" y="1123"/>
                </a:moveTo>
                <a:lnTo>
                  <a:pt x="3368" y="1123"/>
                </a:lnTo>
                <a:moveTo>
                  <a:pt x="0" y="1284"/>
                </a:moveTo>
                <a:lnTo>
                  <a:pt x="160" y="1284"/>
                </a:lnTo>
                <a:moveTo>
                  <a:pt x="481" y="1284"/>
                </a:moveTo>
                <a:lnTo>
                  <a:pt x="1443" y="1284"/>
                </a:lnTo>
                <a:moveTo>
                  <a:pt x="1765" y="1284"/>
                </a:moveTo>
                <a:lnTo>
                  <a:pt x="1925" y="1284"/>
                </a:lnTo>
                <a:moveTo>
                  <a:pt x="2085" y="1284"/>
                </a:moveTo>
                <a:lnTo>
                  <a:pt x="2246" y="1284"/>
                </a:lnTo>
                <a:moveTo>
                  <a:pt x="2566" y="1284"/>
                </a:moveTo>
                <a:lnTo>
                  <a:pt x="2887" y="1284"/>
                </a:lnTo>
                <a:moveTo>
                  <a:pt x="3047" y="1284"/>
                </a:moveTo>
                <a:lnTo>
                  <a:pt x="3528" y="1284"/>
                </a:lnTo>
                <a:moveTo>
                  <a:pt x="3849" y="1284"/>
                </a:moveTo>
                <a:lnTo>
                  <a:pt x="4010" y="1284"/>
                </a:lnTo>
                <a:moveTo>
                  <a:pt x="4170" y="1284"/>
                </a:moveTo>
                <a:lnTo>
                  <a:pt x="4651" y="1284"/>
                </a:lnTo>
                <a:moveTo>
                  <a:pt x="0" y="1444"/>
                </a:moveTo>
                <a:lnTo>
                  <a:pt x="160" y="1444"/>
                </a:lnTo>
                <a:moveTo>
                  <a:pt x="320" y="1444"/>
                </a:moveTo>
                <a:lnTo>
                  <a:pt x="481" y="1444"/>
                </a:lnTo>
                <a:moveTo>
                  <a:pt x="1283" y="1444"/>
                </a:moveTo>
                <a:lnTo>
                  <a:pt x="1443" y="1444"/>
                </a:lnTo>
                <a:moveTo>
                  <a:pt x="1603" y="1444"/>
                </a:moveTo>
                <a:lnTo>
                  <a:pt x="2246" y="1444"/>
                </a:lnTo>
                <a:moveTo>
                  <a:pt x="2566" y="1444"/>
                </a:moveTo>
                <a:lnTo>
                  <a:pt x="3208" y="1444"/>
                </a:lnTo>
                <a:moveTo>
                  <a:pt x="3689" y="1444"/>
                </a:moveTo>
                <a:lnTo>
                  <a:pt x="4010" y="1444"/>
                </a:lnTo>
                <a:moveTo>
                  <a:pt x="4170" y="1444"/>
                </a:moveTo>
                <a:lnTo>
                  <a:pt x="4491" y="1444"/>
                </a:lnTo>
                <a:moveTo>
                  <a:pt x="641" y="1604"/>
                </a:moveTo>
                <a:lnTo>
                  <a:pt x="801" y="1604"/>
                </a:lnTo>
                <a:moveTo>
                  <a:pt x="962" y="1604"/>
                </a:moveTo>
                <a:lnTo>
                  <a:pt x="1122" y="1604"/>
                </a:lnTo>
                <a:moveTo>
                  <a:pt x="1925" y="1604"/>
                </a:moveTo>
                <a:lnTo>
                  <a:pt x="2246" y="1604"/>
                </a:lnTo>
                <a:moveTo>
                  <a:pt x="2406" y="1604"/>
                </a:moveTo>
                <a:lnTo>
                  <a:pt x="2566" y="1604"/>
                </a:lnTo>
                <a:moveTo>
                  <a:pt x="2727" y="1604"/>
                </a:moveTo>
                <a:lnTo>
                  <a:pt x="3047" y="1604"/>
                </a:lnTo>
                <a:moveTo>
                  <a:pt x="3208" y="1604"/>
                </a:moveTo>
                <a:lnTo>
                  <a:pt x="3368" y="1604"/>
                </a:lnTo>
                <a:moveTo>
                  <a:pt x="3849" y="1604"/>
                </a:moveTo>
                <a:lnTo>
                  <a:pt x="4010" y="1604"/>
                </a:lnTo>
                <a:moveTo>
                  <a:pt x="4170" y="1604"/>
                </a:moveTo>
                <a:lnTo>
                  <a:pt x="4330" y="1604"/>
                </a:lnTo>
                <a:moveTo>
                  <a:pt x="160" y="1765"/>
                </a:moveTo>
                <a:lnTo>
                  <a:pt x="320" y="1765"/>
                </a:lnTo>
                <a:moveTo>
                  <a:pt x="801" y="1765"/>
                </a:moveTo>
                <a:lnTo>
                  <a:pt x="962" y="1765"/>
                </a:lnTo>
                <a:moveTo>
                  <a:pt x="1443" y="1765"/>
                </a:moveTo>
                <a:lnTo>
                  <a:pt x="1603" y="1765"/>
                </a:lnTo>
                <a:moveTo>
                  <a:pt x="1765" y="1765"/>
                </a:moveTo>
                <a:lnTo>
                  <a:pt x="1925" y="1765"/>
                </a:lnTo>
                <a:moveTo>
                  <a:pt x="2085" y="1765"/>
                </a:moveTo>
                <a:lnTo>
                  <a:pt x="2246" y="1765"/>
                </a:lnTo>
                <a:moveTo>
                  <a:pt x="2566" y="1765"/>
                </a:moveTo>
                <a:lnTo>
                  <a:pt x="2887" y="1765"/>
                </a:lnTo>
                <a:moveTo>
                  <a:pt x="3849" y="1765"/>
                </a:moveTo>
                <a:lnTo>
                  <a:pt x="4170" y="1765"/>
                </a:lnTo>
                <a:moveTo>
                  <a:pt x="4491" y="1765"/>
                </a:moveTo>
                <a:lnTo>
                  <a:pt x="4651" y="1765"/>
                </a:lnTo>
                <a:moveTo>
                  <a:pt x="160" y="1925"/>
                </a:moveTo>
                <a:lnTo>
                  <a:pt x="320" y="1925"/>
                </a:lnTo>
                <a:moveTo>
                  <a:pt x="481" y="1925"/>
                </a:moveTo>
                <a:lnTo>
                  <a:pt x="641" y="1925"/>
                </a:lnTo>
                <a:moveTo>
                  <a:pt x="962" y="1925"/>
                </a:moveTo>
                <a:lnTo>
                  <a:pt x="1283" y="1925"/>
                </a:lnTo>
                <a:moveTo>
                  <a:pt x="1443" y="1925"/>
                </a:moveTo>
                <a:lnTo>
                  <a:pt x="1603" y="1925"/>
                </a:lnTo>
                <a:moveTo>
                  <a:pt x="1765" y="1925"/>
                </a:moveTo>
                <a:lnTo>
                  <a:pt x="1925" y="1925"/>
                </a:lnTo>
                <a:moveTo>
                  <a:pt x="2085" y="1925"/>
                </a:moveTo>
                <a:lnTo>
                  <a:pt x="2246" y="1925"/>
                </a:lnTo>
                <a:moveTo>
                  <a:pt x="2406" y="1925"/>
                </a:moveTo>
                <a:lnTo>
                  <a:pt x="2727" y="1925"/>
                </a:lnTo>
                <a:moveTo>
                  <a:pt x="3047" y="1925"/>
                </a:moveTo>
                <a:lnTo>
                  <a:pt x="3208" y="1925"/>
                </a:lnTo>
                <a:moveTo>
                  <a:pt x="3528" y="1925"/>
                </a:moveTo>
                <a:lnTo>
                  <a:pt x="3849" y="1925"/>
                </a:lnTo>
                <a:moveTo>
                  <a:pt x="4491" y="1925"/>
                </a:moveTo>
                <a:lnTo>
                  <a:pt x="4651" y="1925"/>
                </a:lnTo>
                <a:moveTo>
                  <a:pt x="0" y="2086"/>
                </a:moveTo>
                <a:lnTo>
                  <a:pt x="641" y="2086"/>
                </a:lnTo>
                <a:moveTo>
                  <a:pt x="801" y="2086"/>
                </a:moveTo>
                <a:lnTo>
                  <a:pt x="962" y="2086"/>
                </a:lnTo>
                <a:moveTo>
                  <a:pt x="1283" y="2086"/>
                </a:moveTo>
                <a:lnTo>
                  <a:pt x="1443" y="2086"/>
                </a:lnTo>
                <a:moveTo>
                  <a:pt x="1603" y="2086"/>
                </a:moveTo>
                <a:lnTo>
                  <a:pt x="1765" y="2086"/>
                </a:lnTo>
                <a:moveTo>
                  <a:pt x="2085" y="2086"/>
                </a:moveTo>
                <a:lnTo>
                  <a:pt x="2406" y="2086"/>
                </a:lnTo>
                <a:moveTo>
                  <a:pt x="2887" y="2086"/>
                </a:moveTo>
                <a:lnTo>
                  <a:pt x="3047" y="2086"/>
                </a:lnTo>
                <a:moveTo>
                  <a:pt x="3528" y="2086"/>
                </a:moveTo>
                <a:lnTo>
                  <a:pt x="4651" y="2086"/>
                </a:lnTo>
                <a:moveTo>
                  <a:pt x="160" y="2246"/>
                </a:moveTo>
                <a:lnTo>
                  <a:pt x="320" y="2246"/>
                </a:lnTo>
                <a:moveTo>
                  <a:pt x="481" y="2246"/>
                </a:moveTo>
                <a:lnTo>
                  <a:pt x="801" y="2246"/>
                </a:lnTo>
                <a:moveTo>
                  <a:pt x="962" y="2246"/>
                </a:moveTo>
                <a:lnTo>
                  <a:pt x="1122" y="2246"/>
                </a:lnTo>
                <a:moveTo>
                  <a:pt x="1283" y="2246"/>
                </a:moveTo>
                <a:lnTo>
                  <a:pt x="1443" y="2246"/>
                </a:lnTo>
                <a:moveTo>
                  <a:pt x="1925" y="2246"/>
                </a:moveTo>
                <a:lnTo>
                  <a:pt x="2246" y="2246"/>
                </a:lnTo>
                <a:moveTo>
                  <a:pt x="2406" y="2246"/>
                </a:moveTo>
                <a:lnTo>
                  <a:pt x="2566" y="2246"/>
                </a:lnTo>
                <a:moveTo>
                  <a:pt x="2727" y="2246"/>
                </a:moveTo>
                <a:lnTo>
                  <a:pt x="3528" y="2246"/>
                </a:lnTo>
                <a:moveTo>
                  <a:pt x="4170" y="2246"/>
                </a:moveTo>
                <a:lnTo>
                  <a:pt x="4330" y="2246"/>
                </a:lnTo>
                <a:moveTo>
                  <a:pt x="4491" y="2246"/>
                </a:moveTo>
                <a:lnTo>
                  <a:pt x="4651" y="2246"/>
                </a:lnTo>
                <a:moveTo>
                  <a:pt x="0" y="2406"/>
                </a:moveTo>
                <a:lnTo>
                  <a:pt x="160" y="2406"/>
                </a:lnTo>
                <a:moveTo>
                  <a:pt x="320" y="2406"/>
                </a:moveTo>
                <a:lnTo>
                  <a:pt x="481" y="2406"/>
                </a:lnTo>
                <a:moveTo>
                  <a:pt x="641" y="2406"/>
                </a:moveTo>
                <a:lnTo>
                  <a:pt x="962" y="2406"/>
                </a:lnTo>
                <a:moveTo>
                  <a:pt x="1765" y="2406"/>
                </a:moveTo>
                <a:lnTo>
                  <a:pt x="2085" y="2406"/>
                </a:lnTo>
                <a:moveTo>
                  <a:pt x="2406" y="2406"/>
                </a:moveTo>
                <a:lnTo>
                  <a:pt x="2566" y="2406"/>
                </a:lnTo>
                <a:moveTo>
                  <a:pt x="3047" y="2406"/>
                </a:moveTo>
                <a:lnTo>
                  <a:pt x="3849" y="2406"/>
                </a:lnTo>
                <a:moveTo>
                  <a:pt x="4170" y="2406"/>
                </a:moveTo>
                <a:lnTo>
                  <a:pt x="4330" y="2406"/>
                </a:lnTo>
                <a:moveTo>
                  <a:pt x="4491" y="2406"/>
                </a:moveTo>
                <a:lnTo>
                  <a:pt x="4651" y="2406"/>
                </a:lnTo>
                <a:moveTo>
                  <a:pt x="320" y="2567"/>
                </a:moveTo>
                <a:lnTo>
                  <a:pt x="801" y="2567"/>
                </a:lnTo>
                <a:moveTo>
                  <a:pt x="962" y="2567"/>
                </a:moveTo>
                <a:lnTo>
                  <a:pt x="1122" y="2567"/>
                </a:lnTo>
                <a:moveTo>
                  <a:pt x="1283" y="2567"/>
                </a:moveTo>
                <a:lnTo>
                  <a:pt x="1603" y="2567"/>
                </a:lnTo>
                <a:moveTo>
                  <a:pt x="2246" y="2567"/>
                </a:moveTo>
                <a:lnTo>
                  <a:pt x="2406" y="2567"/>
                </a:lnTo>
                <a:moveTo>
                  <a:pt x="3689" y="2567"/>
                </a:moveTo>
                <a:lnTo>
                  <a:pt x="3849" y="2567"/>
                </a:lnTo>
                <a:moveTo>
                  <a:pt x="4010" y="2567"/>
                </a:moveTo>
                <a:lnTo>
                  <a:pt x="4170" y="2567"/>
                </a:lnTo>
                <a:moveTo>
                  <a:pt x="0" y="2727"/>
                </a:moveTo>
                <a:lnTo>
                  <a:pt x="801" y="2727"/>
                </a:lnTo>
                <a:moveTo>
                  <a:pt x="1765" y="2727"/>
                </a:moveTo>
                <a:lnTo>
                  <a:pt x="3528" y="2727"/>
                </a:lnTo>
                <a:moveTo>
                  <a:pt x="3689" y="2727"/>
                </a:moveTo>
                <a:lnTo>
                  <a:pt x="4010" y="2727"/>
                </a:lnTo>
                <a:moveTo>
                  <a:pt x="4170" y="2727"/>
                </a:moveTo>
                <a:lnTo>
                  <a:pt x="4491" y="2727"/>
                </a:lnTo>
                <a:moveTo>
                  <a:pt x="0" y="2887"/>
                </a:moveTo>
                <a:lnTo>
                  <a:pt x="481" y="2887"/>
                </a:lnTo>
                <a:moveTo>
                  <a:pt x="801" y="2887"/>
                </a:moveTo>
                <a:lnTo>
                  <a:pt x="1283" y="2887"/>
                </a:lnTo>
                <a:moveTo>
                  <a:pt x="1925" y="2887"/>
                </a:moveTo>
                <a:lnTo>
                  <a:pt x="2085" y="2887"/>
                </a:lnTo>
                <a:moveTo>
                  <a:pt x="2406" y="2887"/>
                </a:moveTo>
                <a:lnTo>
                  <a:pt x="2887" y="2887"/>
                </a:lnTo>
                <a:moveTo>
                  <a:pt x="3047" y="2887"/>
                </a:moveTo>
                <a:lnTo>
                  <a:pt x="3208" y="2887"/>
                </a:lnTo>
                <a:moveTo>
                  <a:pt x="3368" y="2887"/>
                </a:moveTo>
                <a:lnTo>
                  <a:pt x="3849" y="2887"/>
                </a:lnTo>
                <a:moveTo>
                  <a:pt x="4010" y="2887"/>
                </a:moveTo>
                <a:lnTo>
                  <a:pt x="4170" y="2887"/>
                </a:lnTo>
                <a:moveTo>
                  <a:pt x="4491" y="2887"/>
                </a:moveTo>
                <a:lnTo>
                  <a:pt x="4651" y="2887"/>
                </a:lnTo>
                <a:moveTo>
                  <a:pt x="0" y="3048"/>
                </a:moveTo>
                <a:lnTo>
                  <a:pt x="320" y="3048"/>
                </a:lnTo>
                <a:moveTo>
                  <a:pt x="481" y="3048"/>
                </a:moveTo>
                <a:lnTo>
                  <a:pt x="801" y="3048"/>
                </a:lnTo>
                <a:moveTo>
                  <a:pt x="1283" y="3048"/>
                </a:moveTo>
                <a:lnTo>
                  <a:pt x="1765" y="3048"/>
                </a:lnTo>
                <a:moveTo>
                  <a:pt x="2246" y="3048"/>
                </a:moveTo>
                <a:lnTo>
                  <a:pt x="2406" y="3048"/>
                </a:lnTo>
                <a:moveTo>
                  <a:pt x="2566" y="3048"/>
                </a:moveTo>
                <a:lnTo>
                  <a:pt x="2727" y="3048"/>
                </a:lnTo>
                <a:moveTo>
                  <a:pt x="3368" y="3048"/>
                </a:moveTo>
                <a:lnTo>
                  <a:pt x="3528" y="3048"/>
                </a:lnTo>
                <a:moveTo>
                  <a:pt x="3849" y="3048"/>
                </a:moveTo>
                <a:lnTo>
                  <a:pt x="4330" y="3048"/>
                </a:lnTo>
                <a:moveTo>
                  <a:pt x="0" y="3208"/>
                </a:moveTo>
                <a:lnTo>
                  <a:pt x="320" y="3208"/>
                </a:lnTo>
                <a:moveTo>
                  <a:pt x="641" y="3208"/>
                </a:moveTo>
                <a:lnTo>
                  <a:pt x="801" y="3208"/>
                </a:lnTo>
                <a:moveTo>
                  <a:pt x="962" y="3208"/>
                </a:moveTo>
                <a:lnTo>
                  <a:pt x="1283" y="3208"/>
                </a:lnTo>
                <a:moveTo>
                  <a:pt x="1443" y="3208"/>
                </a:moveTo>
                <a:lnTo>
                  <a:pt x="1765" y="3208"/>
                </a:lnTo>
                <a:moveTo>
                  <a:pt x="2085" y="3208"/>
                </a:moveTo>
                <a:lnTo>
                  <a:pt x="2566" y="3208"/>
                </a:lnTo>
                <a:moveTo>
                  <a:pt x="2727" y="3208"/>
                </a:moveTo>
                <a:lnTo>
                  <a:pt x="2887" y="3208"/>
                </a:lnTo>
                <a:moveTo>
                  <a:pt x="3208" y="3208"/>
                </a:moveTo>
                <a:lnTo>
                  <a:pt x="4491" y="3208"/>
                </a:lnTo>
                <a:moveTo>
                  <a:pt x="1283" y="3368"/>
                </a:moveTo>
                <a:lnTo>
                  <a:pt x="1443" y="3368"/>
                </a:lnTo>
                <a:moveTo>
                  <a:pt x="1925" y="3368"/>
                </a:moveTo>
                <a:lnTo>
                  <a:pt x="2085" y="3368"/>
                </a:lnTo>
                <a:moveTo>
                  <a:pt x="2246" y="3368"/>
                </a:moveTo>
                <a:lnTo>
                  <a:pt x="2566" y="3368"/>
                </a:lnTo>
                <a:moveTo>
                  <a:pt x="3208" y="3368"/>
                </a:moveTo>
                <a:lnTo>
                  <a:pt x="3368" y="3368"/>
                </a:lnTo>
                <a:moveTo>
                  <a:pt x="3849" y="3368"/>
                </a:moveTo>
                <a:lnTo>
                  <a:pt x="4170" y="3368"/>
                </a:lnTo>
                <a:moveTo>
                  <a:pt x="0" y="3529"/>
                </a:moveTo>
                <a:lnTo>
                  <a:pt x="1122" y="3529"/>
                </a:lnTo>
                <a:moveTo>
                  <a:pt x="1283" y="3529"/>
                </a:moveTo>
                <a:lnTo>
                  <a:pt x="1443" y="3529"/>
                </a:lnTo>
                <a:moveTo>
                  <a:pt x="1603" y="3529"/>
                </a:moveTo>
                <a:lnTo>
                  <a:pt x="2085" y="3529"/>
                </a:lnTo>
                <a:moveTo>
                  <a:pt x="2246" y="3529"/>
                </a:moveTo>
                <a:lnTo>
                  <a:pt x="2727" y="3529"/>
                </a:lnTo>
                <a:moveTo>
                  <a:pt x="2887" y="3529"/>
                </a:moveTo>
                <a:lnTo>
                  <a:pt x="3368" y="3529"/>
                </a:lnTo>
                <a:moveTo>
                  <a:pt x="3528" y="3529"/>
                </a:moveTo>
                <a:lnTo>
                  <a:pt x="3689" y="3529"/>
                </a:lnTo>
                <a:moveTo>
                  <a:pt x="3849" y="3529"/>
                </a:moveTo>
                <a:lnTo>
                  <a:pt x="4170" y="3529"/>
                </a:lnTo>
                <a:moveTo>
                  <a:pt x="0" y="3689"/>
                </a:moveTo>
                <a:lnTo>
                  <a:pt x="160" y="3689"/>
                </a:lnTo>
                <a:moveTo>
                  <a:pt x="962" y="3689"/>
                </a:moveTo>
                <a:lnTo>
                  <a:pt x="1122" y="3689"/>
                </a:lnTo>
                <a:moveTo>
                  <a:pt x="1283" y="3689"/>
                </a:moveTo>
                <a:lnTo>
                  <a:pt x="1443" y="3689"/>
                </a:lnTo>
                <a:moveTo>
                  <a:pt x="1925" y="3689"/>
                </a:moveTo>
                <a:lnTo>
                  <a:pt x="2085" y="3689"/>
                </a:lnTo>
                <a:moveTo>
                  <a:pt x="2246" y="3689"/>
                </a:moveTo>
                <a:lnTo>
                  <a:pt x="2406" y="3689"/>
                </a:lnTo>
                <a:moveTo>
                  <a:pt x="2727" y="3689"/>
                </a:moveTo>
                <a:lnTo>
                  <a:pt x="2887" y="3689"/>
                </a:lnTo>
                <a:moveTo>
                  <a:pt x="3047" y="3689"/>
                </a:moveTo>
                <a:lnTo>
                  <a:pt x="3368" y="3689"/>
                </a:lnTo>
                <a:moveTo>
                  <a:pt x="3849" y="3689"/>
                </a:moveTo>
                <a:lnTo>
                  <a:pt x="4010" y="3689"/>
                </a:lnTo>
                <a:moveTo>
                  <a:pt x="4330" y="3689"/>
                </a:moveTo>
                <a:lnTo>
                  <a:pt x="4651" y="3689"/>
                </a:lnTo>
                <a:moveTo>
                  <a:pt x="0" y="3849"/>
                </a:moveTo>
                <a:lnTo>
                  <a:pt x="160" y="3849"/>
                </a:lnTo>
                <a:moveTo>
                  <a:pt x="320" y="3849"/>
                </a:moveTo>
                <a:lnTo>
                  <a:pt x="801" y="3849"/>
                </a:lnTo>
                <a:moveTo>
                  <a:pt x="962" y="3849"/>
                </a:moveTo>
                <a:lnTo>
                  <a:pt x="1122" y="3849"/>
                </a:lnTo>
                <a:moveTo>
                  <a:pt x="1283" y="3849"/>
                </a:moveTo>
                <a:lnTo>
                  <a:pt x="1443" y="3849"/>
                </a:lnTo>
                <a:moveTo>
                  <a:pt x="1603" y="3849"/>
                </a:moveTo>
                <a:lnTo>
                  <a:pt x="1765" y="3849"/>
                </a:lnTo>
                <a:moveTo>
                  <a:pt x="1925" y="3849"/>
                </a:moveTo>
                <a:lnTo>
                  <a:pt x="2727" y="3849"/>
                </a:lnTo>
                <a:moveTo>
                  <a:pt x="2887" y="3849"/>
                </a:moveTo>
                <a:lnTo>
                  <a:pt x="4170" y="3849"/>
                </a:lnTo>
                <a:moveTo>
                  <a:pt x="4330" y="3849"/>
                </a:moveTo>
                <a:lnTo>
                  <a:pt x="4651" y="3849"/>
                </a:lnTo>
                <a:moveTo>
                  <a:pt x="0" y="4010"/>
                </a:moveTo>
                <a:lnTo>
                  <a:pt x="160" y="4010"/>
                </a:lnTo>
                <a:moveTo>
                  <a:pt x="320" y="4010"/>
                </a:moveTo>
                <a:lnTo>
                  <a:pt x="801" y="4010"/>
                </a:lnTo>
                <a:moveTo>
                  <a:pt x="962" y="4010"/>
                </a:moveTo>
                <a:lnTo>
                  <a:pt x="1122" y="4010"/>
                </a:lnTo>
                <a:moveTo>
                  <a:pt x="1283" y="4010"/>
                </a:moveTo>
                <a:lnTo>
                  <a:pt x="1603" y="4010"/>
                </a:lnTo>
                <a:moveTo>
                  <a:pt x="1765" y="4010"/>
                </a:moveTo>
                <a:lnTo>
                  <a:pt x="2085" y="4010"/>
                </a:lnTo>
                <a:moveTo>
                  <a:pt x="2406" y="4010"/>
                </a:moveTo>
                <a:lnTo>
                  <a:pt x="3368" y="4010"/>
                </a:lnTo>
                <a:moveTo>
                  <a:pt x="3689" y="4010"/>
                </a:moveTo>
                <a:lnTo>
                  <a:pt x="3849" y="4010"/>
                </a:lnTo>
                <a:moveTo>
                  <a:pt x="4491" y="4010"/>
                </a:moveTo>
                <a:lnTo>
                  <a:pt x="4651" y="4010"/>
                </a:lnTo>
                <a:moveTo>
                  <a:pt x="0" y="4170"/>
                </a:moveTo>
                <a:lnTo>
                  <a:pt x="160" y="4170"/>
                </a:lnTo>
                <a:moveTo>
                  <a:pt x="320" y="4170"/>
                </a:moveTo>
                <a:lnTo>
                  <a:pt x="801" y="4170"/>
                </a:lnTo>
                <a:moveTo>
                  <a:pt x="962" y="4170"/>
                </a:moveTo>
                <a:lnTo>
                  <a:pt x="1122" y="4170"/>
                </a:lnTo>
                <a:moveTo>
                  <a:pt x="2406" y="4170"/>
                </a:moveTo>
                <a:lnTo>
                  <a:pt x="2887" y="4170"/>
                </a:lnTo>
                <a:moveTo>
                  <a:pt x="3047" y="4170"/>
                </a:moveTo>
                <a:lnTo>
                  <a:pt x="3528" y="4170"/>
                </a:lnTo>
                <a:moveTo>
                  <a:pt x="3849" y="4170"/>
                </a:moveTo>
                <a:lnTo>
                  <a:pt x="4010" y="4170"/>
                </a:lnTo>
                <a:moveTo>
                  <a:pt x="4170" y="4170"/>
                </a:moveTo>
                <a:lnTo>
                  <a:pt x="4651" y="4170"/>
                </a:lnTo>
                <a:moveTo>
                  <a:pt x="0" y="4330"/>
                </a:moveTo>
                <a:lnTo>
                  <a:pt x="160" y="4330"/>
                </a:lnTo>
                <a:moveTo>
                  <a:pt x="962" y="4330"/>
                </a:moveTo>
                <a:lnTo>
                  <a:pt x="1122" y="4330"/>
                </a:lnTo>
                <a:moveTo>
                  <a:pt x="1443" y="4330"/>
                </a:moveTo>
                <a:lnTo>
                  <a:pt x="1603" y="4330"/>
                </a:lnTo>
                <a:moveTo>
                  <a:pt x="1765" y="4330"/>
                </a:moveTo>
                <a:lnTo>
                  <a:pt x="2085" y="4330"/>
                </a:lnTo>
                <a:moveTo>
                  <a:pt x="2406" y="4330"/>
                </a:moveTo>
                <a:lnTo>
                  <a:pt x="2566" y="4330"/>
                </a:lnTo>
                <a:moveTo>
                  <a:pt x="2887" y="4330"/>
                </a:moveTo>
                <a:lnTo>
                  <a:pt x="3047" y="4330"/>
                </a:lnTo>
                <a:moveTo>
                  <a:pt x="3368" y="4330"/>
                </a:moveTo>
                <a:lnTo>
                  <a:pt x="3528" y="4330"/>
                </a:lnTo>
                <a:moveTo>
                  <a:pt x="4010" y="4330"/>
                </a:moveTo>
                <a:lnTo>
                  <a:pt x="4330" y="4330"/>
                </a:lnTo>
                <a:moveTo>
                  <a:pt x="4491" y="4330"/>
                </a:moveTo>
                <a:lnTo>
                  <a:pt x="4651" y="4330"/>
                </a:lnTo>
                <a:moveTo>
                  <a:pt x="0" y="4491"/>
                </a:moveTo>
                <a:lnTo>
                  <a:pt x="1122" y="4491"/>
                </a:lnTo>
                <a:moveTo>
                  <a:pt x="1283" y="4491"/>
                </a:moveTo>
                <a:lnTo>
                  <a:pt x="1603" y="4491"/>
                </a:lnTo>
                <a:moveTo>
                  <a:pt x="1765" y="4491"/>
                </a:moveTo>
                <a:lnTo>
                  <a:pt x="2246" y="4491"/>
                </a:lnTo>
                <a:moveTo>
                  <a:pt x="3047" y="4491"/>
                </a:moveTo>
                <a:lnTo>
                  <a:pt x="3689" y="4491"/>
                </a:lnTo>
                <a:moveTo>
                  <a:pt x="3849" y="4491"/>
                </a:moveTo>
                <a:lnTo>
                  <a:pt x="4170" y="4491"/>
                </a:lnTo>
              </a:path>
            </a:pathLst>
          </a:custGeom>
          <a:ln w="57600">
            <a:solidFill>
              <a:srgbClr val="001d34"/>
            </a:solidFill>
            <a:miter/>
          </a:ln>
        </p:spPr>
        <p:txBody>
          <a:bodyPr lIns="28800" rIns="28800" tIns="28800" bIns="288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66720" y="1625400"/>
            <a:ext cx="8100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Get in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66720" y="4364640"/>
            <a:ext cx="7187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https://v2.eﬁq.hospservices.net/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(up for the event; ﬁctional data only)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743520" y="4905360"/>
            <a:ext cx="3572280" cy="324000"/>
          </a:xfrm>
          <a:custGeom>
            <a:avLst/>
            <a:gdLst/>
            <a:ahLst/>
            <a:rect l="0" t="0" r="r" b="b"/>
            <a:pathLst>
              <a:path w="9923" h="900">
                <a:moveTo>
                  <a:pt x="0" y="74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764" y="0"/>
                </a:lnTo>
                <a:cubicBezTo>
                  <a:pt x="9775" y="0"/>
                  <a:pt x="9785" y="1"/>
                  <a:pt x="9795" y="3"/>
                </a:cubicBezTo>
                <a:cubicBezTo>
                  <a:pt x="9805" y="5"/>
                  <a:pt x="9815" y="8"/>
                  <a:pt x="9825" y="12"/>
                </a:cubicBezTo>
                <a:cubicBezTo>
                  <a:pt x="9835" y="16"/>
                  <a:pt x="9844" y="21"/>
                  <a:pt x="9852" y="26"/>
                </a:cubicBezTo>
                <a:cubicBezTo>
                  <a:pt x="9861" y="32"/>
                  <a:pt x="9869" y="39"/>
                  <a:pt x="9876" y="46"/>
                </a:cubicBezTo>
                <a:cubicBezTo>
                  <a:pt x="9884" y="53"/>
                  <a:pt x="9890" y="61"/>
                  <a:pt x="9896" y="70"/>
                </a:cubicBezTo>
                <a:cubicBezTo>
                  <a:pt x="9902" y="79"/>
                  <a:pt x="9907" y="88"/>
                  <a:pt x="9911" y="98"/>
                </a:cubicBezTo>
                <a:cubicBezTo>
                  <a:pt x="9915" y="107"/>
                  <a:pt x="9918" y="117"/>
                  <a:pt x="9920" y="127"/>
                </a:cubicBezTo>
                <a:cubicBezTo>
                  <a:pt x="9922" y="138"/>
                  <a:pt x="9923" y="148"/>
                  <a:pt x="9923" y="158"/>
                </a:cubicBezTo>
                <a:lnTo>
                  <a:pt x="9923" y="741"/>
                </a:lnTo>
                <a:cubicBezTo>
                  <a:pt x="9923" y="752"/>
                  <a:pt x="9922" y="762"/>
                  <a:pt x="9920" y="772"/>
                </a:cubicBezTo>
                <a:cubicBezTo>
                  <a:pt x="9918" y="783"/>
                  <a:pt x="9915" y="792"/>
                  <a:pt x="9911" y="802"/>
                </a:cubicBezTo>
                <a:cubicBezTo>
                  <a:pt x="9907" y="812"/>
                  <a:pt x="9902" y="821"/>
                  <a:pt x="9896" y="830"/>
                </a:cubicBezTo>
                <a:cubicBezTo>
                  <a:pt x="9890" y="838"/>
                  <a:pt x="9884" y="846"/>
                  <a:pt x="9876" y="854"/>
                </a:cubicBezTo>
                <a:cubicBezTo>
                  <a:pt x="9869" y="861"/>
                  <a:pt x="9861" y="868"/>
                  <a:pt x="9852" y="873"/>
                </a:cubicBezTo>
                <a:cubicBezTo>
                  <a:pt x="9844" y="879"/>
                  <a:pt x="9835" y="884"/>
                  <a:pt x="9825" y="888"/>
                </a:cubicBezTo>
                <a:cubicBezTo>
                  <a:pt x="9815" y="892"/>
                  <a:pt x="9805" y="895"/>
                  <a:pt x="9795" y="897"/>
                </a:cubicBezTo>
                <a:cubicBezTo>
                  <a:pt x="9785" y="899"/>
                  <a:pt x="9775" y="900"/>
                  <a:pt x="9764" y="900"/>
                </a:cubicBezTo>
                <a:lnTo>
                  <a:pt x="159" y="900"/>
                </a:lnTo>
                <a:cubicBezTo>
                  <a:pt x="148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8" y="884"/>
                  <a:pt x="79" y="879"/>
                  <a:pt x="71" y="873"/>
                </a:cubicBezTo>
                <a:cubicBezTo>
                  <a:pt x="62" y="868"/>
                  <a:pt x="54" y="861"/>
                  <a:pt x="46" y="854"/>
                </a:cubicBezTo>
                <a:cubicBezTo>
                  <a:pt x="39" y="846"/>
                  <a:pt x="33" y="838"/>
                  <a:pt x="27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2"/>
                  <a:pt x="5" y="783"/>
                  <a:pt x="3" y="772"/>
                </a:cubicBezTo>
                <a:cubicBezTo>
                  <a:pt x="1" y="762"/>
                  <a:pt x="0" y="752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66720" y="4888800"/>
            <a:ext cx="6102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Source and tutorial: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Caret on GitLab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 It also runs locally with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23800" y="4943520"/>
            <a:ext cx="34070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docker compose up -d --wait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317600" y="488880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3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66720" y="199044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76080" y="217152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333840" y="217152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76080" y="217152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6333840" y="217152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76080" y="260964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6333840" y="260964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676080" y="304776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333840" y="304776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76080" y="348588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333840" y="348588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76080" y="392400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333840" y="392400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76080" y="4362120"/>
            <a:ext cx="5658120" cy="438480"/>
          </a:xfrm>
          <a:custGeom>
            <a:avLst/>
            <a:gdLst/>
            <a:ahLst/>
            <a:rect l="0" t="0" r="r" b="b"/>
            <a:pathLst>
              <a:path w="15717" h="1218">
                <a:moveTo>
                  <a:pt x="0" y="0"/>
                </a:moveTo>
                <a:lnTo>
                  <a:pt x="15717" y="0"/>
                </a:lnTo>
                <a:lnTo>
                  <a:pt x="1571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333840" y="4362120"/>
            <a:ext cx="5191560" cy="438480"/>
          </a:xfrm>
          <a:custGeom>
            <a:avLst/>
            <a:gdLst/>
            <a:ahLst/>
            <a:rect l="0" t="0" r="r" b="b"/>
            <a:pathLst>
              <a:path w="14421" h="1218">
                <a:moveTo>
                  <a:pt x="0" y="0"/>
                </a:moveTo>
                <a:lnTo>
                  <a:pt x="14421" y="0"/>
                </a:lnTo>
                <a:lnTo>
                  <a:pt x="1442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66720" y="2171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66720" y="217152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333840" y="21715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343560" y="2171520"/>
            <a:ext cx="5181840" cy="9720"/>
          </a:xfrm>
          <a:custGeom>
            <a:avLst/>
            <a:gdLst/>
            <a:ahLst/>
            <a:rect l="0" t="0" r="r" b="b"/>
            <a:pathLst>
              <a:path w="14394" h="27">
                <a:moveTo>
                  <a:pt x="0" y="0"/>
                </a:moveTo>
                <a:lnTo>
                  <a:pt x="14394" y="0"/>
                </a:lnTo>
                <a:lnTo>
                  <a:pt x="14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1515680" y="2171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66720" y="260964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6343560" y="2609640"/>
            <a:ext cx="5181840" cy="10080"/>
          </a:xfrm>
          <a:custGeom>
            <a:avLst/>
            <a:gdLst/>
            <a:ahLst/>
            <a:rect l="0" t="0" r="r" b="b"/>
            <a:pathLst>
              <a:path w="14394" h="28">
                <a:moveTo>
                  <a:pt x="0" y="0"/>
                </a:moveTo>
                <a:lnTo>
                  <a:pt x="14394" y="0"/>
                </a:lnTo>
                <a:lnTo>
                  <a:pt x="14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66720" y="2619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333840" y="26193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1515680" y="2619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66720" y="3057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66720" y="304776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333840" y="3057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343560" y="3047760"/>
            <a:ext cx="5181840" cy="10080"/>
          </a:xfrm>
          <a:custGeom>
            <a:avLst/>
            <a:gdLst/>
            <a:ahLst/>
            <a:rect l="0" t="0" r="r" b="b"/>
            <a:pathLst>
              <a:path w="14394" h="28">
                <a:moveTo>
                  <a:pt x="0" y="0"/>
                </a:moveTo>
                <a:lnTo>
                  <a:pt x="14394" y="0"/>
                </a:lnTo>
                <a:lnTo>
                  <a:pt x="14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1515680" y="3057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66720" y="3495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66720" y="348588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333840" y="34956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343560" y="3485880"/>
            <a:ext cx="5181840" cy="10080"/>
          </a:xfrm>
          <a:custGeom>
            <a:avLst/>
            <a:gdLst/>
            <a:ahLst/>
            <a:rect l="0" t="0" r="r" b="b"/>
            <a:pathLst>
              <a:path w="14394" h="28">
                <a:moveTo>
                  <a:pt x="0" y="0"/>
                </a:moveTo>
                <a:lnTo>
                  <a:pt x="14394" y="0"/>
                </a:lnTo>
                <a:lnTo>
                  <a:pt x="14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1515680" y="3495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66720" y="3933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66720" y="392400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333840" y="39337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343560" y="3924000"/>
            <a:ext cx="5181840" cy="10080"/>
          </a:xfrm>
          <a:custGeom>
            <a:avLst/>
            <a:gdLst/>
            <a:ahLst/>
            <a:rect l="0" t="0" r="r" b="b"/>
            <a:pathLst>
              <a:path w="14394" h="28">
                <a:moveTo>
                  <a:pt x="0" y="0"/>
                </a:moveTo>
                <a:lnTo>
                  <a:pt x="14394" y="0"/>
                </a:lnTo>
                <a:lnTo>
                  <a:pt x="14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1515680" y="3933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66720" y="43718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66720" y="436212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333840" y="43718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343560" y="4362120"/>
            <a:ext cx="5181840" cy="10080"/>
          </a:xfrm>
          <a:custGeom>
            <a:avLst/>
            <a:gdLst/>
            <a:ahLst/>
            <a:rect l="0" t="0" r="r" b="b"/>
            <a:pathLst>
              <a:path w="14394" h="28">
                <a:moveTo>
                  <a:pt x="0" y="0"/>
                </a:moveTo>
                <a:lnTo>
                  <a:pt x="14394" y="0"/>
                </a:lnTo>
                <a:lnTo>
                  <a:pt x="14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1515680" y="43718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66720" y="480024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343560" y="4800240"/>
            <a:ext cx="5181840" cy="10080"/>
          </a:xfrm>
          <a:custGeom>
            <a:avLst/>
            <a:gdLst/>
            <a:ahLst/>
            <a:rect l="0" t="0" r="r" b="b"/>
            <a:pathLst>
              <a:path w="14394" h="28">
                <a:moveTo>
                  <a:pt x="0" y="0"/>
                </a:moveTo>
                <a:lnTo>
                  <a:pt x="14394" y="0"/>
                </a:lnTo>
                <a:lnTo>
                  <a:pt x="14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66720" y="1520640"/>
            <a:ext cx="141804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The pieces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99920" y="2267640"/>
            <a:ext cx="459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Piece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464160" y="2267640"/>
            <a:ext cx="3862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Role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523880" y="2714400"/>
            <a:ext cx="1105200" cy="276480"/>
          </a:xfrm>
          <a:custGeom>
            <a:avLst/>
            <a:gdLst/>
            <a:ahLst/>
            <a:rect l="0" t="0" r="r" b="b"/>
            <a:pathLst>
              <a:path w="3070" h="768">
                <a:moveTo>
                  <a:pt x="0" y="61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911" y="0"/>
                </a:lnTo>
                <a:cubicBezTo>
                  <a:pt x="2922" y="0"/>
                  <a:pt x="2932" y="1"/>
                  <a:pt x="2942" y="3"/>
                </a:cubicBezTo>
                <a:cubicBezTo>
                  <a:pt x="2952" y="5"/>
                  <a:pt x="2962" y="8"/>
                  <a:pt x="2972" y="12"/>
                </a:cubicBezTo>
                <a:cubicBezTo>
                  <a:pt x="2982" y="16"/>
                  <a:pt x="2991" y="21"/>
                  <a:pt x="2999" y="27"/>
                </a:cubicBezTo>
                <a:cubicBezTo>
                  <a:pt x="3008" y="33"/>
                  <a:pt x="3016" y="39"/>
                  <a:pt x="3024" y="47"/>
                </a:cubicBezTo>
                <a:cubicBezTo>
                  <a:pt x="3031" y="54"/>
                  <a:pt x="3037" y="62"/>
                  <a:pt x="3043" y="71"/>
                </a:cubicBezTo>
                <a:cubicBezTo>
                  <a:pt x="3049" y="79"/>
                  <a:pt x="3054" y="88"/>
                  <a:pt x="3058" y="98"/>
                </a:cubicBezTo>
                <a:cubicBezTo>
                  <a:pt x="3062" y="108"/>
                  <a:pt x="3065" y="118"/>
                  <a:pt x="3067" y="128"/>
                </a:cubicBezTo>
                <a:cubicBezTo>
                  <a:pt x="3069" y="138"/>
                  <a:pt x="3070" y="148"/>
                  <a:pt x="3070" y="159"/>
                </a:cubicBezTo>
                <a:lnTo>
                  <a:pt x="3070" y="610"/>
                </a:lnTo>
                <a:cubicBezTo>
                  <a:pt x="3070" y="620"/>
                  <a:pt x="3069" y="630"/>
                  <a:pt x="3067" y="641"/>
                </a:cubicBezTo>
                <a:cubicBezTo>
                  <a:pt x="3065" y="651"/>
                  <a:pt x="3062" y="661"/>
                  <a:pt x="3058" y="670"/>
                </a:cubicBezTo>
                <a:cubicBezTo>
                  <a:pt x="3054" y="680"/>
                  <a:pt x="3049" y="689"/>
                  <a:pt x="3043" y="698"/>
                </a:cubicBezTo>
                <a:cubicBezTo>
                  <a:pt x="3037" y="707"/>
                  <a:pt x="3031" y="715"/>
                  <a:pt x="3024" y="722"/>
                </a:cubicBezTo>
                <a:cubicBezTo>
                  <a:pt x="3016" y="729"/>
                  <a:pt x="3008" y="736"/>
                  <a:pt x="2999" y="742"/>
                </a:cubicBezTo>
                <a:cubicBezTo>
                  <a:pt x="2991" y="747"/>
                  <a:pt x="2982" y="752"/>
                  <a:pt x="2972" y="756"/>
                </a:cubicBezTo>
                <a:cubicBezTo>
                  <a:pt x="2962" y="760"/>
                  <a:pt x="2952" y="763"/>
                  <a:pt x="2942" y="765"/>
                </a:cubicBezTo>
                <a:cubicBezTo>
                  <a:pt x="2932" y="767"/>
                  <a:pt x="2922" y="768"/>
                  <a:pt x="2911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99920" y="2705760"/>
            <a:ext cx="717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Sender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(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591560" y="2754360"/>
            <a:ext cx="962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send.html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624400" y="270576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464160" y="2705760"/>
            <a:ext cx="3999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Stands in for the RIS; frames messages as MLLP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99920" y="3143880"/>
            <a:ext cx="1892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HL7 v2 adapter plugin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464160" y="3143880"/>
            <a:ext cx="3908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Receives MLLP inside a stock HAPI FHIR server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99920" y="3582000"/>
            <a:ext cx="26038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FHIR Mapping Language maps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464160" y="3582000"/>
            <a:ext cx="37483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Turn each message type into FHIR resources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99920" y="4020120"/>
            <a:ext cx="14608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HAPI FHIR server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464160" y="4020120"/>
            <a:ext cx="3501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Stores the resources and the AuditEvents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409400" y="4466880"/>
            <a:ext cx="1000440" cy="276840"/>
          </a:xfrm>
          <a:custGeom>
            <a:avLst/>
            <a:gdLst/>
            <a:ahLst/>
            <a:rect l="0" t="0" r="r" b="b"/>
            <a:pathLst>
              <a:path w="277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2621" y="0"/>
                </a:lnTo>
                <a:cubicBezTo>
                  <a:pt x="2631" y="0"/>
                  <a:pt x="2641" y="1"/>
                  <a:pt x="2652" y="4"/>
                </a:cubicBezTo>
                <a:cubicBezTo>
                  <a:pt x="2662" y="6"/>
                  <a:pt x="2672" y="9"/>
                  <a:pt x="2681" y="13"/>
                </a:cubicBezTo>
                <a:cubicBezTo>
                  <a:pt x="2691" y="17"/>
                  <a:pt x="2700" y="21"/>
                  <a:pt x="2709" y="27"/>
                </a:cubicBezTo>
                <a:cubicBezTo>
                  <a:pt x="2718" y="33"/>
                  <a:pt x="2726" y="40"/>
                  <a:pt x="2733" y="47"/>
                </a:cubicBezTo>
                <a:cubicBezTo>
                  <a:pt x="2740" y="54"/>
                  <a:pt x="2747" y="62"/>
                  <a:pt x="2753" y="71"/>
                </a:cubicBezTo>
                <a:cubicBezTo>
                  <a:pt x="2758" y="80"/>
                  <a:pt x="2763" y="89"/>
                  <a:pt x="2767" y="98"/>
                </a:cubicBezTo>
                <a:cubicBezTo>
                  <a:pt x="2771" y="108"/>
                  <a:pt x="2774" y="118"/>
                  <a:pt x="2776" y="128"/>
                </a:cubicBezTo>
                <a:cubicBezTo>
                  <a:pt x="2778" y="138"/>
                  <a:pt x="2779" y="149"/>
                  <a:pt x="2779" y="159"/>
                </a:cubicBezTo>
                <a:lnTo>
                  <a:pt x="2779" y="610"/>
                </a:lnTo>
                <a:cubicBezTo>
                  <a:pt x="2779" y="620"/>
                  <a:pt x="2778" y="631"/>
                  <a:pt x="2776" y="641"/>
                </a:cubicBezTo>
                <a:cubicBezTo>
                  <a:pt x="2774" y="651"/>
                  <a:pt x="2771" y="661"/>
                  <a:pt x="2767" y="671"/>
                </a:cubicBezTo>
                <a:cubicBezTo>
                  <a:pt x="2763" y="680"/>
                  <a:pt x="2758" y="690"/>
                  <a:pt x="2753" y="698"/>
                </a:cubicBezTo>
                <a:cubicBezTo>
                  <a:pt x="2747" y="707"/>
                  <a:pt x="2740" y="715"/>
                  <a:pt x="2733" y="722"/>
                </a:cubicBezTo>
                <a:cubicBezTo>
                  <a:pt x="2726" y="730"/>
                  <a:pt x="2718" y="736"/>
                  <a:pt x="2709" y="742"/>
                </a:cubicBezTo>
                <a:cubicBezTo>
                  <a:pt x="2700" y="748"/>
                  <a:pt x="2691" y="753"/>
                  <a:pt x="2681" y="757"/>
                </a:cubicBezTo>
                <a:cubicBezTo>
                  <a:pt x="2672" y="761"/>
                  <a:pt x="2662" y="764"/>
                  <a:pt x="2652" y="766"/>
                </a:cubicBezTo>
                <a:cubicBezTo>
                  <a:pt x="2641" y="768"/>
                  <a:pt x="2631" y="769"/>
                  <a:pt x="2621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9" y="753"/>
                  <a:pt x="80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99920" y="4458240"/>
            <a:ext cx="6120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Pages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(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479240" y="4506840"/>
            <a:ext cx="855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log.html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504880" y="4466880"/>
            <a:ext cx="1419480" cy="276840"/>
          </a:xfrm>
          <a:custGeom>
            <a:avLst/>
            <a:gdLst/>
            <a:ahLst/>
            <a:rect l="0" t="0" r="r" b="b"/>
            <a:pathLst>
              <a:path w="3943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3785" y="0"/>
                </a:lnTo>
                <a:cubicBezTo>
                  <a:pt x="3795" y="0"/>
                  <a:pt x="3805" y="1"/>
                  <a:pt x="3816" y="4"/>
                </a:cubicBezTo>
                <a:cubicBezTo>
                  <a:pt x="3826" y="6"/>
                  <a:pt x="3836" y="9"/>
                  <a:pt x="3845" y="13"/>
                </a:cubicBezTo>
                <a:cubicBezTo>
                  <a:pt x="3855" y="17"/>
                  <a:pt x="3864" y="21"/>
                  <a:pt x="3873" y="27"/>
                </a:cubicBezTo>
                <a:cubicBezTo>
                  <a:pt x="3881" y="33"/>
                  <a:pt x="3889" y="40"/>
                  <a:pt x="3897" y="47"/>
                </a:cubicBezTo>
                <a:cubicBezTo>
                  <a:pt x="3904" y="54"/>
                  <a:pt x="3911" y="62"/>
                  <a:pt x="3917" y="71"/>
                </a:cubicBezTo>
                <a:cubicBezTo>
                  <a:pt x="3922" y="80"/>
                  <a:pt x="3927" y="89"/>
                  <a:pt x="3931" y="98"/>
                </a:cubicBezTo>
                <a:cubicBezTo>
                  <a:pt x="3935" y="108"/>
                  <a:pt x="3938" y="118"/>
                  <a:pt x="3940" y="128"/>
                </a:cubicBezTo>
                <a:cubicBezTo>
                  <a:pt x="3942" y="138"/>
                  <a:pt x="3943" y="149"/>
                  <a:pt x="3943" y="159"/>
                </a:cubicBezTo>
                <a:lnTo>
                  <a:pt x="3943" y="610"/>
                </a:lnTo>
                <a:cubicBezTo>
                  <a:pt x="3943" y="620"/>
                  <a:pt x="3942" y="631"/>
                  <a:pt x="3940" y="641"/>
                </a:cubicBezTo>
                <a:cubicBezTo>
                  <a:pt x="3938" y="651"/>
                  <a:pt x="3935" y="661"/>
                  <a:pt x="3931" y="671"/>
                </a:cubicBezTo>
                <a:cubicBezTo>
                  <a:pt x="3927" y="680"/>
                  <a:pt x="3922" y="690"/>
                  <a:pt x="3917" y="698"/>
                </a:cubicBezTo>
                <a:cubicBezTo>
                  <a:pt x="3911" y="707"/>
                  <a:pt x="3904" y="715"/>
                  <a:pt x="3897" y="722"/>
                </a:cubicBezTo>
                <a:cubicBezTo>
                  <a:pt x="3889" y="730"/>
                  <a:pt x="3881" y="736"/>
                  <a:pt x="3873" y="742"/>
                </a:cubicBezTo>
                <a:cubicBezTo>
                  <a:pt x="3864" y="748"/>
                  <a:pt x="3855" y="753"/>
                  <a:pt x="3845" y="757"/>
                </a:cubicBezTo>
                <a:cubicBezTo>
                  <a:pt x="3836" y="761"/>
                  <a:pt x="3826" y="764"/>
                  <a:pt x="3816" y="766"/>
                </a:cubicBezTo>
                <a:cubicBezTo>
                  <a:pt x="3805" y="768"/>
                  <a:pt x="3795" y="769"/>
                  <a:pt x="3785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405160" y="445824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575800" y="4506840"/>
            <a:ext cx="1283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patient.html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4028760" y="4466880"/>
            <a:ext cx="1105560" cy="276840"/>
          </a:xfrm>
          <a:custGeom>
            <a:avLst/>
            <a:gdLst/>
            <a:ahLst/>
            <a:rect l="0" t="0" r="r" b="b"/>
            <a:pathLst>
              <a:path w="3071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2912" y="0"/>
                </a:lnTo>
                <a:cubicBezTo>
                  <a:pt x="2922" y="0"/>
                  <a:pt x="2933" y="1"/>
                  <a:pt x="2943" y="4"/>
                </a:cubicBezTo>
                <a:cubicBezTo>
                  <a:pt x="2953" y="6"/>
                  <a:pt x="2963" y="9"/>
                  <a:pt x="2973" y="13"/>
                </a:cubicBezTo>
                <a:cubicBezTo>
                  <a:pt x="2982" y="17"/>
                  <a:pt x="2991" y="21"/>
                  <a:pt x="3000" y="27"/>
                </a:cubicBezTo>
                <a:cubicBezTo>
                  <a:pt x="3009" y="33"/>
                  <a:pt x="3017" y="40"/>
                  <a:pt x="3024" y="47"/>
                </a:cubicBezTo>
                <a:cubicBezTo>
                  <a:pt x="3031" y="54"/>
                  <a:pt x="3038" y="62"/>
                  <a:pt x="3044" y="71"/>
                </a:cubicBezTo>
                <a:cubicBezTo>
                  <a:pt x="3050" y="80"/>
                  <a:pt x="3054" y="89"/>
                  <a:pt x="3058" y="98"/>
                </a:cubicBezTo>
                <a:cubicBezTo>
                  <a:pt x="3062" y="108"/>
                  <a:pt x="3065" y="118"/>
                  <a:pt x="3067" y="128"/>
                </a:cubicBezTo>
                <a:cubicBezTo>
                  <a:pt x="3070" y="138"/>
                  <a:pt x="3071" y="149"/>
                  <a:pt x="3071" y="159"/>
                </a:cubicBezTo>
                <a:lnTo>
                  <a:pt x="3071" y="610"/>
                </a:lnTo>
                <a:cubicBezTo>
                  <a:pt x="3071" y="620"/>
                  <a:pt x="3070" y="631"/>
                  <a:pt x="3067" y="641"/>
                </a:cubicBezTo>
                <a:cubicBezTo>
                  <a:pt x="3065" y="651"/>
                  <a:pt x="3062" y="661"/>
                  <a:pt x="3058" y="671"/>
                </a:cubicBezTo>
                <a:cubicBezTo>
                  <a:pt x="3054" y="680"/>
                  <a:pt x="3050" y="690"/>
                  <a:pt x="3044" y="698"/>
                </a:cubicBezTo>
                <a:cubicBezTo>
                  <a:pt x="3038" y="707"/>
                  <a:pt x="3031" y="715"/>
                  <a:pt x="3024" y="722"/>
                </a:cubicBezTo>
                <a:cubicBezTo>
                  <a:pt x="3017" y="730"/>
                  <a:pt x="3009" y="736"/>
                  <a:pt x="3000" y="742"/>
                </a:cubicBezTo>
                <a:cubicBezTo>
                  <a:pt x="2991" y="748"/>
                  <a:pt x="2982" y="753"/>
                  <a:pt x="2973" y="757"/>
                </a:cubicBezTo>
                <a:cubicBezTo>
                  <a:pt x="2963" y="761"/>
                  <a:pt x="2953" y="764"/>
                  <a:pt x="2943" y="766"/>
                </a:cubicBezTo>
                <a:cubicBezTo>
                  <a:pt x="2933" y="768"/>
                  <a:pt x="2922" y="769"/>
                  <a:pt x="2912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9" y="753"/>
                  <a:pt x="80" y="748"/>
                  <a:pt x="71" y="742"/>
                </a:cubicBezTo>
                <a:cubicBezTo>
                  <a:pt x="62" y="736"/>
                  <a:pt x="54" y="730"/>
                  <a:pt x="47" y="722"/>
                </a:cubicBezTo>
                <a:cubicBezTo>
                  <a:pt x="40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929040" y="445824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099680" y="4506840"/>
            <a:ext cx="962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loop.html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132160" y="445824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464160" y="4458240"/>
            <a:ext cx="1844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Show what happened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66720" y="4993560"/>
            <a:ext cx="7712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Message types: ADT A04 and A08, ORM O01, ORU R01, MDM T02, OMI O23.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4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66720" y="24192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71400" y="3128760"/>
            <a:ext cx="10849320" cy="800640"/>
          </a:xfrm>
          <a:custGeom>
            <a:avLst/>
            <a:gdLst/>
            <a:ahLst/>
            <a:rect l="0" t="0" r="r" b="b"/>
            <a:pathLst>
              <a:path w="30137" h="2224">
                <a:moveTo>
                  <a:pt x="0" y="2078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7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991" y="0"/>
                </a:lnTo>
                <a:cubicBezTo>
                  <a:pt x="30001" y="0"/>
                  <a:pt x="30010" y="1"/>
                  <a:pt x="30020" y="3"/>
                </a:cubicBezTo>
                <a:cubicBezTo>
                  <a:pt x="30029" y="5"/>
                  <a:pt x="30038" y="7"/>
                  <a:pt x="30047" y="11"/>
                </a:cubicBezTo>
                <a:cubicBezTo>
                  <a:pt x="30056" y="15"/>
                  <a:pt x="30064" y="19"/>
                  <a:pt x="30072" y="25"/>
                </a:cubicBezTo>
                <a:cubicBezTo>
                  <a:pt x="30080" y="30"/>
                  <a:pt x="30087" y="36"/>
                  <a:pt x="30094" y="43"/>
                </a:cubicBezTo>
                <a:cubicBezTo>
                  <a:pt x="30101" y="49"/>
                  <a:pt x="30107" y="57"/>
                  <a:pt x="30112" y="65"/>
                </a:cubicBezTo>
                <a:cubicBezTo>
                  <a:pt x="30118" y="73"/>
                  <a:pt x="30122" y="81"/>
                  <a:pt x="30126" y="90"/>
                </a:cubicBezTo>
                <a:cubicBezTo>
                  <a:pt x="30129" y="99"/>
                  <a:pt x="30132" y="108"/>
                  <a:pt x="30134" y="117"/>
                </a:cubicBezTo>
                <a:cubicBezTo>
                  <a:pt x="30136" y="127"/>
                  <a:pt x="30137" y="136"/>
                  <a:pt x="30137" y="146"/>
                </a:cubicBezTo>
                <a:lnTo>
                  <a:pt x="30137" y="2078"/>
                </a:lnTo>
                <a:cubicBezTo>
                  <a:pt x="30137" y="2088"/>
                  <a:pt x="30136" y="2097"/>
                  <a:pt x="30134" y="2106"/>
                </a:cubicBezTo>
                <a:cubicBezTo>
                  <a:pt x="30132" y="2116"/>
                  <a:pt x="30129" y="2125"/>
                  <a:pt x="30126" y="2134"/>
                </a:cubicBezTo>
                <a:cubicBezTo>
                  <a:pt x="30122" y="2143"/>
                  <a:pt x="30118" y="2151"/>
                  <a:pt x="30112" y="2159"/>
                </a:cubicBezTo>
                <a:cubicBezTo>
                  <a:pt x="30107" y="2167"/>
                  <a:pt x="30101" y="2174"/>
                  <a:pt x="30094" y="2181"/>
                </a:cubicBezTo>
                <a:cubicBezTo>
                  <a:pt x="30087" y="2188"/>
                  <a:pt x="30080" y="2194"/>
                  <a:pt x="30072" y="2199"/>
                </a:cubicBezTo>
                <a:cubicBezTo>
                  <a:pt x="30064" y="2204"/>
                  <a:pt x="30056" y="2209"/>
                  <a:pt x="30047" y="2212"/>
                </a:cubicBezTo>
                <a:cubicBezTo>
                  <a:pt x="30038" y="2216"/>
                  <a:pt x="30029" y="2219"/>
                  <a:pt x="30020" y="2221"/>
                </a:cubicBezTo>
                <a:cubicBezTo>
                  <a:pt x="30010" y="2223"/>
                  <a:pt x="30001" y="2224"/>
                  <a:pt x="29991" y="2224"/>
                </a:cubicBezTo>
                <a:lnTo>
                  <a:pt x="145" y="2224"/>
                </a:lnTo>
                <a:cubicBezTo>
                  <a:pt x="136" y="2224"/>
                  <a:pt x="126" y="2223"/>
                  <a:pt x="117" y="2221"/>
                </a:cubicBezTo>
                <a:cubicBezTo>
                  <a:pt x="108" y="2219"/>
                  <a:pt x="98" y="2216"/>
                  <a:pt x="90" y="2212"/>
                </a:cubicBezTo>
                <a:cubicBezTo>
                  <a:pt x="81" y="2209"/>
                  <a:pt x="72" y="2204"/>
                  <a:pt x="64" y="2199"/>
                </a:cubicBezTo>
                <a:cubicBezTo>
                  <a:pt x="57" y="2194"/>
                  <a:pt x="49" y="2188"/>
                  <a:pt x="42" y="2181"/>
                </a:cubicBezTo>
                <a:cubicBezTo>
                  <a:pt x="36" y="2174"/>
                  <a:pt x="30" y="2167"/>
                  <a:pt x="24" y="2159"/>
                </a:cubicBezTo>
                <a:cubicBezTo>
                  <a:pt x="19" y="2151"/>
                  <a:pt x="15" y="2143"/>
                  <a:pt x="11" y="2134"/>
                </a:cubicBezTo>
                <a:cubicBezTo>
                  <a:pt x="7" y="2125"/>
                  <a:pt x="4" y="2116"/>
                  <a:pt x="3" y="2106"/>
                </a:cubicBezTo>
                <a:cubicBezTo>
                  <a:pt x="1" y="2097"/>
                  <a:pt x="0" y="2088"/>
                  <a:pt x="0" y="2078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71400" y="3128760"/>
            <a:ext cx="10849320" cy="800640"/>
          </a:xfrm>
          <a:custGeom>
            <a:avLst/>
            <a:gdLst/>
            <a:ahLst/>
            <a:rect l="0" t="0" r="r" b="b"/>
            <a:pathLst>
              <a:path w="30137" h="2224">
                <a:moveTo>
                  <a:pt x="0" y="2078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7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991" y="0"/>
                </a:lnTo>
                <a:cubicBezTo>
                  <a:pt x="30001" y="0"/>
                  <a:pt x="30010" y="1"/>
                  <a:pt x="30020" y="3"/>
                </a:cubicBezTo>
                <a:cubicBezTo>
                  <a:pt x="30029" y="5"/>
                  <a:pt x="30038" y="7"/>
                  <a:pt x="30047" y="11"/>
                </a:cubicBezTo>
                <a:cubicBezTo>
                  <a:pt x="30056" y="15"/>
                  <a:pt x="30064" y="19"/>
                  <a:pt x="30072" y="25"/>
                </a:cubicBezTo>
                <a:cubicBezTo>
                  <a:pt x="30080" y="30"/>
                  <a:pt x="30087" y="36"/>
                  <a:pt x="30094" y="43"/>
                </a:cubicBezTo>
                <a:cubicBezTo>
                  <a:pt x="30101" y="49"/>
                  <a:pt x="30107" y="57"/>
                  <a:pt x="30112" y="65"/>
                </a:cubicBezTo>
                <a:cubicBezTo>
                  <a:pt x="30118" y="73"/>
                  <a:pt x="30122" y="81"/>
                  <a:pt x="30126" y="90"/>
                </a:cubicBezTo>
                <a:cubicBezTo>
                  <a:pt x="30129" y="99"/>
                  <a:pt x="30132" y="108"/>
                  <a:pt x="30134" y="117"/>
                </a:cubicBezTo>
                <a:cubicBezTo>
                  <a:pt x="30136" y="127"/>
                  <a:pt x="30137" y="136"/>
                  <a:pt x="30137" y="146"/>
                </a:cubicBezTo>
                <a:lnTo>
                  <a:pt x="30137" y="2078"/>
                </a:lnTo>
                <a:cubicBezTo>
                  <a:pt x="30137" y="2088"/>
                  <a:pt x="30136" y="2097"/>
                  <a:pt x="30134" y="2106"/>
                </a:cubicBezTo>
                <a:cubicBezTo>
                  <a:pt x="30132" y="2116"/>
                  <a:pt x="30129" y="2125"/>
                  <a:pt x="30126" y="2134"/>
                </a:cubicBezTo>
                <a:cubicBezTo>
                  <a:pt x="30122" y="2143"/>
                  <a:pt x="30118" y="2151"/>
                  <a:pt x="30112" y="2159"/>
                </a:cubicBezTo>
                <a:cubicBezTo>
                  <a:pt x="30107" y="2167"/>
                  <a:pt x="30101" y="2174"/>
                  <a:pt x="30094" y="2181"/>
                </a:cubicBezTo>
                <a:cubicBezTo>
                  <a:pt x="30087" y="2188"/>
                  <a:pt x="30080" y="2194"/>
                  <a:pt x="30072" y="2199"/>
                </a:cubicBezTo>
                <a:cubicBezTo>
                  <a:pt x="30064" y="2204"/>
                  <a:pt x="30056" y="2209"/>
                  <a:pt x="30047" y="2212"/>
                </a:cubicBezTo>
                <a:cubicBezTo>
                  <a:pt x="30038" y="2216"/>
                  <a:pt x="30029" y="2219"/>
                  <a:pt x="30020" y="2221"/>
                </a:cubicBezTo>
                <a:cubicBezTo>
                  <a:pt x="30010" y="2223"/>
                  <a:pt x="30001" y="2224"/>
                  <a:pt x="29991" y="2224"/>
                </a:cubicBezTo>
                <a:lnTo>
                  <a:pt x="145" y="2224"/>
                </a:lnTo>
                <a:cubicBezTo>
                  <a:pt x="136" y="2224"/>
                  <a:pt x="126" y="2223"/>
                  <a:pt x="117" y="2221"/>
                </a:cubicBezTo>
                <a:cubicBezTo>
                  <a:pt x="108" y="2219"/>
                  <a:pt x="98" y="2216"/>
                  <a:pt x="90" y="2212"/>
                </a:cubicBezTo>
                <a:cubicBezTo>
                  <a:pt x="81" y="2209"/>
                  <a:pt x="72" y="2204"/>
                  <a:pt x="64" y="2199"/>
                </a:cubicBezTo>
                <a:cubicBezTo>
                  <a:pt x="57" y="2194"/>
                  <a:pt x="49" y="2188"/>
                  <a:pt x="42" y="2181"/>
                </a:cubicBezTo>
                <a:cubicBezTo>
                  <a:pt x="36" y="2174"/>
                  <a:pt x="30" y="2167"/>
                  <a:pt x="24" y="2159"/>
                </a:cubicBezTo>
                <a:cubicBezTo>
                  <a:pt x="19" y="2151"/>
                  <a:pt x="15" y="2143"/>
                  <a:pt x="11" y="2134"/>
                </a:cubicBezTo>
                <a:cubicBezTo>
                  <a:pt x="7" y="2125"/>
                  <a:pt x="4" y="2116"/>
                  <a:pt x="3" y="2106"/>
                </a:cubicBezTo>
                <a:cubicBezTo>
                  <a:pt x="1" y="2097"/>
                  <a:pt x="0" y="2088"/>
                  <a:pt x="0" y="20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66720" y="1958760"/>
            <a:ext cx="23598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Stage 1: compose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743360" y="2657160"/>
            <a:ext cx="552600" cy="324360"/>
          </a:xfrm>
          <a:custGeom>
            <a:avLst/>
            <a:gdLst/>
            <a:ahLst/>
            <a:rect l="0" t="0" r="r" b="b"/>
            <a:pathLst>
              <a:path w="1535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376" y="0"/>
                </a:lnTo>
                <a:cubicBezTo>
                  <a:pt x="1386" y="0"/>
                  <a:pt x="1396" y="1"/>
                  <a:pt x="1408" y="3"/>
                </a:cubicBezTo>
                <a:cubicBezTo>
                  <a:pt x="1418" y="5"/>
                  <a:pt x="1428" y="8"/>
                  <a:pt x="1437" y="12"/>
                </a:cubicBezTo>
                <a:cubicBezTo>
                  <a:pt x="1447" y="16"/>
                  <a:pt x="1456" y="21"/>
                  <a:pt x="1465" y="27"/>
                </a:cubicBezTo>
                <a:cubicBezTo>
                  <a:pt x="1473" y="33"/>
                  <a:pt x="1481" y="39"/>
                  <a:pt x="1489" y="47"/>
                </a:cubicBezTo>
                <a:cubicBezTo>
                  <a:pt x="1496" y="54"/>
                  <a:pt x="1503" y="62"/>
                  <a:pt x="1509" y="71"/>
                </a:cubicBezTo>
                <a:cubicBezTo>
                  <a:pt x="1514" y="80"/>
                  <a:pt x="1519" y="89"/>
                  <a:pt x="1523" y="98"/>
                </a:cubicBezTo>
                <a:cubicBezTo>
                  <a:pt x="1527" y="108"/>
                  <a:pt x="1530" y="118"/>
                  <a:pt x="1532" y="128"/>
                </a:cubicBezTo>
                <a:cubicBezTo>
                  <a:pt x="1534" y="138"/>
                  <a:pt x="1535" y="149"/>
                  <a:pt x="1535" y="159"/>
                </a:cubicBezTo>
                <a:lnTo>
                  <a:pt x="1535" y="742"/>
                </a:lnTo>
                <a:cubicBezTo>
                  <a:pt x="1535" y="753"/>
                  <a:pt x="1534" y="763"/>
                  <a:pt x="1532" y="773"/>
                </a:cubicBezTo>
                <a:cubicBezTo>
                  <a:pt x="1530" y="783"/>
                  <a:pt x="1527" y="793"/>
                  <a:pt x="1523" y="803"/>
                </a:cubicBezTo>
                <a:cubicBezTo>
                  <a:pt x="1519" y="813"/>
                  <a:pt x="1514" y="822"/>
                  <a:pt x="1509" y="830"/>
                </a:cubicBezTo>
                <a:cubicBezTo>
                  <a:pt x="1503" y="839"/>
                  <a:pt x="1496" y="847"/>
                  <a:pt x="1489" y="854"/>
                </a:cubicBezTo>
                <a:cubicBezTo>
                  <a:pt x="1481" y="862"/>
                  <a:pt x="1473" y="868"/>
                  <a:pt x="1465" y="874"/>
                </a:cubicBezTo>
                <a:cubicBezTo>
                  <a:pt x="1456" y="880"/>
                  <a:pt x="1447" y="885"/>
                  <a:pt x="1437" y="889"/>
                </a:cubicBezTo>
                <a:cubicBezTo>
                  <a:pt x="1428" y="893"/>
                  <a:pt x="1418" y="896"/>
                  <a:pt x="1408" y="898"/>
                </a:cubicBezTo>
                <a:cubicBezTo>
                  <a:pt x="1396" y="900"/>
                  <a:pt x="1386" y="901"/>
                  <a:pt x="1376" y="901"/>
                </a:cubicBezTo>
                <a:lnTo>
                  <a:pt x="158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7" y="896"/>
                  <a:pt x="107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2" y="839"/>
                  <a:pt x="27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66720" y="2631240"/>
            <a:ext cx="4094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HL7 v2 is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pipe-and-hat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(ER7): segments (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829400" y="2695680"/>
            <a:ext cx="3787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MSH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410080" y="2657160"/>
            <a:ext cx="543240" cy="324360"/>
          </a:xfrm>
          <a:custGeom>
            <a:avLst/>
            <a:gdLst/>
            <a:ahLst/>
            <a:rect l="0" t="0" r="r" b="b"/>
            <a:pathLst>
              <a:path w="1509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350" y="0"/>
                </a:lnTo>
                <a:cubicBezTo>
                  <a:pt x="1361" y="0"/>
                  <a:pt x="1371" y="1"/>
                  <a:pt x="1381" y="3"/>
                </a:cubicBezTo>
                <a:cubicBezTo>
                  <a:pt x="1391" y="5"/>
                  <a:pt x="1401" y="8"/>
                  <a:pt x="1411" y="12"/>
                </a:cubicBezTo>
                <a:cubicBezTo>
                  <a:pt x="1421" y="16"/>
                  <a:pt x="1430" y="21"/>
                  <a:pt x="1438" y="27"/>
                </a:cubicBezTo>
                <a:cubicBezTo>
                  <a:pt x="1447" y="33"/>
                  <a:pt x="1455" y="39"/>
                  <a:pt x="1462" y="47"/>
                </a:cubicBezTo>
                <a:cubicBezTo>
                  <a:pt x="1470" y="54"/>
                  <a:pt x="1476" y="62"/>
                  <a:pt x="1482" y="71"/>
                </a:cubicBezTo>
                <a:cubicBezTo>
                  <a:pt x="1488" y="80"/>
                  <a:pt x="1493" y="89"/>
                  <a:pt x="1497" y="98"/>
                </a:cubicBezTo>
                <a:cubicBezTo>
                  <a:pt x="1501" y="108"/>
                  <a:pt x="1504" y="118"/>
                  <a:pt x="1506" y="128"/>
                </a:cubicBezTo>
                <a:cubicBezTo>
                  <a:pt x="1508" y="138"/>
                  <a:pt x="1509" y="149"/>
                  <a:pt x="1509" y="159"/>
                </a:cubicBezTo>
                <a:lnTo>
                  <a:pt x="1509" y="742"/>
                </a:lnTo>
                <a:cubicBezTo>
                  <a:pt x="1509" y="753"/>
                  <a:pt x="1508" y="763"/>
                  <a:pt x="1506" y="773"/>
                </a:cubicBezTo>
                <a:cubicBezTo>
                  <a:pt x="1504" y="783"/>
                  <a:pt x="1501" y="793"/>
                  <a:pt x="1497" y="803"/>
                </a:cubicBezTo>
                <a:cubicBezTo>
                  <a:pt x="1493" y="813"/>
                  <a:pt x="1488" y="822"/>
                  <a:pt x="1482" y="830"/>
                </a:cubicBezTo>
                <a:cubicBezTo>
                  <a:pt x="1476" y="839"/>
                  <a:pt x="1470" y="847"/>
                  <a:pt x="1462" y="854"/>
                </a:cubicBezTo>
                <a:cubicBezTo>
                  <a:pt x="1455" y="862"/>
                  <a:pt x="1447" y="868"/>
                  <a:pt x="1438" y="874"/>
                </a:cubicBezTo>
                <a:cubicBezTo>
                  <a:pt x="1430" y="880"/>
                  <a:pt x="1421" y="885"/>
                  <a:pt x="1411" y="889"/>
                </a:cubicBezTo>
                <a:cubicBezTo>
                  <a:pt x="1401" y="893"/>
                  <a:pt x="1391" y="896"/>
                  <a:pt x="1381" y="898"/>
                </a:cubicBezTo>
                <a:cubicBezTo>
                  <a:pt x="1371" y="900"/>
                  <a:pt x="1361" y="901"/>
                  <a:pt x="1350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7" y="896"/>
                  <a:pt x="107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2" y="839"/>
                  <a:pt x="27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292360" y="263124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494320" y="2695680"/>
            <a:ext cx="3787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PID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076800" y="2657160"/>
            <a:ext cx="543240" cy="324360"/>
          </a:xfrm>
          <a:custGeom>
            <a:avLst/>
            <a:gdLst/>
            <a:ahLst/>
            <a:rect l="0" t="0" r="r" b="b"/>
            <a:pathLst>
              <a:path w="1509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350" y="0"/>
                </a:lnTo>
                <a:cubicBezTo>
                  <a:pt x="1361" y="0"/>
                  <a:pt x="1371" y="1"/>
                  <a:pt x="1381" y="3"/>
                </a:cubicBezTo>
                <a:cubicBezTo>
                  <a:pt x="1391" y="5"/>
                  <a:pt x="1401" y="8"/>
                  <a:pt x="1411" y="12"/>
                </a:cubicBezTo>
                <a:cubicBezTo>
                  <a:pt x="1421" y="16"/>
                  <a:pt x="1430" y="21"/>
                  <a:pt x="1438" y="27"/>
                </a:cubicBezTo>
                <a:cubicBezTo>
                  <a:pt x="1447" y="33"/>
                  <a:pt x="1455" y="39"/>
                  <a:pt x="1463" y="47"/>
                </a:cubicBezTo>
                <a:cubicBezTo>
                  <a:pt x="1470" y="54"/>
                  <a:pt x="1476" y="62"/>
                  <a:pt x="1482" y="71"/>
                </a:cubicBezTo>
                <a:cubicBezTo>
                  <a:pt x="1488" y="80"/>
                  <a:pt x="1493" y="89"/>
                  <a:pt x="1497" y="98"/>
                </a:cubicBezTo>
                <a:cubicBezTo>
                  <a:pt x="1501" y="108"/>
                  <a:pt x="1504" y="118"/>
                  <a:pt x="1506" y="128"/>
                </a:cubicBezTo>
                <a:cubicBezTo>
                  <a:pt x="1508" y="138"/>
                  <a:pt x="1509" y="149"/>
                  <a:pt x="1509" y="159"/>
                </a:cubicBezTo>
                <a:lnTo>
                  <a:pt x="1509" y="742"/>
                </a:lnTo>
                <a:cubicBezTo>
                  <a:pt x="1509" y="753"/>
                  <a:pt x="1508" y="763"/>
                  <a:pt x="1506" y="773"/>
                </a:cubicBezTo>
                <a:cubicBezTo>
                  <a:pt x="1504" y="783"/>
                  <a:pt x="1501" y="793"/>
                  <a:pt x="1497" y="803"/>
                </a:cubicBezTo>
                <a:cubicBezTo>
                  <a:pt x="1493" y="813"/>
                  <a:pt x="1488" y="822"/>
                  <a:pt x="1482" y="830"/>
                </a:cubicBezTo>
                <a:cubicBezTo>
                  <a:pt x="1476" y="839"/>
                  <a:pt x="1470" y="847"/>
                  <a:pt x="1463" y="854"/>
                </a:cubicBezTo>
                <a:cubicBezTo>
                  <a:pt x="1455" y="862"/>
                  <a:pt x="1447" y="868"/>
                  <a:pt x="1438" y="874"/>
                </a:cubicBezTo>
                <a:cubicBezTo>
                  <a:pt x="1430" y="880"/>
                  <a:pt x="1421" y="885"/>
                  <a:pt x="1411" y="889"/>
                </a:cubicBezTo>
                <a:cubicBezTo>
                  <a:pt x="1401" y="893"/>
                  <a:pt x="1391" y="896"/>
                  <a:pt x="1381" y="898"/>
                </a:cubicBezTo>
                <a:cubicBezTo>
                  <a:pt x="1371" y="900"/>
                  <a:pt x="1361" y="901"/>
                  <a:pt x="1350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7" y="896"/>
                  <a:pt x="108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2" y="839"/>
                  <a:pt x="27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957280" y="263124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159240" y="2695680"/>
            <a:ext cx="3787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OBR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743520" y="2657160"/>
            <a:ext cx="543240" cy="324360"/>
          </a:xfrm>
          <a:custGeom>
            <a:avLst/>
            <a:gdLst/>
            <a:ahLst/>
            <a:rect l="0" t="0" r="r" b="b"/>
            <a:pathLst>
              <a:path w="1509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1350" y="0"/>
                </a:lnTo>
                <a:cubicBezTo>
                  <a:pt x="1361" y="0"/>
                  <a:pt x="1371" y="1"/>
                  <a:pt x="1381" y="3"/>
                </a:cubicBezTo>
                <a:cubicBezTo>
                  <a:pt x="1392" y="5"/>
                  <a:pt x="1401" y="8"/>
                  <a:pt x="1411" y="12"/>
                </a:cubicBezTo>
                <a:cubicBezTo>
                  <a:pt x="1421" y="16"/>
                  <a:pt x="1430" y="21"/>
                  <a:pt x="1439" y="27"/>
                </a:cubicBezTo>
                <a:cubicBezTo>
                  <a:pt x="1447" y="33"/>
                  <a:pt x="1455" y="39"/>
                  <a:pt x="1463" y="47"/>
                </a:cubicBezTo>
                <a:cubicBezTo>
                  <a:pt x="1470" y="54"/>
                  <a:pt x="1477" y="62"/>
                  <a:pt x="1482" y="71"/>
                </a:cubicBezTo>
                <a:cubicBezTo>
                  <a:pt x="1488" y="80"/>
                  <a:pt x="1493" y="89"/>
                  <a:pt x="1497" y="98"/>
                </a:cubicBezTo>
                <a:cubicBezTo>
                  <a:pt x="1501" y="108"/>
                  <a:pt x="1504" y="118"/>
                  <a:pt x="1506" y="128"/>
                </a:cubicBezTo>
                <a:cubicBezTo>
                  <a:pt x="1508" y="138"/>
                  <a:pt x="1509" y="149"/>
                  <a:pt x="1509" y="159"/>
                </a:cubicBezTo>
                <a:lnTo>
                  <a:pt x="1509" y="742"/>
                </a:lnTo>
                <a:cubicBezTo>
                  <a:pt x="1509" y="753"/>
                  <a:pt x="1508" y="763"/>
                  <a:pt x="1506" y="773"/>
                </a:cubicBezTo>
                <a:cubicBezTo>
                  <a:pt x="1504" y="783"/>
                  <a:pt x="1501" y="793"/>
                  <a:pt x="1497" y="803"/>
                </a:cubicBezTo>
                <a:cubicBezTo>
                  <a:pt x="1493" y="813"/>
                  <a:pt x="1488" y="822"/>
                  <a:pt x="1482" y="830"/>
                </a:cubicBezTo>
                <a:cubicBezTo>
                  <a:pt x="1477" y="839"/>
                  <a:pt x="1470" y="847"/>
                  <a:pt x="1463" y="854"/>
                </a:cubicBezTo>
                <a:cubicBezTo>
                  <a:pt x="1455" y="862"/>
                  <a:pt x="1447" y="868"/>
                  <a:pt x="1439" y="874"/>
                </a:cubicBezTo>
                <a:cubicBezTo>
                  <a:pt x="1430" y="880"/>
                  <a:pt x="1421" y="885"/>
                  <a:pt x="1411" y="889"/>
                </a:cubicBezTo>
                <a:cubicBezTo>
                  <a:pt x="1401" y="893"/>
                  <a:pt x="1392" y="896"/>
                  <a:pt x="1381" y="898"/>
                </a:cubicBezTo>
                <a:cubicBezTo>
                  <a:pt x="1371" y="900"/>
                  <a:pt x="1361" y="901"/>
                  <a:pt x="1350" y="901"/>
                </a:cubicBezTo>
                <a:lnTo>
                  <a:pt x="160" y="901"/>
                </a:lnTo>
                <a:cubicBezTo>
                  <a:pt x="149" y="901"/>
                  <a:pt x="139" y="900"/>
                  <a:pt x="129" y="898"/>
                </a:cubicBezTo>
                <a:cubicBezTo>
                  <a:pt x="119" y="896"/>
                  <a:pt x="108" y="893"/>
                  <a:pt x="98" y="889"/>
                </a:cubicBezTo>
                <a:cubicBezTo>
                  <a:pt x="88" y="885"/>
                  <a:pt x="79" y="880"/>
                  <a:pt x="71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622560" y="263124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824520" y="2695680"/>
            <a:ext cx="3787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OBX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287480" y="2631240"/>
            <a:ext cx="3062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) carry ﬁelds in ﬁxed positions.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28720" y="3282120"/>
            <a:ext cx="50482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MSH|^~\&amp;|RIS|HOSP|...|ADT^A04|AUTO|P|2.5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942840" y="4238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28720" y="3520440"/>
            <a:ext cx="54262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PID|1||QH000123^^^HOSP^MR||Testpatient^Tina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761840" y="4143240"/>
            <a:ext cx="1305360" cy="324000"/>
          </a:xfrm>
          <a:custGeom>
            <a:avLst/>
            <a:gdLst/>
            <a:ahLst/>
            <a:rect l="0" t="0" r="r" b="b"/>
            <a:pathLst>
              <a:path w="3626" h="900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467" y="0"/>
                </a:lnTo>
                <a:cubicBezTo>
                  <a:pt x="3478" y="0"/>
                  <a:pt x="3488" y="1"/>
                  <a:pt x="3498" y="3"/>
                </a:cubicBezTo>
                <a:cubicBezTo>
                  <a:pt x="3509" y="5"/>
                  <a:pt x="3518" y="8"/>
                  <a:pt x="3528" y="12"/>
                </a:cubicBezTo>
                <a:cubicBezTo>
                  <a:pt x="3538" y="16"/>
                  <a:pt x="3547" y="21"/>
                  <a:pt x="3556" y="27"/>
                </a:cubicBezTo>
                <a:cubicBezTo>
                  <a:pt x="3564" y="32"/>
                  <a:pt x="3572" y="39"/>
                  <a:pt x="3580" y="46"/>
                </a:cubicBezTo>
                <a:cubicBezTo>
                  <a:pt x="3587" y="54"/>
                  <a:pt x="3594" y="62"/>
                  <a:pt x="3599" y="70"/>
                </a:cubicBezTo>
                <a:cubicBezTo>
                  <a:pt x="3605" y="79"/>
                  <a:pt x="3610" y="88"/>
                  <a:pt x="3614" y="98"/>
                </a:cubicBezTo>
                <a:cubicBezTo>
                  <a:pt x="3618" y="108"/>
                  <a:pt x="3621" y="117"/>
                  <a:pt x="3623" y="128"/>
                </a:cubicBezTo>
                <a:cubicBezTo>
                  <a:pt x="3625" y="138"/>
                  <a:pt x="3626" y="148"/>
                  <a:pt x="3626" y="159"/>
                </a:cubicBezTo>
                <a:lnTo>
                  <a:pt x="3626" y="742"/>
                </a:lnTo>
                <a:cubicBezTo>
                  <a:pt x="3626" y="752"/>
                  <a:pt x="3625" y="762"/>
                  <a:pt x="3623" y="773"/>
                </a:cubicBezTo>
                <a:cubicBezTo>
                  <a:pt x="3621" y="783"/>
                  <a:pt x="3618" y="793"/>
                  <a:pt x="3614" y="802"/>
                </a:cubicBezTo>
                <a:cubicBezTo>
                  <a:pt x="3610" y="812"/>
                  <a:pt x="3605" y="821"/>
                  <a:pt x="3599" y="830"/>
                </a:cubicBezTo>
                <a:cubicBezTo>
                  <a:pt x="3594" y="839"/>
                  <a:pt x="3587" y="847"/>
                  <a:pt x="3580" y="854"/>
                </a:cubicBezTo>
                <a:cubicBezTo>
                  <a:pt x="3572" y="861"/>
                  <a:pt x="3564" y="868"/>
                  <a:pt x="3556" y="874"/>
                </a:cubicBezTo>
                <a:cubicBezTo>
                  <a:pt x="3547" y="879"/>
                  <a:pt x="3538" y="884"/>
                  <a:pt x="3528" y="888"/>
                </a:cubicBezTo>
                <a:cubicBezTo>
                  <a:pt x="3518" y="892"/>
                  <a:pt x="3509" y="895"/>
                  <a:pt x="3498" y="897"/>
                </a:cubicBezTo>
                <a:cubicBezTo>
                  <a:pt x="3488" y="899"/>
                  <a:pt x="3478" y="900"/>
                  <a:pt x="3467" y="900"/>
                </a:cubicBezTo>
                <a:lnTo>
                  <a:pt x="159" y="900"/>
                </a:lnTo>
                <a:cubicBezTo>
                  <a:pt x="149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9" y="884"/>
                  <a:pt x="80" y="879"/>
                  <a:pt x="71" y="874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2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162080" y="4117320"/>
            <a:ext cx="605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Open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849680" y="4181400"/>
            <a:ext cx="113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send.html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942840" y="46767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4" y="146"/>
                </a:cubicBezTo>
                <a:cubicBezTo>
                  <a:pt x="199" y="159"/>
                  <a:pt x="191" y="170"/>
                  <a:pt x="182" y="180"/>
                </a:cubicBezTo>
                <a:cubicBezTo>
                  <a:pt x="172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0"/>
                  <a:pt x="32" y="180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0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070440" y="4117320"/>
            <a:ext cx="3496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and pick the ﬁrst sample,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register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628880" y="4581360"/>
            <a:ext cx="800640" cy="314640"/>
          </a:xfrm>
          <a:custGeom>
            <a:avLst/>
            <a:gdLst/>
            <a:ahLst/>
            <a:rect l="0" t="0" r="r" b="b"/>
            <a:pathLst>
              <a:path w="2224" h="874">
                <a:moveTo>
                  <a:pt x="0" y="71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065" y="0"/>
                </a:lnTo>
                <a:cubicBezTo>
                  <a:pt x="2075" y="0"/>
                  <a:pt x="2086" y="1"/>
                  <a:pt x="2096" y="3"/>
                </a:cubicBezTo>
                <a:cubicBezTo>
                  <a:pt x="2106" y="5"/>
                  <a:pt x="2116" y="8"/>
                  <a:pt x="2126" y="12"/>
                </a:cubicBezTo>
                <a:cubicBezTo>
                  <a:pt x="2135" y="16"/>
                  <a:pt x="2145" y="21"/>
                  <a:pt x="2153" y="27"/>
                </a:cubicBezTo>
                <a:cubicBezTo>
                  <a:pt x="2162" y="33"/>
                  <a:pt x="2170" y="39"/>
                  <a:pt x="2177" y="46"/>
                </a:cubicBezTo>
                <a:cubicBezTo>
                  <a:pt x="2185" y="54"/>
                  <a:pt x="2191" y="62"/>
                  <a:pt x="2197" y="71"/>
                </a:cubicBezTo>
                <a:cubicBezTo>
                  <a:pt x="2203" y="79"/>
                  <a:pt x="2208" y="88"/>
                  <a:pt x="2212" y="98"/>
                </a:cubicBezTo>
                <a:cubicBezTo>
                  <a:pt x="2216" y="108"/>
                  <a:pt x="2219" y="118"/>
                  <a:pt x="2221" y="128"/>
                </a:cubicBezTo>
                <a:cubicBezTo>
                  <a:pt x="2223" y="138"/>
                  <a:pt x="2224" y="148"/>
                  <a:pt x="2224" y="159"/>
                </a:cubicBezTo>
                <a:lnTo>
                  <a:pt x="2224" y="714"/>
                </a:lnTo>
                <a:cubicBezTo>
                  <a:pt x="2224" y="725"/>
                  <a:pt x="2223" y="735"/>
                  <a:pt x="2221" y="745"/>
                </a:cubicBezTo>
                <a:cubicBezTo>
                  <a:pt x="2219" y="756"/>
                  <a:pt x="2216" y="765"/>
                  <a:pt x="2212" y="775"/>
                </a:cubicBezTo>
                <a:cubicBezTo>
                  <a:pt x="2208" y="785"/>
                  <a:pt x="2203" y="794"/>
                  <a:pt x="2197" y="803"/>
                </a:cubicBezTo>
                <a:cubicBezTo>
                  <a:pt x="2191" y="812"/>
                  <a:pt x="2185" y="820"/>
                  <a:pt x="2177" y="828"/>
                </a:cubicBezTo>
                <a:cubicBezTo>
                  <a:pt x="2170" y="835"/>
                  <a:pt x="2162" y="842"/>
                  <a:pt x="2153" y="847"/>
                </a:cubicBezTo>
                <a:cubicBezTo>
                  <a:pt x="2145" y="853"/>
                  <a:pt x="2135" y="858"/>
                  <a:pt x="2126" y="862"/>
                </a:cubicBezTo>
                <a:cubicBezTo>
                  <a:pt x="2116" y="866"/>
                  <a:pt x="2106" y="869"/>
                  <a:pt x="2096" y="871"/>
                </a:cubicBezTo>
                <a:cubicBezTo>
                  <a:pt x="2086" y="873"/>
                  <a:pt x="2075" y="874"/>
                  <a:pt x="2065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79" y="853"/>
                  <a:pt x="71" y="847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39" y="820"/>
                  <a:pt x="33" y="812"/>
                  <a:pt x="27" y="803"/>
                </a:cubicBezTo>
                <a:cubicBezTo>
                  <a:pt x="21" y="794"/>
                  <a:pt x="16" y="785"/>
                  <a:pt x="12" y="775"/>
                </a:cubicBezTo>
                <a:cubicBezTo>
                  <a:pt x="8" y="765"/>
                  <a:pt x="5" y="756"/>
                  <a:pt x="3" y="745"/>
                </a:cubicBezTo>
                <a:cubicBezTo>
                  <a:pt x="1" y="735"/>
                  <a:pt x="0" y="725"/>
                  <a:pt x="0" y="714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162080" y="4555440"/>
            <a:ext cx="34815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Hover a ﬁeld to see its name. Find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710960" y="4619520"/>
            <a:ext cx="63180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PID-3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019640" y="4581360"/>
            <a:ext cx="800640" cy="314640"/>
          </a:xfrm>
          <a:custGeom>
            <a:avLst/>
            <a:gdLst/>
            <a:ahLst/>
            <a:rect l="0" t="0" r="r" b="b"/>
            <a:pathLst>
              <a:path w="2224" h="874">
                <a:moveTo>
                  <a:pt x="0" y="71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065" y="0"/>
                </a:lnTo>
                <a:cubicBezTo>
                  <a:pt x="2075" y="0"/>
                  <a:pt x="2086" y="1"/>
                  <a:pt x="2096" y="3"/>
                </a:cubicBezTo>
                <a:cubicBezTo>
                  <a:pt x="2106" y="5"/>
                  <a:pt x="2116" y="8"/>
                  <a:pt x="2126" y="12"/>
                </a:cubicBezTo>
                <a:cubicBezTo>
                  <a:pt x="2135" y="16"/>
                  <a:pt x="2145" y="21"/>
                  <a:pt x="2153" y="27"/>
                </a:cubicBezTo>
                <a:cubicBezTo>
                  <a:pt x="2162" y="33"/>
                  <a:pt x="2170" y="39"/>
                  <a:pt x="2177" y="46"/>
                </a:cubicBezTo>
                <a:cubicBezTo>
                  <a:pt x="2185" y="54"/>
                  <a:pt x="2191" y="62"/>
                  <a:pt x="2197" y="71"/>
                </a:cubicBezTo>
                <a:cubicBezTo>
                  <a:pt x="2203" y="79"/>
                  <a:pt x="2208" y="88"/>
                  <a:pt x="2212" y="98"/>
                </a:cubicBezTo>
                <a:cubicBezTo>
                  <a:pt x="2216" y="108"/>
                  <a:pt x="2219" y="118"/>
                  <a:pt x="2221" y="128"/>
                </a:cubicBezTo>
                <a:cubicBezTo>
                  <a:pt x="2223" y="138"/>
                  <a:pt x="2224" y="148"/>
                  <a:pt x="2224" y="159"/>
                </a:cubicBezTo>
                <a:lnTo>
                  <a:pt x="2224" y="714"/>
                </a:lnTo>
                <a:cubicBezTo>
                  <a:pt x="2224" y="725"/>
                  <a:pt x="2223" y="735"/>
                  <a:pt x="2221" y="745"/>
                </a:cubicBezTo>
                <a:cubicBezTo>
                  <a:pt x="2219" y="756"/>
                  <a:pt x="2216" y="765"/>
                  <a:pt x="2212" y="775"/>
                </a:cubicBezTo>
                <a:cubicBezTo>
                  <a:pt x="2208" y="785"/>
                  <a:pt x="2203" y="794"/>
                  <a:pt x="2197" y="803"/>
                </a:cubicBezTo>
                <a:cubicBezTo>
                  <a:pt x="2191" y="812"/>
                  <a:pt x="2185" y="820"/>
                  <a:pt x="2177" y="828"/>
                </a:cubicBezTo>
                <a:cubicBezTo>
                  <a:pt x="2170" y="835"/>
                  <a:pt x="2162" y="842"/>
                  <a:pt x="2153" y="847"/>
                </a:cubicBezTo>
                <a:cubicBezTo>
                  <a:pt x="2145" y="853"/>
                  <a:pt x="2135" y="858"/>
                  <a:pt x="2126" y="862"/>
                </a:cubicBezTo>
                <a:cubicBezTo>
                  <a:pt x="2116" y="866"/>
                  <a:pt x="2106" y="869"/>
                  <a:pt x="2096" y="871"/>
                </a:cubicBezTo>
                <a:cubicBezTo>
                  <a:pt x="2086" y="873"/>
                  <a:pt x="2075" y="874"/>
                  <a:pt x="2065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39" y="820"/>
                  <a:pt x="33" y="812"/>
                  <a:pt x="27" y="803"/>
                </a:cubicBezTo>
                <a:cubicBezTo>
                  <a:pt x="21" y="794"/>
                  <a:pt x="16" y="785"/>
                  <a:pt x="12" y="775"/>
                </a:cubicBezTo>
                <a:cubicBezTo>
                  <a:pt x="8" y="765"/>
                  <a:pt x="5" y="756"/>
                  <a:pt x="3" y="745"/>
                </a:cubicBezTo>
                <a:cubicBezTo>
                  <a:pt x="1" y="735"/>
                  <a:pt x="0" y="725"/>
                  <a:pt x="0" y="714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426640" y="4555440"/>
            <a:ext cx="15991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(the MRN) and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106040" y="4619520"/>
            <a:ext cx="63180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PID-5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821720" y="4555440"/>
            <a:ext cx="1233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(the name).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5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66720" y="24955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94284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66720" y="2034720"/>
            <a:ext cx="178524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Stage 2: send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8057880" y="2733480"/>
            <a:ext cx="676800" cy="324360"/>
          </a:xfrm>
          <a:custGeom>
            <a:avLst/>
            <a:gdLst/>
            <a:ahLst/>
            <a:rect l="0" t="0" r="r" b="b"/>
            <a:pathLst>
              <a:path w="1880" h="901">
                <a:moveTo>
                  <a:pt x="0" y="742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721" y="0"/>
                </a:lnTo>
                <a:cubicBezTo>
                  <a:pt x="1731" y="0"/>
                  <a:pt x="1742" y="1"/>
                  <a:pt x="1752" y="3"/>
                </a:cubicBezTo>
                <a:cubicBezTo>
                  <a:pt x="1762" y="5"/>
                  <a:pt x="1772" y="8"/>
                  <a:pt x="1782" y="12"/>
                </a:cubicBezTo>
                <a:cubicBezTo>
                  <a:pt x="1791" y="16"/>
                  <a:pt x="1801" y="21"/>
                  <a:pt x="1809" y="27"/>
                </a:cubicBezTo>
                <a:cubicBezTo>
                  <a:pt x="1818" y="33"/>
                  <a:pt x="1826" y="39"/>
                  <a:pt x="1833" y="47"/>
                </a:cubicBezTo>
                <a:cubicBezTo>
                  <a:pt x="1841" y="55"/>
                  <a:pt x="1847" y="63"/>
                  <a:pt x="1853" y="72"/>
                </a:cubicBezTo>
                <a:cubicBezTo>
                  <a:pt x="1859" y="80"/>
                  <a:pt x="1864" y="89"/>
                  <a:pt x="1868" y="99"/>
                </a:cubicBezTo>
                <a:cubicBezTo>
                  <a:pt x="1872" y="109"/>
                  <a:pt x="1875" y="119"/>
                  <a:pt x="1877" y="129"/>
                </a:cubicBezTo>
                <a:cubicBezTo>
                  <a:pt x="1879" y="139"/>
                  <a:pt x="1880" y="149"/>
                  <a:pt x="1880" y="160"/>
                </a:cubicBezTo>
                <a:lnTo>
                  <a:pt x="1880" y="742"/>
                </a:lnTo>
                <a:cubicBezTo>
                  <a:pt x="1880" y="752"/>
                  <a:pt x="1879" y="763"/>
                  <a:pt x="1877" y="773"/>
                </a:cubicBezTo>
                <a:cubicBezTo>
                  <a:pt x="1875" y="783"/>
                  <a:pt x="1872" y="793"/>
                  <a:pt x="1868" y="803"/>
                </a:cubicBezTo>
                <a:cubicBezTo>
                  <a:pt x="1864" y="812"/>
                  <a:pt x="1859" y="821"/>
                  <a:pt x="1853" y="830"/>
                </a:cubicBezTo>
                <a:cubicBezTo>
                  <a:pt x="1847" y="839"/>
                  <a:pt x="1841" y="847"/>
                  <a:pt x="1833" y="854"/>
                </a:cubicBezTo>
                <a:cubicBezTo>
                  <a:pt x="1826" y="861"/>
                  <a:pt x="1818" y="868"/>
                  <a:pt x="1809" y="874"/>
                </a:cubicBezTo>
                <a:cubicBezTo>
                  <a:pt x="1801" y="880"/>
                  <a:pt x="1791" y="885"/>
                  <a:pt x="1782" y="889"/>
                </a:cubicBezTo>
                <a:cubicBezTo>
                  <a:pt x="1772" y="893"/>
                  <a:pt x="1762" y="896"/>
                  <a:pt x="1752" y="898"/>
                </a:cubicBezTo>
                <a:cubicBezTo>
                  <a:pt x="1742" y="900"/>
                  <a:pt x="1731" y="901"/>
                  <a:pt x="1721" y="901"/>
                </a:cubicBez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79" y="880"/>
                  <a:pt x="71" y="874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162080" y="2707560"/>
            <a:ext cx="6967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The browser cannot speak MLLP, so the sender frames the message (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144280" y="2771640"/>
            <a:ext cx="505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&lt;VT&gt;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9029520" y="2733480"/>
            <a:ext cx="1181520" cy="324360"/>
          </a:xfrm>
          <a:custGeom>
            <a:avLst/>
            <a:gdLst/>
            <a:ahLst/>
            <a:rect l="0" t="0" r="r" b="b"/>
            <a:pathLst>
              <a:path w="3282" h="901">
                <a:moveTo>
                  <a:pt x="0" y="742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4" y="0"/>
                  <a:pt x="3144" y="1"/>
                  <a:pt x="3154" y="3"/>
                </a:cubicBezTo>
                <a:cubicBezTo>
                  <a:pt x="3164" y="5"/>
                  <a:pt x="3174" y="8"/>
                  <a:pt x="3184" y="12"/>
                </a:cubicBezTo>
                <a:cubicBezTo>
                  <a:pt x="3193" y="16"/>
                  <a:pt x="3203" y="21"/>
                  <a:pt x="3211" y="27"/>
                </a:cubicBezTo>
                <a:cubicBezTo>
                  <a:pt x="3220" y="33"/>
                  <a:pt x="3228" y="39"/>
                  <a:pt x="3235" y="47"/>
                </a:cubicBezTo>
                <a:cubicBezTo>
                  <a:pt x="3243" y="55"/>
                  <a:pt x="3249" y="63"/>
                  <a:pt x="3255" y="72"/>
                </a:cubicBezTo>
                <a:cubicBezTo>
                  <a:pt x="3261" y="80"/>
                  <a:pt x="3266" y="89"/>
                  <a:pt x="3270" y="99"/>
                </a:cubicBezTo>
                <a:cubicBezTo>
                  <a:pt x="3274" y="109"/>
                  <a:pt x="3277" y="119"/>
                  <a:pt x="3279" y="129"/>
                </a:cubicBezTo>
                <a:cubicBezTo>
                  <a:pt x="3281" y="139"/>
                  <a:pt x="3282" y="149"/>
                  <a:pt x="3282" y="160"/>
                </a:cubicBezTo>
                <a:lnTo>
                  <a:pt x="3282" y="742"/>
                </a:lnTo>
                <a:cubicBezTo>
                  <a:pt x="3282" y="752"/>
                  <a:pt x="3281" y="763"/>
                  <a:pt x="3279" y="773"/>
                </a:cubicBezTo>
                <a:cubicBezTo>
                  <a:pt x="3277" y="783"/>
                  <a:pt x="3274" y="793"/>
                  <a:pt x="3270" y="803"/>
                </a:cubicBezTo>
                <a:cubicBezTo>
                  <a:pt x="3266" y="812"/>
                  <a:pt x="3261" y="821"/>
                  <a:pt x="3255" y="830"/>
                </a:cubicBezTo>
                <a:cubicBezTo>
                  <a:pt x="3249" y="839"/>
                  <a:pt x="3243" y="847"/>
                  <a:pt x="3235" y="854"/>
                </a:cubicBezTo>
                <a:cubicBezTo>
                  <a:pt x="3228" y="861"/>
                  <a:pt x="3220" y="868"/>
                  <a:pt x="3211" y="874"/>
                </a:cubicBezTo>
                <a:cubicBezTo>
                  <a:pt x="3203" y="880"/>
                  <a:pt x="3193" y="885"/>
                  <a:pt x="3184" y="889"/>
                </a:cubicBezTo>
                <a:cubicBezTo>
                  <a:pt x="3174" y="893"/>
                  <a:pt x="3164" y="896"/>
                  <a:pt x="3154" y="898"/>
                </a:cubicBezTo>
                <a:cubicBezTo>
                  <a:pt x="3144" y="900"/>
                  <a:pt x="3134" y="901"/>
                  <a:pt x="3123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8" y="885"/>
                  <a:pt x="79" y="880"/>
                  <a:pt x="71" y="874"/>
                </a:cubicBezTo>
                <a:cubicBezTo>
                  <a:pt x="62" y="868"/>
                  <a:pt x="54" y="861"/>
                  <a:pt x="46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733600" y="2707560"/>
            <a:ext cx="299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...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9117360" y="2771640"/>
            <a:ext cx="10094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&lt;FS&gt;&lt;CR&gt;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0211760" y="2707560"/>
            <a:ext cx="511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) and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94284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162080" y="3088440"/>
            <a:ext cx="2882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delivers it over a real socket.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314520" y="3543120"/>
            <a:ext cx="429120" cy="324360"/>
          </a:xfrm>
          <a:custGeom>
            <a:avLst/>
            <a:gdLst/>
            <a:ahLst/>
            <a:rect l="0" t="0" r="r" b="b"/>
            <a:pathLst>
              <a:path w="1192" h="901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33" y="0"/>
                </a:lnTo>
                <a:cubicBezTo>
                  <a:pt x="1043" y="0"/>
                  <a:pt x="1054" y="1"/>
                  <a:pt x="1064" y="3"/>
                </a:cubicBezTo>
                <a:cubicBezTo>
                  <a:pt x="1074" y="5"/>
                  <a:pt x="1084" y="8"/>
                  <a:pt x="1094" y="12"/>
                </a:cubicBezTo>
                <a:cubicBezTo>
                  <a:pt x="1103" y="16"/>
                  <a:pt x="1112" y="21"/>
                  <a:pt x="1121" y="27"/>
                </a:cubicBezTo>
                <a:cubicBezTo>
                  <a:pt x="1130" y="33"/>
                  <a:pt x="1138" y="39"/>
                  <a:pt x="1145" y="46"/>
                </a:cubicBezTo>
                <a:cubicBezTo>
                  <a:pt x="1152" y="54"/>
                  <a:pt x="1159" y="62"/>
                  <a:pt x="1165" y="71"/>
                </a:cubicBezTo>
                <a:cubicBezTo>
                  <a:pt x="1171" y="79"/>
                  <a:pt x="1176" y="88"/>
                  <a:pt x="1180" y="98"/>
                </a:cubicBezTo>
                <a:cubicBezTo>
                  <a:pt x="1184" y="108"/>
                  <a:pt x="1187" y="118"/>
                  <a:pt x="1189" y="128"/>
                </a:cubicBezTo>
                <a:cubicBezTo>
                  <a:pt x="1191" y="138"/>
                  <a:pt x="1192" y="148"/>
                  <a:pt x="1192" y="159"/>
                </a:cubicBezTo>
                <a:lnTo>
                  <a:pt x="1192" y="742"/>
                </a:lnTo>
                <a:cubicBezTo>
                  <a:pt x="1192" y="752"/>
                  <a:pt x="1191" y="763"/>
                  <a:pt x="1189" y="773"/>
                </a:cubicBezTo>
                <a:cubicBezTo>
                  <a:pt x="1187" y="783"/>
                  <a:pt x="1184" y="793"/>
                  <a:pt x="1180" y="803"/>
                </a:cubicBezTo>
                <a:cubicBezTo>
                  <a:pt x="1176" y="812"/>
                  <a:pt x="1171" y="821"/>
                  <a:pt x="1165" y="830"/>
                </a:cubicBezTo>
                <a:cubicBezTo>
                  <a:pt x="1159" y="839"/>
                  <a:pt x="1152" y="847"/>
                  <a:pt x="1145" y="854"/>
                </a:cubicBezTo>
                <a:cubicBezTo>
                  <a:pt x="1138" y="861"/>
                  <a:pt x="1130" y="868"/>
                  <a:pt x="1121" y="874"/>
                </a:cubicBezTo>
                <a:cubicBezTo>
                  <a:pt x="1112" y="880"/>
                  <a:pt x="1103" y="885"/>
                  <a:pt x="1094" y="888"/>
                </a:cubicBezTo>
                <a:cubicBezTo>
                  <a:pt x="1084" y="892"/>
                  <a:pt x="1074" y="895"/>
                  <a:pt x="1064" y="898"/>
                </a:cubicBezTo>
                <a:cubicBezTo>
                  <a:pt x="1054" y="900"/>
                  <a:pt x="1043" y="901"/>
                  <a:pt x="1033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8" y="885"/>
                  <a:pt x="79" y="880"/>
                  <a:pt x="71" y="874"/>
                </a:cubicBezTo>
                <a:cubicBezTo>
                  <a:pt x="62" y="868"/>
                  <a:pt x="54" y="861"/>
                  <a:pt x="46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62080" y="3517200"/>
            <a:ext cx="2187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You get an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ACK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back: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403080" y="3581280"/>
            <a:ext cx="252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AA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942840" y="40766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0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161720" y="3971880"/>
            <a:ext cx="924480" cy="324000"/>
          </a:xfrm>
          <a:custGeom>
            <a:avLst/>
            <a:gdLst/>
            <a:ahLst/>
            <a:rect l="0" t="0" r="r" b="b"/>
            <a:pathLst>
              <a:path w="2568" h="900">
                <a:moveTo>
                  <a:pt x="0" y="74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409" y="0"/>
                </a:lnTo>
                <a:cubicBezTo>
                  <a:pt x="2420" y="0"/>
                  <a:pt x="2430" y="1"/>
                  <a:pt x="2440" y="3"/>
                </a:cubicBezTo>
                <a:cubicBezTo>
                  <a:pt x="2450" y="5"/>
                  <a:pt x="2460" y="8"/>
                  <a:pt x="2470" y="12"/>
                </a:cubicBezTo>
                <a:cubicBezTo>
                  <a:pt x="2480" y="16"/>
                  <a:pt x="2489" y="21"/>
                  <a:pt x="2497" y="26"/>
                </a:cubicBezTo>
                <a:cubicBezTo>
                  <a:pt x="2506" y="32"/>
                  <a:pt x="2514" y="39"/>
                  <a:pt x="2521" y="46"/>
                </a:cubicBezTo>
                <a:cubicBezTo>
                  <a:pt x="2529" y="53"/>
                  <a:pt x="2535" y="62"/>
                  <a:pt x="2541" y="70"/>
                </a:cubicBezTo>
                <a:cubicBezTo>
                  <a:pt x="2547" y="79"/>
                  <a:pt x="2552" y="88"/>
                  <a:pt x="2556" y="98"/>
                </a:cubicBezTo>
                <a:cubicBezTo>
                  <a:pt x="2560" y="107"/>
                  <a:pt x="2563" y="117"/>
                  <a:pt x="2565" y="127"/>
                </a:cubicBezTo>
                <a:cubicBezTo>
                  <a:pt x="2567" y="138"/>
                  <a:pt x="2568" y="148"/>
                  <a:pt x="2568" y="158"/>
                </a:cubicBezTo>
                <a:lnTo>
                  <a:pt x="2568" y="741"/>
                </a:lnTo>
                <a:cubicBezTo>
                  <a:pt x="2568" y="752"/>
                  <a:pt x="2567" y="762"/>
                  <a:pt x="2565" y="772"/>
                </a:cubicBezTo>
                <a:cubicBezTo>
                  <a:pt x="2563" y="783"/>
                  <a:pt x="2560" y="793"/>
                  <a:pt x="2556" y="802"/>
                </a:cubicBezTo>
                <a:cubicBezTo>
                  <a:pt x="2552" y="812"/>
                  <a:pt x="2547" y="821"/>
                  <a:pt x="2541" y="830"/>
                </a:cubicBezTo>
                <a:cubicBezTo>
                  <a:pt x="2535" y="838"/>
                  <a:pt x="2529" y="846"/>
                  <a:pt x="2521" y="854"/>
                </a:cubicBezTo>
                <a:cubicBezTo>
                  <a:pt x="2514" y="861"/>
                  <a:pt x="2506" y="868"/>
                  <a:pt x="2497" y="873"/>
                </a:cubicBezTo>
                <a:cubicBezTo>
                  <a:pt x="2489" y="879"/>
                  <a:pt x="2480" y="884"/>
                  <a:pt x="2470" y="888"/>
                </a:cubicBezTo>
                <a:cubicBezTo>
                  <a:pt x="2460" y="892"/>
                  <a:pt x="2450" y="895"/>
                  <a:pt x="2440" y="897"/>
                </a:cubicBezTo>
                <a:cubicBezTo>
                  <a:pt x="2430" y="899"/>
                  <a:pt x="2420" y="900"/>
                  <a:pt x="2409" y="900"/>
                </a:cubicBezTo>
                <a:lnTo>
                  <a:pt x="159" y="900"/>
                </a:lnTo>
                <a:cubicBezTo>
                  <a:pt x="149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9" y="884"/>
                  <a:pt x="80" y="879"/>
                  <a:pt x="71" y="873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40" y="846"/>
                  <a:pt x="33" y="838"/>
                  <a:pt x="27" y="830"/>
                </a:cubicBezTo>
                <a:cubicBezTo>
                  <a:pt x="21" y="821"/>
                  <a:pt x="16" y="812"/>
                  <a:pt x="13" y="802"/>
                </a:cubicBezTo>
                <a:cubicBezTo>
                  <a:pt x="9" y="793"/>
                  <a:pt x="6" y="783"/>
                  <a:pt x="3" y="772"/>
                </a:cubicBezTo>
                <a:cubicBezTo>
                  <a:pt x="1" y="762"/>
                  <a:pt x="0" y="752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740040" y="3517200"/>
            <a:ext cx="48315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means accepted, with the message's control id.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245960" y="4010040"/>
            <a:ext cx="7567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MSH-10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352600" y="3971880"/>
            <a:ext cx="676440" cy="324000"/>
          </a:xfrm>
          <a:custGeom>
            <a:avLst/>
            <a:gdLst/>
            <a:ahLst/>
            <a:rect l="0" t="0" r="r" b="b"/>
            <a:pathLst>
              <a:path w="1879" h="900">
                <a:moveTo>
                  <a:pt x="0" y="74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40" y="53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720" y="0"/>
                </a:lnTo>
                <a:cubicBezTo>
                  <a:pt x="1731" y="0"/>
                  <a:pt x="1741" y="1"/>
                  <a:pt x="1751" y="3"/>
                </a:cubicBezTo>
                <a:cubicBezTo>
                  <a:pt x="1762" y="5"/>
                  <a:pt x="1772" y="8"/>
                  <a:pt x="1781" y="12"/>
                </a:cubicBezTo>
                <a:cubicBezTo>
                  <a:pt x="1791" y="16"/>
                  <a:pt x="1800" y="21"/>
                  <a:pt x="1809" y="26"/>
                </a:cubicBezTo>
                <a:cubicBezTo>
                  <a:pt x="1817" y="32"/>
                  <a:pt x="1825" y="39"/>
                  <a:pt x="1833" y="46"/>
                </a:cubicBezTo>
                <a:cubicBezTo>
                  <a:pt x="1840" y="53"/>
                  <a:pt x="1847" y="62"/>
                  <a:pt x="1852" y="70"/>
                </a:cubicBezTo>
                <a:cubicBezTo>
                  <a:pt x="1858" y="79"/>
                  <a:pt x="1863" y="88"/>
                  <a:pt x="1867" y="98"/>
                </a:cubicBezTo>
                <a:cubicBezTo>
                  <a:pt x="1871" y="107"/>
                  <a:pt x="1874" y="117"/>
                  <a:pt x="1876" y="127"/>
                </a:cubicBezTo>
                <a:cubicBezTo>
                  <a:pt x="1878" y="138"/>
                  <a:pt x="1879" y="148"/>
                  <a:pt x="1879" y="158"/>
                </a:cubicBezTo>
                <a:lnTo>
                  <a:pt x="1879" y="741"/>
                </a:lnTo>
                <a:cubicBezTo>
                  <a:pt x="1879" y="752"/>
                  <a:pt x="1878" y="762"/>
                  <a:pt x="1876" y="772"/>
                </a:cubicBezTo>
                <a:cubicBezTo>
                  <a:pt x="1874" y="783"/>
                  <a:pt x="1871" y="793"/>
                  <a:pt x="1867" y="802"/>
                </a:cubicBezTo>
                <a:cubicBezTo>
                  <a:pt x="1863" y="812"/>
                  <a:pt x="1858" y="821"/>
                  <a:pt x="1852" y="830"/>
                </a:cubicBezTo>
                <a:cubicBezTo>
                  <a:pt x="1847" y="838"/>
                  <a:pt x="1840" y="846"/>
                  <a:pt x="1833" y="854"/>
                </a:cubicBezTo>
                <a:cubicBezTo>
                  <a:pt x="1825" y="861"/>
                  <a:pt x="1817" y="868"/>
                  <a:pt x="1809" y="873"/>
                </a:cubicBezTo>
                <a:cubicBezTo>
                  <a:pt x="1800" y="879"/>
                  <a:pt x="1791" y="884"/>
                  <a:pt x="1781" y="888"/>
                </a:cubicBezTo>
                <a:cubicBezTo>
                  <a:pt x="1772" y="892"/>
                  <a:pt x="1762" y="895"/>
                  <a:pt x="1751" y="897"/>
                </a:cubicBezTo>
                <a:cubicBezTo>
                  <a:pt x="1741" y="899"/>
                  <a:pt x="1731" y="900"/>
                  <a:pt x="1720" y="900"/>
                </a:cubicBezTo>
                <a:lnTo>
                  <a:pt x="159" y="900"/>
                </a:lnTo>
                <a:cubicBezTo>
                  <a:pt x="149" y="900"/>
                  <a:pt x="139" y="899"/>
                  <a:pt x="128" y="897"/>
                </a:cubicBezTo>
                <a:cubicBezTo>
                  <a:pt x="118" y="895"/>
                  <a:pt x="108" y="892"/>
                  <a:pt x="99" y="888"/>
                </a:cubicBezTo>
                <a:cubicBezTo>
                  <a:pt x="89" y="884"/>
                  <a:pt x="80" y="879"/>
                  <a:pt x="71" y="873"/>
                </a:cubicBezTo>
                <a:cubicBezTo>
                  <a:pt x="63" y="868"/>
                  <a:pt x="55" y="861"/>
                  <a:pt x="47" y="854"/>
                </a:cubicBezTo>
                <a:cubicBezTo>
                  <a:pt x="40" y="846"/>
                  <a:pt x="32" y="838"/>
                  <a:pt x="26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2"/>
                </a:cubicBezTo>
                <a:cubicBezTo>
                  <a:pt x="1" y="762"/>
                  <a:pt x="0" y="752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088000" y="3955320"/>
            <a:ext cx="265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is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2437920" y="4010040"/>
            <a:ext cx="505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AUTO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027240" y="3955320"/>
            <a:ext cx="6191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: the sender assigns a unique control id, so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re-sending is safe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628800" y="4495680"/>
            <a:ext cx="419400" cy="324000"/>
          </a:xfrm>
          <a:custGeom>
            <a:avLst/>
            <a:gdLst/>
            <a:ahLst/>
            <a:rect l="0" t="0" r="r" b="b"/>
            <a:pathLst>
              <a:path w="1165" h="900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07" y="0"/>
                </a:lnTo>
                <a:cubicBezTo>
                  <a:pt x="1017" y="0"/>
                  <a:pt x="1027" y="1"/>
                  <a:pt x="1038" y="3"/>
                </a:cubicBezTo>
                <a:cubicBezTo>
                  <a:pt x="1048" y="5"/>
                  <a:pt x="1058" y="8"/>
                  <a:pt x="1067" y="12"/>
                </a:cubicBezTo>
                <a:cubicBezTo>
                  <a:pt x="1077" y="16"/>
                  <a:pt x="1086" y="21"/>
                  <a:pt x="1095" y="27"/>
                </a:cubicBezTo>
                <a:cubicBezTo>
                  <a:pt x="1103" y="32"/>
                  <a:pt x="1111" y="39"/>
                  <a:pt x="1119" y="46"/>
                </a:cubicBezTo>
                <a:cubicBezTo>
                  <a:pt x="1126" y="54"/>
                  <a:pt x="1133" y="62"/>
                  <a:pt x="1139" y="70"/>
                </a:cubicBezTo>
                <a:cubicBezTo>
                  <a:pt x="1144" y="79"/>
                  <a:pt x="1149" y="88"/>
                  <a:pt x="1153" y="98"/>
                </a:cubicBezTo>
                <a:cubicBezTo>
                  <a:pt x="1157" y="107"/>
                  <a:pt x="1160" y="117"/>
                  <a:pt x="1162" y="128"/>
                </a:cubicBezTo>
                <a:cubicBezTo>
                  <a:pt x="1164" y="138"/>
                  <a:pt x="1165" y="148"/>
                  <a:pt x="1165" y="159"/>
                </a:cubicBezTo>
                <a:lnTo>
                  <a:pt x="1165" y="742"/>
                </a:lnTo>
                <a:cubicBezTo>
                  <a:pt x="1165" y="752"/>
                  <a:pt x="1164" y="762"/>
                  <a:pt x="1162" y="773"/>
                </a:cubicBezTo>
                <a:cubicBezTo>
                  <a:pt x="1160" y="783"/>
                  <a:pt x="1157" y="793"/>
                  <a:pt x="1153" y="802"/>
                </a:cubicBezTo>
                <a:cubicBezTo>
                  <a:pt x="1149" y="812"/>
                  <a:pt x="1144" y="821"/>
                  <a:pt x="1139" y="830"/>
                </a:cubicBezTo>
                <a:cubicBezTo>
                  <a:pt x="1133" y="839"/>
                  <a:pt x="1126" y="847"/>
                  <a:pt x="1119" y="854"/>
                </a:cubicBezTo>
                <a:cubicBezTo>
                  <a:pt x="1111" y="861"/>
                  <a:pt x="1103" y="868"/>
                  <a:pt x="1095" y="874"/>
                </a:cubicBezTo>
                <a:cubicBezTo>
                  <a:pt x="1086" y="879"/>
                  <a:pt x="1077" y="884"/>
                  <a:pt x="1067" y="888"/>
                </a:cubicBezTo>
                <a:cubicBezTo>
                  <a:pt x="1058" y="892"/>
                  <a:pt x="1048" y="895"/>
                  <a:pt x="1038" y="897"/>
                </a:cubicBezTo>
                <a:cubicBezTo>
                  <a:pt x="1027" y="899"/>
                  <a:pt x="1017" y="900"/>
                  <a:pt x="1007" y="900"/>
                </a:cubicBezTo>
                <a:lnTo>
                  <a:pt x="159" y="900"/>
                </a:lnTo>
                <a:cubicBezTo>
                  <a:pt x="148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8" y="884"/>
                  <a:pt x="79" y="879"/>
                  <a:pt x="71" y="874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2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66720" y="4479120"/>
            <a:ext cx="2993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Try it: send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register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read the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710880" y="4533840"/>
            <a:ext cx="252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AA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047840" y="4479120"/>
            <a:ext cx="2396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follow the Patient link.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6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66720" y="23810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76080" y="3095280"/>
            <a:ext cx="2876760" cy="438840"/>
          </a:xfrm>
          <a:custGeom>
            <a:avLst/>
            <a:gdLst/>
            <a:ahLst/>
            <a:rect l="0" t="0" r="r" b="b"/>
            <a:pathLst>
              <a:path w="7991" h="1219">
                <a:moveTo>
                  <a:pt x="0" y="0"/>
                </a:moveTo>
                <a:lnTo>
                  <a:pt x="7991" y="0"/>
                </a:lnTo>
                <a:lnTo>
                  <a:pt x="7991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552480" y="3095280"/>
            <a:ext cx="7972920" cy="438840"/>
          </a:xfrm>
          <a:custGeom>
            <a:avLst/>
            <a:gdLst/>
            <a:ahLst/>
            <a:rect l="0" t="0" r="r" b="b"/>
            <a:pathLst>
              <a:path w="22147" h="1219">
                <a:moveTo>
                  <a:pt x="0" y="0"/>
                </a:moveTo>
                <a:lnTo>
                  <a:pt x="22147" y="0"/>
                </a:lnTo>
                <a:lnTo>
                  <a:pt x="2214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76080" y="3095280"/>
            <a:ext cx="2876760" cy="438840"/>
          </a:xfrm>
          <a:custGeom>
            <a:avLst/>
            <a:gdLst/>
            <a:ahLst/>
            <a:rect l="0" t="0" r="r" b="b"/>
            <a:pathLst>
              <a:path w="7991" h="1219">
                <a:moveTo>
                  <a:pt x="0" y="0"/>
                </a:moveTo>
                <a:lnTo>
                  <a:pt x="7991" y="0"/>
                </a:lnTo>
                <a:lnTo>
                  <a:pt x="7991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552480" y="3095280"/>
            <a:ext cx="7972920" cy="438840"/>
          </a:xfrm>
          <a:custGeom>
            <a:avLst/>
            <a:gdLst/>
            <a:ahLst/>
            <a:rect l="0" t="0" r="r" b="b"/>
            <a:pathLst>
              <a:path w="22147" h="1219">
                <a:moveTo>
                  <a:pt x="0" y="0"/>
                </a:moveTo>
                <a:lnTo>
                  <a:pt x="22147" y="0"/>
                </a:lnTo>
                <a:lnTo>
                  <a:pt x="2214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76080" y="3533760"/>
            <a:ext cx="2876760" cy="438480"/>
          </a:xfrm>
          <a:custGeom>
            <a:avLst/>
            <a:gdLst/>
            <a:ahLst/>
            <a:rect l="0" t="0" r="r" b="b"/>
            <a:pathLst>
              <a:path w="7991" h="1218">
                <a:moveTo>
                  <a:pt x="0" y="0"/>
                </a:moveTo>
                <a:lnTo>
                  <a:pt x="7991" y="0"/>
                </a:lnTo>
                <a:lnTo>
                  <a:pt x="799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552480" y="3533760"/>
            <a:ext cx="7972920" cy="438480"/>
          </a:xfrm>
          <a:custGeom>
            <a:avLst/>
            <a:gdLst/>
            <a:ahLst/>
            <a:rect l="0" t="0" r="r" b="b"/>
            <a:pathLst>
              <a:path w="22147" h="1218">
                <a:moveTo>
                  <a:pt x="0" y="0"/>
                </a:moveTo>
                <a:lnTo>
                  <a:pt x="22147" y="0"/>
                </a:lnTo>
                <a:lnTo>
                  <a:pt x="2214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76080" y="3971880"/>
            <a:ext cx="2876760" cy="438480"/>
          </a:xfrm>
          <a:custGeom>
            <a:avLst/>
            <a:gdLst/>
            <a:ahLst/>
            <a:rect l="0" t="0" r="r" b="b"/>
            <a:pathLst>
              <a:path w="7991" h="1218">
                <a:moveTo>
                  <a:pt x="0" y="0"/>
                </a:moveTo>
                <a:lnTo>
                  <a:pt x="7991" y="0"/>
                </a:lnTo>
                <a:lnTo>
                  <a:pt x="799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552480" y="3971880"/>
            <a:ext cx="7972920" cy="438480"/>
          </a:xfrm>
          <a:custGeom>
            <a:avLst/>
            <a:gdLst/>
            <a:ahLst/>
            <a:rect l="0" t="0" r="r" b="b"/>
            <a:pathLst>
              <a:path w="22147" h="1218">
                <a:moveTo>
                  <a:pt x="0" y="0"/>
                </a:moveTo>
                <a:lnTo>
                  <a:pt x="22147" y="0"/>
                </a:lnTo>
                <a:lnTo>
                  <a:pt x="2214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66720" y="30859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66720" y="3085920"/>
            <a:ext cx="2886120" cy="9720"/>
          </a:xfrm>
          <a:custGeom>
            <a:avLst/>
            <a:gdLst/>
            <a:ahLst/>
            <a:rect l="0" t="0" r="r" b="b"/>
            <a:pathLst>
              <a:path w="8017" h="27">
                <a:moveTo>
                  <a:pt x="0" y="0"/>
                </a:moveTo>
                <a:lnTo>
                  <a:pt x="8017" y="0"/>
                </a:lnTo>
                <a:lnTo>
                  <a:pt x="8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543120" y="30859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552480" y="3085920"/>
            <a:ext cx="7972920" cy="9720"/>
          </a:xfrm>
          <a:custGeom>
            <a:avLst/>
            <a:gdLst/>
            <a:ahLst/>
            <a:rect l="0" t="0" r="r" b="b"/>
            <a:pathLst>
              <a:path w="22147" h="27">
                <a:moveTo>
                  <a:pt x="0" y="0"/>
                </a:moveTo>
                <a:lnTo>
                  <a:pt x="22147" y="0"/>
                </a:lnTo>
                <a:lnTo>
                  <a:pt x="221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1515680" y="30859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666720" y="3524040"/>
            <a:ext cx="2886120" cy="10080"/>
          </a:xfrm>
          <a:custGeom>
            <a:avLst/>
            <a:gdLst/>
            <a:ahLst/>
            <a:rect l="0" t="0" r="r" b="b"/>
            <a:pathLst>
              <a:path w="8017" h="28">
                <a:moveTo>
                  <a:pt x="0" y="0"/>
                </a:moveTo>
                <a:lnTo>
                  <a:pt x="8017" y="0"/>
                </a:lnTo>
                <a:lnTo>
                  <a:pt x="8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552480" y="3524040"/>
            <a:ext cx="7972920" cy="10080"/>
          </a:xfrm>
          <a:custGeom>
            <a:avLst/>
            <a:gdLst/>
            <a:ahLst/>
            <a:rect l="0" t="0" r="r" b="b"/>
            <a:pathLst>
              <a:path w="22147" h="28">
                <a:moveTo>
                  <a:pt x="0" y="0"/>
                </a:moveTo>
                <a:lnTo>
                  <a:pt x="22147" y="0"/>
                </a:lnTo>
                <a:lnTo>
                  <a:pt x="221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66672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54312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151568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6672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66720" y="3962160"/>
            <a:ext cx="2886120" cy="10080"/>
          </a:xfrm>
          <a:custGeom>
            <a:avLst/>
            <a:gdLst/>
            <a:ahLst/>
            <a:rect l="0" t="0" r="r" b="b"/>
            <a:pathLst>
              <a:path w="8017" h="28">
                <a:moveTo>
                  <a:pt x="0" y="0"/>
                </a:moveTo>
                <a:lnTo>
                  <a:pt x="8017" y="0"/>
                </a:lnTo>
                <a:lnTo>
                  <a:pt x="8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54312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552480" y="3962160"/>
            <a:ext cx="7972920" cy="10080"/>
          </a:xfrm>
          <a:custGeom>
            <a:avLst/>
            <a:gdLst/>
            <a:ahLst/>
            <a:rect l="0" t="0" r="r" b="b"/>
            <a:pathLst>
              <a:path w="22147" h="28">
                <a:moveTo>
                  <a:pt x="0" y="0"/>
                </a:moveTo>
                <a:lnTo>
                  <a:pt x="22147" y="0"/>
                </a:lnTo>
                <a:lnTo>
                  <a:pt x="221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151568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66720" y="4400280"/>
            <a:ext cx="2886120" cy="10080"/>
          </a:xfrm>
          <a:custGeom>
            <a:avLst/>
            <a:gdLst/>
            <a:ahLst/>
            <a:rect l="0" t="0" r="r" b="b"/>
            <a:pathLst>
              <a:path w="8017" h="28">
                <a:moveTo>
                  <a:pt x="0" y="0"/>
                </a:moveTo>
                <a:lnTo>
                  <a:pt x="8017" y="0"/>
                </a:lnTo>
                <a:lnTo>
                  <a:pt x="8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552480" y="4400280"/>
            <a:ext cx="7972920" cy="10080"/>
          </a:xfrm>
          <a:custGeom>
            <a:avLst/>
            <a:gdLst/>
            <a:ahLst/>
            <a:rect l="0" t="0" r="r" b="b"/>
            <a:pathLst>
              <a:path w="22147" h="28">
                <a:moveTo>
                  <a:pt x="0" y="0"/>
                </a:moveTo>
                <a:lnTo>
                  <a:pt x="22147" y="0"/>
                </a:lnTo>
                <a:lnTo>
                  <a:pt x="221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66720" y="1920600"/>
            <a:ext cx="19695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Stage 3: watch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266480" y="2619360"/>
            <a:ext cx="1181520" cy="324000"/>
          </a:xfrm>
          <a:custGeom>
            <a:avLst/>
            <a:gdLst/>
            <a:ahLst/>
            <a:rect l="0" t="0" r="r" b="b"/>
            <a:pathLst>
              <a:path w="3282" h="900">
                <a:moveTo>
                  <a:pt x="0" y="741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124" y="0"/>
                </a:lnTo>
                <a:cubicBezTo>
                  <a:pt x="3134" y="0"/>
                  <a:pt x="3144" y="1"/>
                  <a:pt x="3155" y="3"/>
                </a:cubicBezTo>
                <a:cubicBezTo>
                  <a:pt x="3165" y="5"/>
                  <a:pt x="3175" y="8"/>
                  <a:pt x="3184" y="12"/>
                </a:cubicBezTo>
                <a:cubicBezTo>
                  <a:pt x="3194" y="16"/>
                  <a:pt x="3203" y="21"/>
                  <a:pt x="3212" y="26"/>
                </a:cubicBezTo>
                <a:cubicBezTo>
                  <a:pt x="3220" y="32"/>
                  <a:pt x="3228" y="39"/>
                  <a:pt x="3236" y="46"/>
                </a:cubicBezTo>
                <a:cubicBezTo>
                  <a:pt x="3243" y="53"/>
                  <a:pt x="3250" y="61"/>
                  <a:pt x="3256" y="70"/>
                </a:cubicBezTo>
                <a:cubicBezTo>
                  <a:pt x="3261" y="79"/>
                  <a:pt x="3266" y="88"/>
                  <a:pt x="3270" y="98"/>
                </a:cubicBezTo>
                <a:cubicBezTo>
                  <a:pt x="3274" y="107"/>
                  <a:pt x="3277" y="117"/>
                  <a:pt x="3279" y="127"/>
                </a:cubicBezTo>
                <a:cubicBezTo>
                  <a:pt x="3281" y="138"/>
                  <a:pt x="3282" y="148"/>
                  <a:pt x="3282" y="158"/>
                </a:cubicBezTo>
                <a:lnTo>
                  <a:pt x="3282" y="741"/>
                </a:lnTo>
                <a:cubicBezTo>
                  <a:pt x="3282" y="752"/>
                  <a:pt x="3281" y="762"/>
                  <a:pt x="3279" y="772"/>
                </a:cubicBezTo>
                <a:cubicBezTo>
                  <a:pt x="3277" y="783"/>
                  <a:pt x="3274" y="792"/>
                  <a:pt x="3270" y="802"/>
                </a:cubicBezTo>
                <a:cubicBezTo>
                  <a:pt x="3266" y="812"/>
                  <a:pt x="3261" y="821"/>
                  <a:pt x="3256" y="830"/>
                </a:cubicBezTo>
                <a:cubicBezTo>
                  <a:pt x="3250" y="838"/>
                  <a:pt x="3243" y="846"/>
                  <a:pt x="3236" y="854"/>
                </a:cubicBezTo>
                <a:cubicBezTo>
                  <a:pt x="3228" y="861"/>
                  <a:pt x="3220" y="868"/>
                  <a:pt x="3212" y="873"/>
                </a:cubicBezTo>
                <a:cubicBezTo>
                  <a:pt x="3203" y="879"/>
                  <a:pt x="3194" y="884"/>
                  <a:pt x="3184" y="888"/>
                </a:cubicBezTo>
                <a:cubicBezTo>
                  <a:pt x="3175" y="892"/>
                  <a:pt x="3165" y="895"/>
                  <a:pt x="3155" y="897"/>
                </a:cubicBezTo>
                <a:cubicBezTo>
                  <a:pt x="3144" y="899"/>
                  <a:pt x="3134" y="900"/>
                  <a:pt x="3124" y="900"/>
                </a:cubicBezTo>
                <a:lnTo>
                  <a:pt x="159" y="900"/>
                </a:lnTo>
                <a:cubicBezTo>
                  <a:pt x="149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9" y="884"/>
                  <a:pt x="80" y="879"/>
                  <a:pt x="71" y="873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40" y="846"/>
                  <a:pt x="33" y="838"/>
                  <a:pt x="27" y="830"/>
                </a:cubicBezTo>
                <a:cubicBezTo>
                  <a:pt x="21" y="821"/>
                  <a:pt x="17" y="812"/>
                  <a:pt x="13" y="802"/>
                </a:cubicBezTo>
                <a:cubicBezTo>
                  <a:pt x="9" y="792"/>
                  <a:pt x="6" y="783"/>
                  <a:pt x="4" y="772"/>
                </a:cubicBezTo>
                <a:cubicBezTo>
                  <a:pt x="1" y="762"/>
                  <a:pt x="0" y="752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66720" y="2593080"/>
            <a:ext cx="605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Open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354320" y="2657520"/>
            <a:ext cx="10094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log.html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448720" y="2593080"/>
            <a:ext cx="8593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 Every message writes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one AuditEvent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: outcome, message type, and the raw HL7 v2.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99920" y="3182040"/>
            <a:ext cx="4273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Send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99920" y="3638520"/>
            <a:ext cx="1533960" cy="276480"/>
          </a:xfrm>
          <a:custGeom>
            <a:avLst/>
            <a:gdLst/>
            <a:ahLst/>
            <a:rect l="0" t="0" r="r" b="b"/>
            <a:pathLst>
              <a:path w="4261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101" y="0"/>
                </a:lnTo>
                <a:cubicBezTo>
                  <a:pt x="4111" y="0"/>
                  <a:pt x="4122" y="1"/>
                  <a:pt x="4132" y="3"/>
                </a:cubicBezTo>
                <a:cubicBezTo>
                  <a:pt x="4142" y="5"/>
                  <a:pt x="4152" y="8"/>
                  <a:pt x="4162" y="12"/>
                </a:cubicBezTo>
                <a:cubicBezTo>
                  <a:pt x="4172" y="16"/>
                  <a:pt x="4182" y="21"/>
                  <a:pt x="4190" y="26"/>
                </a:cubicBezTo>
                <a:cubicBezTo>
                  <a:pt x="4199" y="32"/>
                  <a:pt x="4207" y="39"/>
                  <a:pt x="4214" y="46"/>
                </a:cubicBezTo>
                <a:cubicBezTo>
                  <a:pt x="4222" y="53"/>
                  <a:pt x="4228" y="61"/>
                  <a:pt x="4234" y="70"/>
                </a:cubicBezTo>
                <a:cubicBezTo>
                  <a:pt x="4240" y="79"/>
                  <a:pt x="4245" y="88"/>
                  <a:pt x="4249" y="98"/>
                </a:cubicBezTo>
                <a:cubicBezTo>
                  <a:pt x="4253" y="107"/>
                  <a:pt x="4256" y="117"/>
                  <a:pt x="4258" y="127"/>
                </a:cubicBezTo>
                <a:cubicBezTo>
                  <a:pt x="4260" y="138"/>
                  <a:pt x="4261" y="148"/>
                  <a:pt x="4261" y="158"/>
                </a:cubicBezTo>
                <a:lnTo>
                  <a:pt x="4261" y="609"/>
                </a:lnTo>
                <a:cubicBezTo>
                  <a:pt x="4261" y="620"/>
                  <a:pt x="4260" y="630"/>
                  <a:pt x="4258" y="640"/>
                </a:cubicBezTo>
                <a:cubicBezTo>
                  <a:pt x="4256" y="650"/>
                  <a:pt x="4253" y="660"/>
                  <a:pt x="4249" y="670"/>
                </a:cubicBezTo>
                <a:cubicBezTo>
                  <a:pt x="4245" y="680"/>
                  <a:pt x="4240" y="689"/>
                  <a:pt x="4234" y="697"/>
                </a:cubicBezTo>
                <a:cubicBezTo>
                  <a:pt x="4228" y="706"/>
                  <a:pt x="4222" y="714"/>
                  <a:pt x="4214" y="721"/>
                </a:cubicBezTo>
                <a:cubicBezTo>
                  <a:pt x="4207" y="729"/>
                  <a:pt x="4199" y="735"/>
                  <a:pt x="4190" y="741"/>
                </a:cubicBezTo>
                <a:cubicBezTo>
                  <a:pt x="4182" y="747"/>
                  <a:pt x="4172" y="752"/>
                  <a:pt x="4162" y="756"/>
                </a:cubicBezTo>
                <a:cubicBezTo>
                  <a:pt x="4152" y="760"/>
                  <a:pt x="4142" y="763"/>
                  <a:pt x="4132" y="765"/>
                </a:cubicBezTo>
                <a:cubicBezTo>
                  <a:pt x="4122" y="767"/>
                  <a:pt x="4111" y="768"/>
                  <a:pt x="4101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677400" y="3182040"/>
            <a:ext cx="1263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What happens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71200" y="3678120"/>
            <a:ext cx="1390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nonconformant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799920" y="4076640"/>
            <a:ext cx="781560" cy="276480"/>
          </a:xfrm>
          <a:custGeom>
            <a:avLst/>
            <a:gdLst/>
            <a:ahLst/>
            <a:rect l="0" t="0" r="r" b="b"/>
            <a:pathLst>
              <a:path w="2171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012" y="0"/>
                </a:lnTo>
                <a:cubicBezTo>
                  <a:pt x="2022" y="0"/>
                  <a:pt x="2033" y="1"/>
                  <a:pt x="2043" y="3"/>
                </a:cubicBezTo>
                <a:cubicBezTo>
                  <a:pt x="2053" y="5"/>
                  <a:pt x="2063" y="8"/>
                  <a:pt x="2073" y="12"/>
                </a:cubicBezTo>
                <a:cubicBezTo>
                  <a:pt x="2082" y="16"/>
                  <a:pt x="2091" y="21"/>
                  <a:pt x="2100" y="26"/>
                </a:cubicBezTo>
                <a:cubicBezTo>
                  <a:pt x="2109" y="32"/>
                  <a:pt x="2117" y="39"/>
                  <a:pt x="2124" y="46"/>
                </a:cubicBezTo>
                <a:cubicBezTo>
                  <a:pt x="2131" y="54"/>
                  <a:pt x="2138" y="62"/>
                  <a:pt x="2144" y="70"/>
                </a:cubicBezTo>
                <a:cubicBezTo>
                  <a:pt x="2150" y="79"/>
                  <a:pt x="2155" y="88"/>
                  <a:pt x="2158" y="98"/>
                </a:cubicBezTo>
                <a:cubicBezTo>
                  <a:pt x="2162" y="107"/>
                  <a:pt x="2165" y="117"/>
                  <a:pt x="2168" y="127"/>
                </a:cubicBezTo>
                <a:cubicBezTo>
                  <a:pt x="2170" y="138"/>
                  <a:pt x="2171" y="148"/>
                  <a:pt x="2171" y="158"/>
                </a:cubicBezTo>
                <a:lnTo>
                  <a:pt x="2171" y="609"/>
                </a:lnTo>
                <a:cubicBezTo>
                  <a:pt x="2171" y="620"/>
                  <a:pt x="2170" y="630"/>
                  <a:pt x="2168" y="640"/>
                </a:cubicBezTo>
                <a:cubicBezTo>
                  <a:pt x="2165" y="650"/>
                  <a:pt x="2162" y="660"/>
                  <a:pt x="2158" y="670"/>
                </a:cubicBezTo>
                <a:cubicBezTo>
                  <a:pt x="2155" y="680"/>
                  <a:pt x="2150" y="689"/>
                  <a:pt x="2144" y="697"/>
                </a:cubicBezTo>
                <a:cubicBezTo>
                  <a:pt x="2138" y="706"/>
                  <a:pt x="2131" y="714"/>
                  <a:pt x="2124" y="721"/>
                </a:cubicBezTo>
                <a:cubicBezTo>
                  <a:pt x="2117" y="729"/>
                  <a:pt x="2109" y="735"/>
                  <a:pt x="2100" y="741"/>
                </a:cubicBezTo>
                <a:cubicBezTo>
                  <a:pt x="2091" y="747"/>
                  <a:pt x="2082" y="752"/>
                  <a:pt x="2073" y="756"/>
                </a:cubicBezTo>
                <a:cubicBezTo>
                  <a:pt x="2063" y="760"/>
                  <a:pt x="2053" y="763"/>
                  <a:pt x="2043" y="765"/>
                </a:cubicBezTo>
                <a:cubicBezTo>
                  <a:pt x="2033" y="767"/>
                  <a:pt x="2022" y="768"/>
                  <a:pt x="2012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677400" y="3620160"/>
            <a:ext cx="46994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Accepted, but a sparse PID records </a:t>
            </a:r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validation warnings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71200" y="4116240"/>
            <a:ext cx="642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broken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676760" y="4076640"/>
            <a:ext cx="466920" cy="276480"/>
          </a:xfrm>
          <a:custGeom>
            <a:avLst/>
            <a:gdLst/>
            <a:ahLst/>
            <a:rect l="0" t="0" r="r" b="b"/>
            <a:pathLst>
              <a:path w="1297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138" y="0"/>
                </a:lnTo>
                <a:cubicBezTo>
                  <a:pt x="1149" y="0"/>
                  <a:pt x="1159" y="1"/>
                  <a:pt x="1169" y="3"/>
                </a:cubicBezTo>
                <a:cubicBezTo>
                  <a:pt x="1179" y="5"/>
                  <a:pt x="1189" y="8"/>
                  <a:pt x="1199" y="12"/>
                </a:cubicBezTo>
                <a:cubicBezTo>
                  <a:pt x="1209" y="16"/>
                  <a:pt x="1218" y="21"/>
                  <a:pt x="1226" y="26"/>
                </a:cubicBezTo>
                <a:cubicBezTo>
                  <a:pt x="1235" y="32"/>
                  <a:pt x="1243" y="39"/>
                  <a:pt x="1251" y="46"/>
                </a:cubicBezTo>
                <a:cubicBezTo>
                  <a:pt x="1258" y="54"/>
                  <a:pt x="1264" y="62"/>
                  <a:pt x="1270" y="70"/>
                </a:cubicBezTo>
                <a:cubicBezTo>
                  <a:pt x="1276" y="79"/>
                  <a:pt x="1281" y="88"/>
                  <a:pt x="1285" y="98"/>
                </a:cubicBezTo>
                <a:cubicBezTo>
                  <a:pt x="1289" y="107"/>
                  <a:pt x="1292" y="117"/>
                  <a:pt x="1294" y="127"/>
                </a:cubicBezTo>
                <a:cubicBezTo>
                  <a:pt x="1296" y="138"/>
                  <a:pt x="1297" y="148"/>
                  <a:pt x="1297" y="158"/>
                </a:cubicBezTo>
                <a:lnTo>
                  <a:pt x="1297" y="609"/>
                </a:lnTo>
                <a:cubicBezTo>
                  <a:pt x="1297" y="620"/>
                  <a:pt x="1296" y="630"/>
                  <a:pt x="1294" y="640"/>
                </a:cubicBezTo>
                <a:cubicBezTo>
                  <a:pt x="1292" y="650"/>
                  <a:pt x="1289" y="660"/>
                  <a:pt x="1285" y="670"/>
                </a:cubicBezTo>
                <a:cubicBezTo>
                  <a:pt x="1281" y="680"/>
                  <a:pt x="1276" y="689"/>
                  <a:pt x="1270" y="697"/>
                </a:cubicBezTo>
                <a:cubicBezTo>
                  <a:pt x="1264" y="706"/>
                  <a:pt x="1258" y="714"/>
                  <a:pt x="1251" y="721"/>
                </a:cubicBezTo>
                <a:cubicBezTo>
                  <a:pt x="1243" y="729"/>
                  <a:pt x="1235" y="735"/>
                  <a:pt x="1226" y="741"/>
                </a:cubicBezTo>
                <a:cubicBezTo>
                  <a:pt x="1218" y="747"/>
                  <a:pt x="1209" y="752"/>
                  <a:pt x="1199" y="756"/>
                </a:cubicBezTo>
                <a:cubicBezTo>
                  <a:pt x="1189" y="760"/>
                  <a:pt x="1179" y="763"/>
                  <a:pt x="1169" y="765"/>
                </a:cubicBezTo>
                <a:cubicBezTo>
                  <a:pt x="1159" y="767"/>
                  <a:pt x="1149" y="768"/>
                  <a:pt x="1138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1" y="735"/>
                  <a:pt x="53" y="729"/>
                  <a:pt x="46" y="721"/>
                </a:cubicBezTo>
                <a:cubicBezTo>
                  <a:pt x="39" y="714"/>
                  <a:pt x="32" y="706"/>
                  <a:pt x="26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677400" y="4058280"/>
            <a:ext cx="10004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Malformed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4748760" y="4116240"/>
            <a:ext cx="320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MSH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419520" y="4076640"/>
            <a:ext cx="352800" cy="276480"/>
          </a:xfrm>
          <a:custGeom>
            <a:avLst/>
            <a:gdLst/>
            <a:ahLst/>
            <a:rect l="0" t="0" r="r" b="b"/>
            <a:pathLst>
              <a:path w="980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9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22" y="0"/>
                </a:lnTo>
                <a:cubicBezTo>
                  <a:pt x="832" y="0"/>
                  <a:pt x="842" y="1"/>
                  <a:pt x="853" y="3"/>
                </a:cubicBezTo>
                <a:cubicBezTo>
                  <a:pt x="863" y="5"/>
                  <a:pt x="873" y="8"/>
                  <a:pt x="882" y="12"/>
                </a:cubicBezTo>
                <a:cubicBezTo>
                  <a:pt x="892" y="16"/>
                  <a:pt x="901" y="21"/>
                  <a:pt x="910" y="26"/>
                </a:cubicBezTo>
                <a:cubicBezTo>
                  <a:pt x="918" y="32"/>
                  <a:pt x="927" y="39"/>
                  <a:pt x="934" y="46"/>
                </a:cubicBezTo>
                <a:cubicBezTo>
                  <a:pt x="941" y="54"/>
                  <a:pt x="948" y="62"/>
                  <a:pt x="954" y="70"/>
                </a:cubicBezTo>
                <a:cubicBezTo>
                  <a:pt x="959" y="79"/>
                  <a:pt x="964" y="88"/>
                  <a:pt x="968" y="98"/>
                </a:cubicBezTo>
                <a:cubicBezTo>
                  <a:pt x="972" y="107"/>
                  <a:pt x="975" y="117"/>
                  <a:pt x="977" y="127"/>
                </a:cubicBezTo>
                <a:cubicBezTo>
                  <a:pt x="979" y="138"/>
                  <a:pt x="980" y="148"/>
                  <a:pt x="980" y="158"/>
                </a:cubicBezTo>
                <a:lnTo>
                  <a:pt x="980" y="609"/>
                </a:lnTo>
                <a:cubicBezTo>
                  <a:pt x="980" y="620"/>
                  <a:pt x="979" y="630"/>
                  <a:pt x="977" y="640"/>
                </a:cubicBezTo>
                <a:cubicBezTo>
                  <a:pt x="975" y="650"/>
                  <a:pt x="972" y="660"/>
                  <a:pt x="968" y="670"/>
                </a:cubicBezTo>
                <a:cubicBezTo>
                  <a:pt x="964" y="680"/>
                  <a:pt x="959" y="689"/>
                  <a:pt x="954" y="697"/>
                </a:cubicBezTo>
                <a:cubicBezTo>
                  <a:pt x="948" y="706"/>
                  <a:pt x="941" y="714"/>
                  <a:pt x="934" y="721"/>
                </a:cubicBezTo>
                <a:cubicBezTo>
                  <a:pt x="927" y="729"/>
                  <a:pt x="918" y="735"/>
                  <a:pt x="910" y="741"/>
                </a:cubicBezTo>
                <a:cubicBezTo>
                  <a:pt x="901" y="747"/>
                  <a:pt x="892" y="752"/>
                  <a:pt x="882" y="756"/>
                </a:cubicBezTo>
                <a:cubicBezTo>
                  <a:pt x="873" y="760"/>
                  <a:pt x="863" y="763"/>
                  <a:pt x="853" y="765"/>
                </a:cubicBezTo>
                <a:cubicBezTo>
                  <a:pt x="842" y="767"/>
                  <a:pt x="832" y="768"/>
                  <a:pt x="822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1"/>
                </a:cubicBezTo>
                <a:cubicBezTo>
                  <a:pt x="40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9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140440" y="4058280"/>
            <a:ext cx="12762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: rejected with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487920" y="4116240"/>
            <a:ext cx="214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AE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772680" y="4058280"/>
            <a:ext cx="14760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nothing created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66720" y="4593240"/>
            <a:ext cx="73875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Expand a row to see the raw message. The log refreshes every 5 seconds.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7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66720" y="20286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76080" y="221904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285560" y="221904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3286080" y="221904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257440" y="221904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76080" y="221904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285560" y="221904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286080" y="221904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257440" y="221904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76080" y="265716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285560" y="265716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286080" y="265716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257440" y="265716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676080" y="3095280"/>
            <a:ext cx="609840" cy="438840"/>
          </a:xfrm>
          <a:custGeom>
            <a:avLst/>
            <a:gdLst/>
            <a:ahLst/>
            <a:rect l="0" t="0" r="r" b="b"/>
            <a:pathLst>
              <a:path w="1694" h="1219">
                <a:moveTo>
                  <a:pt x="0" y="0"/>
                </a:moveTo>
                <a:lnTo>
                  <a:pt x="1694" y="0"/>
                </a:lnTo>
                <a:lnTo>
                  <a:pt x="1694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285560" y="3095280"/>
            <a:ext cx="2000880" cy="438840"/>
          </a:xfrm>
          <a:custGeom>
            <a:avLst/>
            <a:gdLst/>
            <a:ahLst/>
            <a:rect l="0" t="0" r="r" b="b"/>
            <a:pathLst>
              <a:path w="5558" h="1219">
                <a:moveTo>
                  <a:pt x="0" y="0"/>
                </a:moveTo>
                <a:lnTo>
                  <a:pt x="5558" y="0"/>
                </a:lnTo>
                <a:lnTo>
                  <a:pt x="5558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3286080" y="3095280"/>
            <a:ext cx="1971720" cy="438840"/>
          </a:xfrm>
          <a:custGeom>
            <a:avLst/>
            <a:gdLst/>
            <a:ahLst/>
            <a:rect l="0" t="0" r="r" b="b"/>
            <a:pathLst>
              <a:path w="5477" h="1219">
                <a:moveTo>
                  <a:pt x="0" y="0"/>
                </a:moveTo>
                <a:lnTo>
                  <a:pt x="5477" y="0"/>
                </a:lnTo>
                <a:lnTo>
                  <a:pt x="547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5257440" y="3095280"/>
            <a:ext cx="6267960" cy="438840"/>
          </a:xfrm>
          <a:custGeom>
            <a:avLst/>
            <a:gdLst/>
            <a:ahLst/>
            <a:rect l="0" t="0" r="r" b="b"/>
            <a:pathLst>
              <a:path w="17411" h="1219">
                <a:moveTo>
                  <a:pt x="0" y="0"/>
                </a:moveTo>
                <a:lnTo>
                  <a:pt x="17411" y="0"/>
                </a:lnTo>
                <a:lnTo>
                  <a:pt x="17411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76080" y="353376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285560" y="353376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286080" y="353376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5257440" y="353376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676080" y="397188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285560" y="397188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286080" y="397188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257440" y="397188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76080" y="441000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285560" y="441000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286080" y="441000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5257440" y="441000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676080" y="4848120"/>
            <a:ext cx="609840" cy="438480"/>
          </a:xfrm>
          <a:custGeom>
            <a:avLst/>
            <a:gdLst/>
            <a:ahLst/>
            <a:rect l="0" t="0" r="r" b="b"/>
            <a:pathLst>
              <a:path w="1694" h="1218">
                <a:moveTo>
                  <a:pt x="0" y="0"/>
                </a:moveTo>
                <a:lnTo>
                  <a:pt x="1694" y="0"/>
                </a:lnTo>
                <a:lnTo>
                  <a:pt x="16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285560" y="4848120"/>
            <a:ext cx="2000880" cy="438480"/>
          </a:xfrm>
          <a:custGeom>
            <a:avLst/>
            <a:gdLst/>
            <a:ahLst/>
            <a:rect l="0" t="0" r="r" b="b"/>
            <a:pathLst>
              <a:path w="5558" h="1218">
                <a:moveTo>
                  <a:pt x="0" y="0"/>
                </a:moveTo>
                <a:lnTo>
                  <a:pt x="5558" y="0"/>
                </a:lnTo>
                <a:lnTo>
                  <a:pt x="555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3286080" y="4848120"/>
            <a:ext cx="1971720" cy="438480"/>
          </a:xfrm>
          <a:custGeom>
            <a:avLst/>
            <a:gdLst/>
            <a:ahLst/>
            <a:rect l="0" t="0" r="r" b="b"/>
            <a:pathLst>
              <a:path w="5477" h="1218">
                <a:moveTo>
                  <a:pt x="0" y="0"/>
                </a:moveTo>
                <a:lnTo>
                  <a:pt x="5477" y="0"/>
                </a:lnTo>
                <a:lnTo>
                  <a:pt x="547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5257440" y="4848120"/>
            <a:ext cx="6267960" cy="438480"/>
          </a:xfrm>
          <a:custGeom>
            <a:avLst/>
            <a:gdLst/>
            <a:ahLst/>
            <a:rect l="0" t="0" r="r" b="b"/>
            <a:pathLst>
              <a:path w="17411" h="1218">
                <a:moveTo>
                  <a:pt x="0" y="0"/>
                </a:moveTo>
                <a:lnTo>
                  <a:pt x="17411" y="0"/>
                </a:lnTo>
                <a:lnTo>
                  <a:pt x="1741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66720" y="22096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66720" y="220968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285560" y="220968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295280" y="220968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3286080" y="22096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3295440" y="2209680"/>
            <a:ext cx="1962360" cy="9720"/>
          </a:xfrm>
          <a:custGeom>
            <a:avLst/>
            <a:gdLst/>
            <a:ah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248080" y="22096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257440" y="2209680"/>
            <a:ext cx="6267960" cy="9720"/>
          </a:xfrm>
          <a:custGeom>
            <a:avLst/>
            <a:gdLst/>
            <a:ahLst/>
            <a:rect l="0" t="0" r="r" b="b"/>
            <a:pathLst>
              <a:path w="17411" h="27">
                <a:moveTo>
                  <a:pt x="0" y="0"/>
                </a:moveTo>
                <a:lnTo>
                  <a:pt x="17411" y="0"/>
                </a:lnTo>
                <a:lnTo>
                  <a:pt x="174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1515680" y="22096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66720" y="26478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295280" y="264780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295440" y="2647800"/>
            <a:ext cx="1962360" cy="9720"/>
          </a:xfrm>
          <a:custGeom>
            <a:avLst/>
            <a:gdLst/>
            <a:ah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257440" y="2647800"/>
            <a:ext cx="6267960" cy="9720"/>
          </a:xfrm>
          <a:custGeom>
            <a:avLst/>
            <a:gdLst/>
            <a:ahLst/>
            <a:rect l="0" t="0" r="r" b="b"/>
            <a:pathLst>
              <a:path w="17411" h="27">
                <a:moveTo>
                  <a:pt x="0" y="0"/>
                </a:moveTo>
                <a:lnTo>
                  <a:pt x="17411" y="0"/>
                </a:lnTo>
                <a:lnTo>
                  <a:pt x="174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66720" y="2657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285560" y="26571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3286080" y="2657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248080" y="2657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1515680" y="2657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66720" y="30952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0"/>
                </a:move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66720" y="308592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285560" y="3095280"/>
            <a:ext cx="10080" cy="438840"/>
          </a:xfrm>
          <a:custGeom>
            <a:avLst/>
            <a:gdLst/>
            <a:ahLst/>
            <a:rect l="0" t="0" r="r" b="b"/>
            <a:pathLst>
              <a:path w="28" h="1219">
                <a:moveTo>
                  <a:pt x="0" y="0"/>
                </a:moveTo>
                <a:lnTo>
                  <a:pt x="28" y="0"/>
                </a:lnTo>
                <a:lnTo>
                  <a:pt x="28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295280" y="3085920"/>
            <a:ext cx="2000520" cy="9720"/>
          </a:xfrm>
          <a:custGeom>
            <a:avLst/>
            <a:gdLst/>
            <a:ah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286080" y="30952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0"/>
                </a:move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295440" y="3085920"/>
            <a:ext cx="1962360" cy="9720"/>
          </a:xfrm>
          <a:custGeom>
            <a:avLst/>
            <a:gdLst/>
            <a:ah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248080" y="30952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0"/>
                </a:move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257440" y="3085920"/>
            <a:ext cx="6267960" cy="9720"/>
          </a:xfrm>
          <a:custGeom>
            <a:avLst/>
            <a:gdLst/>
            <a:ahLst/>
            <a:rect l="0" t="0" r="r" b="b"/>
            <a:pathLst>
              <a:path w="17411" h="27">
                <a:moveTo>
                  <a:pt x="0" y="0"/>
                </a:moveTo>
                <a:lnTo>
                  <a:pt x="17411" y="0"/>
                </a:lnTo>
                <a:lnTo>
                  <a:pt x="174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515680" y="30952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0"/>
                </a:move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6672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666720" y="35240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285560" y="35337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295280" y="3524040"/>
            <a:ext cx="2000520" cy="10080"/>
          </a:xfrm>
          <a:custGeom>
            <a:avLst/>
            <a:gdLst/>
            <a:ah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328608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3295440" y="3524040"/>
            <a:ext cx="1962360" cy="10080"/>
          </a:xfrm>
          <a:custGeom>
            <a:avLst/>
            <a:gdLst/>
            <a:ah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524808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257440" y="3524040"/>
            <a:ext cx="6267960" cy="10080"/>
          </a:xfrm>
          <a:custGeom>
            <a:avLst/>
            <a:gdLst/>
            <a:ahLst/>
            <a:rect l="0" t="0" r="r" b="b"/>
            <a:pathLst>
              <a:path w="17411" h="28">
                <a:moveTo>
                  <a:pt x="0" y="0"/>
                </a:moveTo>
                <a:lnTo>
                  <a:pt x="17411" y="0"/>
                </a:lnTo>
                <a:lnTo>
                  <a:pt x="174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1515680" y="3533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66672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66720" y="396216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285560" y="39718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295280" y="3962160"/>
            <a:ext cx="2000520" cy="10080"/>
          </a:xfrm>
          <a:custGeom>
            <a:avLst/>
            <a:gdLst/>
            <a:ah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328608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3295440" y="3962160"/>
            <a:ext cx="1962360" cy="10080"/>
          </a:xfrm>
          <a:custGeom>
            <a:avLst/>
            <a:gdLst/>
            <a:ah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24808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257440" y="3962160"/>
            <a:ext cx="6267960" cy="10080"/>
          </a:xfrm>
          <a:custGeom>
            <a:avLst/>
            <a:gdLst/>
            <a:ahLst/>
            <a:rect l="0" t="0" r="r" b="b"/>
            <a:pathLst>
              <a:path w="17411" h="28">
                <a:moveTo>
                  <a:pt x="0" y="0"/>
                </a:moveTo>
                <a:lnTo>
                  <a:pt x="17411" y="0"/>
                </a:lnTo>
                <a:lnTo>
                  <a:pt x="174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1515680" y="3971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666720" y="44100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66720" y="440028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285560" y="44100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295280" y="4400280"/>
            <a:ext cx="2000520" cy="10080"/>
          </a:xfrm>
          <a:custGeom>
            <a:avLst/>
            <a:gdLst/>
            <a:ah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3286080" y="44100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3295440" y="4400280"/>
            <a:ext cx="1962360" cy="10080"/>
          </a:xfrm>
          <a:custGeom>
            <a:avLst/>
            <a:gdLst/>
            <a:ah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248080" y="44100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257440" y="4400280"/>
            <a:ext cx="6267960" cy="10080"/>
          </a:xfrm>
          <a:custGeom>
            <a:avLst/>
            <a:gdLst/>
            <a:ahLst/>
            <a:rect l="0" t="0" r="r" b="b"/>
            <a:pathLst>
              <a:path w="17411" h="28">
                <a:moveTo>
                  <a:pt x="0" y="0"/>
                </a:moveTo>
                <a:lnTo>
                  <a:pt x="17411" y="0"/>
                </a:lnTo>
                <a:lnTo>
                  <a:pt x="174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1515680" y="44100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66720" y="4848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66720" y="483840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285560" y="48481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295280" y="4838400"/>
            <a:ext cx="2000520" cy="10080"/>
          </a:xfrm>
          <a:custGeom>
            <a:avLst/>
            <a:gdLst/>
            <a:ah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3286080" y="4848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3295440" y="4838400"/>
            <a:ext cx="1962360" cy="10080"/>
          </a:xfrm>
          <a:custGeom>
            <a:avLst/>
            <a:gdLst/>
            <a:ah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248080" y="4848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257440" y="4838400"/>
            <a:ext cx="6267960" cy="10080"/>
          </a:xfrm>
          <a:custGeom>
            <a:avLst/>
            <a:gdLst/>
            <a:ahLst/>
            <a:rect l="0" t="0" r="r" b="b"/>
            <a:pathLst>
              <a:path w="17411" h="28">
                <a:moveTo>
                  <a:pt x="0" y="0"/>
                </a:moveTo>
                <a:lnTo>
                  <a:pt x="17411" y="0"/>
                </a:lnTo>
                <a:lnTo>
                  <a:pt x="174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1515680" y="4848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66720" y="527652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295280" y="5276520"/>
            <a:ext cx="2000520" cy="10080"/>
          </a:xfrm>
          <a:custGeom>
            <a:avLst/>
            <a:gdLst/>
            <a:ah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3295440" y="5276520"/>
            <a:ext cx="1962360" cy="10080"/>
          </a:xfrm>
          <a:custGeom>
            <a:avLst/>
            <a:gdLst/>
            <a:ah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257440" y="5276520"/>
            <a:ext cx="6267960" cy="10080"/>
          </a:xfrm>
          <a:custGeom>
            <a:avLst/>
            <a:gdLst/>
            <a:ahLst/>
            <a:rect l="0" t="0" r="r" b="b"/>
            <a:pathLst>
              <a:path w="17411" h="28">
                <a:moveTo>
                  <a:pt x="0" y="0"/>
                </a:moveTo>
                <a:lnTo>
                  <a:pt x="17411" y="0"/>
                </a:lnTo>
                <a:lnTo>
                  <a:pt x="174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66720" y="1568160"/>
            <a:ext cx="50284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The patient's story: send in this order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99920" y="230544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#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414440" y="2305440"/>
            <a:ext cx="639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Sample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415680" y="2305440"/>
            <a:ext cx="7610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Message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382360" y="2305440"/>
            <a:ext cx="779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Becomes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99920" y="274356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414440" y="2743560"/>
            <a:ext cx="651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register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381280" y="2752560"/>
            <a:ext cx="896040" cy="286200"/>
          </a:xfrm>
          <a:custGeom>
            <a:avLst/>
            <a:gdLst/>
            <a:ahLst/>
            <a:rect l="0" t="0" r="r" b="b"/>
            <a:pathLst>
              <a:path w="2489" h="795">
                <a:moveTo>
                  <a:pt x="0" y="635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30" y="0"/>
                </a:lnTo>
                <a:cubicBezTo>
                  <a:pt x="2340" y="0"/>
                  <a:pt x="2351" y="1"/>
                  <a:pt x="2361" y="3"/>
                </a:cubicBezTo>
                <a:cubicBezTo>
                  <a:pt x="2371" y="5"/>
                  <a:pt x="2381" y="8"/>
                  <a:pt x="2391" y="12"/>
                </a:cubicBezTo>
                <a:cubicBezTo>
                  <a:pt x="2400" y="16"/>
                  <a:pt x="2409" y="21"/>
                  <a:pt x="2418" y="27"/>
                </a:cubicBezTo>
                <a:cubicBezTo>
                  <a:pt x="2427" y="33"/>
                  <a:pt x="2435" y="39"/>
                  <a:pt x="2442" y="46"/>
                </a:cubicBezTo>
                <a:cubicBezTo>
                  <a:pt x="2449" y="54"/>
                  <a:pt x="2456" y="62"/>
                  <a:pt x="2462" y="71"/>
                </a:cubicBezTo>
                <a:cubicBezTo>
                  <a:pt x="2468" y="79"/>
                  <a:pt x="2472" y="88"/>
                  <a:pt x="2476" y="98"/>
                </a:cubicBezTo>
                <a:cubicBezTo>
                  <a:pt x="2480" y="108"/>
                  <a:pt x="2483" y="118"/>
                  <a:pt x="2485" y="128"/>
                </a:cubicBezTo>
                <a:cubicBezTo>
                  <a:pt x="2488" y="138"/>
                  <a:pt x="2489" y="148"/>
                  <a:pt x="2489" y="159"/>
                </a:cubicBezTo>
                <a:lnTo>
                  <a:pt x="2489" y="635"/>
                </a:lnTo>
                <a:cubicBezTo>
                  <a:pt x="2489" y="645"/>
                  <a:pt x="2488" y="656"/>
                  <a:pt x="2485" y="666"/>
                </a:cubicBezTo>
                <a:cubicBezTo>
                  <a:pt x="2483" y="676"/>
                  <a:pt x="2480" y="687"/>
                  <a:pt x="2476" y="697"/>
                </a:cubicBezTo>
                <a:cubicBezTo>
                  <a:pt x="2472" y="706"/>
                  <a:pt x="2468" y="715"/>
                  <a:pt x="2462" y="724"/>
                </a:cubicBezTo>
                <a:cubicBezTo>
                  <a:pt x="2456" y="733"/>
                  <a:pt x="2449" y="741"/>
                  <a:pt x="2442" y="748"/>
                </a:cubicBezTo>
                <a:cubicBezTo>
                  <a:pt x="2435" y="756"/>
                  <a:pt x="2427" y="762"/>
                  <a:pt x="2418" y="768"/>
                </a:cubicBezTo>
                <a:cubicBezTo>
                  <a:pt x="2409" y="774"/>
                  <a:pt x="2400" y="779"/>
                  <a:pt x="2391" y="783"/>
                </a:cubicBezTo>
                <a:cubicBezTo>
                  <a:pt x="2381" y="787"/>
                  <a:pt x="2371" y="790"/>
                  <a:pt x="2361" y="792"/>
                </a:cubicBezTo>
                <a:cubicBezTo>
                  <a:pt x="2351" y="794"/>
                  <a:pt x="2340" y="795"/>
                  <a:pt x="2330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7" y="706"/>
                  <a:pt x="13" y="697"/>
                </a:cubicBezTo>
                <a:cubicBezTo>
                  <a:pt x="9" y="687"/>
                  <a:pt x="6" y="676"/>
                  <a:pt x="4" y="666"/>
                </a:cubicBezTo>
                <a:cubicBezTo>
                  <a:pt x="1" y="656"/>
                  <a:pt x="0" y="645"/>
                  <a:pt x="0" y="635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415680" y="2743560"/>
            <a:ext cx="786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ADT^A04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453640" y="2792160"/>
            <a:ext cx="749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Patient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857640" y="2752560"/>
            <a:ext cx="1000800" cy="286200"/>
          </a:xfrm>
          <a:custGeom>
            <a:avLst/>
            <a:gdLst/>
            <a:ahLst/>
            <a:rect l="0" t="0" r="r" b="b"/>
            <a:pathLst>
              <a:path w="2780" h="795">
                <a:moveTo>
                  <a:pt x="0" y="635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621" y="0"/>
                </a:lnTo>
                <a:cubicBezTo>
                  <a:pt x="2631" y="0"/>
                  <a:pt x="2642" y="1"/>
                  <a:pt x="2652" y="3"/>
                </a:cubicBezTo>
                <a:cubicBezTo>
                  <a:pt x="2662" y="5"/>
                  <a:pt x="2672" y="8"/>
                  <a:pt x="2682" y="12"/>
                </a:cubicBezTo>
                <a:cubicBezTo>
                  <a:pt x="2691" y="16"/>
                  <a:pt x="2700" y="21"/>
                  <a:pt x="2709" y="27"/>
                </a:cubicBezTo>
                <a:cubicBezTo>
                  <a:pt x="2718" y="33"/>
                  <a:pt x="2726" y="39"/>
                  <a:pt x="2733" y="46"/>
                </a:cubicBezTo>
                <a:cubicBezTo>
                  <a:pt x="2740" y="54"/>
                  <a:pt x="2747" y="62"/>
                  <a:pt x="2753" y="71"/>
                </a:cubicBezTo>
                <a:cubicBezTo>
                  <a:pt x="2759" y="79"/>
                  <a:pt x="2764" y="88"/>
                  <a:pt x="2768" y="98"/>
                </a:cubicBezTo>
                <a:cubicBezTo>
                  <a:pt x="2772" y="108"/>
                  <a:pt x="2775" y="118"/>
                  <a:pt x="2777" y="128"/>
                </a:cubicBezTo>
                <a:cubicBezTo>
                  <a:pt x="2779" y="138"/>
                  <a:pt x="2780" y="148"/>
                  <a:pt x="2780" y="159"/>
                </a:cubicBezTo>
                <a:lnTo>
                  <a:pt x="2780" y="635"/>
                </a:lnTo>
                <a:cubicBezTo>
                  <a:pt x="2780" y="645"/>
                  <a:pt x="2779" y="656"/>
                  <a:pt x="2777" y="666"/>
                </a:cubicBezTo>
                <a:cubicBezTo>
                  <a:pt x="2775" y="676"/>
                  <a:pt x="2772" y="687"/>
                  <a:pt x="2768" y="697"/>
                </a:cubicBezTo>
                <a:cubicBezTo>
                  <a:pt x="2764" y="706"/>
                  <a:pt x="2759" y="715"/>
                  <a:pt x="2753" y="724"/>
                </a:cubicBezTo>
                <a:cubicBezTo>
                  <a:pt x="2747" y="733"/>
                  <a:pt x="2740" y="741"/>
                  <a:pt x="2733" y="748"/>
                </a:cubicBezTo>
                <a:cubicBezTo>
                  <a:pt x="2726" y="756"/>
                  <a:pt x="2718" y="762"/>
                  <a:pt x="2709" y="768"/>
                </a:cubicBezTo>
                <a:cubicBezTo>
                  <a:pt x="2700" y="774"/>
                  <a:pt x="2691" y="779"/>
                  <a:pt x="2682" y="783"/>
                </a:cubicBezTo>
                <a:cubicBezTo>
                  <a:pt x="2672" y="787"/>
                  <a:pt x="2662" y="790"/>
                  <a:pt x="2652" y="792"/>
                </a:cubicBezTo>
                <a:cubicBezTo>
                  <a:pt x="2642" y="794"/>
                  <a:pt x="2631" y="795"/>
                  <a:pt x="2621" y="795"/>
                </a:cubicBezTo>
                <a:lnTo>
                  <a:pt x="159" y="795"/>
                </a:lnTo>
                <a:cubicBezTo>
                  <a:pt x="149" y="795"/>
                  <a:pt x="139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7" y="706"/>
                  <a:pt x="13" y="697"/>
                </a:cubicBezTo>
                <a:cubicBezTo>
                  <a:pt x="9" y="687"/>
                  <a:pt x="6" y="676"/>
                  <a:pt x="4" y="666"/>
                </a:cubicBezTo>
                <a:cubicBezTo>
                  <a:pt x="2" y="656"/>
                  <a:pt x="0" y="645"/>
                  <a:pt x="0" y="635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272640" y="2743560"/>
            <a:ext cx="5828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(MRN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6930360" y="2792160"/>
            <a:ext cx="855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QH000123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855920" y="274356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99920" y="318204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2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414440" y="3182040"/>
            <a:ext cx="4687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order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3415680" y="3182040"/>
            <a:ext cx="8845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ORM^O01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933880" y="3190680"/>
            <a:ext cx="1638720" cy="286200"/>
          </a:xfrm>
          <a:custGeom>
            <a:avLst/>
            <a:gdLst/>
            <a:ahLst/>
            <a:rect l="0" t="0" r="r" b="b"/>
            <a:pathLst>
              <a:path w="4552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393" y="0"/>
                </a:lnTo>
                <a:cubicBezTo>
                  <a:pt x="4404" y="0"/>
                  <a:pt x="4414" y="1"/>
                  <a:pt x="4424" y="3"/>
                </a:cubicBezTo>
                <a:cubicBezTo>
                  <a:pt x="4434" y="5"/>
                  <a:pt x="4444" y="8"/>
                  <a:pt x="4454" y="12"/>
                </a:cubicBezTo>
                <a:cubicBezTo>
                  <a:pt x="4464" y="16"/>
                  <a:pt x="4473" y="21"/>
                  <a:pt x="4481" y="27"/>
                </a:cubicBezTo>
                <a:cubicBezTo>
                  <a:pt x="4490" y="33"/>
                  <a:pt x="4498" y="39"/>
                  <a:pt x="4505" y="47"/>
                </a:cubicBezTo>
                <a:cubicBezTo>
                  <a:pt x="4513" y="54"/>
                  <a:pt x="4519" y="62"/>
                  <a:pt x="4525" y="71"/>
                </a:cubicBezTo>
                <a:cubicBezTo>
                  <a:pt x="4531" y="79"/>
                  <a:pt x="4536" y="88"/>
                  <a:pt x="4540" y="98"/>
                </a:cubicBezTo>
                <a:cubicBezTo>
                  <a:pt x="4544" y="108"/>
                  <a:pt x="4547" y="118"/>
                  <a:pt x="4549" y="128"/>
                </a:cubicBezTo>
                <a:cubicBezTo>
                  <a:pt x="4551" y="138"/>
                  <a:pt x="4552" y="148"/>
                  <a:pt x="4552" y="159"/>
                </a:cubicBezTo>
                <a:lnTo>
                  <a:pt x="4552" y="636"/>
                </a:lnTo>
                <a:cubicBezTo>
                  <a:pt x="4552" y="646"/>
                  <a:pt x="4551" y="657"/>
                  <a:pt x="4549" y="667"/>
                </a:cubicBezTo>
                <a:cubicBezTo>
                  <a:pt x="4547" y="677"/>
                  <a:pt x="4544" y="687"/>
                  <a:pt x="4540" y="697"/>
                </a:cubicBezTo>
                <a:cubicBezTo>
                  <a:pt x="4536" y="706"/>
                  <a:pt x="4531" y="716"/>
                  <a:pt x="4525" y="724"/>
                </a:cubicBezTo>
                <a:cubicBezTo>
                  <a:pt x="4519" y="733"/>
                  <a:pt x="4513" y="741"/>
                  <a:pt x="4505" y="748"/>
                </a:cubicBezTo>
                <a:cubicBezTo>
                  <a:pt x="4498" y="756"/>
                  <a:pt x="4490" y="762"/>
                  <a:pt x="4481" y="768"/>
                </a:cubicBezTo>
                <a:cubicBezTo>
                  <a:pt x="4473" y="774"/>
                  <a:pt x="4464" y="779"/>
                  <a:pt x="4454" y="783"/>
                </a:cubicBezTo>
                <a:cubicBezTo>
                  <a:pt x="4444" y="787"/>
                  <a:pt x="4434" y="790"/>
                  <a:pt x="4424" y="792"/>
                </a:cubicBezTo>
                <a:cubicBezTo>
                  <a:pt x="4414" y="794"/>
                  <a:pt x="4404" y="795"/>
                  <a:pt x="4393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382360" y="3182040"/>
            <a:ext cx="549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active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003720" y="3230640"/>
            <a:ext cx="1497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ServiceRequest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99920" y="362016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3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414440" y="3620160"/>
            <a:ext cx="465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study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381280" y="3628800"/>
            <a:ext cx="1429200" cy="286200"/>
          </a:xfrm>
          <a:custGeom>
            <a:avLst/>
            <a:gdLst/>
            <a:ahLst/>
            <a:rect l="0" t="0" r="r" b="b"/>
            <a:pathLst>
              <a:path w="3970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11" y="0"/>
                </a:lnTo>
                <a:cubicBezTo>
                  <a:pt x="3822" y="0"/>
                  <a:pt x="3832" y="1"/>
                  <a:pt x="3842" y="3"/>
                </a:cubicBezTo>
                <a:cubicBezTo>
                  <a:pt x="3853" y="5"/>
                  <a:pt x="3863" y="8"/>
                  <a:pt x="3872" y="12"/>
                </a:cubicBezTo>
                <a:cubicBezTo>
                  <a:pt x="3882" y="16"/>
                  <a:pt x="3891" y="21"/>
                  <a:pt x="3900" y="27"/>
                </a:cubicBezTo>
                <a:cubicBezTo>
                  <a:pt x="3908" y="33"/>
                  <a:pt x="3916" y="39"/>
                  <a:pt x="3924" y="47"/>
                </a:cubicBezTo>
                <a:cubicBezTo>
                  <a:pt x="3931" y="54"/>
                  <a:pt x="3938" y="62"/>
                  <a:pt x="3943" y="71"/>
                </a:cubicBezTo>
                <a:cubicBezTo>
                  <a:pt x="3949" y="79"/>
                  <a:pt x="3954" y="88"/>
                  <a:pt x="3958" y="98"/>
                </a:cubicBezTo>
                <a:cubicBezTo>
                  <a:pt x="3962" y="108"/>
                  <a:pt x="3965" y="118"/>
                  <a:pt x="3967" y="128"/>
                </a:cubicBezTo>
                <a:cubicBezTo>
                  <a:pt x="3969" y="138"/>
                  <a:pt x="3970" y="148"/>
                  <a:pt x="3970" y="159"/>
                </a:cubicBezTo>
                <a:lnTo>
                  <a:pt x="3970" y="636"/>
                </a:lnTo>
                <a:cubicBezTo>
                  <a:pt x="3970" y="647"/>
                  <a:pt x="3969" y="657"/>
                  <a:pt x="3967" y="667"/>
                </a:cubicBezTo>
                <a:cubicBezTo>
                  <a:pt x="3965" y="677"/>
                  <a:pt x="3962" y="687"/>
                  <a:pt x="3958" y="697"/>
                </a:cubicBezTo>
                <a:cubicBezTo>
                  <a:pt x="3954" y="707"/>
                  <a:pt x="3949" y="716"/>
                  <a:pt x="3943" y="724"/>
                </a:cubicBezTo>
                <a:cubicBezTo>
                  <a:pt x="3938" y="733"/>
                  <a:pt x="3931" y="741"/>
                  <a:pt x="3924" y="748"/>
                </a:cubicBezTo>
                <a:cubicBezTo>
                  <a:pt x="3916" y="756"/>
                  <a:pt x="3908" y="762"/>
                  <a:pt x="3900" y="768"/>
                </a:cubicBezTo>
                <a:cubicBezTo>
                  <a:pt x="3891" y="774"/>
                  <a:pt x="3882" y="779"/>
                  <a:pt x="3872" y="783"/>
                </a:cubicBezTo>
                <a:cubicBezTo>
                  <a:pt x="3863" y="787"/>
                  <a:pt x="3853" y="790"/>
                  <a:pt x="3842" y="792"/>
                </a:cubicBezTo>
                <a:cubicBezTo>
                  <a:pt x="3832" y="794"/>
                  <a:pt x="3822" y="795"/>
                  <a:pt x="3811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7" y="707"/>
                  <a:pt x="13" y="697"/>
                </a:cubicBezTo>
                <a:cubicBezTo>
                  <a:pt x="9" y="687"/>
                  <a:pt x="6" y="677"/>
                  <a:pt x="4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3415680" y="3620160"/>
            <a:ext cx="823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OMI^O23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5453640" y="3668760"/>
            <a:ext cx="1283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ImagingStudy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6806520" y="3620160"/>
            <a:ext cx="1687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linked to the order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99920" y="405828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4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414440" y="4058280"/>
            <a:ext cx="938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report-text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5381280" y="4076640"/>
            <a:ext cx="1848240" cy="276480"/>
          </a:xfrm>
          <a:custGeom>
            <a:avLst/>
            <a:gdLst/>
            <a:ahLst/>
            <a:rect l="0" t="0" r="r" b="b"/>
            <a:pathLst>
              <a:path w="5134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976" y="0"/>
                </a:lnTo>
                <a:cubicBezTo>
                  <a:pt x="4986" y="0"/>
                  <a:pt x="4996" y="1"/>
                  <a:pt x="5007" y="3"/>
                </a:cubicBezTo>
                <a:cubicBezTo>
                  <a:pt x="5017" y="5"/>
                  <a:pt x="5027" y="8"/>
                  <a:pt x="5036" y="12"/>
                </a:cubicBezTo>
                <a:cubicBezTo>
                  <a:pt x="5046" y="16"/>
                  <a:pt x="5055" y="21"/>
                  <a:pt x="5064" y="26"/>
                </a:cubicBezTo>
                <a:cubicBezTo>
                  <a:pt x="5072" y="32"/>
                  <a:pt x="5081" y="39"/>
                  <a:pt x="5088" y="46"/>
                </a:cubicBezTo>
                <a:cubicBezTo>
                  <a:pt x="5095" y="54"/>
                  <a:pt x="5102" y="62"/>
                  <a:pt x="5108" y="70"/>
                </a:cubicBezTo>
                <a:cubicBezTo>
                  <a:pt x="5113" y="79"/>
                  <a:pt x="5118" y="88"/>
                  <a:pt x="5122" y="98"/>
                </a:cubicBezTo>
                <a:cubicBezTo>
                  <a:pt x="5126" y="107"/>
                  <a:pt x="5129" y="117"/>
                  <a:pt x="5131" y="127"/>
                </a:cubicBezTo>
                <a:cubicBezTo>
                  <a:pt x="5133" y="138"/>
                  <a:pt x="5134" y="148"/>
                  <a:pt x="5134" y="158"/>
                </a:cubicBezTo>
                <a:lnTo>
                  <a:pt x="5134" y="609"/>
                </a:lnTo>
                <a:cubicBezTo>
                  <a:pt x="5134" y="620"/>
                  <a:pt x="5133" y="630"/>
                  <a:pt x="5131" y="640"/>
                </a:cubicBezTo>
                <a:cubicBezTo>
                  <a:pt x="5129" y="650"/>
                  <a:pt x="5126" y="660"/>
                  <a:pt x="5122" y="670"/>
                </a:cubicBezTo>
                <a:cubicBezTo>
                  <a:pt x="5118" y="680"/>
                  <a:pt x="5113" y="689"/>
                  <a:pt x="5108" y="697"/>
                </a:cubicBezTo>
                <a:cubicBezTo>
                  <a:pt x="5102" y="706"/>
                  <a:pt x="5095" y="714"/>
                  <a:pt x="5088" y="721"/>
                </a:cubicBezTo>
                <a:cubicBezTo>
                  <a:pt x="5081" y="729"/>
                  <a:pt x="5072" y="735"/>
                  <a:pt x="5064" y="741"/>
                </a:cubicBezTo>
                <a:cubicBezTo>
                  <a:pt x="5055" y="747"/>
                  <a:pt x="5046" y="752"/>
                  <a:pt x="5036" y="756"/>
                </a:cubicBezTo>
                <a:cubicBezTo>
                  <a:pt x="5027" y="760"/>
                  <a:pt x="5017" y="763"/>
                  <a:pt x="5007" y="765"/>
                </a:cubicBezTo>
                <a:cubicBezTo>
                  <a:pt x="4996" y="767"/>
                  <a:pt x="4986" y="768"/>
                  <a:pt x="4976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1"/>
                </a:cubicBezTo>
                <a:cubicBezTo>
                  <a:pt x="40" y="714"/>
                  <a:pt x="33" y="706"/>
                  <a:pt x="27" y="697"/>
                </a:cubicBezTo>
                <a:cubicBezTo>
                  <a:pt x="21" y="689"/>
                  <a:pt x="17" y="680"/>
                  <a:pt x="13" y="670"/>
                </a:cubicBezTo>
                <a:cubicBezTo>
                  <a:pt x="9" y="660"/>
                  <a:pt x="6" y="650"/>
                  <a:pt x="4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3415680" y="4058280"/>
            <a:ext cx="814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ORU^R01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5453640" y="4116240"/>
            <a:ext cx="1712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DiagnosticReport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7429320" y="4076640"/>
            <a:ext cx="1324440" cy="276480"/>
          </a:xfrm>
          <a:custGeom>
            <a:avLst/>
            <a:gdLst/>
            <a:ahLst/>
            <a:rect l="0" t="0" r="r" b="b"/>
            <a:pathLst>
              <a:path w="3679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520" y="0"/>
                </a:lnTo>
                <a:cubicBezTo>
                  <a:pt x="3530" y="0"/>
                  <a:pt x="3541" y="1"/>
                  <a:pt x="3551" y="3"/>
                </a:cubicBezTo>
                <a:cubicBezTo>
                  <a:pt x="3561" y="5"/>
                  <a:pt x="3571" y="8"/>
                  <a:pt x="3581" y="12"/>
                </a:cubicBezTo>
                <a:cubicBezTo>
                  <a:pt x="3590" y="16"/>
                  <a:pt x="3599" y="21"/>
                  <a:pt x="3608" y="26"/>
                </a:cubicBezTo>
                <a:cubicBezTo>
                  <a:pt x="3617" y="32"/>
                  <a:pt x="3625" y="39"/>
                  <a:pt x="3632" y="46"/>
                </a:cubicBezTo>
                <a:cubicBezTo>
                  <a:pt x="3640" y="54"/>
                  <a:pt x="3646" y="62"/>
                  <a:pt x="3652" y="70"/>
                </a:cubicBezTo>
                <a:cubicBezTo>
                  <a:pt x="3658" y="79"/>
                  <a:pt x="3663" y="88"/>
                  <a:pt x="3667" y="98"/>
                </a:cubicBezTo>
                <a:cubicBezTo>
                  <a:pt x="3671" y="107"/>
                  <a:pt x="3674" y="117"/>
                  <a:pt x="3676" y="127"/>
                </a:cubicBezTo>
                <a:cubicBezTo>
                  <a:pt x="3678" y="138"/>
                  <a:pt x="3679" y="148"/>
                  <a:pt x="3679" y="158"/>
                </a:cubicBezTo>
                <a:lnTo>
                  <a:pt x="3679" y="609"/>
                </a:lnTo>
                <a:cubicBezTo>
                  <a:pt x="3679" y="620"/>
                  <a:pt x="3678" y="630"/>
                  <a:pt x="3676" y="640"/>
                </a:cubicBezTo>
                <a:cubicBezTo>
                  <a:pt x="3674" y="650"/>
                  <a:pt x="3671" y="660"/>
                  <a:pt x="3667" y="670"/>
                </a:cubicBezTo>
                <a:cubicBezTo>
                  <a:pt x="3663" y="680"/>
                  <a:pt x="3658" y="689"/>
                  <a:pt x="3652" y="697"/>
                </a:cubicBezTo>
                <a:cubicBezTo>
                  <a:pt x="3646" y="706"/>
                  <a:pt x="3640" y="714"/>
                  <a:pt x="3632" y="721"/>
                </a:cubicBezTo>
                <a:cubicBezTo>
                  <a:pt x="3625" y="729"/>
                  <a:pt x="3617" y="735"/>
                  <a:pt x="3608" y="741"/>
                </a:cubicBezTo>
                <a:cubicBezTo>
                  <a:pt x="3599" y="747"/>
                  <a:pt x="3590" y="752"/>
                  <a:pt x="3581" y="756"/>
                </a:cubicBezTo>
                <a:cubicBezTo>
                  <a:pt x="3571" y="760"/>
                  <a:pt x="3561" y="763"/>
                  <a:pt x="3551" y="765"/>
                </a:cubicBezTo>
                <a:cubicBezTo>
                  <a:pt x="3541" y="767"/>
                  <a:pt x="3530" y="768"/>
                  <a:pt x="3520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233840" y="405828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+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7504200" y="4116240"/>
            <a:ext cx="1177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Observation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8750160" y="405828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99920" y="449640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5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414440" y="4496400"/>
            <a:ext cx="8863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report-pdf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5381280" y="4514760"/>
            <a:ext cx="1848240" cy="276480"/>
          </a:xfrm>
          <a:custGeom>
            <a:avLst/>
            <a:gdLst/>
            <a:ahLst/>
            <a:rect l="0" t="0" r="r" b="b"/>
            <a:pathLst>
              <a:path w="5134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9"/>
                  <a:pt x="4" y="129"/>
                </a:cubicBezTo>
                <a:cubicBezTo>
                  <a:pt x="6" y="118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976" y="0"/>
                </a:lnTo>
                <a:cubicBezTo>
                  <a:pt x="4986" y="0"/>
                  <a:pt x="4996" y="1"/>
                  <a:pt x="5007" y="3"/>
                </a:cubicBezTo>
                <a:cubicBezTo>
                  <a:pt x="5017" y="5"/>
                  <a:pt x="5027" y="8"/>
                  <a:pt x="5036" y="12"/>
                </a:cubicBezTo>
                <a:cubicBezTo>
                  <a:pt x="5046" y="16"/>
                  <a:pt x="5055" y="21"/>
                  <a:pt x="5064" y="27"/>
                </a:cubicBezTo>
                <a:cubicBezTo>
                  <a:pt x="5072" y="32"/>
                  <a:pt x="5081" y="39"/>
                  <a:pt x="5088" y="46"/>
                </a:cubicBezTo>
                <a:cubicBezTo>
                  <a:pt x="5095" y="54"/>
                  <a:pt x="5102" y="62"/>
                  <a:pt x="5108" y="70"/>
                </a:cubicBezTo>
                <a:cubicBezTo>
                  <a:pt x="5113" y="79"/>
                  <a:pt x="5118" y="88"/>
                  <a:pt x="5122" y="98"/>
                </a:cubicBezTo>
                <a:cubicBezTo>
                  <a:pt x="5126" y="107"/>
                  <a:pt x="5129" y="118"/>
                  <a:pt x="5131" y="129"/>
                </a:cubicBezTo>
                <a:cubicBezTo>
                  <a:pt x="5133" y="139"/>
                  <a:pt x="5134" y="149"/>
                  <a:pt x="5134" y="159"/>
                </a:cubicBezTo>
                <a:lnTo>
                  <a:pt x="5134" y="609"/>
                </a:lnTo>
                <a:cubicBezTo>
                  <a:pt x="5134" y="620"/>
                  <a:pt x="5133" y="630"/>
                  <a:pt x="5131" y="640"/>
                </a:cubicBezTo>
                <a:cubicBezTo>
                  <a:pt x="5129" y="650"/>
                  <a:pt x="5126" y="660"/>
                  <a:pt x="5122" y="670"/>
                </a:cubicBezTo>
                <a:cubicBezTo>
                  <a:pt x="5118" y="680"/>
                  <a:pt x="5113" y="689"/>
                  <a:pt x="5108" y="697"/>
                </a:cubicBezTo>
                <a:cubicBezTo>
                  <a:pt x="5102" y="706"/>
                  <a:pt x="5095" y="714"/>
                  <a:pt x="5088" y="722"/>
                </a:cubicBezTo>
                <a:cubicBezTo>
                  <a:pt x="5081" y="729"/>
                  <a:pt x="5072" y="735"/>
                  <a:pt x="5064" y="741"/>
                </a:cubicBezTo>
                <a:cubicBezTo>
                  <a:pt x="5055" y="747"/>
                  <a:pt x="5046" y="752"/>
                  <a:pt x="5036" y="756"/>
                </a:cubicBezTo>
                <a:cubicBezTo>
                  <a:pt x="5027" y="760"/>
                  <a:pt x="5017" y="763"/>
                  <a:pt x="5007" y="765"/>
                </a:cubicBezTo>
                <a:cubicBezTo>
                  <a:pt x="4996" y="767"/>
                  <a:pt x="4986" y="768"/>
                  <a:pt x="4976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2"/>
                </a:cubicBezTo>
                <a:cubicBezTo>
                  <a:pt x="40" y="714"/>
                  <a:pt x="33" y="706"/>
                  <a:pt x="27" y="697"/>
                </a:cubicBezTo>
                <a:cubicBezTo>
                  <a:pt x="21" y="689"/>
                  <a:pt x="17" y="680"/>
                  <a:pt x="13" y="670"/>
                </a:cubicBezTo>
                <a:cubicBezTo>
                  <a:pt x="9" y="660"/>
                  <a:pt x="6" y="650"/>
                  <a:pt x="4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3415680" y="4496400"/>
            <a:ext cx="814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ORU^R01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453640" y="4554360"/>
            <a:ext cx="1712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DiagnosticReport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233840" y="4496400"/>
            <a:ext cx="1315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with inline PDF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99920" y="493452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6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414440" y="4934520"/>
            <a:ext cx="7034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scanned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5381280" y="4952880"/>
            <a:ext cx="1962720" cy="276480"/>
          </a:xfrm>
          <a:custGeom>
            <a:avLst/>
            <a:gdLst/>
            <a:ahLst/>
            <a:rect l="0" t="0" r="r" b="b"/>
            <a:pathLst>
              <a:path w="5452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293" y="0"/>
                </a:lnTo>
                <a:cubicBezTo>
                  <a:pt x="5304" y="0"/>
                  <a:pt x="5314" y="1"/>
                  <a:pt x="5324" y="3"/>
                </a:cubicBezTo>
                <a:cubicBezTo>
                  <a:pt x="5334" y="5"/>
                  <a:pt x="5344" y="8"/>
                  <a:pt x="5354" y="12"/>
                </a:cubicBezTo>
                <a:cubicBezTo>
                  <a:pt x="5364" y="16"/>
                  <a:pt x="5373" y="21"/>
                  <a:pt x="5381" y="27"/>
                </a:cubicBezTo>
                <a:cubicBezTo>
                  <a:pt x="5390" y="32"/>
                  <a:pt x="5398" y="39"/>
                  <a:pt x="5405" y="46"/>
                </a:cubicBezTo>
                <a:cubicBezTo>
                  <a:pt x="5413" y="54"/>
                  <a:pt x="5419" y="62"/>
                  <a:pt x="5425" y="70"/>
                </a:cubicBezTo>
                <a:cubicBezTo>
                  <a:pt x="5431" y="79"/>
                  <a:pt x="5436" y="88"/>
                  <a:pt x="5440" y="98"/>
                </a:cubicBezTo>
                <a:cubicBezTo>
                  <a:pt x="5444" y="107"/>
                  <a:pt x="5447" y="117"/>
                  <a:pt x="5449" y="128"/>
                </a:cubicBezTo>
                <a:cubicBezTo>
                  <a:pt x="5451" y="138"/>
                  <a:pt x="5452" y="148"/>
                  <a:pt x="5452" y="159"/>
                </a:cubicBezTo>
                <a:lnTo>
                  <a:pt x="5452" y="609"/>
                </a:lnTo>
                <a:cubicBezTo>
                  <a:pt x="5452" y="620"/>
                  <a:pt x="5451" y="630"/>
                  <a:pt x="5449" y="640"/>
                </a:cubicBezTo>
                <a:cubicBezTo>
                  <a:pt x="5447" y="651"/>
                  <a:pt x="5444" y="660"/>
                  <a:pt x="5440" y="670"/>
                </a:cubicBezTo>
                <a:cubicBezTo>
                  <a:pt x="5436" y="680"/>
                  <a:pt x="5431" y="689"/>
                  <a:pt x="5425" y="698"/>
                </a:cubicBezTo>
                <a:cubicBezTo>
                  <a:pt x="5419" y="706"/>
                  <a:pt x="5413" y="714"/>
                  <a:pt x="5405" y="722"/>
                </a:cubicBezTo>
                <a:cubicBezTo>
                  <a:pt x="5398" y="729"/>
                  <a:pt x="5390" y="736"/>
                  <a:pt x="5381" y="741"/>
                </a:cubicBezTo>
                <a:cubicBezTo>
                  <a:pt x="5373" y="747"/>
                  <a:pt x="5364" y="752"/>
                  <a:pt x="5354" y="756"/>
                </a:cubicBezTo>
                <a:cubicBezTo>
                  <a:pt x="5344" y="760"/>
                  <a:pt x="5334" y="763"/>
                  <a:pt x="5324" y="765"/>
                </a:cubicBezTo>
                <a:cubicBezTo>
                  <a:pt x="5314" y="767"/>
                  <a:pt x="5304" y="768"/>
                  <a:pt x="5293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4"/>
                  <a:pt x="33" y="706"/>
                  <a:pt x="27" y="698"/>
                </a:cubicBezTo>
                <a:cubicBezTo>
                  <a:pt x="21" y="689"/>
                  <a:pt x="17" y="680"/>
                  <a:pt x="13" y="670"/>
                </a:cubicBezTo>
                <a:cubicBezTo>
                  <a:pt x="9" y="660"/>
                  <a:pt x="6" y="651"/>
                  <a:pt x="4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3415680" y="4934520"/>
            <a:ext cx="9028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MDM^T02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453640" y="4992480"/>
            <a:ext cx="1818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DocumentReference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340760" y="4934520"/>
            <a:ext cx="948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with a PDF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8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66720" y="22096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76080" y="2390760"/>
            <a:ext cx="638640" cy="438480"/>
          </a:xfrm>
          <a:custGeom>
            <a:avLst/>
            <a:gdLst/>
            <a:ahLst/>
            <a:rect l="0" t="0" r="r" b="b"/>
            <a:pathLst>
              <a:path w="1774" h="1218">
                <a:moveTo>
                  <a:pt x="0" y="0"/>
                </a:moveTo>
                <a:lnTo>
                  <a:pt x="1774" y="0"/>
                </a:lnTo>
                <a:lnTo>
                  <a:pt x="177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1314360" y="2390760"/>
            <a:ext cx="2181600" cy="438480"/>
          </a:xfrm>
          <a:custGeom>
            <a:avLst/>
            <a:gdLst/>
            <a:ahLst/>
            <a:rect l="0" t="0" r="r" b="b"/>
            <a:pathLst>
              <a:path w="6060" h="1218">
                <a:moveTo>
                  <a:pt x="0" y="0"/>
                </a:moveTo>
                <a:lnTo>
                  <a:pt x="6060" y="0"/>
                </a:lnTo>
                <a:lnTo>
                  <a:pt x="60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3495600" y="2390760"/>
            <a:ext cx="1600560" cy="438480"/>
          </a:xfrm>
          <a:custGeom>
            <a:avLst/>
            <a:gdLst/>
            <a:ahLst/>
            <a:rect l="0" t="0" r="r" b="b"/>
            <a:pathLst>
              <a:path w="4446" h="1218">
                <a:moveTo>
                  <a:pt x="0" y="0"/>
                </a:moveTo>
                <a:lnTo>
                  <a:pt x="4446" y="0"/>
                </a:lnTo>
                <a:lnTo>
                  <a:pt x="444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5095800" y="2390760"/>
            <a:ext cx="6429600" cy="438480"/>
          </a:xfrm>
          <a:custGeom>
            <a:avLst/>
            <a:gdLst/>
            <a:ahLst/>
            <a:rect l="0" t="0" r="r" b="b"/>
            <a:pathLst>
              <a:path w="17860" h="1218">
                <a:moveTo>
                  <a:pt x="0" y="0"/>
                </a:moveTo>
                <a:lnTo>
                  <a:pt x="17860" y="0"/>
                </a:lnTo>
                <a:lnTo>
                  <a:pt x="178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76080" y="2390760"/>
            <a:ext cx="638640" cy="438480"/>
          </a:xfrm>
          <a:custGeom>
            <a:avLst/>
            <a:gdLst/>
            <a:ahLst/>
            <a:rect l="0" t="0" r="r" b="b"/>
            <a:pathLst>
              <a:path w="1774" h="1218">
                <a:moveTo>
                  <a:pt x="0" y="0"/>
                </a:moveTo>
                <a:lnTo>
                  <a:pt x="1774" y="0"/>
                </a:lnTo>
                <a:lnTo>
                  <a:pt x="177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314360" y="2390760"/>
            <a:ext cx="2181600" cy="438480"/>
          </a:xfrm>
          <a:custGeom>
            <a:avLst/>
            <a:gdLst/>
            <a:ahLst/>
            <a:rect l="0" t="0" r="r" b="b"/>
            <a:pathLst>
              <a:path w="6060" h="1218">
                <a:moveTo>
                  <a:pt x="0" y="0"/>
                </a:moveTo>
                <a:lnTo>
                  <a:pt x="6060" y="0"/>
                </a:lnTo>
                <a:lnTo>
                  <a:pt x="60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3495600" y="2390760"/>
            <a:ext cx="1600560" cy="438480"/>
          </a:xfrm>
          <a:custGeom>
            <a:avLst/>
            <a:gdLst/>
            <a:ahLst/>
            <a:rect l="0" t="0" r="r" b="b"/>
            <a:pathLst>
              <a:path w="4446" h="1218">
                <a:moveTo>
                  <a:pt x="0" y="0"/>
                </a:moveTo>
                <a:lnTo>
                  <a:pt x="4446" y="0"/>
                </a:lnTo>
                <a:lnTo>
                  <a:pt x="444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095800" y="2390760"/>
            <a:ext cx="6429600" cy="438480"/>
          </a:xfrm>
          <a:custGeom>
            <a:avLst/>
            <a:gdLst/>
            <a:ahLst/>
            <a:rect l="0" t="0" r="r" b="b"/>
            <a:pathLst>
              <a:path w="17860" h="1218">
                <a:moveTo>
                  <a:pt x="0" y="0"/>
                </a:moveTo>
                <a:lnTo>
                  <a:pt x="17860" y="0"/>
                </a:lnTo>
                <a:lnTo>
                  <a:pt x="178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76080" y="2828880"/>
            <a:ext cx="638640" cy="438480"/>
          </a:xfrm>
          <a:custGeom>
            <a:avLst/>
            <a:gdLst/>
            <a:ahLst/>
            <a:rect l="0" t="0" r="r" b="b"/>
            <a:pathLst>
              <a:path w="1774" h="1218">
                <a:moveTo>
                  <a:pt x="0" y="0"/>
                </a:moveTo>
                <a:lnTo>
                  <a:pt x="1774" y="0"/>
                </a:lnTo>
                <a:lnTo>
                  <a:pt x="177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314360" y="2828880"/>
            <a:ext cx="2181600" cy="438480"/>
          </a:xfrm>
          <a:custGeom>
            <a:avLst/>
            <a:gdLst/>
            <a:ahLst/>
            <a:rect l="0" t="0" r="r" b="b"/>
            <a:pathLst>
              <a:path w="6060" h="1218">
                <a:moveTo>
                  <a:pt x="0" y="0"/>
                </a:moveTo>
                <a:lnTo>
                  <a:pt x="6060" y="0"/>
                </a:lnTo>
                <a:lnTo>
                  <a:pt x="60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3495600" y="2828880"/>
            <a:ext cx="1600560" cy="438480"/>
          </a:xfrm>
          <a:custGeom>
            <a:avLst/>
            <a:gdLst/>
            <a:ahLst/>
            <a:rect l="0" t="0" r="r" b="b"/>
            <a:pathLst>
              <a:path w="4446" h="1218">
                <a:moveTo>
                  <a:pt x="0" y="0"/>
                </a:moveTo>
                <a:lnTo>
                  <a:pt x="4446" y="0"/>
                </a:lnTo>
                <a:lnTo>
                  <a:pt x="444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095800" y="2828880"/>
            <a:ext cx="6429600" cy="438480"/>
          </a:xfrm>
          <a:custGeom>
            <a:avLst/>
            <a:gdLst/>
            <a:ahLst/>
            <a:rect l="0" t="0" r="r" b="b"/>
            <a:pathLst>
              <a:path w="17860" h="1218">
                <a:moveTo>
                  <a:pt x="0" y="0"/>
                </a:moveTo>
                <a:lnTo>
                  <a:pt x="17860" y="0"/>
                </a:lnTo>
                <a:lnTo>
                  <a:pt x="178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676080" y="3267000"/>
            <a:ext cx="638640" cy="438480"/>
          </a:xfrm>
          <a:custGeom>
            <a:avLst/>
            <a:gdLst/>
            <a:ahLst/>
            <a:rect l="0" t="0" r="r" b="b"/>
            <a:pathLst>
              <a:path w="1774" h="1218">
                <a:moveTo>
                  <a:pt x="0" y="0"/>
                </a:moveTo>
                <a:lnTo>
                  <a:pt x="1774" y="0"/>
                </a:lnTo>
                <a:lnTo>
                  <a:pt x="177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314360" y="3267000"/>
            <a:ext cx="2181600" cy="438480"/>
          </a:xfrm>
          <a:custGeom>
            <a:avLst/>
            <a:gdLst/>
            <a:ahLst/>
            <a:rect l="0" t="0" r="r" b="b"/>
            <a:pathLst>
              <a:path w="6060" h="1218">
                <a:moveTo>
                  <a:pt x="0" y="0"/>
                </a:moveTo>
                <a:lnTo>
                  <a:pt x="6060" y="0"/>
                </a:lnTo>
                <a:lnTo>
                  <a:pt x="60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495600" y="3267000"/>
            <a:ext cx="1600560" cy="438480"/>
          </a:xfrm>
          <a:custGeom>
            <a:avLst/>
            <a:gdLst/>
            <a:ahLst/>
            <a:rect l="0" t="0" r="r" b="b"/>
            <a:pathLst>
              <a:path w="4446" h="1218">
                <a:moveTo>
                  <a:pt x="0" y="0"/>
                </a:moveTo>
                <a:lnTo>
                  <a:pt x="4446" y="0"/>
                </a:lnTo>
                <a:lnTo>
                  <a:pt x="444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095800" y="3267000"/>
            <a:ext cx="6429600" cy="438480"/>
          </a:xfrm>
          <a:custGeom>
            <a:avLst/>
            <a:gdLst/>
            <a:ahLst/>
            <a:rect l="0" t="0" r="r" b="b"/>
            <a:pathLst>
              <a:path w="17860" h="1218">
                <a:moveTo>
                  <a:pt x="0" y="0"/>
                </a:moveTo>
                <a:lnTo>
                  <a:pt x="17860" y="0"/>
                </a:lnTo>
                <a:lnTo>
                  <a:pt x="178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676080" y="3705120"/>
            <a:ext cx="638640" cy="438480"/>
          </a:xfrm>
          <a:custGeom>
            <a:avLst/>
            <a:gdLst/>
            <a:ahLst/>
            <a:rect l="0" t="0" r="r" b="b"/>
            <a:pathLst>
              <a:path w="1774" h="1218">
                <a:moveTo>
                  <a:pt x="0" y="0"/>
                </a:moveTo>
                <a:lnTo>
                  <a:pt x="1774" y="0"/>
                </a:lnTo>
                <a:lnTo>
                  <a:pt x="177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314360" y="3705120"/>
            <a:ext cx="2181600" cy="438480"/>
          </a:xfrm>
          <a:custGeom>
            <a:avLst/>
            <a:gdLst/>
            <a:ahLst/>
            <a:rect l="0" t="0" r="r" b="b"/>
            <a:pathLst>
              <a:path w="6060" h="1218">
                <a:moveTo>
                  <a:pt x="0" y="0"/>
                </a:moveTo>
                <a:lnTo>
                  <a:pt x="6060" y="0"/>
                </a:lnTo>
                <a:lnTo>
                  <a:pt x="60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3495600" y="3705120"/>
            <a:ext cx="1600560" cy="438480"/>
          </a:xfrm>
          <a:custGeom>
            <a:avLst/>
            <a:gdLst/>
            <a:ahLst/>
            <a:rect l="0" t="0" r="r" b="b"/>
            <a:pathLst>
              <a:path w="4446" h="1218">
                <a:moveTo>
                  <a:pt x="0" y="0"/>
                </a:moveTo>
                <a:lnTo>
                  <a:pt x="4446" y="0"/>
                </a:lnTo>
                <a:lnTo>
                  <a:pt x="444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095800" y="3705120"/>
            <a:ext cx="6429600" cy="438480"/>
          </a:xfrm>
          <a:custGeom>
            <a:avLst/>
            <a:gdLst/>
            <a:ahLst/>
            <a:rect l="0" t="0" r="r" b="b"/>
            <a:pathLst>
              <a:path w="17860" h="1218">
                <a:moveTo>
                  <a:pt x="0" y="0"/>
                </a:moveTo>
                <a:lnTo>
                  <a:pt x="17860" y="0"/>
                </a:lnTo>
                <a:lnTo>
                  <a:pt x="178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676080" y="4143240"/>
            <a:ext cx="638640" cy="438480"/>
          </a:xfrm>
          <a:custGeom>
            <a:avLst/>
            <a:gdLst/>
            <a:ahLst/>
            <a:rect l="0" t="0" r="r" b="b"/>
            <a:pathLst>
              <a:path w="1774" h="1218">
                <a:moveTo>
                  <a:pt x="0" y="0"/>
                </a:moveTo>
                <a:lnTo>
                  <a:pt x="1774" y="0"/>
                </a:lnTo>
                <a:lnTo>
                  <a:pt x="177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314360" y="4143240"/>
            <a:ext cx="2181600" cy="438480"/>
          </a:xfrm>
          <a:custGeom>
            <a:avLst/>
            <a:gdLst/>
            <a:ahLst/>
            <a:rect l="0" t="0" r="r" b="b"/>
            <a:pathLst>
              <a:path w="6060" h="1218">
                <a:moveTo>
                  <a:pt x="0" y="0"/>
                </a:moveTo>
                <a:lnTo>
                  <a:pt x="6060" y="0"/>
                </a:lnTo>
                <a:lnTo>
                  <a:pt x="60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3495600" y="4143240"/>
            <a:ext cx="1600560" cy="438480"/>
          </a:xfrm>
          <a:custGeom>
            <a:avLst/>
            <a:gdLst/>
            <a:ahLst/>
            <a:rect l="0" t="0" r="r" b="b"/>
            <a:pathLst>
              <a:path w="4446" h="1218">
                <a:moveTo>
                  <a:pt x="0" y="0"/>
                </a:moveTo>
                <a:lnTo>
                  <a:pt x="4446" y="0"/>
                </a:lnTo>
                <a:lnTo>
                  <a:pt x="4446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095800" y="4143240"/>
            <a:ext cx="6429600" cy="438480"/>
          </a:xfrm>
          <a:custGeom>
            <a:avLst/>
            <a:gdLst/>
            <a:ahLst/>
            <a:rect l="0" t="0" r="r" b="b"/>
            <a:pathLst>
              <a:path w="17860" h="1218">
                <a:moveTo>
                  <a:pt x="0" y="0"/>
                </a:moveTo>
                <a:lnTo>
                  <a:pt x="17860" y="0"/>
                </a:lnTo>
                <a:lnTo>
                  <a:pt x="178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6672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666720" y="2390760"/>
            <a:ext cx="657360" cy="9720"/>
          </a:xfrm>
          <a:custGeom>
            <a:avLst/>
            <a:gdLst/>
            <a:ahLst/>
            <a:rect l="0" t="0" r="r" b="b"/>
            <a:pathLst>
              <a:path w="1826" h="27">
                <a:moveTo>
                  <a:pt x="0" y="0"/>
                </a:moveTo>
                <a:lnTo>
                  <a:pt x="1826" y="0"/>
                </a:lnTo>
                <a:lnTo>
                  <a:pt x="18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31436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323720" y="239076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49560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3504960" y="239076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086080" y="23907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5095800" y="2390760"/>
            <a:ext cx="6429600" cy="9720"/>
          </a:xfrm>
          <a:custGeom>
            <a:avLst/>
            <a:gdLst/>
            <a:ahLst/>
            <a:rect l="0" t="0" r="r" b="b"/>
            <a:pathLst>
              <a:path w="17860" h="27">
                <a:moveTo>
                  <a:pt x="0" y="0"/>
                </a:moveTo>
                <a:lnTo>
                  <a:pt x="17860" y="0"/>
                </a:lnTo>
                <a:lnTo>
                  <a:pt x="178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151568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66720" y="2828880"/>
            <a:ext cx="657360" cy="9720"/>
          </a:xfrm>
          <a:custGeom>
            <a:avLst/>
            <a:gdLst/>
            <a:ahLst/>
            <a:rect l="0" t="0" r="r" b="b"/>
            <a:pathLst>
              <a:path w="1826" h="27">
                <a:moveTo>
                  <a:pt x="0" y="0"/>
                </a:moveTo>
                <a:lnTo>
                  <a:pt x="1826" y="0"/>
                </a:lnTo>
                <a:lnTo>
                  <a:pt x="18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323720" y="282888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504960" y="282888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095800" y="2828880"/>
            <a:ext cx="6429600" cy="9720"/>
          </a:xfrm>
          <a:custGeom>
            <a:avLst/>
            <a:gdLst/>
            <a:ahLst/>
            <a:rect l="0" t="0" r="r" b="b"/>
            <a:pathLst>
              <a:path w="17860" h="27">
                <a:moveTo>
                  <a:pt x="0" y="0"/>
                </a:moveTo>
                <a:lnTo>
                  <a:pt x="17860" y="0"/>
                </a:lnTo>
                <a:lnTo>
                  <a:pt x="178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6672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31436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49560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5086080" y="28382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151568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6672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666720" y="3267000"/>
            <a:ext cx="657360" cy="9720"/>
          </a:xfrm>
          <a:custGeom>
            <a:avLst/>
            <a:gdLst/>
            <a:ahLst/>
            <a:rect l="0" t="0" r="r" b="b"/>
            <a:pathLst>
              <a:path w="1826" h="27">
                <a:moveTo>
                  <a:pt x="0" y="0"/>
                </a:moveTo>
                <a:lnTo>
                  <a:pt x="1826" y="0"/>
                </a:lnTo>
                <a:lnTo>
                  <a:pt x="18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31436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323720" y="326700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349560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504960" y="326700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086080" y="32763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095800" y="3267000"/>
            <a:ext cx="6429600" cy="9720"/>
          </a:xfrm>
          <a:custGeom>
            <a:avLst/>
            <a:gdLst/>
            <a:ahLst/>
            <a:rect l="0" t="0" r="r" b="b"/>
            <a:pathLst>
              <a:path w="17860" h="27">
                <a:moveTo>
                  <a:pt x="0" y="0"/>
                </a:moveTo>
                <a:lnTo>
                  <a:pt x="17860" y="0"/>
                </a:lnTo>
                <a:lnTo>
                  <a:pt x="178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151568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6672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66720" y="3705120"/>
            <a:ext cx="657360" cy="9720"/>
          </a:xfrm>
          <a:custGeom>
            <a:avLst/>
            <a:gdLst/>
            <a:ahLst/>
            <a:rect l="0" t="0" r="r" b="b"/>
            <a:pathLst>
              <a:path w="1826" h="27">
                <a:moveTo>
                  <a:pt x="0" y="0"/>
                </a:moveTo>
                <a:lnTo>
                  <a:pt x="1826" y="0"/>
                </a:lnTo>
                <a:lnTo>
                  <a:pt x="18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31436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323720" y="370512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49560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504960" y="370512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086080" y="3714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095800" y="3705120"/>
            <a:ext cx="6429600" cy="9720"/>
          </a:xfrm>
          <a:custGeom>
            <a:avLst/>
            <a:gdLst/>
            <a:ahLst/>
            <a:rect l="0" t="0" r="r" b="b"/>
            <a:pathLst>
              <a:path w="17860" h="27">
                <a:moveTo>
                  <a:pt x="0" y="0"/>
                </a:moveTo>
                <a:lnTo>
                  <a:pt x="17860" y="0"/>
                </a:lnTo>
                <a:lnTo>
                  <a:pt x="178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151568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6672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66720" y="4143240"/>
            <a:ext cx="657360" cy="9720"/>
          </a:xfrm>
          <a:custGeom>
            <a:avLst/>
            <a:gdLst/>
            <a:ahLst/>
            <a:rect l="0" t="0" r="r" b="b"/>
            <a:pathLst>
              <a:path w="1826" h="27">
                <a:moveTo>
                  <a:pt x="0" y="0"/>
                </a:moveTo>
                <a:lnTo>
                  <a:pt x="1826" y="0"/>
                </a:lnTo>
                <a:lnTo>
                  <a:pt x="18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31436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323720" y="414324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349560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504960" y="414324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086080" y="41526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095800" y="4143240"/>
            <a:ext cx="6429600" cy="9720"/>
          </a:xfrm>
          <a:custGeom>
            <a:avLst/>
            <a:gdLst/>
            <a:ahLst/>
            <a:rect l="0" t="0" r="r" b="b"/>
            <a:pathLst>
              <a:path w="17860" h="27">
                <a:moveTo>
                  <a:pt x="0" y="0"/>
                </a:moveTo>
                <a:lnTo>
                  <a:pt x="17860" y="0"/>
                </a:lnTo>
                <a:lnTo>
                  <a:pt x="178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151568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666720" y="4581360"/>
            <a:ext cx="657360" cy="9720"/>
          </a:xfrm>
          <a:custGeom>
            <a:avLst/>
            <a:gdLst/>
            <a:ahLst/>
            <a:rect l="0" t="0" r="r" b="b"/>
            <a:pathLst>
              <a:path w="1826" h="27">
                <a:moveTo>
                  <a:pt x="0" y="0"/>
                </a:moveTo>
                <a:lnTo>
                  <a:pt x="1826" y="0"/>
                </a:lnTo>
                <a:lnTo>
                  <a:pt x="18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323720" y="458136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504960" y="458136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095800" y="4581360"/>
            <a:ext cx="6429600" cy="9720"/>
          </a:xfrm>
          <a:custGeom>
            <a:avLst/>
            <a:gdLst/>
            <a:ahLst/>
            <a:rect l="0" t="0" r="r" b="b"/>
            <a:pathLst>
              <a:path w="17860" h="27">
                <a:moveTo>
                  <a:pt x="0" y="0"/>
                </a:moveTo>
                <a:lnTo>
                  <a:pt x="17860" y="0"/>
                </a:lnTo>
                <a:lnTo>
                  <a:pt x="178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66720" y="1739520"/>
            <a:ext cx="26463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The story continues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99920" y="248652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#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446840" y="2486520"/>
            <a:ext cx="639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Sample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3627360" y="2486520"/>
            <a:ext cx="7610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Message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5222520" y="2486520"/>
            <a:ext cx="491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Eﬀect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799920" y="292464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7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446840" y="2924640"/>
            <a:ext cx="602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update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3627360" y="2924640"/>
            <a:ext cx="786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ADT^A08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810120" y="2933640"/>
            <a:ext cx="886320" cy="276480"/>
          </a:xfrm>
          <a:custGeom>
            <a:avLst/>
            <a:gdLst/>
            <a:ahLst/>
            <a:rect l="0" t="0" r="r" b="b"/>
            <a:pathLst>
              <a:path w="2462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03" y="0"/>
                </a:lnTo>
                <a:cubicBezTo>
                  <a:pt x="2314" y="0"/>
                  <a:pt x="2324" y="1"/>
                  <a:pt x="2334" y="3"/>
                </a:cubicBezTo>
                <a:cubicBezTo>
                  <a:pt x="2344" y="5"/>
                  <a:pt x="2354" y="8"/>
                  <a:pt x="2364" y="12"/>
                </a:cubicBezTo>
                <a:cubicBezTo>
                  <a:pt x="2373" y="16"/>
                  <a:pt x="2383" y="21"/>
                  <a:pt x="2391" y="26"/>
                </a:cubicBezTo>
                <a:cubicBezTo>
                  <a:pt x="2400" y="32"/>
                  <a:pt x="2408" y="39"/>
                  <a:pt x="2415" y="46"/>
                </a:cubicBezTo>
                <a:cubicBezTo>
                  <a:pt x="2423" y="54"/>
                  <a:pt x="2429" y="62"/>
                  <a:pt x="2435" y="70"/>
                </a:cubicBezTo>
                <a:cubicBezTo>
                  <a:pt x="2441" y="79"/>
                  <a:pt x="2446" y="88"/>
                  <a:pt x="2450" y="98"/>
                </a:cubicBezTo>
                <a:cubicBezTo>
                  <a:pt x="2454" y="107"/>
                  <a:pt x="2457" y="117"/>
                  <a:pt x="2459" y="127"/>
                </a:cubicBezTo>
                <a:cubicBezTo>
                  <a:pt x="2461" y="138"/>
                  <a:pt x="2462" y="148"/>
                  <a:pt x="2462" y="158"/>
                </a:cubicBezTo>
                <a:lnTo>
                  <a:pt x="2462" y="608"/>
                </a:lnTo>
                <a:cubicBezTo>
                  <a:pt x="2462" y="619"/>
                  <a:pt x="2461" y="629"/>
                  <a:pt x="2459" y="639"/>
                </a:cubicBezTo>
                <a:cubicBezTo>
                  <a:pt x="2457" y="649"/>
                  <a:pt x="2454" y="659"/>
                  <a:pt x="2450" y="669"/>
                </a:cubicBezTo>
                <a:cubicBezTo>
                  <a:pt x="2446" y="680"/>
                  <a:pt x="2441" y="689"/>
                  <a:pt x="2435" y="697"/>
                </a:cubicBezTo>
                <a:cubicBezTo>
                  <a:pt x="2429" y="706"/>
                  <a:pt x="2423" y="714"/>
                  <a:pt x="2415" y="721"/>
                </a:cubicBezTo>
                <a:cubicBezTo>
                  <a:pt x="2408" y="729"/>
                  <a:pt x="2400" y="735"/>
                  <a:pt x="2391" y="741"/>
                </a:cubicBezTo>
                <a:cubicBezTo>
                  <a:pt x="2383" y="747"/>
                  <a:pt x="2373" y="752"/>
                  <a:pt x="2364" y="756"/>
                </a:cubicBezTo>
                <a:cubicBezTo>
                  <a:pt x="2354" y="760"/>
                  <a:pt x="2344" y="763"/>
                  <a:pt x="2334" y="765"/>
                </a:cubicBezTo>
                <a:cubicBezTo>
                  <a:pt x="2324" y="767"/>
                  <a:pt x="2314" y="768"/>
                  <a:pt x="2303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5"/>
                  <a:pt x="54" y="729"/>
                  <a:pt x="47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59"/>
                  <a:pt x="5" y="649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5222520" y="2924640"/>
            <a:ext cx="1585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Updates the same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6881760" y="2973240"/>
            <a:ext cx="749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Patient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7700760" y="2924640"/>
            <a:ext cx="19285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in place (no duplicate)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799920" y="336276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8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446840" y="3362760"/>
            <a:ext cx="5385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cancel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3627360" y="3362760"/>
            <a:ext cx="8845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ORM^O01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6295680" y="3371760"/>
            <a:ext cx="1638720" cy="276480"/>
          </a:xfrm>
          <a:custGeom>
            <a:avLst/>
            <a:gdLst/>
            <a:ahLst/>
            <a:rect l="0" t="0" r="r" b="b"/>
            <a:pathLst>
              <a:path w="4552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394" y="0"/>
                </a:lnTo>
                <a:cubicBezTo>
                  <a:pt x="4404" y="0"/>
                  <a:pt x="4414" y="1"/>
                  <a:pt x="4425" y="3"/>
                </a:cubicBezTo>
                <a:cubicBezTo>
                  <a:pt x="4435" y="5"/>
                  <a:pt x="4445" y="8"/>
                  <a:pt x="4454" y="12"/>
                </a:cubicBezTo>
                <a:cubicBezTo>
                  <a:pt x="4464" y="16"/>
                  <a:pt x="4473" y="21"/>
                  <a:pt x="4482" y="27"/>
                </a:cubicBezTo>
                <a:cubicBezTo>
                  <a:pt x="4490" y="32"/>
                  <a:pt x="4498" y="39"/>
                  <a:pt x="4506" y="46"/>
                </a:cubicBezTo>
                <a:cubicBezTo>
                  <a:pt x="4513" y="54"/>
                  <a:pt x="4520" y="62"/>
                  <a:pt x="4526" y="70"/>
                </a:cubicBezTo>
                <a:cubicBezTo>
                  <a:pt x="4531" y="79"/>
                  <a:pt x="4536" y="88"/>
                  <a:pt x="4540" y="98"/>
                </a:cubicBezTo>
                <a:cubicBezTo>
                  <a:pt x="4544" y="107"/>
                  <a:pt x="4547" y="117"/>
                  <a:pt x="4549" y="128"/>
                </a:cubicBezTo>
                <a:cubicBezTo>
                  <a:pt x="4551" y="138"/>
                  <a:pt x="4552" y="148"/>
                  <a:pt x="4552" y="158"/>
                </a:cubicBezTo>
                <a:lnTo>
                  <a:pt x="4552" y="609"/>
                </a:lnTo>
                <a:cubicBezTo>
                  <a:pt x="4552" y="620"/>
                  <a:pt x="4551" y="630"/>
                  <a:pt x="4549" y="640"/>
                </a:cubicBezTo>
                <a:cubicBezTo>
                  <a:pt x="4547" y="650"/>
                  <a:pt x="4544" y="660"/>
                  <a:pt x="4540" y="670"/>
                </a:cubicBezTo>
                <a:cubicBezTo>
                  <a:pt x="4536" y="680"/>
                  <a:pt x="4531" y="689"/>
                  <a:pt x="4526" y="697"/>
                </a:cubicBezTo>
                <a:cubicBezTo>
                  <a:pt x="4520" y="706"/>
                  <a:pt x="4513" y="714"/>
                  <a:pt x="4506" y="722"/>
                </a:cubicBezTo>
                <a:cubicBezTo>
                  <a:pt x="4498" y="729"/>
                  <a:pt x="4490" y="735"/>
                  <a:pt x="4482" y="741"/>
                </a:cubicBezTo>
                <a:cubicBezTo>
                  <a:pt x="4473" y="747"/>
                  <a:pt x="4464" y="752"/>
                  <a:pt x="4454" y="756"/>
                </a:cubicBezTo>
                <a:cubicBezTo>
                  <a:pt x="4445" y="760"/>
                  <a:pt x="4435" y="763"/>
                  <a:pt x="4425" y="765"/>
                </a:cubicBezTo>
                <a:cubicBezTo>
                  <a:pt x="4414" y="767"/>
                  <a:pt x="4404" y="768"/>
                  <a:pt x="4394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7" y="722"/>
                </a:cubicBezTo>
                <a:cubicBezTo>
                  <a:pt x="40" y="714"/>
                  <a:pt x="33" y="706"/>
                  <a:pt x="27" y="697"/>
                </a:cubicBezTo>
                <a:cubicBezTo>
                  <a:pt x="21" y="689"/>
                  <a:pt x="17" y="680"/>
                  <a:pt x="13" y="670"/>
                </a:cubicBezTo>
                <a:cubicBezTo>
                  <a:pt x="9" y="660"/>
                  <a:pt x="6" y="650"/>
                  <a:pt x="4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5222520" y="3362760"/>
            <a:ext cx="1079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Revokes the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364440" y="3411360"/>
            <a:ext cx="1497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ServiceRequest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931160" y="3362760"/>
            <a:ext cx="1024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from step 2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99920" y="3800880"/>
            <a:ext cx="20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9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446840" y="3800880"/>
            <a:ext cx="13312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nonconformant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627360" y="3800880"/>
            <a:ext cx="786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ADT^A04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5222520" y="3800880"/>
            <a:ext cx="2969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Accepted, with validation warnings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799920" y="4239000"/>
            <a:ext cx="210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446840" y="4239000"/>
            <a:ext cx="6012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broken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3627360" y="4239000"/>
            <a:ext cx="8982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(bad MSH)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6010200" y="4248000"/>
            <a:ext cx="352800" cy="286200"/>
          </a:xfrm>
          <a:custGeom>
            <a:avLst/>
            <a:gdLst/>
            <a:ahLst/>
            <a:rect l="0" t="0" r="r" b="b"/>
            <a:pathLst>
              <a:path w="980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21" y="0"/>
                </a:lnTo>
                <a:cubicBezTo>
                  <a:pt x="831" y="0"/>
                  <a:pt x="842" y="1"/>
                  <a:pt x="852" y="3"/>
                </a:cubicBezTo>
                <a:cubicBezTo>
                  <a:pt x="862" y="5"/>
                  <a:pt x="872" y="8"/>
                  <a:pt x="882" y="12"/>
                </a:cubicBezTo>
                <a:cubicBezTo>
                  <a:pt x="891" y="16"/>
                  <a:pt x="900" y="21"/>
                  <a:pt x="909" y="27"/>
                </a:cubicBezTo>
                <a:cubicBezTo>
                  <a:pt x="918" y="32"/>
                  <a:pt x="926" y="39"/>
                  <a:pt x="933" y="46"/>
                </a:cubicBezTo>
                <a:cubicBezTo>
                  <a:pt x="941" y="54"/>
                  <a:pt x="947" y="62"/>
                  <a:pt x="953" y="70"/>
                </a:cubicBezTo>
                <a:cubicBezTo>
                  <a:pt x="959" y="79"/>
                  <a:pt x="964" y="88"/>
                  <a:pt x="968" y="98"/>
                </a:cubicBezTo>
                <a:cubicBezTo>
                  <a:pt x="972" y="108"/>
                  <a:pt x="975" y="117"/>
                  <a:pt x="977" y="128"/>
                </a:cubicBezTo>
                <a:cubicBezTo>
                  <a:pt x="979" y="138"/>
                  <a:pt x="980" y="148"/>
                  <a:pt x="980" y="159"/>
                </a:cubicBezTo>
                <a:lnTo>
                  <a:pt x="980" y="636"/>
                </a:lnTo>
                <a:cubicBezTo>
                  <a:pt x="980" y="646"/>
                  <a:pt x="979" y="657"/>
                  <a:pt x="977" y="667"/>
                </a:cubicBezTo>
                <a:cubicBezTo>
                  <a:pt x="975" y="677"/>
                  <a:pt x="972" y="687"/>
                  <a:pt x="968" y="697"/>
                </a:cubicBezTo>
                <a:cubicBezTo>
                  <a:pt x="964" y="706"/>
                  <a:pt x="959" y="715"/>
                  <a:pt x="953" y="724"/>
                </a:cubicBezTo>
                <a:cubicBezTo>
                  <a:pt x="947" y="733"/>
                  <a:pt x="941" y="741"/>
                  <a:pt x="933" y="748"/>
                </a:cubicBezTo>
                <a:cubicBezTo>
                  <a:pt x="926" y="756"/>
                  <a:pt x="918" y="762"/>
                  <a:pt x="909" y="768"/>
                </a:cubicBezTo>
                <a:cubicBezTo>
                  <a:pt x="900" y="774"/>
                  <a:pt x="891" y="779"/>
                  <a:pt x="882" y="783"/>
                </a:cubicBezTo>
                <a:cubicBezTo>
                  <a:pt x="872" y="787"/>
                  <a:pt x="862" y="790"/>
                  <a:pt x="852" y="792"/>
                </a:cubicBezTo>
                <a:cubicBezTo>
                  <a:pt x="842" y="794"/>
                  <a:pt x="831" y="795"/>
                  <a:pt x="821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5222520" y="4239000"/>
            <a:ext cx="7902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Rejected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6080760" y="4287600"/>
            <a:ext cx="214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AE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6365520" y="4239000"/>
            <a:ext cx="1450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nothing created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666720" y="4774320"/>
            <a:ext cx="9760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Because the same MRN is reused,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v2 updates and cancellations land on the right FHIR resource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9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666720" y="107604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666720" y="606240"/>
            <a:ext cx="35805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Stage 4: consume the FHIR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266480" y="1304640"/>
            <a:ext cx="1686600" cy="324360"/>
          </a:xfrm>
          <a:custGeom>
            <a:avLst/>
            <a:gdLst/>
            <a:ahLst/>
            <a:rect l="0" t="0" r="r" b="b"/>
            <a:pathLst>
              <a:path w="4685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7" y="1"/>
                  <a:pt x="4557" y="3"/>
                </a:cubicBezTo>
                <a:cubicBezTo>
                  <a:pt x="4567" y="5"/>
                  <a:pt x="4577" y="8"/>
                  <a:pt x="4587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3" y="33"/>
                  <a:pt x="4631" y="39"/>
                  <a:pt x="4638" y="47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4" y="80"/>
                  <a:pt x="4669" y="89"/>
                  <a:pt x="4672" y="98"/>
                </a:cubicBezTo>
                <a:cubicBezTo>
                  <a:pt x="4676" y="108"/>
                  <a:pt x="4679" y="118"/>
                  <a:pt x="4682" y="128"/>
                </a:cubicBezTo>
                <a:cubicBezTo>
                  <a:pt x="4684" y="138"/>
                  <a:pt x="4685" y="149"/>
                  <a:pt x="4685" y="159"/>
                </a:cubicBezTo>
                <a:lnTo>
                  <a:pt x="4685" y="742"/>
                </a:lnTo>
                <a:cubicBezTo>
                  <a:pt x="4685" y="753"/>
                  <a:pt x="4684" y="763"/>
                  <a:pt x="4682" y="773"/>
                </a:cubicBezTo>
                <a:cubicBezTo>
                  <a:pt x="4679" y="783"/>
                  <a:pt x="4676" y="793"/>
                  <a:pt x="4672" y="803"/>
                </a:cubicBezTo>
                <a:cubicBezTo>
                  <a:pt x="4669" y="813"/>
                  <a:pt x="4664" y="822"/>
                  <a:pt x="4658" y="830"/>
                </a:cubicBezTo>
                <a:cubicBezTo>
                  <a:pt x="4652" y="839"/>
                  <a:pt x="4645" y="847"/>
                  <a:pt x="4638" y="854"/>
                </a:cubicBezTo>
                <a:cubicBezTo>
                  <a:pt x="4631" y="862"/>
                  <a:pt x="4623" y="868"/>
                  <a:pt x="4614" y="874"/>
                </a:cubicBezTo>
                <a:cubicBezTo>
                  <a:pt x="4605" y="880"/>
                  <a:pt x="4596" y="885"/>
                  <a:pt x="4587" y="889"/>
                </a:cubicBezTo>
                <a:cubicBezTo>
                  <a:pt x="4577" y="893"/>
                  <a:pt x="4567" y="896"/>
                  <a:pt x="4557" y="898"/>
                </a:cubicBezTo>
                <a:cubicBezTo>
                  <a:pt x="4547" y="900"/>
                  <a:pt x="4536" y="901"/>
                  <a:pt x="4526" y="901"/>
                </a:cubicBez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80" y="880"/>
                  <a:pt x="71" y="874"/>
                </a:cubicBezTo>
                <a:cubicBezTo>
                  <a:pt x="62" y="868"/>
                  <a:pt x="54" y="862"/>
                  <a:pt x="47" y="854"/>
                </a:cubicBezTo>
                <a:cubicBezTo>
                  <a:pt x="40" y="847"/>
                  <a:pt x="33" y="839"/>
                  <a:pt x="27" y="830"/>
                </a:cubicBezTo>
                <a:cubicBezTo>
                  <a:pt x="21" y="822"/>
                  <a:pt x="17" y="813"/>
                  <a:pt x="13" y="803"/>
                </a:cubicBezTo>
                <a:cubicBezTo>
                  <a:pt x="9" y="793"/>
                  <a:pt x="6" y="783"/>
                  <a:pt x="4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666720" y="1288080"/>
            <a:ext cx="605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Open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354320" y="1343160"/>
            <a:ext cx="1514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patient.html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4152600" y="1304640"/>
            <a:ext cx="1562400" cy="324360"/>
          </a:xfrm>
          <a:custGeom>
            <a:avLst/>
            <a:gdLst/>
            <a:ahLst/>
            <a:rect l="0" t="0" r="r" b="b"/>
            <a:pathLst>
              <a:path w="4340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182" y="0"/>
                </a:lnTo>
                <a:cubicBezTo>
                  <a:pt x="4192" y="0"/>
                  <a:pt x="4202" y="1"/>
                  <a:pt x="4213" y="3"/>
                </a:cubicBezTo>
                <a:cubicBezTo>
                  <a:pt x="4223" y="5"/>
                  <a:pt x="4233" y="8"/>
                  <a:pt x="4242" y="12"/>
                </a:cubicBezTo>
                <a:cubicBezTo>
                  <a:pt x="4252" y="16"/>
                  <a:pt x="4261" y="21"/>
                  <a:pt x="4270" y="27"/>
                </a:cubicBezTo>
                <a:cubicBezTo>
                  <a:pt x="4279" y="33"/>
                  <a:pt x="4287" y="39"/>
                  <a:pt x="4294" y="47"/>
                </a:cubicBezTo>
                <a:cubicBezTo>
                  <a:pt x="4301" y="54"/>
                  <a:pt x="4308" y="62"/>
                  <a:pt x="4314" y="71"/>
                </a:cubicBezTo>
                <a:cubicBezTo>
                  <a:pt x="4320" y="80"/>
                  <a:pt x="4324" y="89"/>
                  <a:pt x="4328" y="98"/>
                </a:cubicBezTo>
                <a:cubicBezTo>
                  <a:pt x="4332" y="108"/>
                  <a:pt x="4335" y="118"/>
                  <a:pt x="4337" y="128"/>
                </a:cubicBezTo>
                <a:cubicBezTo>
                  <a:pt x="4339" y="138"/>
                  <a:pt x="4340" y="149"/>
                  <a:pt x="4340" y="159"/>
                </a:cubicBezTo>
                <a:lnTo>
                  <a:pt x="4340" y="742"/>
                </a:lnTo>
                <a:cubicBezTo>
                  <a:pt x="4340" y="753"/>
                  <a:pt x="4339" y="763"/>
                  <a:pt x="4337" y="773"/>
                </a:cubicBezTo>
                <a:cubicBezTo>
                  <a:pt x="4335" y="783"/>
                  <a:pt x="4332" y="793"/>
                  <a:pt x="4328" y="803"/>
                </a:cubicBezTo>
                <a:cubicBezTo>
                  <a:pt x="4324" y="813"/>
                  <a:pt x="4320" y="822"/>
                  <a:pt x="4314" y="830"/>
                </a:cubicBezTo>
                <a:cubicBezTo>
                  <a:pt x="4308" y="839"/>
                  <a:pt x="4301" y="847"/>
                  <a:pt x="4294" y="854"/>
                </a:cubicBezTo>
                <a:cubicBezTo>
                  <a:pt x="4287" y="862"/>
                  <a:pt x="4279" y="868"/>
                  <a:pt x="4270" y="874"/>
                </a:cubicBezTo>
                <a:cubicBezTo>
                  <a:pt x="4261" y="880"/>
                  <a:pt x="4252" y="885"/>
                  <a:pt x="4242" y="889"/>
                </a:cubicBezTo>
                <a:cubicBezTo>
                  <a:pt x="4233" y="893"/>
                  <a:pt x="4223" y="896"/>
                  <a:pt x="4213" y="898"/>
                </a:cubicBezTo>
                <a:cubicBezTo>
                  <a:pt x="4202" y="900"/>
                  <a:pt x="4192" y="901"/>
                  <a:pt x="4182" y="901"/>
                </a:cubicBez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80" y="880"/>
                  <a:pt x="71" y="874"/>
                </a:cubicBezTo>
                <a:cubicBezTo>
                  <a:pt x="62" y="868"/>
                  <a:pt x="54" y="862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2953800" y="1288080"/>
            <a:ext cx="12092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and search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241160" y="1343160"/>
            <a:ext cx="13874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Testpatient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6676920" y="1304640"/>
            <a:ext cx="1181520" cy="324360"/>
          </a:xfrm>
          <a:custGeom>
            <a:avLst/>
            <a:gdLst/>
            <a:ahLst/>
            <a:rect l="0" t="0" r="r" b="b"/>
            <a:pathLst>
              <a:path w="3282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3" y="0"/>
                  <a:pt x="3144" y="1"/>
                  <a:pt x="3154" y="3"/>
                </a:cubicBezTo>
                <a:cubicBezTo>
                  <a:pt x="3164" y="5"/>
                  <a:pt x="3174" y="8"/>
                  <a:pt x="3184" y="12"/>
                </a:cubicBezTo>
                <a:cubicBezTo>
                  <a:pt x="3193" y="16"/>
                  <a:pt x="3202" y="21"/>
                  <a:pt x="3211" y="27"/>
                </a:cubicBezTo>
                <a:cubicBezTo>
                  <a:pt x="3220" y="33"/>
                  <a:pt x="3228" y="39"/>
                  <a:pt x="3235" y="47"/>
                </a:cubicBezTo>
                <a:cubicBezTo>
                  <a:pt x="3242" y="54"/>
                  <a:pt x="3249" y="62"/>
                  <a:pt x="3255" y="71"/>
                </a:cubicBezTo>
                <a:cubicBezTo>
                  <a:pt x="3261" y="80"/>
                  <a:pt x="3266" y="89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8"/>
                  <a:pt x="3282" y="149"/>
                  <a:pt x="3282" y="159"/>
                </a:cubicBezTo>
                <a:lnTo>
                  <a:pt x="3282" y="742"/>
                </a:lnTo>
                <a:cubicBezTo>
                  <a:pt x="3282" y="753"/>
                  <a:pt x="3281" y="763"/>
                  <a:pt x="3279" y="773"/>
                </a:cubicBezTo>
                <a:cubicBezTo>
                  <a:pt x="3277" y="783"/>
                  <a:pt x="3274" y="793"/>
                  <a:pt x="3270" y="803"/>
                </a:cubicBezTo>
                <a:cubicBezTo>
                  <a:pt x="3266" y="813"/>
                  <a:pt x="3261" y="822"/>
                  <a:pt x="3255" y="830"/>
                </a:cubicBezTo>
                <a:cubicBezTo>
                  <a:pt x="3249" y="839"/>
                  <a:pt x="3242" y="847"/>
                  <a:pt x="3235" y="854"/>
                </a:cubicBezTo>
                <a:cubicBezTo>
                  <a:pt x="3228" y="862"/>
                  <a:pt x="3220" y="868"/>
                  <a:pt x="3211" y="874"/>
                </a:cubicBezTo>
                <a:cubicBezTo>
                  <a:pt x="3202" y="880"/>
                  <a:pt x="3193" y="885"/>
                  <a:pt x="3184" y="889"/>
                </a:cubicBezTo>
                <a:cubicBezTo>
                  <a:pt x="3174" y="893"/>
                  <a:pt x="3164" y="896"/>
                  <a:pt x="3154" y="898"/>
                </a:cubicBezTo>
                <a:cubicBezTo>
                  <a:pt x="3144" y="900"/>
                  <a:pt x="3133" y="901"/>
                  <a:pt x="3123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7" y="896"/>
                  <a:pt x="107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2" y="839"/>
                  <a:pt x="27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5714280" y="1288080"/>
            <a:ext cx="966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(or MRN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6764760" y="1343160"/>
            <a:ext cx="10094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QH000123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12" name="" descr=""/>
          <p:cNvPicPr/>
          <p:nvPr/>
        </p:nvPicPr>
        <p:blipFill>
          <a:blip r:embed="rId1"/>
          <a:stretch/>
        </p:blipFill>
        <p:spPr>
          <a:xfrm>
            <a:off x="3429000" y="1781280"/>
            <a:ext cx="5333760" cy="3504960"/>
          </a:xfrm>
          <a:prstGeom prst="rect">
            <a:avLst/>
          </a:prstGeom>
          <a:ln w="0">
            <a:noFill/>
          </a:ln>
        </p:spPr>
      </p:pic>
      <p:sp>
        <p:nvSpPr>
          <p:cNvPr id="513" name=""/>
          <p:cNvSpPr/>
          <p:nvPr/>
        </p:nvSpPr>
        <p:spPr>
          <a:xfrm>
            <a:off x="942840" y="55911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4" y="146"/>
                </a:cubicBezTo>
                <a:cubicBezTo>
                  <a:pt x="199" y="159"/>
                  <a:pt x="191" y="170"/>
                  <a:pt x="182" y="180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0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0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859160" y="128808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).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942840" y="6029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62080" y="5469840"/>
            <a:ext cx="47419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The page shows the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FHIR request URLs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it used.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162080" y="5907960"/>
            <a:ext cx="7358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Open the report PDF and the scanned referral (allow pop-ups if blocked).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10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666720" y="163800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666720" y="1168200"/>
            <a:ext cx="52081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Finale: the order that never came back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666720" y="1850040"/>
            <a:ext cx="10303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The real safety risk in radiology: an order goes to a RIS, the report never returns, and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nobody sees it is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666720" y="2761920"/>
            <a:ext cx="1305000" cy="324360"/>
          </a:xfrm>
          <a:custGeom>
            <a:avLst/>
            <a:gdLst/>
            <a:ahLst/>
            <a:rect l="0" t="0" r="r" b="b"/>
            <a:pathLst>
              <a:path w="3625" h="901">
                <a:moveTo>
                  <a:pt x="0" y="741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6"/>
                  <a:pt x="98" y="13"/>
                </a:cubicBezTo>
                <a:cubicBezTo>
                  <a:pt x="107" y="9"/>
                  <a:pt x="117" y="6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466" y="0"/>
                </a:lnTo>
                <a:cubicBezTo>
                  <a:pt x="3476" y="0"/>
                  <a:pt x="3486" y="1"/>
                  <a:pt x="3497" y="3"/>
                </a:cubicBezTo>
                <a:cubicBezTo>
                  <a:pt x="3507" y="6"/>
                  <a:pt x="3517" y="9"/>
                  <a:pt x="3526" y="13"/>
                </a:cubicBezTo>
                <a:cubicBezTo>
                  <a:pt x="3536" y="16"/>
                  <a:pt x="3545" y="21"/>
                  <a:pt x="3554" y="27"/>
                </a:cubicBezTo>
                <a:cubicBezTo>
                  <a:pt x="3562" y="33"/>
                  <a:pt x="3571" y="40"/>
                  <a:pt x="3578" y="47"/>
                </a:cubicBezTo>
                <a:cubicBezTo>
                  <a:pt x="3586" y="54"/>
                  <a:pt x="3593" y="62"/>
                  <a:pt x="3599" y="71"/>
                </a:cubicBezTo>
                <a:cubicBezTo>
                  <a:pt x="3604" y="80"/>
                  <a:pt x="3609" y="89"/>
                  <a:pt x="3613" y="98"/>
                </a:cubicBezTo>
                <a:cubicBezTo>
                  <a:pt x="3617" y="108"/>
                  <a:pt x="3620" y="118"/>
                  <a:pt x="3622" y="128"/>
                </a:cubicBezTo>
                <a:cubicBezTo>
                  <a:pt x="3624" y="138"/>
                  <a:pt x="3625" y="149"/>
                  <a:pt x="3625" y="159"/>
                </a:cubicBezTo>
                <a:lnTo>
                  <a:pt x="3625" y="741"/>
                </a:lnTo>
                <a:cubicBezTo>
                  <a:pt x="3625" y="752"/>
                  <a:pt x="3624" y="762"/>
                  <a:pt x="3622" y="772"/>
                </a:cubicBezTo>
                <a:cubicBezTo>
                  <a:pt x="3620" y="782"/>
                  <a:pt x="3617" y="792"/>
                  <a:pt x="3613" y="802"/>
                </a:cubicBezTo>
                <a:cubicBezTo>
                  <a:pt x="3609" y="812"/>
                  <a:pt x="3604" y="821"/>
                  <a:pt x="3599" y="829"/>
                </a:cubicBezTo>
                <a:cubicBezTo>
                  <a:pt x="3593" y="838"/>
                  <a:pt x="3586" y="846"/>
                  <a:pt x="3578" y="854"/>
                </a:cubicBezTo>
                <a:cubicBezTo>
                  <a:pt x="3571" y="861"/>
                  <a:pt x="3562" y="867"/>
                  <a:pt x="3554" y="874"/>
                </a:cubicBezTo>
                <a:cubicBezTo>
                  <a:pt x="3545" y="880"/>
                  <a:pt x="3536" y="885"/>
                  <a:pt x="3526" y="889"/>
                </a:cubicBezTo>
                <a:cubicBezTo>
                  <a:pt x="3517" y="893"/>
                  <a:pt x="3507" y="896"/>
                  <a:pt x="3497" y="898"/>
                </a:cubicBezTo>
                <a:cubicBezTo>
                  <a:pt x="3486" y="900"/>
                  <a:pt x="3476" y="901"/>
                  <a:pt x="3466" y="901"/>
                </a:cubicBezTo>
                <a:lnTo>
                  <a:pt x="158" y="901"/>
                </a:lnTo>
                <a:cubicBezTo>
                  <a:pt x="148" y="901"/>
                  <a:pt x="138" y="900"/>
                  <a:pt x="127" y="898"/>
                </a:cubicBezTo>
                <a:cubicBezTo>
                  <a:pt x="117" y="896"/>
                  <a:pt x="107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1" y="867"/>
                  <a:pt x="53" y="861"/>
                  <a:pt x="46" y="854"/>
                </a:cubicBezTo>
                <a:cubicBezTo>
                  <a:pt x="39" y="846"/>
                  <a:pt x="32" y="838"/>
                  <a:pt x="26" y="829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2"/>
                  <a:pt x="5" y="782"/>
                  <a:pt x="3" y="772"/>
                </a:cubicBezTo>
                <a:cubicBezTo>
                  <a:pt x="1" y="762"/>
                  <a:pt x="0" y="752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666720" y="2221560"/>
            <a:ext cx="8359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missing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750960" y="2800440"/>
            <a:ext cx="113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loop.html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971360" y="2745720"/>
            <a:ext cx="7643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lists active orders older than </a:t>
            </a:r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N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days that no ﬁnal or amended report closes.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647720" y="3286080"/>
            <a:ext cx="1552680" cy="324000"/>
          </a:xfrm>
          <a:custGeom>
            <a:avLst/>
            <a:gdLst/>
            <a:ahLst/>
            <a:rect l="0" t="0" r="r" b="b"/>
            <a:pathLst>
              <a:path w="4313" h="900">
                <a:moveTo>
                  <a:pt x="0" y="74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155" y="0"/>
                </a:lnTo>
                <a:cubicBezTo>
                  <a:pt x="4165" y="0"/>
                  <a:pt x="4175" y="1"/>
                  <a:pt x="4186" y="3"/>
                </a:cubicBezTo>
                <a:cubicBezTo>
                  <a:pt x="4196" y="5"/>
                  <a:pt x="4206" y="8"/>
                  <a:pt x="4215" y="12"/>
                </a:cubicBezTo>
                <a:cubicBezTo>
                  <a:pt x="4225" y="16"/>
                  <a:pt x="4234" y="21"/>
                  <a:pt x="4243" y="26"/>
                </a:cubicBezTo>
                <a:cubicBezTo>
                  <a:pt x="4252" y="32"/>
                  <a:pt x="4260" y="39"/>
                  <a:pt x="4267" y="46"/>
                </a:cubicBezTo>
                <a:cubicBezTo>
                  <a:pt x="4274" y="53"/>
                  <a:pt x="4281" y="62"/>
                  <a:pt x="4287" y="70"/>
                </a:cubicBezTo>
                <a:cubicBezTo>
                  <a:pt x="4293" y="79"/>
                  <a:pt x="4297" y="88"/>
                  <a:pt x="4301" y="98"/>
                </a:cubicBezTo>
                <a:cubicBezTo>
                  <a:pt x="4305" y="107"/>
                  <a:pt x="4308" y="117"/>
                  <a:pt x="4310" y="127"/>
                </a:cubicBezTo>
                <a:cubicBezTo>
                  <a:pt x="4312" y="138"/>
                  <a:pt x="4313" y="148"/>
                  <a:pt x="4313" y="158"/>
                </a:cubicBezTo>
                <a:lnTo>
                  <a:pt x="4313" y="741"/>
                </a:lnTo>
                <a:cubicBezTo>
                  <a:pt x="4313" y="752"/>
                  <a:pt x="4312" y="762"/>
                  <a:pt x="4310" y="772"/>
                </a:cubicBezTo>
                <a:cubicBezTo>
                  <a:pt x="4308" y="783"/>
                  <a:pt x="4305" y="793"/>
                  <a:pt x="4301" y="802"/>
                </a:cubicBezTo>
                <a:cubicBezTo>
                  <a:pt x="4297" y="812"/>
                  <a:pt x="4293" y="821"/>
                  <a:pt x="4287" y="830"/>
                </a:cubicBezTo>
                <a:cubicBezTo>
                  <a:pt x="4281" y="838"/>
                  <a:pt x="4274" y="846"/>
                  <a:pt x="4267" y="854"/>
                </a:cubicBezTo>
                <a:cubicBezTo>
                  <a:pt x="4260" y="861"/>
                  <a:pt x="4252" y="868"/>
                  <a:pt x="4243" y="873"/>
                </a:cubicBezTo>
                <a:cubicBezTo>
                  <a:pt x="4234" y="879"/>
                  <a:pt x="4225" y="884"/>
                  <a:pt x="4215" y="888"/>
                </a:cubicBezTo>
                <a:cubicBezTo>
                  <a:pt x="4206" y="892"/>
                  <a:pt x="4196" y="895"/>
                  <a:pt x="4186" y="897"/>
                </a:cubicBezTo>
                <a:cubicBezTo>
                  <a:pt x="4175" y="899"/>
                  <a:pt x="4165" y="900"/>
                  <a:pt x="4155" y="900"/>
                </a:cubicBezTo>
                <a:lnTo>
                  <a:pt x="159" y="900"/>
                </a:lnTo>
                <a:cubicBezTo>
                  <a:pt x="148" y="900"/>
                  <a:pt x="138" y="899"/>
                  <a:pt x="128" y="897"/>
                </a:cubicBezTo>
                <a:cubicBezTo>
                  <a:pt x="117" y="895"/>
                  <a:pt x="107" y="892"/>
                  <a:pt x="98" y="888"/>
                </a:cubicBezTo>
                <a:cubicBezTo>
                  <a:pt x="88" y="884"/>
                  <a:pt x="79" y="879"/>
                  <a:pt x="70" y="873"/>
                </a:cubicBezTo>
                <a:cubicBezTo>
                  <a:pt x="62" y="868"/>
                  <a:pt x="54" y="861"/>
                  <a:pt x="46" y="854"/>
                </a:cubicBezTo>
                <a:cubicBezTo>
                  <a:pt x="39" y="846"/>
                  <a:pt x="32" y="838"/>
                  <a:pt x="27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2"/>
                </a:cubicBezTo>
                <a:cubicBezTo>
                  <a:pt x="1" y="762"/>
                  <a:pt x="0" y="752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918000" y="3269520"/>
            <a:ext cx="7261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1.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One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727280" y="3324240"/>
            <a:ext cx="13874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_revinclude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161720" y="3657240"/>
            <a:ext cx="10773360" cy="324360"/>
          </a:xfrm>
          <a:custGeom>
            <a:avLst/>
            <a:gdLst/>
            <a:ahLst/>
            <a:rect l="0" t="0" r="r" b="b"/>
            <a:pathLst>
              <a:path w="29926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29926" y="0"/>
                </a:lnTo>
                <a:lnTo>
                  <a:pt x="29926" y="901"/>
                </a:ln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80" y="880"/>
                  <a:pt x="71" y="874"/>
                </a:cubicBezTo>
                <a:cubicBezTo>
                  <a:pt x="62" y="869"/>
                  <a:pt x="54" y="862"/>
                  <a:pt x="47" y="855"/>
                </a:cubicBezTo>
                <a:cubicBezTo>
                  <a:pt x="40" y="847"/>
                  <a:pt x="33" y="839"/>
                  <a:pt x="27" y="831"/>
                </a:cubicBezTo>
                <a:cubicBezTo>
                  <a:pt x="21" y="822"/>
                  <a:pt x="16" y="813"/>
                  <a:pt x="13" y="803"/>
                </a:cubicBezTo>
                <a:cubicBezTo>
                  <a:pt x="9" y="793"/>
                  <a:pt x="6" y="784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3200400" y="3269520"/>
            <a:ext cx="31856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query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diﬀerence on the client: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-819360" y="4038480"/>
            <a:ext cx="10782720" cy="314640"/>
          </a:xfrm>
          <a:custGeom>
            <a:avLst/>
            <a:gdLst/>
            <a:ahLst/>
            <a:rect l="0" t="0" r="r" b="b"/>
            <a:pathLst>
              <a:path w="29952" h="874">
                <a:moveTo>
                  <a:pt x="0" y="874"/>
                </a:moveTo>
                <a:lnTo>
                  <a:pt x="0" y="0"/>
                </a:lnTo>
                <a:lnTo>
                  <a:pt x="29793" y="0"/>
                </a:lnTo>
                <a:cubicBezTo>
                  <a:pt x="29804" y="0"/>
                  <a:pt x="29814" y="1"/>
                  <a:pt x="29824" y="3"/>
                </a:cubicBezTo>
                <a:cubicBezTo>
                  <a:pt x="29834" y="5"/>
                  <a:pt x="29844" y="8"/>
                  <a:pt x="29854" y="12"/>
                </a:cubicBezTo>
                <a:cubicBezTo>
                  <a:pt x="29864" y="16"/>
                  <a:pt x="29873" y="21"/>
                  <a:pt x="29881" y="27"/>
                </a:cubicBezTo>
                <a:cubicBezTo>
                  <a:pt x="29890" y="32"/>
                  <a:pt x="29898" y="39"/>
                  <a:pt x="29905" y="46"/>
                </a:cubicBezTo>
                <a:cubicBezTo>
                  <a:pt x="29913" y="54"/>
                  <a:pt x="29919" y="62"/>
                  <a:pt x="29925" y="70"/>
                </a:cubicBezTo>
                <a:cubicBezTo>
                  <a:pt x="29931" y="79"/>
                  <a:pt x="29936" y="88"/>
                  <a:pt x="29940" y="98"/>
                </a:cubicBezTo>
                <a:cubicBezTo>
                  <a:pt x="29944" y="107"/>
                  <a:pt x="29947" y="117"/>
                  <a:pt x="29949" y="128"/>
                </a:cubicBezTo>
                <a:cubicBezTo>
                  <a:pt x="29951" y="138"/>
                  <a:pt x="29952" y="148"/>
                  <a:pt x="29952" y="159"/>
                </a:cubicBezTo>
                <a:lnTo>
                  <a:pt x="29952" y="715"/>
                </a:lnTo>
                <a:cubicBezTo>
                  <a:pt x="29952" y="726"/>
                  <a:pt x="29951" y="736"/>
                  <a:pt x="29949" y="746"/>
                </a:cubicBezTo>
                <a:cubicBezTo>
                  <a:pt x="29947" y="756"/>
                  <a:pt x="29944" y="766"/>
                  <a:pt x="29940" y="776"/>
                </a:cubicBezTo>
                <a:cubicBezTo>
                  <a:pt x="29936" y="786"/>
                  <a:pt x="29931" y="795"/>
                  <a:pt x="29925" y="803"/>
                </a:cubicBezTo>
                <a:cubicBezTo>
                  <a:pt x="29919" y="812"/>
                  <a:pt x="29913" y="820"/>
                  <a:pt x="29905" y="827"/>
                </a:cubicBezTo>
                <a:cubicBezTo>
                  <a:pt x="29898" y="835"/>
                  <a:pt x="29890" y="841"/>
                  <a:pt x="29881" y="847"/>
                </a:cubicBezTo>
                <a:cubicBezTo>
                  <a:pt x="29873" y="853"/>
                  <a:pt x="29864" y="858"/>
                  <a:pt x="29854" y="862"/>
                </a:cubicBezTo>
                <a:cubicBezTo>
                  <a:pt x="29844" y="866"/>
                  <a:pt x="29834" y="869"/>
                  <a:pt x="29824" y="871"/>
                </a:cubicBezTo>
                <a:cubicBezTo>
                  <a:pt x="29814" y="873"/>
                  <a:pt x="29804" y="874"/>
                  <a:pt x="29793" y="874"/>
                </a:cubicBezTo>
                <a:lnTo>
                  <a:pt x="0" y="874"/>
                </a:ln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245960" y="3695760"/>
            <a:ext cx="189360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ServiceRequest?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162080" y="4076640"/>
            <a:ext cx="8708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status=active&amp;authored=lt&lt;date&gt;&amp;_revinclude=DiagnosticReport:based-on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533760" y="4466880"/>
            <a:ext cx="676440" cy="324360"/>
          </a:xfrm>
          <a:custGeom>
            <a:avLst/>
            <a:gdLst/>
            <a:ahLst/>
            <a:rect l="0" t="0" r="r" b="b"/>
            <a:pathLst>
              <a:path w="1879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1720" y="0"/>
                </a:lnTo>
                <a:cubicBezTo>
                  <a:pt x="1731" y="0"/>
                  <a:pt x="1741" y="1"/>
                  <a:pt x="1751" y="4"/>
                </a:cubicBezTo>
                <a:cubicBezTo>
                  <a:pt x="1762" y="6"/>
                  <a:pt x="1771" y="9"/>
                  <a:pt x="1781" y="13"/>
                </a:cubicBezTo>
                <a:cubicBezTo>
                  <a:pt x="1791" y="17"/>
                  <a:pt x="1800" y="21"/>
                  <a:pt x="1809" y="27"/>
                </a:cubicBezTo>
                <a:cubicBezTo>
                  <a:pt x="1817" y="33"/>
                  <a:pt x="1825" y="40"/>
                  <a:pt x="1833" y="47"/>
                </a:cubicBezTo>
                <a:cubicBezTo>
                  <a:pt x="1840" y="54"/>
                  <a:pt x="1847" y="62"/>
                  <a:pt x="1852" y="71"/>
                </a:cubicBezTo>
                <a:cubicBezTo>
                  <a:pt x="1858" y="80"/>
                  <a:pt x="1863" y="89"/>
                  <a:pt x="1867" y="98"/>
                </a:cubicBezTo>
                <a:cubicBezTo>
                  <a:pt x="1871" y="108"/>
                  <a:pt x="1874" y="118"/>
                  <a:pt x="1876" y="128"/>
                </a:cubicBezTo>
                <a:cubicBezTo>
                  <a:pt x="1878" y="138"/>
                  <a:pt x="1879" y="149"/>
                  <a:pt x="1879" y="159"/>
                </a:cubicBezTo>
                <a:lnTo>
                  <a:pt x="1879" y="742"/>
                </a:lnTo>
                <a:cubicBezTo>
                  <a:pt x="1879" y="753"/>
                  <a:pt x="1878" y="763"/>
                  <a:pt x="1876" y="773"/>
                </a:cubicBezTo>
                <a:cubicBezTo>
                  <a:pt x="1874" y="783"/>
                  <a:pt x="1871" y="793"/>
                  <a:pt x="1867" y="803"/>
                </a:cubicBezTo>
                <a:cubicBezTo>
                  <a:pt x="1863" y="813"/>
                  <a:pt x="1858" y="822"/>
                  <a:pt x="1852" y="830"/>
                </a:cubicBezTo>
                <a:cubicBezTo>
                  <a:pt x="1847" y="839"/>
                  <a:pt x="1840" y="847"/>
                  <a:pt x="1833" y="855"/>
                </a:cubicBezTo>
                <a:cubicBezTo>
                  <a:pt x="1825" y="862"/>
                  <a:pt x="1817" y="868"/>
                  <a:pt x="1809" y="874"/>
                </a:cubicBezTo>
                <a:cubicBezTo>
                  <a:pt x="1800" y="880"/>
                  <a:pt x="1791" y="885"/>
                  <a:pt x="1781" y="889"/>
                </a:cubicBezTo>
                <a:cubicBezTo>
                  <a:pt x="1771" y="893"/>
                  <a:pt x="1762" y="896"/>
                  <a:pt x="1751" y="898"/>
                </a:cubicBezTo>
                <a:cubicBezTo>
                  <a:pt x="1741" y="900"/>
                  <a:pt x="1731" y="901"/>
                  <a:pt x="1720" y="901"/>
                </a:cubicBezTo>
                <a:lnTo>
                  <a:pt x="158" y="901"/>
                </a:lnTo>
                <a:cubicBezTo>
                  <a:pt x="148" y="901"/>
                  <a:pt x="138" y="900"/>
                  <a:pt x="127" y="898"/>
                </a:cubicBezTo>
                <a:cubicBezTo>
                  <a:pt x="117" y="896"/>
                  <a:pt x="107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1" y="868"/>
                  <a:pt x="53" y="862"/>
                  <a:pt x="46" y="855"/>
                </a:cubicBezTo>
                <a:cubicBezTo>
                  <a:pt x="39" y="847"/>
                  <a:pt x="32" y="839"/>
                  <a:pt x="26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918000" y="4450680"/>
            <a:ext cx="2632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2.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The positive form with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3621960" y="4505400"/>
            <a:ext cx="505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_has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161720" y="4838400"/>
            <a:ext cx="8001360" cy="324360"/>
          </a:xfrm>
          <a:custGeom>
            <a:avLst/>
            <a:gdLst/>
            <a:ahLst/>
            <a:rect l="0" t="0" r="r" b="b"/>
            <a:pathLst>
              <a:path w="22226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2068" y="0"/>
                </a:lnTo>
                <a:cubicBezTo>
                  <a:pt x="22078" y="0"/>
                  <a:pt x="22088" y="1"/>
                  <a:pt x="22099" y="3"/>
                </a:cubicBezTo>
                <a:cubicBezTo>
                  <a:pt x="22109" y="5"/>
                  <a:pt x="22119" y="8"/>
                  <a:pt x="22128" y="12"/>
                </a:cubicBezTo>
                <a:cubicBezTo>
                  <a:pt x="22138" y="16"/>
                  <a:pt x="22147" y="21"/>
                  <a:pt x="22156" y="27"/>
                </a:cubicBezTo>
                <a:cubicBezTo>
                  <a:pt x="22165" y="33"/>
                  <a:pt x="22173" y="39"/>
                  <a:pt x="22180" y="47"/>
                </a:cubicBezTo>
                <a:cubicBezTo>
                  <a:pt x="22187" y="54"/>
                  <a:pt x="22194" y="62"/>
                  <a:pt x="22200" y="71"/>
                </a:cubicBezTo>
                <a:cubicBezTo>
                  <a:pt x="22205" y="80"/>
                  <a:pt x="22210" y="89"/>
                  <a:pt x="22214" y="98"/>
                </a:cubicBezTo>
                <a:cubicBezTo>
                  <a:pt x="22218" y="108"/>
                  <a:pt x="22221" y="118"/>
                  <a:pt x="22223" y="128"/>
                </a:cubicBezTo>
                <a:cubicBezTo>
                  <a:pt x="22225" y="138"/>
                  <a:pt x="22226" y="149"/>
                  <a:pt x="22226" y="159"/>
                </a:cubicBezTo>
                <a:lnTo>
                  <a:pt x="22226" y="742"/>
                </a:lnTo>
                <a:cubicBezTo>
                  <a:pt x="22226" y="753"/>
                  <a:pt x="22225" y="763"/>
                  <a:pt x="22223" y="773"/>
                </a:cubicBezTo>
                <a:cubicBezTo>
                  <a:pt x="22221" y="783"/>
                  <a:pt x="22218" y="793"/>
                  <a:pt x="22214" y="803"/>
                </a:cubicBezTo>
                <a:cubicBezTo>
                  <a:pt x="22210" y="813"/>
                  <a:pt x="22205" y="822"/>
                  <a:pt x="22200" y="830"/>
                </a:cubicBezTo>
                <a:cubicBezTo>
                  <a:pt x="22194" y="839"/>
                  <a:pt x="22187" y="847"/>
                  <a:pt x="22180" y="854"/>
                </a:cubicBezTo>
                <a:cubicBezTo>
                  <a:pt x="22173" y="862"/>
                  <a:pt x="22165" y="868"/>
                  <a:pt x="22156" y="874"/>
                </a:cubicBezTo>
                <a:cubicBezTo>
                  <a:pt x="22147" y="880"/>
                  <a:pt x="22138" y="885"/>
                  <a:pt x="22128" y="889"/>
                </a:cubicBezTo>
                <a:cubicBezTo>
                  <a:pt x="22119" y="893"/>
                  <a:pt x="22109" y="896"/>
                  <a:pt x="22099" y="898"/>
                </a:cubicBezTo>
                <a:cubicBezTo>
                  <a:pt x="22088" y="900"/>
                  <a:pt x="22078" y="901"/>
                  <a:pt x="22068" y="901"/>
                </a:cubicBez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80" y="880"/>
                  <a:pt x="71" y="874"/>
                </a:cubicBezTo>
                <a:cubicBezTo>
                  <a:pt x="62" y="868"/>
                  <a:pt x="54" y="862"/>
                  <a:pt x="47" y="854"/>
                </a:cubicBezTo>
                <a:cubicBezTo>
                  <a:pt x="40" y="847"/>
                  <a:pt x="33" y="839"/>
                  <a:pt x="27" y="830"/>
                </a:cubicBezTo>
                <a:cubicBezTo>
                  <a:pt x="21" y="822"/>
                  <a:pt x="16" y="813"/>
                  <a:pt x="13" y="803"/>
                </a:cubicBezTo>
                <a:cubicBezTo>
                  <a:pt x="9" y="793"/>
                  <a:pt x="6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4211280" y="445068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: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245960" y="4876920"/>
            <a:ext cx="78249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ServiceRequest?...&amp;_has:DiagnosticReport:based-on:status=final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8057880" y="5362560"/>
            <a:ext cx="1810080" cy="324000"/>
          </a:xfrm>
          <a:custGeom>
            <a:avLst/>
            <a:gdLst/>
            <a:ahLst/>
            <a:rect l="0" t="0" r="r" b="b"/>
            <a:pathLst>
              <a:path w="5028" h="900">
                <a:moveTo>
                  <a:pt x="0" y="740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870" y="0"/>
                </a:lnTo>
                <a:cubicBezTo>
                  <a:pt x="4880" y="0"/>
                  <a:pt x="4890" y="1"/>
                  <a:pt x="4901" y="3"/>
                </a:cubicBezTo>
                <a:cubicBezTo>
                  <a:pt x="4911" y="5"/>
                  <a:pt x="4921" y="8"/>
                  <a:pt x="4930" y="12"/>
                </a:cubicBezTo>
                <a:cubicBezTo>
                  <a:pt x="4940" y="16"/>
                  <a:pt x="4949" y="21"/>
                  <a:pt x="4958" y="26"/>
                </a:cubicBezTo>
                <a:cubicBezTo>
                  <a:pt x="4966" y="32"/>
                  <a:pt x="4974" y="39"/>
                  <a:pt x="4982" y="46"/>
                </a:cubicBezTo>
                <a:cubicBezTo>
                  <a:pt x="4989" y="53"/>
                  <a:pt x="4996" y="61"/>
                  <a:pt x="5002" y="70"/>
                </a:cubicBezTo>
                <a:cubicBezTo>
                  <a:pt x="5007" y="79"/>
                  <a:pt x="5012" y="88"/>
                  <a:pt x="5016" y="98"/>
                </a:cubicBezTo>
                <a:cubicBezTo>
                  <a:pt x="5020" y="107"/>
                  <a:pt x="5023" y="117"/>
                  <a:pt x="5025" y="127"/>
                </a:cubicBezTo>
                <a:cubicBezTo>
                  <a:pt x="5027" y="138"/>
                  <a:pt x="5028" y="148"/>
                  <a:pt x="5028" y="158"/>
                </a:cubicBezTo>
                <a:lnTo>
                  <a:pt x="5028" y="740"/>
                </a:lnTo>
                <a:cubicBezTo>
                  <a:pt x="5028" y="751"/>
                  <a:pt x="5027" y="761"/>
                  <a:pt x="5025" y="771"/>
                </a:cubicBezTo>
                <a:cubicBezTo>
                  <a:pt x="5023" y="782"/>
                  <a:pt x="5020" y="791"/>
                  <a:pt x="5016" y="801"/>
                </a:cubicBezTo>
                <a:cubicBezTo>
                  <a:pt x="5012" y="811"/>
                  <a:pt x="5007" y="820"/>
                  <a:pt x="5002" y="829"/>
                </a:cubicBezTo>
                <a:cubicBezTo>
                  <a:pt x="4996" y="838"/>
                  <a:pt x="4989" y="846"/>
                  <a:pt x="4982" y="854"/>
                </a:cubicBezTo>
                <a:cubicBezTo>
                  <a:pt x="4974" y="861"/>
                  <a:pt x="4966" y="868"/>
                  <a:pt x="4958" y="873"/>
                </a:cubicBezTo>
                <a:cubicBezTo>
                  <a:pt x="4949" y="879"/>
                  <a:pt x="4940" y="884"/>
                  <a:pt x="4930" y="888"/>
                </a:cubicBezTo>
                <a:cubicBezTo>
                  <a:pt x="4921" y="892"/>
                  <a:pt x="4911" y="895"/>
                  <a:pt x="4901" y="897"/>
                </a:cubicBezTo>
                <a:cubicBezTo>
                  <a:pt x="4890" y="899"/>
                  <a:pt x="4880" y="900"/>
                  <a:pt x="4870" y="900"/>
                </a:cubicBezTo>
                <a:lnTo>
                  <a:pt x="159" y="900"/>
                </a:lnTo>
                <a:cubicBezTo>
                  <a:pt x="149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9" y="884"/>
                  <a:pt x="79" y="879"/>
                  <a:pt x="71" y="873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6"/>
                  <a:pt x="33" y="838"/>
                  <a:pt x="27" y="829"/>
                </a:cubicBezTo>
                <a:cubicBezTo>
                  <a:pt x="21" y="820"/>
                  <a:pt x="16" y="811"/>
                  <a:pt x="12" y="801"/>
                </a:cubicBezTo>
                <a:cubicBezTo>
                  <a:pt x="8" y="791"/>
                  <a:pt x="5" y="782"/>
                  <a:pt x="3" y="771"/>
                </a:cubicBezTo>
                <a:cubicBezTo>
                  <a:pt x="1" y="761"/>
                  <a:pt x="0" y="751"/>
                  <a:pt x="0" y="740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666720" y="5346000"/>
            <a:ext cx="7424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Open set = old active orders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minus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the closed ones. One order is ﬂagged: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8140320" y="5400720"/>
            <a:ext cx="16405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LOOP-OPEN-001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9866160" y="534600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11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666720" y="25430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942840" y="2876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666720" y="2082600"/>
            <a:ext cx="21448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Why that works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942840" y="3314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162080" y="2755080"/>
            <a:ext cx="7562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FHIR search ﬁnds what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exists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 The safety question is about what is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missing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3105000" y="3209760"/>
            <a:ext cx="676440" cy="324360"/>
          </a:xfrm>
          <a:custGeom>
            <a:avLst/>
            <a:gdLst/>
            <a:ahLst/>
            <a:rect l="0" t="0" r="r" b="b"/>
            <a:pathLst>
              <a:path w="1879" h="901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721" y="0"/>
                </a:lnTo>
                <a:cubicBezTo>
                  <a:pt x="1731" y="0"/>
                  <a:pt x="1741" y="1"/>
                  <a:pt x="1752" y="3"/>
                </a:cubicBezTo>
                <a:cubicBezTo>
                  <a:pt x="1762" y="5"/>
                  <a:pt x="1772" y="8"/>
                  <a:pt x="1781" y="12"/>
                </a:cubicBezTo>
                <a:cubicBezTo>
                  <a:pt x="1791" y="16"/>
                  <a:pt x="1800" y="21"/>
                  <a:pt x="1809" y="27"/>
                </a:cubicBezTo>
                <a:cubicBezTo>
                  <a:pt x="1818" y="33"/>
                  <a:pt x="1826" y="39"/>
                  <a:pt x="1833" y="46"/>
                </a:cubicBezTo>
                <a:cubicBezTo>
                  <a:pt x="1840" y="54"/>
                  <a:pt x="1847" y="62"/>
                  <a:pt x="1853" y="71"/>
                </a:cubicBezTo>
                <a:cubicBezTo>
                  <a:pt x="1858" y="79"/>
                  <a:pt x="1863" y="88"/>
                  <a:pt x="1867" y="98"/>
                </a:cubicBezTo>
                <a:cubicBezTo>
                  <a:pt x="1871" y="108"/>
                  <a:pt x="1874" y="118"/>
                  <a:pt x="1876" y="128"/>
                </a:cubicBezTo>
                <a:cubicBezTo>
                  <a:pt x="1878" y="138"/>
                  <a:pt x="1879" y="148"/>
                  <a:pt x="1879" y="159"/>
                </a:cubicBezTo>
                <a:lnTo>
                  <a:pt x="1879" y="742"/>
                </a:lnTo>
                <a:cubicBezTo>
                  <a:pt x="1879" y="752"/>
                  <a:pt x="1878" y="763"/>
                  <a:pt x="1876" y="773"/>
                </a:cubicBezTo>
                <a:cubicBezTo>
                  <a:pt x="1874" y="783"/>
                  <a:pt x="1871" y="793"/>
                  <a:pt x="1867" y="803"/>
                </a:cubicBezTo>
                <a:cubicBezTo>
                  <a:pt x="1863" y="812"/>
                  <a:pt x="1858" y="821"/>
                  <a:pt x="1853" y="830"/>
                </a:cubicBezTo>
                <a:cubicBezTo>
                  <a:pt x="1847" y="839"/>
                  <a:pt x="1840" y="847"/>
                  <a:pt x="1833" y="854"/>
                </a:cubicBezTo>
                <a:cubicBezTo>
                  <a:pt x="1826" y="861"/>
                  <a:pt x="1818" y="868"/>
                  <a:pt x="1809" y="874"/>
                </a:cubicBezTo>
                <a:cubicBezTo>
                  <a:pt x="1800" y="880"/>
                  <a:pt x="1791" y="884"/>
                  <a:pt x="1781" y="888"/>
                </a:cubicBezTo>
                <a:cubicBezTo>
                  <a:pt x="1772" y="892"/>
                  <a:pt x="1762" y="895"/>
                  <a:pt x="1752" y="897"/>
                </a:cubicBezTo>
                <a:cubicBezTo>
                  <a:pt x="1741" y="900"/>
                  <a:pt x="1731" y="901"/>
                  <a:pt x="1721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7"/>
                </a:cubicBezTo>
                <a:cubicBezTo>
                  <a:pt x="117" y="895"/>
                  <a:pt x="108" y="892"/>
                  <a:pt x="98" y="888"/>
                </a:cubicBezTo>
                <a:cubicBezTo>
                  <a:pt x="88" y="884"/>
                  <a:pt x="79" y="880"/>
                  <a:pt x="70" y="874"/>
                </a:cubicBezTo>
                <a:cubicBezTo>
                  <a:pt x="62" y="868"/>
                  <a:pt x="54" y="861"/>
                  <a:pt x="46" y="854"/>
                </a:cubicBezTo>
                <a:cubicBezTo>
                  <a:pt x="39" y="847"/>
                  <a:pt x="32" y="839"/>
                  <a:pt x="27" y="830"/>
                </a:cubicBezTo>
                <a:cubicBezTo>
                  <a:pt x="21" y="821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162080" y="3193200"/>
            <a:ext cx="1957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R4 has no negative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188520" y="3247920"/>
            <a:ext cx="505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_has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942840" y="3752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777840" y="3193200"/>
            <a:ext cx="2974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so you take a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set diﬀerence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6143400" y="3647880"/>
            <a:ext cx="1057680" cy="324360"/>
          </a:xfrm>
          <a:custGeom>
            <a:avLst/>
            <a:gdLst/>
            <a:ahLst/>
            <a:rect l="0" t="0" r="r" b="b"/>
            <a:pathLst>
              <a:path w="2938" h="901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79" y="0"/>
                </a:lnTo>
                <a:cubicBezTo>
                  <a:pt x="2790" y="0"/>
                  <a:pt x="2800" y="1"/>
                  <a:pt x="2810" y="3"/>
                </a:cubicBezTo>
                <a:cubicBezTo>
                  <a:pt x="2820" y="5"/>
                  <a:pt x="2830" y="8"/>
                  <a:pt x="2840" y="12"/>
                </a:cubicBezTo>
                <a:cubicBezTo>
                  <a:pt x="2850" y="16"/>
                  <a:pt x="2859" y="21"/>
                  <a:pt x="2867" y="27"/>
                </a:cubicBezTo>
                <a:cubicBezTo>
                  <a:pt x="2876" y="33"/>
                  <a:pt x="2884" y="39"/>
                  <a:pt x="2892" y="47"/>
                </a:cubicBezTo>
                <a:cubicBezTo>
                  <a:pt x="2899" y="54"/>
                  <a:pt x="2905" y="62"/>
                  <a:pt x="2911" y="71"/>
                </a:cubicBezTo>
                <a:cubicBezTo>
                  <a:pt x="2917" y="79"/>
                  <a:pt x="2922" y="88"/>
                  <a:pt x="2926" y="98"/>
                </a:cubicBezTo>
                <a:cubicBezTo>
                  <a:pt x="2930" y="108"/>
                  <a:pt x="2933" y="118"/>
                  <a:pt x="2935" y="128"/>
                </a:cubicBezTo>
                <a:cubicBezTo>
                  <a:pt x="2937" y="138"/>
                  <a:pt x="2938" y="148"/>
                  <a:pt x="2938" y="159"/>
                </a:cubicBezTo>
                <a:lnTo>
                  <a:pt x="2938" y="742"/>
                </a:lnTo>
                <a:cubicBezTo>
                  <a:pt x="2938" y="752"/>
                  <a:pt x="2937" y="763"/>
                  <a:pt x="2935" y="773"/>
                </a:cubicBezTo>
                <a:cubicBezTo>
                  <a:pt x="2933" y="783"/>
                  <a:pt x="2930" y="793"/>
                  <a:pt x="2926" y="803"/>
                </a:cubicBezTo>
                <a:cubicBezTo>
                  <a:pt x="2922" y="812"/>
                  <a:pt x="2917" y="821"/>
                  <a:pt x="2911" y="830"/>
                </a:cubicBezTo>
                <a:cubicBezTo>
                  <a:pt x="2905" y="839"/>
                  <a:pt x="2899" y="847"/>
                  <a:pt x="2892" y="854"/>
                </a:cubicBezTo>
                <a:cubicBezTo>
                  <a:pt x="2884" y="861"/>
                  <a:pt x="2876" y="868"/>
                  <a:pt x="2867" y="874"/>
                </a:cubicBezTo>
                <a:cubicBezTo>
                  <a:pt x="2859" y="880"/>
                  <a:pt x="2850" y="885"/>
                  <a:pt x="2840" y="889"/>
                </a:cubicBezTo>
                <a:cubicBezTo>
                  <a:pt x="2830" y="893"/>
                  <a:pt x="2820" y="896"/>
                  <a:pt x="2810" y="898"/>
                </a:cubicBezTo>
                <a:cubicBezTo>
                  <a:pt x="2800" y="900"/>
                  <a:pt x="2790" y="901"/>
                  <a:pt x="2779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8" y="885"/>
                  <a:pt x="79" y="880"/>
                  <a:pt x="71" y="874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162080" y="3631320"/>
            <a:ext cx="5023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Both queries need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literal references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: the report's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6231960" y="3686040"/>
            <a:ext cx="883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basedOn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8867520" y="3647880"/>
            <a:ext cx="2562480" cy="324360"/>
          </a:xfrm>
          <a:custGeom>
            <a:avLst/>
            <a:gdLst/>
            <a:ahLst/>
            <a:rect l="0" t="0" r="r" b="b"/>
            <a:pathLst>
              <a:path w="7118" h="901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960" y="0"/>
                </a:lnTo>
                <a:cubicBezTo>
                  <a:pt x="6970" y="0"/>
                  <a:pt x="6980" y="1"/>
                  <a:pt x="6991" y="3"/>
                </a:cubicBezTo>
                <a:cubicBezTo>
                  <a:pt x="7001" y="5"/>
                  <a:pt x="7011" y="8"/>
                  <a:pt x="7020" y="12"/>
                </a:cubicBezTo>
                <a:cubicBezTo>
                  <a:pt x="7030" y="16"/>
                  <a:pt x="7039" y="21"/>
                  <a:pt x="7048" y="27"/>
                </a:cubicBezTo>
                <a:cubicBezTo>
                  <a:pt x="7057" y="33"/>
                  <a:pt x="7065" y="39"/>
                  <a:pt x="7072" y="47"/>
                </a:cubicBezTo>
                <a:cubicBezTo>
                  <a:pt x="7079" y="54"/>
                  <a:pt x="7086" y="62"/>
                  <a:pt x="7092" y="71"/>
                </a:cubicBezTo>
                <a:cubicBezTo>
                  <a:pt x="7098" y="79"/>
                  <a:pt x="7102" y="88"/>
                  <a:pt x="7106" y="98"/>
                </a:cubicBezTo>
                <a:cubicBezTo>
                  <a:pt x="7110" y="108"/>
                  <a:pt x="7113" y="118"/>
                  <a:pt x="7115" y="128"/>
                </a:cubicBezTo>
                <a:cubicBezTo>
                  <a:pt x="7117" y="138"/>
                  <a:pt x="7118" y="148"/>
                  <a:pt x="7118" y="159"/>
                </a:cubicBezTo>
                <a:lnTo>
                  <a:pt x="7118" y="742"/>
                </a:lnTo>
                <a:cubicBezTo>
                  <a:pt x="7118" y="752"/>
                  <a:pt x="7117" y="763"/>
                  <a:pt x="7115" y="773"/>
                </a:cubicBezTo>
                <a:cubicBezTo>
                  <a:pt x="7113" y="783"/>
                  <a:pt x="7110" y="793"/>
                  <a:pt x="7106" y="803"/>
                </a:cubicBezTo>
                <a:cubicBezTo>
                  <a:pt x="7102" y="812"/>
                  <a:pt x="7098" y="821"/>
                  <a:pt x="7092" y="830"/>
                </a:cubicBezTo>
                <a:cubicBezTo>
                  <a:pt x="7086" y="839"/>
                  <a:pt x="7079" y="847"/>
                  <a:pt x="7072" y="854"/>
                </a:cubicBezTo>
                <a:cubicBezTo>
                  <a:pt x="7065" y="861"/>
                  <a:pt x="7057" y="868"/>
                  <a:pt x="7048" y="874"/>
                </a:cubicBezTo>
                <a:cubicBezTo>
                  <a:pt x="7039" y="880"/>
                  <a:pt x="7030" y="885"/>
                  <a:pt x="7020" y="889"/>
                </a:cubicBezTo>
                <a:cubicBezTo>
                  <a:pt x="7011" y="893"/>
                  <a:pt x="7001" y="896"/>
                  <a:pt x="6991" y="898"/>
                </a:cubicBezTo>
                <a:cubicBezTo>
                  <a:pt x="6980" y="900"/>
                  <a:pt x="6970" y="901"/>
                  <a:pt x="6960" y="901"/>
                </a:cubicBez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79" y="880"/>
                  <a:pt x="71" y="874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7200000" y="3631320"/>
            <a:ext cx="1678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must resolve to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8947440" y="3686040"/>
            <a:ext cx="23979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ServiceRequest/&lt;id&gt;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942840" y="41814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1431080" y="363132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162080" y="4060080"/>
            <a:ext cx="9967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Early on the reports carried only a logical identiﬁer, and both queries returned nothing. Check your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162080" y="4431600"/>
            <a:ext cx="1139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references.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12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66720" y="21240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666720" y="1663200"/>
            <a:ext cx="23461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Stage 5: extend it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972040" y="2361960"/>
            <a:ext cx="2314800" cy="324360"/>
          </a:xfrm>
          <a:custGeom>
            <a:avLst/>
            <a:gdLst/>
            <a:ahLst/>
            <a:rect l="0" t="0" r="r" b="b"/>
            <a:pathLst>
              <a:path w="6430" h="901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271" y="0"/>
                </a:lnTo>
                <a:cubicBezTo>
                  <a:pt x="6282" y="0"/>
                  <a:pt x="6292" y="1"/>
                  <a:pt x="6302" y="3"/>
                </a:cubicBezTo>
                <a:cubicBezTo>
                  <a:pt x="6313" y="5"/>
                  <a:pt x="6323" y="8"/>
                  <a:pt x="6332" y="12"/>
                </a:cubicBezTo>
                <a:cubicBezTo>
                  <a:pt x="6342" y="16"/>
                  <a:pt x="6351" y="21"/>
                  <a:pt x="6360" y="27"/>
                </a:cubicBezTo>
                <a:cubicBezTo>
                  <a:pt x="6368" y="33"/>
                  <a:pt x="6376" y="39"/>
                  <a:pt x="6384" y="47"/>
                </a:cubicBezTo>
                <a:cubicBezTo>
                  <a:pt x="6391" y="54"/>
                  <a:pt x="6398" y="62"/>
                  <a:pt x="6403" y="71"/>
                </a:cubicBezTo>
                <a:cubicBezTo>
                  <a:pt x="6409" y="79"/>
                  <a:pt x="6414" y="89"/>
                  <a:pt x="6418" y="98"/>
                </a:cubicBezTo>
                <a:cubicBezTo>
                  <a:pt x="6422" y="108"/>
                  <a:pt x="6425" y="118"/>
                  <a:pt x="6427" y="128"/>
                </a:cubicBezTo>
                <a:cubicBezTo>
                  <a:pt x="6429" y="138"/>
                  <a:pt x="6430" y="148"/>
                  <a:pt x="6430" y="159"/>
                </a:cubicBezTo>
                <a:lnTo>
                  <a:pt x="6430" y="742"/>
                </a:lnTo>
                <a:cubicBezTo>
                  <a:pt x="6430" y="752"/>
                  <a:pt x="6429" y="763"/>
                  <a:pt x="6427" y="773"/>
                </a:cubicBezTo>
                <a:cubicBezTo>
                  <a:pt x="6425" y="783"/>
                  <a:pt x="6422" y="793"/>
                  <a:pt x="6418" y="803"/>
                </a:cubicBezTo>
                <a:cubicBezTo>
                  <a:pt x="6414" y="812"/>
                  <a:pt x="6409" y="822"/>
                  <a:pt x="6403" y="830"/>
                </a:cubicBezTo>
                <a:cubicBezTo>
                  <a:pt x="6398" y="839"/>
                  <a:pt x="6391" y="847"/>
                  <a:pt x="6384" y="854"/>
                </a:cubicBezTo>
                <a:cubicBezTo>
                  <a:pt x="6376" y="862"/>
                  <a:pt x="6368" y="868"/>
                  <a:pt x="6360" y="874"/>
                </a:cubicBezTo>
                <a:cubicBezTo>
                  <a:pt x="6351" y="880"/>
                  <a:pt x="6342" y="885"/>
                  <a:pt x="6332" y="889"/>
                </a:cubicBezTo>
                <a:cubicBezTo>
                  <a:pt x="6323" y="893"/>
                  <a:pt x="6313" y="896"/>
                  <a:pt x="6302" y="898"/>
                </a:cubicBezTo>
                <a:cubicBezTo>
                  <a:pt x="6292" y="900"/>
                  <a:pt x="6282" y="901"/>
                  <a:pt x="6271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7" y="896"/>
                  <a:pt x="108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2" y="839"/>
                  <a:pt x="27" y="830"/>
                </a:cubicBezTo>
                <a:cubicBezTo>
                  <a:pt x="21" y="822"/>
                  <a:pt x="16" y="812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666720" y="2336040"/>
            <a:ext cx="5345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Easiest ﬁrst. Mapping work happens in the adapter's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6059520" y="2400120"/>
            <a:ext cx="21448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ris-ingest-plugin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942840" y="2990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8290440" y="233604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161720" y="3257280"/>
            <a:ext cx="1686600" cy="324360"/>
          </a:xfrm>
          <a:custGeom>
            <a:avLst/>
            <a:gdLst/>
            <a:ahLst/>
            <a:rect l="0" t="0" r="r" b="b"/>
            <a:pathLst>
              <a:path w="4685" h="901">
                <a:moveTo>
                  <a:pt x="0" y="74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7" y="1"/>
                  <a:pt x="4557" y="3"/>
                </a:cubicBezTo>
                <a:cubicBezTo>
                  <a:pt x="4567" y="5"/>
                  <a:pt x="4577" y="8"/>
                  <a:pt x="4587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3" y="33"/>
                  <a:pt x="4631" y="39"/>
                  <a:pt x="4638" y="47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4" y="79"/>
                  <a:pt x="4668" y="89"/>
                  <a:pt x="4672" y="98"/>
                </a:cubicBezTo>
                <a:cubicBezTo>
                  <a:pt x="4676" y="108"/>
                  <a:pt x="4679" y="118"/>
                  <a:pt x="4681" y="128"/>
                </a:cubicBezTo>
                <a:cubicBezTo>
                  <a:pt x="4684" y="138"/>
                  <a:pt x="4685" y="149"/>
                  <a:pt x="4685" y="159"/>
                </a:cubicBezTo>
                <a:lnTo>
                  <a:pt x="4685" y="742"/>
                </a:lnTo>
                <a:cubicBezTo>
                  <a:pt x="4685" y="753"/>
                  <a:pt x="4684" y="763"/>
                  <a:pt x="4681" y="773"/>
                </a:cubicBezTo>
                <a:cubicBezTo>
                  <a:pt x="4679" y="783"/>
                  <a:pt x="4676" y="793"/>
                  <a:pt x="4672" y="803"/>
                </a:cubicBezTo>
                <a:cubicBezTo>
                  <a:pt x="4668" y="812"/>
                  <a:pt x="4664" y="822"/>
                  <a:pt x="4658" y="830"/>
                </a:cubicBezTo>
                <a:cubicBezTo>
                  <a:pt x="4652" y="839"/>
                  <a:pt x="4645" y="847"/>
                  <a:pt x="4638" y="854"/>
                </a:cubicBezTo>
                <a:cubicBezTo>
                  <a:pt x="4631" y="862"/>
                  <a:pt x="4623" y="868"/>
                  <a:pt x="4614" y="874"/>
                </a:cubicBezTo>
                <a:cubicBezTo>
                  <a:pt x="4605" y="880"/>
                  <a:pt x="4596" y="885"/>
                  <a:pt x="4587" y="889"/>
                </a:cubicBezTo>
                <a:cubicBezTo>
                  <a:pt x="4577" y="893"/>
                  <a:pt x="4567" y="896"/>
                  <a:pt x="4557" y="898"/>
                </a:cubicBezTo>
                <a:cubicBezTo>
                  <a:pt x="4547" y="900"/>
                  <a:pt x="4536" y="901"/>
                  <a:pt x="4526" y="901"/>
                </a:cubicBezTo>
                <a:lnTo>
                  <a:pt x="159" y="901"/>
                </a:lnTo>
                <a:cubicBezTo>
                  <a:pt x="149" y="901"/>
                  <a:pt x="138" y="900"/>
                  <a:pt x="128" y="898"/>
                </a:cubicBezTo>
                <a:cubicBezTo>
                  <a:pt x="118" y="896"/>
                  <a:pt x="108" y="893"/>
                  <a:pt x="98" y="889"/>
                </a:cubicBezTo>
                <a:cubicBezTo>
                  <a:pt x="89" y="885"/>
                  <a:pt x="80" y="880"/>
                  <a:pt x="71" y="874"/>
                </a:cubicBezTo>
                <a:cubicBezTo>
                  <a:pt x="62" y="868"/>
                  <a:pt x="54" y="862"/>
                  <a:pt x="47" y="854"/>
                </a:cubicBezTo>
                <a:cubicBezTo>
                  <a:pt x="40" y="847"/>
                  <a:pt x="33" y="839"/>
                  <a:pt x="27" y="830"/>
                </a:cubicBezTo>
                <a:cubicBezTo>
                  <a:pt x="21" y="822"/>
                  <a:pt x="16" y="812"/>
                  <a:pt x="13" y="803"/>
                </a:cubicBezTo>
                <a:cubicBezTo>
                  <a:pt x="9" y="793"/>
                  <a:pt x="6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162080" y="2869560"/>
            <a:ext cx="10016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Add a ﬁeld to a map.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Carry one more OBX/OBR ﬁeld into the FHIR resource, rebuild, re-send, check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245960" y="3295800"/>
            <a:ext cx="1514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patient.html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942840" y="3790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2845800" y="324072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7943760" y="3695400"/>
            <a:ext cx="1057680" cy="324360"/>
          </a:xfrm>
          <a:custGeom>
            <a:avLst/>
            <a:gdLst/>
            <a:ahLst/>
            <a:rect l="0" t="0" r="r" b="b"/>
            <a:pathLst>
              <a:path w="2938" h="901">
                <a:moveTo>
                  <a:pt x="0" y="74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2778" y="0"/>
                </a:lnTo>
                <a:cubicBezTo>
                  <a:pt x="2788" y="0"/>
                  <a:pt x="2799" y="1"/>
                  <a:pt x="2809" y="3"/>
                </a:cubicBezTo>
                <a:cubicBezTo>
                  <a:pt x="2819" y="5"/>
                  <a:pt x="2829" y="8"/>
                  <a:pt x="2839" y="12"/>
                </a:cubicBezTo>
                <a:cubicBezTo>
                  <a:pt x="2848" y="16"/>
                  <a:pt x="2857" y="21"/>
                  <a:pt x="2866" y="27"/>
                </a:cubicBezTo>
                <a:cubicBezTo>
                  <a:pt x="2875" y="33"/>
                  <a:pt x="2883" y="39"/>
                  <a:pt x="2891" y="47"/>
                </a:cubicBezTo>
                <a:cubicBezTo>
                  <a:pt x="2898" y="54"/>
                  <a:pt x="2905" y="62"/>
                  <a:pt x="2911" y="71"/>
                </a:cubicBezTo>
                <a:cubicBezTo>
                  <a:pt x="2917" y="81"/>
                  <a:pt x="2922" y="90"/>
                  <a:pt x="2926" y="99"/>
                </a:cubicBezTo>
                <a:cubicBezTo>
                  <a:pt x="2930" y="109"/>
                  <a:pt x="2933" y="119"/>
                  <a:pt x="2935" y="129"/>
                </a:cubicBezTo>
                <a:cubicBezTo>
                  <a:pt x="2937" y="139"/>
                  <a:pt x="2938" y="150"/>
                  <a:pt x="2938" y="160"/>
                </a:cubicBezTo>
                <a:lnTo>
                  <a:pt x="2938" y="742"/>
                </a:lnTo>
                <a:cubicBezTo>
                  <a:pt x="2938" y="753"/>
                  <a:pt x="2937" y="763"/>
                  <a:pt x="2935" y="773"/>
                </a:cubicBezTo>
                <a:cubicBezTo>
                  <a:pt x="2933" y="783"/>
                  <a:pt x="2930" y="793"/>
                  <a:pt x="2926" y="803"/>
                </a:cubicBezTo>
                <a:cubicBezTo>
                  <a:pt x="2922" y="813"/>
                  <a:pt x="2917" y="822"/>
                  <a:pt x="2911" y="830"/>
                </a:cubicBezTo>
                <a:cubicBezTo>
                  <a:pt x="2905" y="839"/>
                  <a:pt x="2898" y="847"/>
                  <a:pt x="2891" y="854"/>
                </a:cubicBezTo>
                <a:cubicBezTo>
                  <a:pt x="2883" y="862"/>
                  <a:pt x="2875" y="868"/>
                  <a:pt x="2866" y="874"/>
                </a:cubicBezTo>
                <a:cubicBezTo>
                  <a:pt x="2857" y="880"/>
                  <a:pt x="2848" y="885"/>
                  <a:pt x="2839" y="889"/>
                </a:cubicBezTo>
                <a:cubicBezTo>
                  <a:pt x="2829" y="893"/>
                  <a:pt x="2819" y="896"/>
                  <a:pt x="2809" y="898"/>
                </a:cubicBezTo>
                <a:cubicBezTo>
                  <a:pt x="2799" y="900"/>
                  <a:pt x="2788" y="901"/>
                  <a:pt x="2778" y="901"/>
                </a:cubicBezTo>
                <a:lnTo>
                  <a:pt x="158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7" y="896"/>
                  <a:pt x="107" y="893"/>
                  <a:pt x="98" y="889"/>
                </a:cubicBezTo>
                <a:cubicBezTo>
                  <a:pt x="88" y="885"/>
                  <a:pt x="79" y="880"/>
                  <a:pt x="70" y="874"/>
                </a:cubicBezTo>
                <a:cubicBezTo>
                  <a:pt x="62" y="868"/>
                  <a:pt x="54" y="862"/>
                  <a:pt x="46" y="854"/>
                </a:cubicBezTo>
                <a:cubicBezTo>
                  <a:pt x="39" y="847"/>
                  <a:pt x="32" y="839"/>
                  <a:pt x="26" y="830"/>
                </a:cubicBezTo>
                <a:cubicBezTo>
                  <a:pt x="21" y="822"/>
                  <a:pt x="16" y="813"/>
                  <a:pt x="12" y="803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3"/>
                  <a:pt x="0" y="753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162080" y="3669480"/>
            <a:ext cx="6831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Add a message type.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Add a route and a StructureMap, for example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8030520" y="3733920"/>
            <a:ext cx="883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ADT^A40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8998560" y="3669480"/>
            <a:ext cx="2388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merge, plus a synthetic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942840" y="4600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162080" y="4041000"/>
            <a:ext cx="788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sample.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8238960" y="4495680"/>
            <a:ext cx="800280" cy="324000"/>
          </a:xfrm>
          <a:custGeom>
            <a:avLst/>
            <a:gdLst/>
            <a:ahLst/>
            <a:rect l="0" t="0" r="r" b="b"/>
            <a:pathLst>
              <a:path w="2223" h="900">
                <a:moveTo>
                  <a:pt x="0" y="74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065" y="0"/>
                </a:lnTo>
                <a:cubicBezTo>
                  <a:pt x="2075" y="0"/>
                  <a:pt x="2085" y="1"/>
                  <a:pt x="2096" y="3"/>
                </a:cubicBezTo>
                <a:cubicBezTo>
                  <a:pt x="2106" y="5"/>
                  <a:pt x="2116" y="8"/>
                  <a:pt x="2125" y="12"/>
                </a:cubicBezTo>
                <a:cubicBezTo>
                  <a:pt x="2135" y="16"/>
                  <a:pt x="2144" y="21"/>
                  <a:pt x="2153" y="27"/>
                </a:cubicBezTo>
                <a:cubicBezTo>
                  <a:pt x="2162" y="32"/>
                  <a:pt x="2170" y="39"/>
                  <a:pt x="2177" y="46"/>
                </a:cubicBezTo>
                <a:cubicBezTo>
                  <a:pt x="2184" y="54"/>
                  <a:pt x="2191" y="62"/>
                  <a:pt x="2197" y="70"/>
                </a:cubicBezTo>
                <a:cubicBezTo>
                  <a:pt x="2202" y="79"/>
                  <a:pt x="2207" y="88"/>
                  <a:pt x="2211" y="98"/>
                </a:cubicBezTo>
                <a:cubicBezTo>
                  <a:pt x="2215" y="107"/>
                  <a:pt x="2218" y="117"/>
                  <a:pt x="2220" y="128"/>
                </a:cubicBezTo>
                <a:cubicBezTo>
                  <a:pt x="2222" y="138"/>
                  <a:pt x="2223" y="148"/>
                  <a:pt x="2223" y="159"/>
                </a:cubicBezTo>
                <a:lnTo>
                  <a:pt x="2223" y="742"/>
                </a:lnTo>
                <a:cubicBezTo>
                  <a:pt x="2223" y="752"/>
                  <a:pt x="2222" y="762"/>
                  <a:pt x="2220" y="773"/>
                </a:cubicBezTo>
                <a:cubicBezTo>
                  <a:pt x="2218" y="783"/>
                  <a:pt x="2215" y="793"/>
                  <a:pt x="2211" y="802"/>
                </a:cubicBezTo>
                <a:cubicBezTo>
                  <a:pt x="2207" y="812"/>
                  <a:pt x="2202" y="821"/>
                  <a:pt x="2197" y="830"/>
                </a:cubicBezTo>
                <a:cubicBezTo>
                  <a:pt x="2191" y="839"/>
                  <a:pt x="2184" y="847"/>
                  <a:pt x="2177" y="854"/>
                </a:cubicBezTo>
                <a:cubicBezTo>
                  <a:pt x="2170" y="861"/>
                  <a:pt x="2162" y="868"/>
                  <a:pt x="2153" y="874"/>
                </a:cubicBezTo>
                <a:cubicBezTo>
                  <a:pt x="2144" y="879"/>
                  <a:pt x="2135" y="884"/>
                  <a:pt x="2125" y="888"/>
                </a:cubicBezTo>
                <a:cubicBezTo>
                  <a:pt x="2116" y="892"/>
                  <a:pt x="2106" y="895"/>
                  <a:pt x="2096" y="897"/>
                </a:cubicBezTo>
                <a:cubicBezTo>
                  <a:pt x="2085" y="899"/>
                  <a:pt x="2075" y="900"/>
                  <a:pt x="2065" y="900"/>
                </a:cubicBezTo>
                <a:lnTo>
                  <a:pt x="159" y="900"/>
                </a:lnTo>
                <a:cubicBezTo>
                  <a:pt x="148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8" y="884"/>
                  <a:pt x="79" y="879"/>
                  <a:pt x="71" y="874"/>
                </a:cubicBezTo>
                <a:cubicBezTo>
                  <a:pt x="62" y="868"/>
                  <a:pt x="54" y="861"/>
                  <a:pt x="46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2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162080" y="4479120"/>
            <a:ext cx="7114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Build a client.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Script or notebook against the FHIR API via the sender's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8326800" y="4533840"/>
            <a:ext cx="63180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/fhir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042480" y="4479120"/>
            <a:ext cx="2147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proxy: list a patient's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162080" y="4850640"/>
            <a:ext cx="6151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DiagnosticReports, pull the PDFs. No credentials in this stack.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13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666720" y="245736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666720" y="1987200"/>
            <a:ext cx="40392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What building Caret taught us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942840" y="3314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66720" y="2669400"/>
            <a:ext cx="50025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Two real faults, both ﬁxed in the plugin (merged):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7267320" y="3219120"/>
            <a:ext cx="419400" cy="315000"/>
          </a:xfrm>
          <a:custGeom>
            <a:avLst/>
            <a:gdLst/>
            <a:ahLst/>
            <a:rect l="0" t="0" r="r" b="b"/>
            <a:pathLst>
              <a:path w="1165" h="875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9"/>
                  <a:pt x="118" y="6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07" y="0"/>
                </a:lnTo>
                <a:cubicBezTo>
                  <a:pt x="1017" y="0"/>
                  <a:pt x="1027" y="1"/>
                  <a:pt x="1038" y="3"/>
                </a:cubicBezTo>
                <a:cubicBezTo>
                  <a:pt x="1048" y="6"/>
                  <a:pt x="1058" y="9"/>
                  <a:pt x="1067" y="12"/>
                </a:cubicBezTo>
                <a:cubicBezTo>
                  <a:pt x="1077" y="16"/>
                  <a:pt x="1086" y="21"/>
                  <a:pt x="1095" y="27"/>
                </a:cubicBezTo>
                <a:cubicBezTo>
                  <a:pt x="1103" y="33"/>
                  <a:pt x="1112" y="40"/>
                  <a:pt x="1119" y="47"/>
                </a:cubicBezTo>
                <a:cubicBezTo>
                  <a:pt x="1126" y="54"/>
                  <a:pt x="1133" y="62"/>
                  <a:pt x="1139" y="71"/>
                </a:cubicBezTo>
                <a:cubicBezTo>
                  <a:pt x="1144" y="80"/>
                  <a:pt x="1149" y="89"/>
                  <a:pt x="1153" y="98"/>
                </a:cubicBezTo>
                <a:cubicBezTo>
                  <a:pt x="1157" y="108"/>
                  <a:pt x="1160" y="118"/>
                  <a:pt x="1162" y="128"/>
                </a:cubicBezTo>
                <a:cubicBezTo>
                  <a:pt x="1164" y="138"/>
                  <a:pt x="1165" y="149"/>
                  <a:pt x="1165" y="159"/>
                </a:cubicBezTo>
                <a:lnTo>
                  <a:pt x="1165" y="716"/>
                </a:lnTo>
                <a:cubicBezTo>
                  <a:pt x="1165" y="726"/>
                  <a:pt x="1164" y="737"/>
                  <a:pt x="1162" y="747"/>
                </a:cubicBezTo>
                <a:cubicBezTo>
                  <a:pt x="1160" y="757"/>
                  <a:pt x="1157" y="767"/>
                  <a:pt x="1153" y="777"/>
                </a:cubicBezTo>
                <a:cubicBezTo>
                  <a:pt x="1149" y="786"/>
                  <a:pt x="1144" y="795"/>
                  <a:pt x="1139" y="804"/>
                </a:cubicBezTo>
                <a:cubicBezTo>
                  <a:pt x="1133" y="813"/>
                  <a:pt x="1126" y="821"/>
                  <a:pt x="1119" y="828"/>
                </a:cubicBezTo>
                <a:cubicBezTo>
                  <a:pt x="1112" y="835"/>
                  <a:pt x="1103" y="842"/>
                  <a:pt x="1095" y="848"/>
                </a:cubicBezTo>
                <a:cubicBezTo>
                  <a:pt x="1086" y="854"/>
                  <a:pt x="1077" y="858"/>
                  <a:pt x="1067" y="862"/>
                </a:cubicBezTo>
                <a:cubicBezTo>
                  <a:pt x="1058" y="866"/>
                  <a:pt x="1048" y="869"/>
                  <a:pt x="1038" y="871"/>
                </a:cubicBezTo>
                <a:cubicBezTo>
                  <a:pt x="1027" y="874"/>
                  <a:pt x="1017" y="875"/>
                  <a:pt x="1007" y="875"/>
                </a:cubicBezTo>
                <a:lnTo>
                  <a:pt x="159" y="875"/>
                </a:lnTo>
                <a:cubicBezTo>
                  <a:pt x="149" y="875"/>
                  <a:pt x="138" y="874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79" y="854"/>
                  <a:pt x="71" y="848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39" y="821"/>
                  <a:pt x="33" y="813"/>
                  <a:pt x="27" y="804"/>
                </a:cubicBezTo>
                <a:cubicBezTo>
                  <a:pt x="21" y="795"/>
                  <a:pt x="16" y="786"/>
                  <a:pt x="12" y="777"/>
                </a:cubicBezTo>
                <a:cubicBezTo>
                  <a:pt x="8" y="767"/>
                  <a:pt x="5" y="757"/>
                  <a:pt x="3" y="747"/>
                </a:cubicBezTo>
                <a:cubicBezTo>
                  <a:pt x="1" y="737"/>
                  <a:pt x="0" y="726"/>
                  <a:pt x="0" y="716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162080" y="3193200"/>
            <a:ext cx="6143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An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unescaped caret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in a text report made the server answer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353720" y="3257640"/>
            <a:ext cx="252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AE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942840" y="3752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7690320" y="3193200"/>
            <a:ext cx="2179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with no audit record.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1162080" y="3631320"/>
            <a:ext cx="76586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 contained Observation showed an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object name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instead of the report text.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666720" y="4155120"/>
            <a:ext cx="10798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Failed messages now get a rejected acknowledgement with a reason and an AuditEvent.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A reader of a map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666720" y="4526640"/>
            <a:ext cx="33854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can ﬁnd and ﬁx this kind of fault.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14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666720" y="276192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942840" y="3095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666720" y="2301480"/>
            <a:ext cx="19497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Limits of Caret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942840" y="35337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4" y="146"/>
                </a:cubicBezTo>
                <a:cubicBezTo>
                  <a:pt x="199" y="159"/>
                  <a:pt x="191" y="170"/>
                  <a:pt x="182" y="180"/>
                </a:cubicBezTo>
                <a:cubicBezTo>
                  <a:pt x="172" y="190"/>
                  <a:pt x="160" y="198"/>
                  <a:pt x="147" y="203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3"/>
                </a:cubicBezTo>
                <a:cubicBezTo>
                  <a:pt x="53" y="198"/>
                  <a:pt x="42" y="190"/>
                  <a:pt x="32" y="180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0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162080" y="2974320"/>
            <a:ext cx="9425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Reference, not a product: ﬁve message types, no authentication or TLS, one ﬁctional hospital.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162080" y="3412440"/>
            <a:ext cx="10328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Production needs authentication, TLS, more message types and monitoring. Layer 6 of the tutorial lists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942840" y="4333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162080" y="3783960"/>
            <a:ext cx="572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what.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62080" y="4212360"/>
            <a:ext cx="3425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Details and code: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Caret on GitLab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15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666720" y="23526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76080" y="2533320"/>
            <a:ext cx="3705480" cy="438480"/>
          </a:xfrm>
          <a:custGeom>
            <a:avLst/>
            <a:gdLst/>
            <a:ahLst/>
            <a:rect l="0" t="0" r="r" b="b"/>
            <a:pathLst>
              <a:path w="10293" h="1218">
                <a:moveTo>
                  <a:pt x="0" y="0"/>
                </a:moveTo>
                <a:lnTo>
                  <a:pt x="10293" y="0"/>
                </a:lnTo>
                <a:lnTo>
                  <a:pt x="1029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4381200" y="2533320"/>
            <a:ext cx="3705840" cy="438480"/>
          </a:xfrm>
          <a:custGeom>
            <a:avLst/>
            <a:gdLst/>
            <a:ahLst/>
            <a:rect l="0" t="0" r="r" b="b"/>
            <a:pathLst>
              <a:path w="10294" h="1218">
                <a:moveTo>
                  <a:pt x="0" y="0"/>
                </a:moveTo>
                <a:lnTo>
                  <a:pt x="10294" y="0"/>
                </a:lnTo>
                <a:lnTo>
                  <a:pt x="102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8086680" y="2533320"/>
            <a:ext cx="3438720" cy="438480"/>
          </a:xfrm>
          <a:custGeom>
            <a:avLst/>
            <a:gdLst/>
            <a:ahLst/>
            <a:rect l="0" t="0" r="r" b="b"/>
            <a:pathLst>
              <a:path w="9552" h="1218">
                <a:moveTo>
                  <a:pt x="0" y="0"/>
                </a:moveTo>
                <a:lnTo>
                  <a:pt x="9552" y="0"/>
                </a:lnTo>
                <a:lnTo>
                  <a:pt x="95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676080" y="2533320"/>
            <a:ext cx="3705480" cy="438480"/>
          </a:xfrm>
          <a:custGeom>
            <a:avLst/>
            <a:gdLst/>
            <a:ahLst/>
            <a:rect l="0" t="0" r="r" b="b"/>
            <a:pathLst>
              <a:path w="10293" h="1218">
                <a:moveTo>
                  <a:pt x="0" y="0"/>
                </a:moveTo>
                <a:lnTo>
                  <a:pt x="10293" y="0"/>
                </a:lnTo>
                <a:lnTo>
                  <a:pt x="1029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4381200" y="2533320"/>
            <a:ext cx="3705840" cy="438480"/>
          </a:xfrm>
          <a:custGeom>
            <a:avLst/>
            <a:gdLst/>
            <a:ahLst/>
            <a:rect l="0" t="0" r="r" b="b"/>
            <a:pathLst>
              <a:path w="10294" h="1218">
                <a:moveTo>
                  <a:pt x="0" y="0"/>
                </a:moveTo>
                <a:lnTo>
                  <a:pt x="10294" y="0"/>
                </a:lnTo>
                <a:lnTo>
                  <a:pt x="1029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8086680" y="2533320"/>
            <a:ext cx="3438720" cy="438480"/>
          </a:xfrm>
          <a:custGeom>
            <a:avLst/>
            <a:gdLst/>
            <a:ahLst/>
            <a:rect l="0" t="0" r="r" b="b"/>
            <a:pathLst>
              <a:path w="9552" h="1218">
                <a:moveTo>
                  <a:pt x="0" y="0"/>
                </a:moveTo>
                <a:lnTo>
                  <a:pt x="9552" y="0"/>
                </a:lnTo>
                <a:lnTo>
                  <a:pt x="95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676080" y="2971440"/>
            <a:ext cx="3705480" cy="438840"/>
          </a:xfrm>
          <a:custGeom>
            <a:avLst/>
            <a:gdLst/>
            <a:ahLst/>
            <a:rect l="0" t="0" r="r" b="b"/>
            <a:pathLst>
              <a:path w="10293" h="1219">
                <a:moveTo>
                  <a:pt x="0" y="0"/>
                </a:moveTo>
                <a:lnTo>
                  <a:pt x="10293" y="0"/>
                </a:lnTo>
                <a:lnTo>
                  <a:pt x="10293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4381200" y="2971440"/>
            <a:ext cx="3705840" cy="438840"/>
          </a:xfrm>
          <a:custGeom>
            <a:avLst/>
            <a:gdLst/>
            <a:ahLst/>
            <a:rect l="0" t="0" r="r" b="b"/>
            <a:pathLst>
              <a:path w="10294" h="1219">
                <a:moveTo>
                  <a:pt x="0" y="0"/>
                </a:moveTo>
                <a:lnTo>
                  <a:pt x="10294" y="0"/>
                </a:lnTo>
                <a:lnTo>
                  <a:pt x="10294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8086680" y="2971440"/>
            <a:ext cx="3438720" cy="438840"/>
          </a:xfrm>
          <a:custGeom>
            <a:avLst/>
            <a:gdLst/>
            <a:ahLst/>
            <a:rect l="0" t="0" r="r" b="b"/>
            <a:pathLst>
              <a:path w="9552" h="1219">
                <a:moveTo>
                  <a:pt x="0" y="0"/>
                </a:moveTo>
                <a:lnTo>
                  <a:pt x="9552" y="0"/>
                </a:lnTo>
                <a:lnTo>
                  <a:pt x="9552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76080" y="3409920"/>
            <a:ext cx="3705480" cy="1552680"/>
          </a:xfrm>
          <a:custGeom>
            <a:avLst/>
            <a:gdLst/>
            <a:ahLst/>
            <a:rect l="0" t="0" r="r" b="b"/>
            <a:pathLst>
              <a:path w="10293" h="4313">
                <a:moveTo>
                  <a:pt x="0" y="0"/>
                </a:moveTo>
                <a:lnTo>
                  <a:pt x="10293" y="0"/>
                </a:lnTo>
                <a:lnTo>
                  <a:pt x="10293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4381200" y="3409920"/>
            <a:ext cx="3705840" cy="1552680"/>
          </a:xfrm>
          <a:custGeom>
            <a:avLst/>
            <a:gdLst/>
            <a:ahLst/>
            <a:rect l="0" t="0" r="r" b="b"/>
            <a:pathLst>
              <a:path w="10294" h="4313">
                <a:moveTo>
                  <a:pt x="0" y="0"/>
                </a:moveTo>
                <a:lnTo>
                  <a:pt x="10294" y="0"/>
                </a:lnTo>
                <a:lnTo>
                  <a:pt x="10294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8086680" y="3409920"/>
            <a:ext cx="3438720" cy="1552680"/>
          </a:xfrm>
          <a:custGeom>
            <a:avLst/>
            <a:gdLst/>
            <a:ahLst/>
            <a:rect l="0" t="0" r="r" b="b"/>
            <a:pathLst>
              <a:path w="9552" h="4313">
                <a:moveTo>
                  <a:pt x="0" y="0"/>
                </a:moveTo>
                <a:lnTo>
                  <a:pt x="9552" y="0"/>
                </a:lnTo>
                <a:lnTo>
                  <a:pt x="9552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66720" y="25333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66720" y="2533320"/>
            <a:ext cx="3714840" cy="10080"/>
          </a:xfrm>
          <a:custGeom>
            <a:avLst/>
            <a:gdLst/>
            <a:ahLst/>
            <a:rect l="0" t="0" r="r" b="b"/>
            <a:pathLst>
              <a:path w="10319" h="28">
                <a:moveTo>
                  <a:pt x="0" y="0"/>
                </a:moveTo>
                <a:lnTo>
                  <a:pt x="10319" y="0"/>
                </a:lnTo>
                <a:lnTo>
                  <a:pt x="10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371840" y="25333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4381200" y="253332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8076960" y="25333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8086680" y="253332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1515680" y="25333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666720" y="2971440"/>
            <a:ext cx="3714840" cy="10440"/>
          </a:xfrm>
          <a:custGeom>
            <a:avLst/>
            <a:gdLst/>
            <a:ahLst/>
            <a:rect l="0" t="0" r="r" b="b"/>
            <a:pathLst>
              <a:path w="10319" h="29">
                <a:moveTo>
                  <a:pt x="0" y="0"/>
                </a:moveTo>
                <a:lnTo>
                  <a:pt x="10319" y="0"/>
                </a:lnTo>
                <a:lnTo>
                  <a:pt x="1031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4381200" y="2971440"/>
            <a:ext cx="3705840" cy="10440"/>
          </a:xfrm>
          <a:custGeom>
            <a:avLst/>
            <a:gdLst/>
            <a:ahLst/>
            <a:rect l="0" t="0" r="r" b="b"/>
            <a:pathLst>
              <a:path w="10294" h="29">
                <a:moveTo>
                  <a:pt x="0" y="0"/>
                </a:moveTo>
                <a:lnTo>
                  <a:pt x="10294" y="0"/>
                </a:lnTo>
                <a:lnTo>
                  <a:pt x="1029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8086680" y="2971440"/>
            <a:ext cx="3438720" cy="10440"/>
          </a:xfrm>
          <a:custGeom>
            <a:avLst/>
            <a:gdLst/>
            <a:ahLst/>
            <a:rect l="0" t="0" r="r" b="b"/>
            <a:pathLst>
              <a:path w="9552" h="29">
                <a:moveTo>
                  <a:pt x="0" y="0"/>
                </a:moveTo>
                <a:lnTo>
                  <a:pt x="9552" y="0"/>
                </a:lnTo>
                <a:lnTo>
                  <a:pt x="955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66720" y="2981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4371840" y="2981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8076960" y="29811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11515680" y="2981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66720" y="341928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66720" y="3409920"/>
            <a:ext cx="3714840" cy="9720"/>
          </a:xfrm>
          <a:custGeom>
            <a:avLst/>
            <a:gdLst/>
            <a:ahLst/>
            <a:rect l="0" t="0" r="r" b="b"/>
            <a:pathLst>
              <a:path w="10319" h="27">
                <a:moveTo>
                  <a:pt x="0" y="0"/>
                </a:moveTo>
                <a:lnTo>
                  <a:pt x="10319" y="0"/>
                </a:lnTo>
                <a:lnTo>
                  <a:pt x="10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4371840" y="341928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4381200" y="3409920"/>
            <a:ext cx="3705840" cy="9720"/>
          </a:xfrm>
          <a:custGeom>
            <a:avLst/>
            <a:gdLst/>
            <a:ahLst/>
            <a:rect l="0" t="0" r="r" b="b"/>
            <a:pathLst>
              <a:path w="10294" h="27">
                <a:moveTo>
                  <a:pt x="0" y="0"/>
                </a:moveTo>
                <a:lnTo>
                  <a:pt x="10294" y="0"/>
                </a:lnTo>
                <a:lnTo>
                  <a:pt x="10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8076960" y="3419280"/>
            <a:ext cx="10080" cy="1553040"/>
          </a:xfrm>
          <a:custGeom>
            <a:avLst/>
            <a:gdLst/>
            <a:ahLst/>
            <a:rect l="0" t="0" r="r" b="b"/>
            <a:pathLst>
              <a:path w="28" h="4314">
                <a:moveTo>
                  <a:pt x="0" y="0"/>
                </a:moveTo>
                <a:lnTo>
                  <a:pt x="28" y="0"/>
                </a:lnTo>
                <a:lnTo>
                  <a:pt x="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8086680" y="3409920"/>
            <a:ext cx="3438720" cy="9720"/>
          </a:xfrm>
          <a:custGeom>
            <a:avLst/>
            <a:gdLst/>
            <a:ah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11515680" y="341928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666720" y="4962240"/>
            <a:ext cx="3714840" cy="10080"/>
          </a:xfrm>
          <a:custGeom>
            <a:avLst/>
            <a:gdLst/>
            <a:ahLst/>
            <a:rect l="0" t="0" r="r" b="b"/>
            <a:pathLst>
              <a:path w="10319" h="28">
                <a:moveTo>
                  <a:pt x="0" y="0"/>
                </a:moveTo>
                <a:lnTo>
                  <a:pt x="10319" y="0"/>
                </a:lnTo>
                <a:lnTo>
                  <a:pt x="10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4381200" y="496224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8086680" y="496224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666720" y="1882440"/>
            <a:ext cx="19285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Where to look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799920" y="2629440"/>
            <a:ext cx="343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Live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4507560" y="2629440"/>
            <a:ext cx="588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Source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8214840" y="2629440"/>
            <a:ext cx="642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Pattern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99920" y="3067560"/>
            <a:ext cx="457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Caret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4507560" y="3067560"/>
            <a:ext cx="660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Tutorial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896120" y="3584520"/>
            <a:ext cx="1256040" cy="1212840"/>
          </a:xfrm>
          <a:custGeom>
            <a:avLst/>
            <a:gdLst/>
            <a:ahLst/>
            <a:rect l="0" t="0" r="r" b="b"/>
            <a:pathLst>
              <a:path fill="none" w="3489" h="3369">
                <a:moveTo>
                  <a:pt x="0" y="0"/>
                </a:moveTo>
                <a:lnTo>
                  <a:pt x="842" y="0"/>
                </a:lnTo>
                <a:moveTo>
                  <a:pt x="962" y="0"/>
                </a:moveTo>
                <a:lnTo>
                  <a:pt x="1203" y="0"/>
                </a:lnTo>
                <a:moveTo>
                  <a:pt x="1443" y="0"/>
                </a:moveTo>
                <a:lnTo>
                  <a:pt x="1564" y="0"/>
                </a:lnTo>
                <a:moveTo>
                  <a:pt x="1804" y="0"/>
                </a:moveTo>
                <a:lnTo>
                  <a:pt x="2165" y="0"/>
                </a:lnTo>
                <a:moveTo>
                  <a:pt x="2646" y="0"/>
                </a:moveTo>
                <a:lnTo>
                  <a:pt x="3489" y="0"/>
                </a:lnTo>
                <a:moveTo>
                  <a:pt x="0" y="121"/>
                </a:moveTo>
                <a:lnTo>
                  <a:pt x="120" y="121"/>
                </a:lnTo>
                <a:moveTo>
                  <a:pt x="722" y="121"/>
                </a:moveTo>
                <a:lnTo>
                  <a:pt x="842" y="121"/>
                </a:lnTo>
                <a:moveTo>
                  <a:pt x="962" y="121"/>
                </a:moveTo>
                <a:lnTo>
                  <a:pt x="1082" y="121"/>
                </a:lnTo>
                <a:moveTo>
                  <a:pt x="1323" y="121"/>
                </a:moveTo>
                <a:lnTo>
                  <a:pt x="1564" y="121"/>
                </a:lnTo>
                <a:moveTo>
                  <a:pt x="1924" y="121"/>
                </a:moveTo>
                <a:lnTo>
                  <a:pt x="2405" y="121"/>
                </a:lnTo>
                <a:moveTo>
                  <a:pt x="2646" y="121"/>
                </a:moveTo>
                <a:lnTo>
                  <a:pt x="2766" y="121"/>
                </a:lnTo>
                <a:moveTo>
                  <a:pt x="3368" y="121"/>
                </a:moveTo>
                <a:lnTo>
                  <a:pt x="3489" y="121"/>
                </a:lnTo>
                <a:moveTo>
                  <a:pt x="0" y="241"/>
                </a:moveTo>
                <a:lnTo>
                  <a:pt x="120" y="241"/>
                </a:lnTo>
                <a:moveTo>
                  <a:pt x="241" y="241"/>
                </a:moveTo>
                <a:lnTo>
                  <a:pt x="601" y="241"/>
                </a:lnTo>
                <a:moveTo>
                  <a:pt x="722" y="241"/>
                </a:moveTo>
                <a:lnTo>
                  <a:pt x="842" y="241"/>
                </a:lnTo>
                <a:moveTo>
                  <a:pt x="962" y="241"/>
                </a:moveTo>
                <a:lnTo>
                  <a:pt x="1203" y="241"/>
                </a:lnTo>
                <a:moveTo>
                  <a:pt x="1323" y="241"/>
                </a:moveTo>
                <a:lnTo>
                  <a:pt x="1564" y="241"/>
                </a:lnTo>
                <a:moveTo>
                  <a:pt x="1804" y="241"/>
                </a:moveTo>
                <a:lnTo>
                  <a:pt x="2045" y="241"/>
                </a:lnTo>
                <a:moveTo>
                  <a:pt x="2165" y="241"/>
                </a:moveTo>
                <a:lnTo>
                  <a:pt x="2526" y="241"/>
                </a:lnTo>
                <a:moveTo>
                  <a:pt x="2646" y="241"/>
                </a:moveTo>
                <a:lnTo>
                  <a:pt x="2766" y="241"/>
                </a:lnTo>
                <a:moveTo>
                  <a:pt x="2886" y="241"/>
                </a:moveTo>
                <a:lnTo>
                  <a:pt x="3247" y="241"/>
                </a:lnTo>
                <a:moveTo>
                  <a:pt x="3368" y="241"/>
                </a:moveTo>
                <a:lnTo>
                  <a:pt x="3489" y="241"/>
                </a:lnTo>
                <a:moveTo>
                  <a:pt x="0" y="361"/>
                </a:moveTo>
                <a:lnTo>
                  <a:pt x="120" y="361"/>
                </a:lnTo>
                <a:moveTo>
                  <a:pt x="241" y="361"/>
                </a:moveTo>
                <a:lnTo>
                  <a:pt x="601" y="361"/>
                </a:lnTo>
                <a:moveTo>
                  <a:pt x="722" y="361"/>
                </a:moveTo>
                <a:lnTo>
                  <a:pt x="842" y="361"/>
                </a:lnTo>
                <a:moveTo>
                  <a:pt x="1082" y="361"/>
                </a:moveTo>
                <a:lnTo>
                  <a:pt x="1203" y="361"/>
                </a:lnTo>
                <a:moveTo>
                  <a:pt x="1323" y="361"/>
                </a:moveTo>
                <a:lnTo>
                  <a:pt x="1443" y="361"/>
                </a:lnTo>
                <a:moveTo>
                  <a:pt x="1924" y="361"/>
                </a:moveTo>
                <a:lnTo>
                  <a:pt x="2165" y="361"/>
                </a:lnTo>
                <a:moveTo>
                  <a:pt x="2405" y="361"/>
                </a:moveTo>
                <a:lnTo>
                  <a:pt x="2526" y="361"/>
                </a:lnTo>
                <a:moveTo>
                  <a:pt x="2646" y="361"/>
                </a:moveTo>
                <a:lnTo>
                  <a:pt x="2766" y="361"/>
                </a:lnTo>
                <a:moveTo>
                  <a:pt x="2886" y="361"/>
                </a:moveTo>
                <a:lnTo>
                  <a:pt x="3247" y="361"/>
                </a:lnTo>
                <a:moveTo>
                  <a:pt x="3368" y="361"/>
                </a:moveTo>
                <a:lnTo>
                  <a:pt x="3489" y="361"/>
                </a:lnTo>
                <a:moveTo>
                  <a:pt x="0" y="482"/>
                </a:moveTo>
                <a:lnTo>
                  <a:pt x="120" y="482"/>
                </a:lnTo>
                <a:moveTo>
                  <a:pt x="241" y="482"/>
                </a:moveTo>
                <a:lnTo>
                  <a:pt x="601" y="482"/>
                </a:lnTo>
                <a:moveTo>
                  <a:pt x="722" y="482"/>
                </a:moveTo>
                <a:lnTo>
                  <a:pt x="842" y="482"/>
                </a:lnTo>
                <a:moveTo>
                  <a:pt x="962" y="482"/>
                </a:moveTo>
                <a:lnTo>
                  <a:pt x="1082" y="482"/>
                </a:lnTo>
                <a:moveTo>
                  <a:pt x="1203" y="482"/>
                </a:moveTo>
                <a:lnTo>
                  <a:pt x="1323" y="482"/>
                </a:lnTo>
                <a:moveTo>
                  <a:pt x="1443" y="482"/>
                </a:moveTo>
                <a:lnTo>
                  <a:pt x="1564" y="482"/>
                </a:lnTo>
                <a:moveTo>
                  <a:pt x="1684" y="482"/>
                </a:moveTo>
                <a:lnTo>
                  <a:pt x="2165" y="482"/>
                </a:lnTo>
                <a:moveTo>
                  <a:pt x="2285" y="482"/>
                </a:moveTo>
                <a:lnTo>
                  <a:pt x="2405" y="482"/>
                </a:lnTo>
                <a:moveTo>
                  <a:pt x="2646" y="482"/>
                </a:moveTo>
                <a:lnTo>
                  <a:pt x="2766" y="482"/>
                </a:lnTo>
                <a:moveTo>
                  <a:pt x="2886" y="482"/>
                </a:moveTo>
                <a:lnTo>
                  <a:pt x="3247" y="482"/>
                </a:lnTo>
                <a:moveTo>
                  <a:pt x="3368" y="482"/>
                </a:moveTo>
                <a:lnTo>
                  <a:pt x="3489" y="482"/>
                </a:lnTo>
                <a:moveTo>
                  <a:pt x="0" y="602"/>
                </a:moveTo>
                <a:lnTo>
                  <a:pt x="120" y="602"/>
                </a:lnTo>
                <a:moveTo>
                  <a:pt x="722" y="602"/>
                </a:moveTo>
                <a:lnTo>
                  <a:pt x="842" y="602"/>
                </a:lnTo>
                <a:moveTo>
                  <a:pt x="1082" y="602"/>
                </a:moveTo>
                <a:lnTo>
                  <a:pt x="1203" y="602"/>
                </a:lnTo>
                <a:moveTo>
                  <a:pt x="1443" y="602"/>
                </a:moveTo>
                <a:lnTo>
                  <a:pt x="1564" y="602"/>
                </a:lnTo>
                <a:moveTo>
                  <a:pt x="1804" y="602"/>
                </a:moveTo>
                <a:lnTo>
                  <a:pt x="2045" y="602"/>
                </a:lnTo>
                <a:moveTo>
                  <a:pt x="2405" y="602"/>
                </a:moveTo>
                <a:lnTo>
                  <a:pt x="2526" y="602"/>
                </a:lnTo>
                <a:moveTo>
                  <a:pt x="2646" y="602"/>
                </a:moveTo>
                <a:lnTo>
                  <a:pt x="2766" y="602"/>
                </a:lnTo>
                <a:moveTo>
                  <a:pt x="3368" y="602"/>
                </a:moveTo>
                <a:lnTo>
                  <a:pt x="3489" y="602"/>
                </a:lnTo>
                <a:moveTo>
                  <a:pt x="0" y="722"/>
                </a:moveTo>
                <a:lnTo>
                  <a:pt x="842" y="722"/>
                </a:lnTo>
                <a:moveTo>
                  <a:pt x="962" y="722"/>
                </a:moveTo>
                <a:lnTo>
                  <a:pt x="1082" y="722"/>
                </a:lnTo>
                <a:moveTo>
                  <a:pt x="1203" y="722"/>
                </a:moveTo>
                <a:lnTo>
                  <a:pt x="1323" y="722"/>
                </a:lnTo>
                <a:moveTo>
                  <a:pt x="1443" y="722"/>
                </a:moveTo>
                <a:lnTo>
                  <a:pt x="1564" y="722"/>
                </a:lnTo>
                <a:moveTo>
                  <a:pt x="1684" y="722"/>
                </a:moveTo>
                <a:lnTo>
                  <a:pt x="1804" y="722"/>
                </a:lnTo>
                <a:moveTo>
                  <a:pt x="1924" y="722"/>
                </a:moveTo>
                <a:lnTo>
                  <a:pt x="2045" y="722"/>
                </a:lnTo>
                <a:moveTo>
                  <a:pt x="2165" y="722"/>
                </a:moveTo>
                <a:lnTo>
                  <a:pt x="2285" y="722"/>
                </a:lnTo>
                <a:moveTo>
                  <a:pt x="2405" y="722"/>
                </a:moveTo>
                <a:lnTo>
                  <a:pt x="2526" y="722"/>
                </a:lnTo>
                <a:moveTo>
                  <a:pt x="2646" y="722"/>
                </a:moveTo>
                <a:lnTo>
                  <a:pt x="3489" y="722"/>
                </a:lnTo>
                <a:moveTo>
                  <a:pt x="1564" y="842"/>
                </a:moveTo>
                <a:lnTo>
                  <a:pt x="1684" y="842"/>
                </a:lnTo>
                <a:moveTo>
                  <a:pt x="1804" y="842"/>
                </a:moveTo>
                <a:lnTo>
                  <a:pt x="2045" y="842"/>
                </a:lnTo>
                <a:moveTo>
                  <a:pt x="2165" y="842"/>
                </a:moveTo>
                <a:lnTo>
                  <a:pt x="2285" y="842"/>
                </a:lnTo>
                <a:moveTo>
                  <a:pt x="2405" y="842"/>
                </a:moveTo>
                <a:lnTo>
                  <a:pt x="2526" y="842"/>
                </a:lnTo>
                <a:moveTo>
                  <a:pt x="0" y="963"/>
                </a:moveTo>
                <a:lnTo>
                  <a:pt x="120" y="963"/>
                </a:lnTo>
                <a:moveTo>
                  <a:pt x="361" y="963"/>
                </a:moveTo>
                <a:lnTo>
                  <a:pt x="1082" y="963"/>
                </a:lnTo>
                <a:moveTo>
                  <a:pt x="1323" y="963"/>
                </a:moveTo>
                <a:lnTo>
                  <a:pt x="1443" y="963"/>
                </a:lnTo>
                <a:moveTo>
                  <a:pt x="1564" y="963"/>
                </a:moveTo>
                <a:lnTo>
                  <a:pt x="1684" y="963"/>
                </a:lnTo>
                <a:moveTo>
                  <a:pt x="1924" y="963"/>
                </a:moveTo>
                <a:lnTo>
                  <a:pt x="2165" y="963"/>
                </a:lnTo>
                <a:moveTo>
                  <a:pt x="2285" y="963"/>
                </a:moveTo>
                <a:lnTo>
                  <a:pt x="2646" y="963"/>
                </a:lnTo>
                <a:moveTo>
                  <a:pt x="2886" y="963"/>
                </a:moveTo>
                <a:lnTo>
                  <a:pt x="3007" y="963"/>
                </a:lnTo>
                <a:moveTo>
                  <a:pt x="3127" y="963"/>
                </a:moveTo>
                <a:lnTo>
                  <a:pt x="3489" y="963"/>
                </a:lnTo>
                <a:moveTo>
                  <a:pt x="0" y="1083"/>
                </a:moveTo>
                <a:lnTo>
                  <a:pt x="120" y="1083"/>
                </a:lnTo>
                <a:moveTo>
                  <a:pt x="241" y="1083"/>
                </a:moveTo>
                <a:lnTo>
                  <a:pt x="361" y="1083"/>
                </a:lnTo>
                <a:moveTo>
                  <a:pt x="962" y="1083"/>
                </a:moveTo>
                <a:lnTo>
                  <a:pt x="1082" y="1083"/>
                </a:lnTo>
                <a:moveTo>
                  <a:pt x="1203" y="1083"/>
                </a:moveTo>
                <a:lnTo>
                  <a:pt x="1684" y="1083"/>
                </a:lnTo>
                <a:moveTo>
                  <a:pt x="1924" y="1083"/>
                </a:moveTo>
                <a:lnTo>
                  <a:pt x="2405" y="1083"/>
                </a:lnTo>
                <a:moveTo>
                  <a:pt x="2766" y="1083"/>
                </a:moveTo>
                <a:lnTo>
                  <a:pt x="3007" y="1083"/>
                </a:lnTo>
                <a:moveTo>
                  <a:pt x="3127" y="1083"/>
                </a:moveTo>
                <a:lnTo>
                  <a:pt x="3368" y="1083"/>
                </a:lnTo>
                <a:moveTo>
                  <a:pt x="481" y="1203"/>
                </a:moveTo>
                <a:lnTo>
                  <a:pt x="601" y="1203"/>
                </a:lnTo>
                <a:moveTo>
                  <a:pt x="722" y="1203"/>
                </a:moveTo>
                <a:lnTo>
                  <a:pt x="842" y="1203"/>
                </a:lnTo>
                <a:moveTo>
                  <a:pt x="1443" y="1203"/>
                </a:moveTo>
                <a:lnTo>
                  <a:pt x="1684" y="1203"/>
                </a:lnTo>
                <a:moveTo>
                  <a:pt x="1804" y="1203"/>
                </a:moveTo>
                <a:lnTo>
                  <a:pt x="1924" y="1203"/>
                </a:lnTo>
                <a:moveTo>
                  <a:pt x="2045" y="1203"/>
                </a:moveTo>
                <a:lnTo>
                  <a:pt x="2285" y="1203"/>
                </a:lnTo>
                <a:moveTo>
                  <a:pt x="2405" y="1203"/>
                </a:moveTo>
                <a:lnTo>
                  <a:pt x="2526" y="1203"/>
                </a:lnTo>
                <a:moveTo>
                  <a:pt x="2886" y="1203"/>
                </a:moveTo>
                <a:lnTo>
                  <a:pt x="3007" y="1203"/>
                </a:lnTo>
                <a:moveTo>
                  <a:pt x="3127" y="1203"/>
                </a:moveTo>
                <a:lnTo>
                  <a:pt x="3247" y="1203"/>
                </a:lnTo>
                <a:moveTo>
                  <a:pt x="120" y="1323"/>
                </a:moveTo>
                <a:lnTo>
                  <a:pt x="241" y="1323"/>
                </a:lnTo>
                <a:moveTo>
                  <a:pt x="601" y="1323"/>
                </a:moveTo>
                <a:lnTo>
                  <a:pt x="722" y="1323"/>
                </a:lnTo>
                <a:moveTo>
                  <a:pt x="1082" y="1323"/>
                </a:moveTo>
                <a:lnTo>
                  <a:pt x="1203" y="1323"/>
                </a:lnTo>
                <a:moveTo>
                  <a:pt x="1323" y="1323"/>
                </a:moveTo>
                <a:lnTo>
                  <a:pt x="1443" y="1323"/>
                </a:lnTo>
                <a:moveTo>
                  <a:pt x="1564" y="1323"/>
                </a:moveTo>
                <a:lnTo>
                  <a:pt x="1684" y="1323"/>
                </a:lnTo>
                <a:moveTo>
                  <a:pt x="1924" y="1323"/>
                </a:moveTo>
                <a:lnTo>
                  <a:pt x="2165" y="1323"/>
                </a:lnTo>
                <a:moveTo>
                  <a:pt x="2886" y="1323"/>
                </a:moveTo>
                <a:lnTo>
                  <a:pt x="3127" y="1323"/>
                </a:lnTo>
                <a:moveTo>
                  <a:pt x="3368" y="1323"/>
                </a:moveTo>
                <a:lnTo>
                  <a:pt x="3489" y="1323"/>
                </a:lnTo>
                <a:moveTo>
                  <a:pt x="120" y="1444"/>
                </a:moveTo>
                <a:lnTo>
                  <a:pt x="241" y="1444"/>
                </a:lnTo>
                <a:moveTo>
                  <a:pt x="361" y="1444"/>
                </a:moveTo>
                <a:lnTo>
                  <a:pt x="481" y="1444"/>
                </a:lnTo>
                <a:moveTo>
                  <a:pt x="722" y="1444"/>
                </a:moveTo>
                <a:lnTo>
                  <a:pt x="962" y="1444"/>
                </a:lnTo>
                <a:moveTo>
                  <a:pt x="1082" y="1444"/>
                </a:moveTo>
                <a:lnTo>
                  <a:pt x="1203" y="1444"/>
                </a:lnTo>
                <a:moveTo>
                  <a:pt x="1323" y="1444"/>
                </a:moveTo>
                <a:lnTo>
                  <a:pt x="1443" y="1444"/>
                </a:lnTo>
                <a:moveTo>
                  <a:pt x="1564" y="1444"/>
                </a:moveTo>
                <a:lnTo>
                  <a:pt x="1684" y="1444"/>
                </a:lnTo>
                <a:moveTo>
                  <a:pt x="1804" y="1444"/>
                </a:moveTo>
                <a:lnTo>
                  <a:pt x="2045" y="1444"/>
                </a:lnTo>
                <a:moveTo>
                  <a:pt x="2285" y="1444"/>
                </a:moveTo>
                <a:lnTo>
                  <a:pt x="2405" y="1444"/>
                </a:lnTo>
                <a:moveTo>
                  <a:pt x="2646" y="1444"/>
                </a:moveTo>
                <a:lnTo>
                  <a:pt x="2886" y="1444"/>
                </a:lnTo>
                <a:moveTo>
                  <a:pt x="3368" y="1444"/>
                </a:moveTo>
                <a:lnTo>
                  <a:pt x="3489" y="1444"/>
                </a:lnTo>
                <a:moveTo>
                  <a:pt x="0" y="1564"/>
                </a:moveTo>
                <a:lnTo>
                  <a:pt x="481" y="1564"/>
                </a:lnTo>
                <a:moveTo>
                  <a:pt x="601" y="1564"/>
                </a:moveTo>
                <a:lnTo>
                  <a:pt x="722" y="1564"/>
                </a:lnTo>
                <a:moveTo>
                  <a:pt x="962" y="1564"/>
                </a:moveTo>
                <a:lnTo>
                  <a:pt x="1082" y="1564"/>
                </a:lnTo>
                <a:moveTo>
                  <a:pt x="1203" y="1564"/>
                </a:moveTo>
                <a:lnTo>
                  <a:pt x="1323" y="1564"/>
                </a:lnTo>
                <a:moveTo>
                  <a:pt x="1564" y="1564"/>
                </a:moveTo>
                <a:lnTo>
                  <a:pt x="1804" y="1564"/>
                </a:lnTo>
                <a:moveTo>
                  <a:pt x="2165" y="1564"/>
                </a:moveTo>
                <a:lnTo>
                  <a:pt x="2285" y="1564"/>
                </a:lnTo>
                <a:moveTo>
                  <a:pt x="2646" y="1564"/>
                </a:moveTo>
                <a:lnTo>
                  <a:pt x="3489" y="1564"/>
                </a:lnTo>
                <a:moveTo>
                  <a:pt x="120" y="1684"/>
                </a:moveTo>
                <a:lnTo>
                  <a:pt x="241" y="1684"/>
                </a:lnTo>
                <a:moveTo>
                  <a:pt x="361" y="1684"/>
                </a:moveTo>
                <a:lnTo>
                  <a:pt x="601" y="1684"/>
                </a:lnTo>
                <a:moveTo>
                  <a:pt x="722" y="1684"/>
                </a:moveTo>
                <a:lnTo>
                  <a:pt x="842" y="1684"/>
                </a:lnTo>
                <a:moveTo>
                  <a:pt x="962" y="1684"/>
                </a:moveTo>
                <a:lnTo>
                  <a:pt x="1082" y="1684"/>
                </a:lnTo>
                <a:moveTo>
                  <a:pt x="1443" y="1684"/>
                </a:moveTo>
                <a:lnTo>
                  <a:pt x="1684" y="1684"/>
                </a:lnTo>
                <a:moveTo>
                  <a:pt x="1804" y="1684"/>
                </a:moveTo>
                <a:lnTo>
                  <a:pt x="1924" y="1684"/>
                </a:lnTo>
                <a:moveTo>
                  <a:pt x="2045" y="1684"/>
                </a:moveTo>
                <a:lnTo>
                  <a:pt x="2646" y="1684"/>
                </a:lnTo>
                <a:moveTo>
                  <a:pt x="3127" y="1684"/>
                </a:moveTo>
                <a:lnTo>
                  <a:pt x="3247" y="1684"/>
                </a:lnTo>
                <a:moveTo>
                  <a:pt x="3368" y="1684"/>
                </a:moveTo>
                <a:lnTo>
                  <a:pt x="3489" y="1684"/>
                </a:lnTo>
                <a:moveTo>
                  <a:pt x="0" y="1804"/>
                </a:moveTo>
                <a:lnTo>
                  <a:pt x="120" y="1804"/>
                </a:lnTo>
                <a:moveTo>
                  <a:pt x="241" y="1804"/>
                </a:moveTo>
                <a:lnTo>
                  <a:pt x="361" y="1804"/>
                </a:lnTo>
                <a:moveTo>
                  <a:pt x="481" y="1804"/>
                </a:moveTo>
                <a:lnTo>
                  <a:pt x="722" y="1804"/>
                </a:lnTo>
                <a:moveTo>
                  <a:pt x="1323" y="1804"/>
                </a:moveTo>
                <a:lnTo>
                  <a:pt x="1564" y="1804"/>
                </a:lnTo>
                <a:moveTo>
                  <a:pt x="1804" y="1804"/>
                </a:moveTo>
                <a:lnTo>
                  <a:pt x="1924" y="1804"/>
                </a:lnTo>
                <a:moveTo>
                  <a:pt x="2285" y="1804"/>
                </a:moveTo>
                <a:lnTo>
                  <a:pt x="2886" y="1804"/>
                </a:lnTo>
                <a:moveTo>
                  <a:pt x="3127" y="1804"/>
                </a:moveTo>
                <a:lnTo>
                  <a:pt x="3247" y="1804"/>
                </a:lnTo>
                <a:moveTo>
                  <a:pt x="3368" y="1804"/>
                </a:moveTo>
                <a:lnTo>
                  <a:pt x="3489" y="1804"/>
                </a:lnTo>
                <a:moveTo>
                  <a:pt x="241" y="1926"/>
                </a:moveTo>
                <a:lnTo>
                  <a:pt x="601" y="1926"/>
                </a:lnTo>
                <a:moveTo>
                  <a:pt x="722" y="1926"/>
                </a:moveTo>
                <a:lnTo>
                  <a:pt x="842" y="1926"/>
                </a:lnTo>
                <a:moveTo>
                  <a:pt x="962" y="1926"/>
                </a:moveTo>
                <a:lnTo>
                  <a:pt x="1203" y="1926"/>
                </a:lnTo>
                <a:moveTo>
                  <a:pt x="1684" y="1926"/>
                </a:moveTo>
                <a:lnTo>
                  <a:pt x="1804" y="1926"/>
                </a:lnTo>
                <a:moveTo>
                  <a:pt x="2766" y="1926"/>
                </a:moveTo>
                <a:lnTo>
                  <a:pt x="2886" y="1926"/>
                </a:lnTo>
                <a:moveTo>
                  <a:pt x="3007" y="1926"/>
                </a:moveTo>
                <a:lnTo>
                  <a:pt x="3127" y="1926"/>
                </a:lnTo>
                <a:moveTo>
                  <a:pt x="0" y="2046"/>
                </a:moveTo>
                <a:lnTo>
                  <a:pt x="601" y="2046"/>
                </a:lnTo>
                <a:moveTo>
                  <a:pt x="1323" y="2046"/>
                </a:moveTo>
                <a:lnTo>
                  <a:pt x="2646" y="2046"/>
                </a:lnTo>
                <a:moveTo>
                  <a:pt x="2766" y="2046"/>
                </a:moveTo>
                <a:lnTo>
                  <a:pt x="3007" y="2046"/>
                </a:lnTo>
                <a:moveTo>
                  <a:pt x="3127" y="2046"/>
                </a:moveTo>
                <a:lnTo>
                  <a:pt x="3368" y="2046"/>
                </a:lnTo>
                <a:moveTo>
                  <a:pt x="0" y="2166"/>
                </a:moveTo>
                <a:lnTo>
                  <a:pt x="361" y="2166"/>
                </a:lnTo>
                <a:moveTo>
                  <a:pt x="601" y="2166"/>
                </a:moveTo>
                <a:lnTo>
                  <a:pt x="962" y="2166"/>
                </a:lnTo>
                <a:moveTo>
                  <a:pt x="1443" y="2166"/>
                </a:moveTo>
                <a:lnTo>
                  <a:pt x="1564" y="2166"/>
                </a:lnTo>
                <a:moveTo>
                  <a:pt x="1804" y="2166"/>
                </a:moveTo>
                <a:lnTo>
                  <a:pt x="2165" y="2166"/>
                </a:lnTo>
                <a:moveTo>
                  <a:pt x="2285" y="2166"/>
                </a:moveTo>
                <a:lnTo>
                  <a:pt x="2405" y="2166"/>
                </a:lnTo>
                <a:moveTo>
                  <a:pt x="2526" y="2166"/>
                </a:moveTo>
                <a:lnTo>
                  <a:pt x="2886" y="2166"/>
                </a:lnTo>
                <a:moveTo>
                  <a:pt x="3007" y="2166"/>
                </a:moveTo>
                <a:lnTo>
                  <a:pt x="3127" y="2166"/>
                </a:lnTo>
                <a:moveTo>
                  <a:pt x="3368" y="2166"/>
                </a:moveTo>
                <a:lnTo>
                  <a:pt x="3489" y="2166"/>
                </a:lnTo>
                <a:moveTo>
                  <a:pt x="0" y="2286"/>
                </a:moveTo>
                <a:lnTo>
                  <a:pt x="241" y="2286"/>
                </a:lnTo>
                <a:moveTo>
                  <a:pt x="361" y="2286"/>
                </a:moveTo>
                <a:lnTo>
                  <a:pt x="601" y="2286"/>
                </a:lnTo>
                <a:moveTo>
                  <a:pt x="962" y="2286"/>
                </a:moveTo>
                <a:lnTo>
                  <a:pt x="1323" y="2286"/>
                </a:lnTo>
                <a:moveTo>
                  <a:pt x="1684" y="2286"/>
                </a:moveTo>
                <a:lnTo>
                  <a:pt x="1804" y="2286"/>
                </a:lnTo>
                <a:moveTo>
                  <a:pt x="1924" y="2286"/>
                </a:moveTo>
                <a:lnTo>
                  <a:pt x="2045" y="2286"/>
                </a:lnTo>
                <a:moveTo>
                  <a:pt x="2526" y="2286"/>
                </a:moveTo>
                <a:lnTo>
                  <a:pt x="2646" y="2286"/>
                </a:lnTo>
                <a:moveTo>
                  <a:pt x="2886" y="2286"/>
                </a:moveTo>
                <a:lnTo>
                  <a:pt x="3247" y="2286"/>
                </a:lnTo>
                <a:moveTo>
                  <a:pt x="0" y="2407"/>
                </a:moveTo>
                <a:lnTo>
                  <a:pt x="241" y="2407"/>
                </a:lnTo>
                <a:moveTo>
                  <a:pt x="481" y="2407"/>
                </a:moveTo>
                <a:lnTo>
                  <a:pt x="601" y="2407"/>
                </a:lnTo>
                <a:moveTo>
                  <a:pt x="722" y="2407"/>
                </a:moveTo>
                <a:lnTo>
                  <a:pt x="962" y="2407"/>
                </a:lnTo>
                <a:moveTo>
                  <a:pt x="1082" y="2407"/>
                </a:moveTo>
                <a:lnTo>
                  <a:pt x="1323" y="2407"/>
                </a:lnTo>
                <a:moveTo>
                  <a:pt x="1564" y="2407"/>
                </a:moveTo>
                <a:lnTo>
                  <a:pt x="1924" y="2407"/>
                </a:lnTo>
                <a:moveTo>
                  <a:pt x="2045" y="2407"/>
                </a:moveTo>
                <a:lnTo>
                  <a:pt x="2165" y="2407"/>
                </a:lnTo>
                <a:moveTo>
                  <a:pt x="2405" y="2407"/>
                </a:moveTo>
                <a:lnTo>
                  <a:pt x="3368" y="2407"/>
                </a:lnTo>
                <a:moveTo>
                  <a:pt x="962" y="2527"/>
                </a:moveTo>
                <a:lnTo>
                  <a:pt x="1082" y="2527"/>
                </a:lnTo>
                <a:moveTo>
                  <a:pt x="1443" y="2527"/>
                </a:moveTo>
                <a:lnTo>
                  <a:pt x="1564" y="2527"/>
                </a:lnTo>
                <a:moveTo>
                  <a:pt x="1684" y="2527"/>
                </a:moveTo>
                <a:lnTo>
                  <a:pt x="1924" y="2527"/>
                </a:lnTo>
                <a:moveTo>
                  <a:pt x="2405" y="2527"/>
                </a:moveTo>
                <a:lnTo>
                  <a:pt x="2526" y="2527"/>
                </a:lnTo>
                <a:moveTo>
                  <a:pt x="2886" y="2527"/>
                </a:moveTo>
                <a:lnTo>
                  <a:pt x="3127" y="2527"/>
                </a:lnTo>
                <a:moveTo>
                  <a:pt x="0" y="2647"/>
                </a:moveTo>
                <a:lnTo>
                  <a:pt x="842" y="2647"/>
                </a:lnTo>
                <a:moveTo>
                  <a:pt x="962" y="2647"/>
                </a:moveTo>
                <a:lnTo>
                  <a:pt x="1082" y="2647"/>
                </a:lnTo>
                <a:moveTo>
                  <a:pt x="1203" y="2647"/>
                </a:moveTo>
                <a:lnTo>
                  <a:pt x="1564" y="2647"/>
                </a:lnTo>
                <a:moveTo>
                  <a:pt x="1684" y="2647"/>
                </a:moveTo>
                <a:lnTo>
                  <a:pt x="2045" y="2647"/>
                </a:lnTo>
                <a:moveTo>
                  <a:pt x="2165" y="2647"/>
                </a:moveTo>
                <a:lnTo>
                  <a:pt x="2526" y="2647"/>
                </a:lnTo>
                <a:moveTo>
                  <a:pt x="2646" y="2647"/>
                </a:moveTo>
                <a:lnTo>
                  <a:pt x="2766" y="2647"/>
                </a:lnTo>
                <a:moveTo>
                  <a:pt x="2886" y="2647"/>
                </a:moveTo>
                <a:lnTo>
                  <a:pt x="3127" y="2647"/>
                </a:lnTo>
                <a:moveTo>
                  <a:pt x="0" y="2768"/>
                </a:moveTo>
                <a:lnTo>
                  <a:pt x="120" y="2768"/>
                </a:lnTo>
                <a:moveTo>
                  <a:pt x="722" y="2768"/>
                </a:moveTo>
                <a:lnTo>
                  <a:pt x="842" y="2768"/>
                </a:lnTo>
                <a:moveTo>
                  <a:pt x="962" y="2768"/>
                </a:moveTo>
                <a:lnTo>
                  <a:pt x="1082" y="2768"/>
                </a:lnTo>
                <a:moveTo>
                  <a:pt x="1443" y="2768"/>
                </a:moveTo>
                <a:lnTo>
                  <a:pt x="1564" y="2768"/>
                </a:lnTo>
                <a:moveTo>
                  <a:pt x="1684" y="2768"/>
                </a:moveTo>
                <a:lnTo>
                  <a:pt x="1804" y="2768"/>
                </a:lnTo>
                <a:moveTo>
                  <a:pt x="2045" y="2768"/>
                </a:moveTo>
                <a:lnTo>
                  <a:pt x="2165" y="2768"/>
                </a:lnTo>
                <a:moveTo>
                  <a:pt x="2285" y="2768"/>
                </a:moveTo>
                <a:lnTo>
                  <a:pt x="2526" y="2768"/>
                </a:lnTo>
                <a:moveTo>
                  <a:pt x="2886" y="2768"/>
                </a:moveTo>
                <a:lnTo>
                  <a:pt x="3007" y="2768"/>
                </a:lnTo>
                <a:moveTo>
                  <a:pt x="3247" y="2768"/>
                </a:moveTo>
                <a:lnTo>
                  <a:pt x="3489" y="2768"/>
                </a:lnTo>
                <a:moveTo>
                  <a:pt x="0" y="2888"/>
                </a:moveTo>
                <a:lnTo>
                  <a:pt x="120" y="2888"/>
                </a:lnTo>
                <a:moveTo>
                  <a:pt x="241" y="2888"/>
                </a:moveTo>
                <a:lnTo>
                  <a:pt x="601" y="2888"/>
                </a:lnTo>
                <a:moveTo>
                  <a:pt x="722" y="2888"/>
                </a:moveTo>
                <a:lnTo>
                  <a:pt x="842" y="2888"/>
                </a:lnTo>
                <a:moveTo>
                  <a:pt x="962" y="2888"/>
                </a:moveTo>
                <a:lnTo>
                  <a:pt x="1082" y="2888"/>
                </a:lnTo>
                <a:moveTo>
                  <a:pt x="1203" y="2888"/>
                </a:moveTo>
                <a:lnTo>
                  <a:pt x="1323" y="2888"/>
                </a:lnTo>
                <a:moveTo>
                  <a:pt x="1443" y="2888"/>
                </a:moveTo>
                <a:lnTo>
                  <a:pt x="2045" y="2888"/>
                </a:lnTo>
                <a:moveTo>
                  <a:pt x="2165" y="2888"/>
                </a:moveTo>
                <a:lnTo>
                  <a:pt x="3127" y="2888"/>
                </a:lnTo>
                <a:moveTo>
                  <a:pt x="3247" y="2888"/>
                </a:moveTo>
                <a:lnTo>
                  <a:pt x="3489" y="2888"/>
                </a:lnTo>
                <a:moveTo>
                  <a:pt x="0" y="3008"/>
                </a:moveTo>
                <a:lnTo>
                  <a:pt x="120" y="3008"/>
                </a:lnTo>
                <a:moveTo>
                  <a:pt x="241" y="3008"/>
                </a:moveTo>
                <a:lnTo>
                  <a:pt x="601" y="3008"/>
                </a:lnTo>
                <a:moveTo>
                  <a:pt x="722" y="3008"/>
                </a:moveTo>
                <a:lnTo>
                  <a:pt x="842" y="3008"/>
                </a:lnTo>
                <a:moveTo>
                  <a:pt x="962" y="3008"/>
                </a:moveTo>
                <a:lnTo>
                  <a:pt x="1203" y="3008"/>
                </a:lnTo>
                <a:moveTo>
                  <a:pt x="1323" y="3008"/>
                </a:moveTo>
                <a:lnTo>
                  <a:pt x="1564" y="3008"/>
                </a:lnTo>
                <a:moveTo>
                  <a:pt x="1804" y="3008"/>
                </a:moveTo>
                <a:lnTo>
                  <a:pt x="2526" y="3008"/>
                </a:lnTo>
                <a:moveTo>
                  <a:pt x="2766" y="3008"/>
                </a:moveTo>
                <a:lnTo>
                  <a:pt x="2886" y="3008"/>
                </a:lnTo>
                <a:moveTo>
                  <a:pt x="3368" y="3008"/>
                </a:moveTo>
                <a:lnTo>
                  <a:pt x="3489" y="3008"/>
                </a:lnTo>
                <a:moveTo>
                  <a:pt x="0" y="3128"/>
                </a:moveTo>
                <a:lnTo>
                  <a:pt x="120" y="3128"/>
                </a:lnTo>
                <a:moveTo>
                  <a:pt x="241" y="3128"/>
                </a:moveTo>
                <a:lnTo>
                  <a:pt x="601" y="3128"/>
                </a:lnTo>
                <a:moveTo>
                  <a:pt x="722" y="3128"/>
                </a:moveTo>
                <a:lnTo>
                  <a:pt x="842" y="3128"/>
                </a:lnTo>
                <a:moveTo>
                  <a:pt x="1804" y="3128"/>
                </a:moveTo>
                <a:lnTo>
                  <a:pt x="2165" y="3128"/>
                </a:lnTo>
                <a:moveTo>
                  <a:pt x="2285" y="3128"/>
                </a:moveTo>
                <a:lnTo>
                  <a:pt x="2646" y="3128"/>
                </a:lnTo>
                <a:moveTo>
                  <a:pt x="2886" y="3128"/>
                </a:moveTo>
                <a:lnTo>
                  <a:pt x="3007" y="3128"/>
                </a:lnTo>
                <a:moveTo>
                  <a:pt x="3127" y="3128"/>
                </a:moveTo>
                <a:lnTo>
                  <a:pt x="3489" y="3128"/>
                </a:lnTo>
                <a:moveTo>
                  <a:pt x="0" y="3249"/>
                </a:moveTo>
                <a:lnTo>
                  <a:pt x="120" y="3249"/>
                </a:lnTo>
                <a:moveTo>
                  <a:pt x="722" y="3249"/>
                </a:moveTo>
                <a:lnTo>
                  <a:pt x="842" y="3249"/>
                </a:lnTo>
                <a:moveTo>
                  <a:pt x="1082" y="3249"/>
                </a:moveTo>
                <a:lnTo>
                  <a:pt x="1203" y="3249"/>
                </a:lnTo>
                <a:moveTo>
                  <a:pt x="1323" y="3249"/>
                </a:moveTo>
                <a:lnTo>
                  <a:pt x="1564" y="3249"/>
                </a:lnTo>
                <a:moveTo>
                  <a:pt x="1804" y="3249"/>
                </a:moveTo>
                <a:lnTo>
                  <a:pt x="1924" y="3249"/>
                </a:lnTo>
                <a:moveTo>
                  <a:pt x="2165" y="3249"/>
                </a:moveTo>
                <a:lnTo>
                  <a:pt x="2285" y="3249"/>
                </a:lnTo>
                <a:moveTo>
                  <a:pt x="2526" y="3249"/>
                </a:moveTo>
                <a:lnTo>
                  <a:pt x="2646" y="3249"/>
                </a:lnTo>
                <a:moveTo>
                  <a:pt x="3007" y="3249"/>
                </a:moveTo>
                <a:lnTo>
                  <a:pt x="3247" y="3249"/>
                </a:lnTo>
                <a:moveTo>
                  <a:pt x="3368" y="3249"/>
                </a:moveTo>
                <a:lnTo>
                  <a:pt x="3489" y="3249"/>
                </a:lnTo>
                <a:moveTo>
                  <a:pt x="0" y="3369"/>
                </a:moveTo>
                <a:lnTo>
                  <a:pt x="842" y="3369"/>
                </a:lnTo>
                <a:moveTo>
                  <a:pt x="962" y="3369"/>
                </a:moveTo>
                <a:lnTo>
                  <a:pt x="1203" y="3369"/>
                </a:lnTo>
                <a:moveTo>
                  <a:pt x="1323" y="3369"/>
                </a:moveTo>
                <a:lnTo>
                  <a:pt x="1684" y="3369"/>
                </a:lnTo>
                <a:moveTo>
                  <a:pt x="2285" y="3369"/>
                </a:moveTo>
                <a:lnTo>
                  <a:pt x="2766" y="3369"/>
                </a:lnTo>
                <a:moveTo>
                  <a:pt x="2886" y="3369"/>
                </a:moveTo>
                <a:lnTo>
                  <a:pt x="3127" y="3369"/>
                </a:lnTo>
              </a:path>
            </a:pathLst>
          </a:custGeom>
          <a:ln w="43200">
            <a:solidFill>
              <a:srgbClr val="001d34"/>
            </a:solidFill>
            <a:miter/>
          </a:ln>
        </p:spPr>
        <p:txBody>
          <a:bodyPr lIns="21600" rIns="21600" tIns="21600" bIns="216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5591880" y="3573000"/>
            <a:ext cx="1274760" cy="1235880"/>
          </a:xfrm>
          <a:custGeom>
            <a:avLst/>
            <a:gdLst/>
            <a:ahLst/>
            <a:rect l="0" t="0" r="r" b="b"/>
            <a:pathLst>
              <a:path fill="none" w="3541" h="3433">
                <a:moveTo>
                  <a:pt x="0" y="0"/>
                </a:moveTo>
                <a:lnTo>
                  <a:pt x="752" y="0"/>
                </a:lnTo>
                <a:moveTo>
                  <a:pt x="860" y="0"/>
                </a:moveTo>
                <a:lnTo>
                  <a:pt x="1074" y="0"/>
                </a:lnTo>
                <a:moveTo>
                  <a:pt x="1181" y="0"/>
                </a:moveTo>
                <a:lnTo>
                  <a:pt x="1289" y="0"/>
                </a:lnTo>
                <a:moveTo>
                  <a:pt x="1396" y="0"/>
                </a:moveTo>
                <a:lnTo>
                  <a:pt x="1503" y="0"/>
                </a:lnTo>
                <a:moveTo>
                  <a:pt x="1718" y="0"/>
                </a:moveTo>
                <a:lnTo>
                  <a:pt x="1932" y="0"/>
                </a:lnTo>
                <a:moveTo>
                  <a:pt x="2039" y="0"/>
                </a:moveTo>
                <a:lnTo>
                  <a:pt x="2361" y="0"/>
                </a:lnTo>
                <a:moveTo>
                  <a:pt x="2468" y="0"/>
                </a:moveTo>
                <a:lnTo>
                  <a:pt x="2576" y="0"/>
                </a:lnTo>
                <a:moveTo>
                  <a:pt x="2790" y="0"/>
                </a:moveTo>
                <a:lnTo>
                  <a:pt x="3541" y="0"/>
                </a:lnTo>
                <a:moveTo>
                  <a:pt x="0" y="107"/>
                </a:moveTo>
                <a:lnTo>
                  <a:pt x="108" y="107"/>
                </a:lnTo>
                <a:moveTo>
                  <a:pt x="645" y="107"/>
                </a:moveTo>
                <a:lnTo>
                  <a:pt x="752" y="107"/>
                </a:lnTo>
                <a:moveTo>
                  <a:pt x="860" y="107"/>
                </a:moveTo>
                <a:lnTo>
                  <a:pt x="967" y="107"/>
                </a:lnTo>
                <a:moveTo>
                  <a:pt x="1074" y="107"/>
                </a:moveTo>
                <a:lnTo>
                  <a:pt x="1181" y="107"/>
                </a:lnTo>
                <a:moveTo>
                  <a:pt x="1396" y="107"/>
                </a:moveTo>
                <a:lnTo>
                  <a:pt x="1503" y="107"/>
                </a:lnTo>
                <a:moveTo>
                  <a:pt x="1718" y="107"/>
                </a:moveTo>
                <a:lnTo>
                  <a:pt x="1825" y="107"/>
                </a:lnTo>
                <a:moveTo>
                  <a:pt x="1932" y="107"/>
                </a:moveTo>
                <a:lnTo>
                  <a:pt x="2039" y="107"/>
                </a:lnTo>
                <a:moveTo>
                  <a:pt x="2361" y="107"/>
                </a:moveTo>
                <a:lnTo>
                  <a:pt x="2683" y="107"/>
                </a:lnTo>
                <a:moveTo>
                  <a:pt x="2790" y="107"/>
                </a:moveTo>
                <a:lnTo>
                  <a:pt x="2898" y="107"/>
                </a:lnTo>
                <a:moveTo>
                  <a:pt x="3434" y="107"/>
                </a:moveTo>
                <a:lnTo>
                  <a:pt x="3541" y="107"/>
                </a:lnTo>
                <a:moveTo>
                  <a:pt x="0" y="214"/>
                </a:moveTo>
                <a:lnTo>
                  <a:pt x="108" y="214"/>
                </a:lnTo>
                <a:moveTo>
                  <a:pt x="215" y="214"/>
                </a:moveTo>
                <a:lnTo>
                  <a:pt x="538" y="214"/>
                </a:lnTo>
                <a:moveTo>
                  <a:pt x="645" y="214"/>
                </a:moveTo>
                <a:lnTo>
                  <a:pt x="752" y="214"/>
                </a:lnTo>
                <a:moveTo>
                  <a:pt x="1289" y="214"/>
                </a:moveTo>
                <a:lnTo>
                  <a:pt x="1396" y="214"/>
                </a:lnTo>
                <a:moveTo>
                  <a:pt x="1610" y="214"/>
                </a:moveTo>
                <a:lnTo>
                  <a:pt x="1932" y="214"/>
                </a:lnTo>
                <a:moveTo>
                  <a:pt x="2147" y="214"/>
                </a:moveTo>
                <a:lnTo>
                  <a:pt x="2254" y="214"/>
                </a:lnTo>
                <a:moveTo>
                  <a:pt x="2790" y="214"/>
                </a:moveTo>
                <a:lnTo>
                  <a:pt x="2898" y="214"/>
                </a:lnTo>
                <a:moveTo>
                  <a:pt x="3005" y="214"/>
                </a:moveTo>
                <a:lnTo>
                  <a:pt x="3327" y="214"/>
                </a:lnTo>
                <a:moveTo>
                  <a:pt x="3434" y="214"/>
                </a:moveTo>
                <a:lnTo>
                  <a:pt x="3541" y="214"/>
                </a:lnTo>
                <a:moveTo>
                  <a:pt x="0" y="322"/>
                </a:moveTo>
                <a:lnTo>
                  <a:pt x="108" y="322"/>
                </a:lnTo>
                <a:moveTo>
                  <a:pt x="215" y="322"/>
                </a:moveTo>
                <a:lnTo>
                  <a:pt x="538" y="322"/>
                </a:lnTo>
                <a:moveTo>
                  <a:pt x="645" y="322"/>
                </a:moveTo>
                <a:lnTo>
                  <a:pt x="752" y="322"/>
                </a:lnTo>
                <a:moveTo>
                  <a:pt x="860" y="322"/>
                </a:moveTo>
                <a:lnTo>
                  <a:pt x="967" y="322"/>
                </a:lnTo>
                <a:moveTo>
                  <a:pt x="1074" y="322"/>
                </a:moveTo>
                <a:lnTo>
                  <a:pt x="1396" y="322"/>
                </a:lnTo>
                <a:moveTo>
                  <a:pt x="1503" y="322"/>
                </a:moveTo>
                <a:lnTo>
                  <a:pt x="1825" y="322"/>
                </a:lnTo>
                <a:moveTo>
                  <a:pt x="2361" y="322"/>
                </a:moveTo>
                <a:lnTo>
                  <a:pt x="2468" y="322"/>
                </a:lnTo>
                <a:moveTo>
                  <a:pt x="2790" y="322"/>
                </a:moveTo>
                <a:lnTo>
                  <a:pt x="2898" y="322"/>
                </a:lnTo>
                <a:moveTo>
                  <a:pt x="3005" y="322"/>
                </a:moveTo>
                <a:lnTo>
                  <a:pt x="3327" y="322"/>
                </a:lnTo>
                <a:moveTo>
                  <a:pt x="3434" y="322"/>
                </a:moveTo>
                <a:lnTo>
                  <a:pt x="3541" y="322"/>
                </a:lnTo>
                <a:moveTo>
                  <a:pt x="0" y="429"/>
                </a:moveTo>
                <a:lnTo>
                  <a:pt x="108" y="429"/>
                </a:lnTo>
                <a:moveTo>
                  <a:pt x="215" y="429"/>
                </a:moveTo>
                <a:lnTo>
                  <a:pt x="538" y="429"/>
                </a:lnTo>
                <a:moveTo>
                  <a:pt x="645" y="429"/>
                </a:moveTo>
                <a:lnTo>
                  <a:pt x="752" y="429"/>
                </a:lnTo>
                <a:moveTo>
                  <a:pt x="967" y="429"/>
                </a:moveTo>
                <a:lnTo>
                  <a:pt x="1074" y="429"/>
                </a:lnTo>
                <a:moveTo>
                  <a:pt x="1289" y="429"/>
                </a:moveTo>
                <a:lnTo>
                  <a:pt x="1610" y="429"/>
                </a:lnTo>
                <a:moveTo>
                  <a:pt x="1825" y="429"/>
                </a:moveTo>
                <a:lnTo>
                  <a:pt x="1932" y="429"/>
                </a:lnTo>
                <a:moveTo>
                  <a:pt x="2147" y="429"/>
                </a:moveTo>
                <a:lnTo>
                  <a:pt x="2254" y="429"/>
                </a:lnTo>
                <a:moveTo>
                  <a:pt x="2361" y="429"/>
                </a:moveTo>
                <a:lnTo>
                  <a:pt x="2468" y="429"/>
                </a:lnTo>
                <a:moveTo>
                  <a:pt x="2576" y="429"/>
                </a:moveTo>
                <a:lnTo>
                  <a:pt x="2683" y="429"/>
                </a:lnTo>
                <a:moveTo>
                  <a:pt x="2790" y="429"/>
                </a:moveTo>
                <a:lnTo>
                  <a:pt x="2898" y="429"/>
                </a:lnTo>
                <a:moveTo>
                  <a:pt x="3005" y="429"/>
                </a:moveTo>
                <a:lnTo>
                  <a:pt x="3327" y="429"/>
                </a:lnTo>
                <a:moveTo>
                  <a:pt x="3434" y="429"/>
                </a:moveTo>
                <a:lnTo>
                  <a:pt x="3541" y="429"/>
                </a:lnTo>
                <a:moveTo>
                  <a:pt x="0" y="536"/>
                </a:moveTo>
                <a:lnTo>
                  <a:pt x="108" y="536"/>
                </a:lnTo>
                <a:moveTo>
                  <a:pt x="645" y="536"/>
                </a:moveTo>
                <a:lnTo>
                  <a:pt x="752" y="536"/>
                </a:lnTo>
                <a:moveTo>
                  <a:pt x="1074" y="536"/>
                </a:moveTo>
                <a:lnTo>
                  <a:pt x="1181" y="536"/>
                </a:lnTo>
                <a:moveTo>
                  <a:pt x="1396" y="536"/>
                </a:moveTo>
                <a:lnTo>
                  <a:pt x="1503" y="536"/>
                </a:lnTo>
                <a:moveTo>
                  <a:pt x="1825" y="536"/>
                </a:moveTo>
                <a:lnTo>
                  <a:pt x="1932" y="536"/>
                </a:lnTo>
                <a:moveTo>
                  <a:pt x="2039" y="536"/>
                </a:moveTo>
                <a:lnTo>
                  <a:pt x="2147" y="536"/>
                </a:lnTo>
                <a:moveTo>
                  <a:pt x="2254" y="536"/>
                </a:moveTo>
                <a:lnTo>
                  <a:pt x="2468" y="536"/>
                </a:lnTo>
                <a:moveTo>
                  <a:pt x="2790" y="536"/>
                </a:moveTo>
                <a:lnTo>
                  <a:pt x="2898" y="536"/>
                </a:lnTo>
                <a:moveTo>
                  <a:pt x="3434" y="536"/>
                </a:moveTo>
                <a:lnTo>
                  <a:pt x="3541" y="536"/>
                </a:lnTo>
                <a:moveTo>
                  <a:pt x="0" y="644"/>
                </a:moveTo>
                <a:lnTo>
                  <a:pt x="752" y="644"/>
                </a:lnTo>
                <a:moveTo>
                  <a:pt x="860" y="644"/>
                </a:moveTo>
                <a:lnTo>
                  <a:pt x="967" y="644"/>
                </a:lnTo>
                <a:moveTo>
                  <a:pt x="1074" y="644"/>
                </a:moveTo>
                <a:lnTo>
                  <a:pt x="1181" y="644"/>
                </a:lnTo>
                <a:moveTo>
                  <a:pt x="1289" y="644"/>
                </a:moveTo>
                <a:lnTo>
                  <a:pt x="1396" y="644"/>
                </a:lnTo>
                <a:moveTo>
                  <a:pt x="1503" y="644"/>
                </a:moveTo>
                <a:lnTo>
                  <a:pt x="1610" y="644"/>
                </a:lnTo>
                <a:moveTo>
                  <a:pt x="1718" y="644"/>
                </a:moveTo>
                <a:lnTo>
                  <a:pt x="1825" y="644"/>
                </a:lnTo>
                <a:moveTo>
                  <a:pt x="1932" y="644"/>
                </a:moveTo>
                <a:lnTo>
                  <a:pt x="2039" y="644"/>
                </a:lnTo>
                <a:moveTo>
                  <a:pt x="2147" y="644"/>
                </a:moveTo>
                <a:lnTo>
                  <a:pt x="2254" y="644"/>
                </a:lnTo>
                <a:moveTo>
                  <a:pt x="2361" y="644"/>
                </a:moveTo>
                <a:lnTo>
                  <a:pt x="2468" y="644"/>
                </a:lnTo>
                <a:moveTo>
                  <a:pt x="2576" y="644"/>
                </a:moveTo>
                <a:lnTo>
                  <a:pt x="2683" y="644"/>
                </a:lnTo>
                <a:moveTo>
                  <a:pt x="2790" y="644"/>
                </a:moveTo>
                <a:lnTo>
                  <a:pt x="3541" y="644"/>
                </a:lnTo>
                <a:moveTo>
                  <a:pt x="860" y="751"/>
                </a:moveTo>
                <a:lnTo>
                  <a:pt x="967" y="751"/>
                </a:lnTo>
                <a:moveTo>
                  <a:pt x="1181" y="751"/>
                </a:moveTo>
                <a:lnTo>
                  <a:pt x="1396" y="751"/>
                </a:lnTo>
                <a:moveTo>
                  <a:pt x="1825" y="751"/>
                </a:moveTo>
                <a:lnTo>
                  <a:pt x="2039" y="751"/>
                </a:lnTo>
                <a:moveTo>
                  <a:pt x="2147" y="751"/>
                </a:moveTo>
                <a:lnTo>
                  <a:pt x="2254" y="751"/>
                </a:lnTo>
                <a:moveTo>
                  <a:pt x="2468" y="751"/>
                </a:moveTo>
                <a:lnTo>
                  <a:pt x="2683" y="751"/>
                </a:lnTo>
                <a:moveTo>
                  <a:pt x="0" y="858"/>
                </a:moveTo>
                <a:lnTo>
                  <a:pt x="108" y="858"/>
                </a:lnTo>
                <a:moveTo>
                  <a:pt x="215" y="858"/>
                </a:moveTo>
                <a:lnTo>
                  <a:pt x="430" y="858"/>
                </a:lnTo>
                <a:moveTo>
                  <a:pt x="538" y="858"/>
                </a:moveTo>
                <a:lnTo>
                  <a:pt x="860" y="858"/>
                </a:lnTo>
                <a:moveTo>
                  <a:pt x="1074" y="858"/>
                </a:moveTo>
                <a:lnTo>
                  <a:pt x="1181" y="858"/>
                </a:lnTo>
                <a:moveTo>
                  <a:pt x="1503" y="858"/>
                </a:moveTo>
                <a:lnTo>
                  <a:pt x="1610" y="858"/>
                </a:lnTo>
                <a:moveTo>
                  <a:pt x="1825" y="858"/>
                </a:moveTo>
                <a:lnTo>
                  <a:pt x="2147" y="858"/>
                </a:lnTo>
                <a:moveTo>
                  <a:pt x="2254" y="858"/>
                </a:moveTo>
                <a:lnTo>
                  <a:pt x="2468" y="858"/>
                </a:lnTo>
                <a:moveTo>
                  <a:pt x="2790" y="858"/>
                </a:moveTo>
                <a:lnTo>
                  <a:pt x="2898" y="858"/>
                </a:lnTo>
                <a:moveTo>
                  <a:pt x="3112" y="858"/>
                </a:moveTo>
                <a:lnTo>
                  <a:pt x="3219" y="858"/>
                </a:lnTo>
                <a:moveTo>
                  <a:pt x="3327" y="858"/>
                </a:moveTo>
                <a:lnTo>
                  <a:pt x="3541" y="858"/>
                </a:lnTo>
                <a:moveTo>
                  <a:pt x="108" y="965"/>
                </a:moveTo>
                <a:lnTo>
                  <a:pt x="430" y="965"/>
                </a:lnTo>
                <a:moveTo>
                  <a:pt x="538" y="965"/>
                </a:moveTo>
                <a:lnTo>
                  <a:pt x="645" y="965"/>
                </a:lnTo>
                <a:moveTo>
                  <a:pt x="752" y="965"/>
                </a:moveTo>
                <a:lnTo>
                  <a:pt x="860" y="965"/>
                </a:lnTo>
                <a:moveTo>
                  <a:pt x="1074" y="965"/>
                </a:moveTo>
                <a:lnTo>
                  <a:pt x="1181" y="965"/>
                </a:lnTo>
                <a:moveTo>
                  <a:pt x="1289" y="965"/>
                </a:moveTo>
                <a:lnTo>
                  <a:pt x="1396" y="965"/>
                </a:lnTo>
                <a:moveTo>
                  <a:pt x="1503" y="965"/>
                </a:moveTo>
                <a:lnTo>
                  <a:pt x="1610" y="965"/>
                </a:lnTo>
                <a:moveTo>
                  <a:pt x="1718" y="965"/>
                </a:moveTo>
                <a:lnTo>
                  <a:pt x="1825" y="965"/>
                </a:lnTo>
                <a:moveTo>
                  <a:pt x="2039" y="965"/>
                </a:moveTo>
                <a:lnTo>
                  <a:pt x="2361" y="965"/>
                </a:lnTo>
                <a:moveTo>
                  <a:pt x="2468" y="965"/>
                </a:moveTo>
                <a:lnTo>
                  <a:pt x="2576" y="965"/>
                </a:lnTo>
                <a:moveTo>
                  <a:pt x="2790" y="965"/>
                </a:moveTo>
                <a:lnTo>
                  <a:pt x="3005" y="965"/>
                </a:lnTo>
                <a:moveTo>
                  <a:pt x="3112" y="965"/>
                </a:moveTo>
                <a:lnTo>
                  <a:pt x="3541" y="965"/>
                </a:lnTo>
                <a:moveTo>
                  <a:pt x="108" y="1073"/>
                </a:moveTo>
                <a:lnTo>
                  <a:pt x="215" y="1073"/>
                </a:lnTo>
                <a:moveTo>
                  <a:pt x="322" y="1073"/>
                </a:moveTo>
                <a:lnTo>
                  <a:pt x="752" y="1073"/>
                </a:lnTo>
                <a:moveTo>
                  <a:pt x="860" y="1073"/>
                </a:moveTo>
                <a:lnTo>
                  <a:pt x="967" y="1073"/>
                </a:lnTo>
                <a:moveTo>
                  <a:pt x="1289" y="1073"/>
                </a:moveTo>
                <a:lnTo>
                  <a:pt x="1396" y="1073"/>
                </a:lnTo>
                <a:moveTo>
                  <a:pt x="1503" y="1073"/>
                </a:moveTo>
                <a:lnTo>
                  <a:pt x="1610" y="1073"/>
                </a:lnTo>
                <a:moveTo>
                  <a:pt x="1718" y="1073"/>
                </a:moveTo>
                <a:lnTo>
                  <a:pt x="1932" y="1073"/>
                </a:lnTo>
                <a:moveTo>
                  <a:pt x="2147" y="1073"/>
                </a:moveTo>
                <a:lnTo>
                  <a:pt x="2254" y="1073"/>
                </a:lnTo>
                <a:moveTo>
                  <a:pt x="2361" y="1073"/>
                </a:moveTo>
                <a:lnTo>
                  <a:pt x="2576" y="1073"/>
                </a:lnTo>
                <a:moveTo>
                  <a:pt x="2683" y="1073"/>
                </a:moveTo>
                <a:lnTo>
                  <a:pt x="2790" y="1073"/>
                </a:lnTo>
                <a:moveTo>
                  <a:pt x="2898" y="1073"/>
                </a:moveTo>
                <a:lnTo>
                  <a:pt x="3219" y="1073"/>
                </a:lnTo>
                <a:moveTo>
                  <a:pt x="3327" y="1073"/>
                </a:moveTo>
                <a:lnTo>
                  <a:pt x="3541" y="1073"/>
                </a:lnTo>
                <a:moveTo>
                  <a:pt x="0" y="1180"/>
                </a:moveTo>
                <a:lnTo>
                  <a:pt x="215" y="1180"/>
                </a:lnTo>
                <a:moveTo>
                  <a:pt x="322" y="1180"/>
                </a:moveTo>
                <a:lnTo>
                  <a:pt x="645" y="1180"/>
                </a:lnTo>
                <a:moveTo>
                  <a:pt x="752" y="1180"/>
                </a:moveTo>
                <a:lnTo>
                  <a:pt x="860" y="1180"/>
                </a:lnTo>
                <a:moveTo>
                  <a:pt x="1181" y="1180"/>
                </a:moveTo>
                <a:lnTo>
                  <a:pt x="1825" y="1180"/>
                </a:lnTo>
                <a:moveTo>
                  <a:pt x="1932" y="1180"/>
                </a:moveTo>
                <a:lnTo>
                  <a:pt x="2039" y="1180"/>
                </a:lnTo>
                <a:moveTo>
                  <a:pt x="2361" y="1180"/>
                </a:moveTo>
                <a:lnTo>
                  <a:pt x="2468" y="1180"/>
                </a:lnTo>
                <a:moveTo>
                  <a:pt x="2576" y="1180"/>
                </a:moveTo>
                <a:lnTo>
                  <a:pt x="2790" y="1180"/>
                </a:lnTo>
                <a:moveTo>
                  <a:pt x="2898" y="1180"/>
                </a:moveTo>
                <a:lnTo>
                  <a:pt x="3005" y="1180"/>
                </a:lnTo>
                <a:moveTo>
                  <a:pt x="3112" y="1180"/>
                </a:moveTo>
                <a:lnTo>
                  <a:pt x="3219" y="1180"/>
                </a:lnTo>
                <a:moveTo>
                  <a:pt x="3434" y="1180"/>
                </a:moveTo>
                <a:lnTo>
                  <a:pt x="3541" y="1180"/>
                </a:lnTo>
                <a:moveTo>
                  <a:pt x="215" y="1287"/>
                </a:moveTo>
                <a:lnTo>
                  <a:pt x="752" y="1287"/>
                </a:lnTo>
                <a:moveTo>
                  <a:pt x="860" y="1287"/>
                </a:moveTo>
                <a:lnTo>
                  <a:pt x="1074" y="1287"/>
                </a:lnTo>
                <a:moveTo>
                  <a:pt x="1610" y="1287"/>
                </a:moveTo>
                <a:lnTo>
                  <a:pt x="1718" y="1287"/>
                </a:lnTo>
                <a:moveTo>
                  <a:pt x="1932" y="1287"/>
                </a:moveTo>
                <a:lnTo>
                  <a:pt x="2147" y="1287"/>
                </a:lnTo>
                <a:moveTo>
                  <a:pt x="2361" y="1287"/>
                </a:moveTo>
                <a:lnTo>
                  <a:pt x="2576" y="1287"/>
                </a:lnTo>
                <a:moveTo>
                  <a:pt x="2898" y="1287"/>
                </a:moveTo>
                <a:lnTo>
                  <a:pt x="3219" y="1287"/>
                </a:lnTo>
                <a:moveTo>
                  <a:pt x="3327" y="1287"/>
                </a:moveTo>
                <a:lnTo>
                  <a:pt x="3541" y="1287"/>
                </a:lnTo>
                <a:moveTo>
                  <a:pt x="322" y="1394"/>
                </a:moveTo>
                <a:lnTo>
                  <a:pt x="645" y="1394"/>
                </a:lnTo>
                <a:moveTo>
                  <a:pt x="752" y="1394"/>
                </a:moveTo>
                <a:lnTo>
                  <a:pt x="860" y="1394"/>
                </a:lnTo>
                <a:moveTo>
                  <a:pt x="967" y="1394"/>
                </a:moveTo>
                <a:lnTo>
                  <a:pt x="1181" y="1394"/>
                </a:lnTo>
                <a:moveTo>
                  <a:pt x="1396" y="1394"/>
                </a:moveTo>
                <a:lnTo>
                  <a:pt x="1503" y="1394"/>
                </a:lnTo>
                <a:moveTo>
                  <a:pt x="1718" y="1394"/>
                </a:moveTo>
                <a:lnTo>
                  <a:pt x="2039" y="1394"/>
                </a:lnTo>
                <a:moveTo>
                  <a:pt x="2147" y="1394"/>
                </a:moveTo>
                <a:lnTo>
                  <a:pt x="2361" y="1394"/>
                </a:lnTo>
                <a:moveTo>
                  <a:pt x="2576" y="1394"/>
                </a:moveTo>
                <a:lnTo>
                  <a:pt x="2790" y="1394"/>
                </a:lnTo>
                <a:moveTo>
                  <a:pt x="2898" y="1394"/>
                </a:moveTo>
                <a:lnTo>
                  <a:pt x="3005" y="1394"/>
                </a:lnTo>
                <a:moveTo>
                  <a:pt x="3112" y="1394"/>
                </a:moveTo>
                <a:lnTo>
                  <a:pt x="3219" y="1394"/>
                </a:lnTo>
                <a:moveTo>
                  <a:pt x="3327" y="1394"/>
                </a:moveTo>
                <a:lnTo>
                  <a:pt x="3434" y="1394"/>
                </a:lnTo>
                <a:moveTo>
                  <a:pt x="0" y="1502"/>
                </a:moveTo>
                <a:lnTo>
                  <a:pt x="108" y="1502"/>
                </a:lnTo>
                <a:moveTo>
                  <a:pt x="215" y="1502"/>
                </a:moveTo>
                <a:lnTo>
                  <a:pt x="430" y="1502"/>
                </a:lnTo>
                <a:moveTo>
                  <a:pt x="538" y="1502"/>
                </a:moveTo>
                <a:lnTo>
                  <a:pt x="1181" y="1502"/>
                </a:lnTo>
                <a:moveTo>
                  <a:pt x="1289" y="1502"/>
                </a:moveTo>
                <a:lnTo>
                  <a:pt x="1396" y="1502"/>
                </a:lnTo>
                <a:moveTo>
                  <a:pt x="1610" y="1502"/>
                </a:moveTo>
                <a:lnTo>
                  <a:pt x="1825" y="1502"/>
                </a:lnTo>
                <a:moveTo>
                  <a:pt x="1932" y="1502"/>
                </a:moveTo>
                <a:lnTo>
                  <a:pt x="2147" y="1502"/>
                </a:lnTo>
                <a:moveTo>
                  <a:pt x="2254" y="1502"/>
                </a:moveTo>
                <a:lnTo>
                  <a:pt x="2361" y="1502"/>
                </a:lnTo>
                <a:moveTo>
                  <a:pt x="2576" y="1502"/>
                </a:moveTo>
                <a:lnTo>
                  <a:pt x="2683" y="1502"/>
                </a:lnTo>
                <a:moveTo>
                  <a:pt x="2790" y="1502"/>
                </a:moveTo>
                <a:lnTo>
                  <a:pt x="2898" y="1502"/>
                </a:lnTo>
                <a:moveTo>
                  <a:pt x="3005" y="1502"/>
                </a:moveTo>
                <a:lnTo>
                  <a:pt x="3112" y="1502"/>
                </a:lnTo>
                <a:moveTo>
                  <a:pt x="3219" y="1502"/>
                </a:moveTo>
                <a:lnTo>
                  <a:pt x="3327" y="1502"/>
                </a:lnTo>
                <a:moveTo>
                  <a:pt x="0" y="1609"/>
                </a:moveTo>
                <a:lnTo>
                  <a:pt x="108" y="1609"/>
                </a:lnTo>
                <a:moveTo>
                  <a:pt x="322" y="1609"/>
                </a:moveTo>
                <a:lnTo>
                  <a:pt x="430" y="1609"/>
                </a:lnTo>
                <a:moveTo>
                  <a:pt x="752" y="1609"/>
                </a:moveTo>
                <a:lnTo>
                  <a:pt x="1074" y="1609"/>
                </a:lnTo>
                <a:moveTo>
                  <a:pt x="1396" y="1609"/>
                </a:moveTo>
                <a:lnTo>
                  <a:pt x="1503" y="1609"/>
                </a:lnTo>
                <a:moveTo>
                  <a:pt x="1718" y="1609"/>
                </a:moveTo>
                <a:lnTo>
                  <a:pt x="1825" y="1609"/>
                </a:lnTo>
                <a:moveTo>
                  <a:pt x="2147" y="1609"/>
                </a:moveTo>
                <a:lnTo>
                  <a:pt x="2361" y="1609"/>
                </a:lnTo>
                <a:moveTo>
                  <a:pt x="2683" y="1609"/>
                </a:moveTo>
                <a:lnTo>
                  <a:pt x="3327" y="1609"/>
                </a:lnTo>
                <a:moveTo>
                  <a:pt x="430" y="1716"/>
                </a:moveTo>
                <a:lnTo>
                  <a:pt x="752" y="1716"/>
                </a:lnTo>
                <a:moveTo>
                  <a:pt x="1074" y="1716"/>
                </a:moveTo>
                <a:lnTo>
                  <a:pt x="1396" y="1716"/>
                </a:lnTo>
                <a:moveTo>
                  <a:pt x="1610" y="1716"/>
                </a:moveTo>
                <a:lnTo>
                  <a:pt x="1718" y="1716"/>
                </a:lnTo>
                <a:moveTo>
                  <a:pt x="1932" y="1716"/>
                </a:moveTo>
                <a:lnTo>
                  <a:pt x="2468" y="1716"/>
                </a:lnTo>
                <a:moveTo>
                  <a:pt x="2683" y="1716"/>
                </a:moveTo>
                <a:lnTo>
                  <a:pt x="2898" y="1716"/>
                </a:lnTo>
                <a:moveTo>
                  <a:pt x="3005" y="1716"/>
                </a:moveTo>
                <a:lnTo>
                  <a:pt x="3327" y="1716"/>
                </a:lnTo>
                <a:moveTo>
                  <a:pt x="108" y="1823"/>
                </a:moveTo>
                <a:lnTo>
                  <a:pt x="215" y="1823"/>
                </a:lnTo>
                <a:moveTo>
                  <a:pt x="322" y="1823"/>
                </a:moveTo>
                <a:lnTo>
                  <a:pt x="430" y="1823"/>
                </a:lnTo>
                <a:moveTo>
                  <a:pt x="752" y="1823"/>
                </a:moveTo>
                <a:lnTo>
                  <a:pt x="860" y="1823"/>
                </a:lnTo>
                <a:moveTo>
                  <a:pt x="1181" y="1823"/>
                </a:moveTo>
                <a:lnTo>
                  <a:pt x="1289" y="1823"/>
                </a:lnTo>
                <a:moveTo>
                  <a:pt x="1396" y="1823"/>
                </a:moveTo>
                <a:lnTo>
                  <a:pt x="1718" y="1823"/>
                </a:lnTo>
                <a:moveTo>
                  <a:pt x="1825" y="1823"/>
                </a:moveTo>
                <a:lnTo>
                  <a:pt x="1932" y="1823"/>
                </a:lnTo>
                <a:moveTo>
                  <a:pt x="2147" y="1823"/>
                </a:moveTo>
                <a:lnTo>
                  <a:pt x="2898" y="1823"/>
                </a:lnTo>
                <a:moveTo>
                  <a:pt x="3005" y="1823"/>
                </a:moveTo>
                <a:lnTo>
                  <a:pt x="3219" y="1823"/>
                </a:lnTo>
                <a:moveTo>
                  <a:pt x="3327" y="1823"/>
                </a:moveTo>
                <a:lnTo>
                  <a:pt x="3541" y="1823"/>
                </a:lnTo>
                <a:moveTo>
                  <a:pt x="0" y="1931"/>
                </a:moveTo>
                <a:lnTo>
                  <a:pt x="108" y="1931"/>
                </a:lnTo>
                <a:moveTo>
                  <a:pt x="215" y="1931"/>
                </a:moveTo>
                <a:lnTo>
                  <a:pt x="538" y="1931"/>
                </a:lnTo>
                <a:moveTo>
                  <a:pt x="645" y="1931"/>
                </a:moveTo>
                <a:lnTo>
                  <a:pt x="752" y="1931"/>
                </a:lnTo>
                <a:moveTo>
                  <a:pt x="860" y="1931"/>
                </a:moveTo>
                <a:lnTo>
                  <a:pt x="1289" y="1931"/>
                </a:lnTo>
                <a:moveTo>
                  <a:pt x="1503" y="1931"/>
                </a:moveTo>
                <a:lnTo>
                  <a:pt x="1932" y="1931"/>
                </a:lnTo>
                <a:moveTo>
                  <a:pt x="2147" y="1931"/>
                </a:moveTo>
                <a:lnTo>
                  <a:pt x="2254" y="1931"/>
                </a:lnTo>
                <a:moveTo>
                  <a:pt x="2361" y="1931"/>
                </a:moveTo>
                <a:lnTo>
                  <a:pt x="2468" y="1931"/>
                </a:lnTo>
                <a:moveTo>
                  <a:pt x="2576" y="1931"/>
                </a:moveTo>
                <a:lnTo>
                  <a:pt x="2790" y="1931"/>
                </a:lnTo>
                <a:moveTo>
                  <a:pt x="2898" y="1931"/>
                </a:moveTo>
                <a:lnTo>
                  <a:pt x="3112" y="1931"/>
                </a:lnTo>
                <a:moveTo>
                  <a:pt x="3219" y="1931"/>
                </a:moveTo>
                <a:lnTo>
                  <a:pt x="3327" y="1931"/>
                </a:lnTo>
                <a:moveTo>
                  <a:pt x="0" y="2038"/>
                </a:moveTo>
                <a:lnTo>
                  <a:pt x="108" y="2038"/>
                </a:lnTo>
                <a:moveTo>
                  <a:pt x="430" y="2038"/>
                </a:moveTo>
                <a:lnTo>
                  <a:pt x="538" y="2038"/>
                </a:lnTo>
                <a:moveTo>
                  <a:pt x="967" y="2038"/>
                </a:moveTo>
                <a:lnTo>
                  <a:pt x="1074" y="2038"/>
                </a:lnTo>
                <a:moveTo>
                  <a:pt x="1396" y="2038"/>
                </a:moveTo>
                <a:lnTo>
                  <a:pt x="1610" y="2038"/>
                </a:lnTo>
                <a:moveTo>
                  <a:pt x="1718" y="2038"/>
                </a:moveTo>
                <a:lnTo>
                  <a:pt x="1825" y="2038"/>
                </a:lnTo>
                <a:moveTo>
                  <a:pt x="2039" y="2038"/>
                </a:moveTo>
                <a:lnTo>
                  <a:pt x="2147" y="2038"/>
                </a:lnTo>
                <a:moveTo>
                  <a:pt x="2361" y="2038"/>
                </a:moveTo>
                <a:lnTo>
                  <a:pt x="2790" y="2038"/>
                </a:lnTo>
                <a:moveTo>
                  <a:pt x="3005" y="2038"/>
                </a:moveTo>
                <a:lnTo>
                  <a:pt x="3112" y="2038"/>
                </a:lnTo>
                <a:moveTo>
                  <a:pt x="3327" y="2038"/>
                </a:moveTo>
                <a:lnTo>
                  <a:pt x="3434" y="2038"/>
                </a:lnTo>
                <a:moveTo>
                  <a:pt x="215" y="2146"/>
                </a:moveTo>
                <a:lnTo>
                  <a:pt x="322" y="2146"/>
                </a:lnTo>
                <a:moveTo>
                  <a:pt x="645" y="2146"/>
                </a:moveTo>
                <a:lnTo>
                  <a:pt x="752" y="2146"/>
                </a:lnTo>
                <a:moveTo>
                  <a:pt x="860" y="2146"/>
                </a:moveTo>
                <a:lnTo>
                  <a:pt x="967" y="2146"/>
                </a:lnTo>
                <a:moveTo>
                  <a:pt x="1074" y="2146"/>
                </a:moveTo>
                <a:lnTo>
                  <a:pt x="1289" y="2146"/>
                </a:lnTo>
                <a:moveTo>
                  <a:pt x="1396" y="2146"/>
                </a:moveTo>
                <a:lnTo>
                  <a:pt x="1503" y="2146"/>
                </a:lnTo>
                <a:moveTo>
                  <a:pt x="1610" y="2146"/>
                </a:moveTo>
                <a:lnTo>
                  <a:pt x="1718" y="2146"/>
                </a:lnTo>
                <a:moveTo>
                  <a:pt x="1932" y="2146"/>
                </a:moveTo>
                <a:lnTo>
                  <a:pt x="2039" y="2146"/>
                </a:lnTo>
                <a:moveTo>
                  <a:pt x="2254" y="2146"/>
                </a:moveTo>
                <a:lnTo>
                  <a:pt x="2361" y="2146"/>
                </a:lnTo>
                <a:moveTo>
                  <a:pt x="3112" y="2146"/>
                </a:moveTo>
                <a:lnTo>
                  <a:pt x="3327" y="2146"/>
                </a:lnTo>
                <a:moveTo>
                  <a:pt x="3434" y="2146"/>
                </a:moveTo>
                <a:lnTo>
                  <a:pt x="3541" y="2146"/>
                </a:lnTo>
                <a:moveTo>
                  <a:pt x="0" y="2253"/>
                </a:moveTo>
                <a:lnTo>
                  <a:pt x="215" y="2253"/>
                </a:lnTo>
                <a:moveTo>
                  <a:pt x="322" y="2253"/>
                </a:moveTo>
                <a:lnTo>
                  <a:pt x="538" y="2253"/>
                </a:lnTo>
                <a:moveTo>
                  <a:pt x="752" y="2253"/>
                </a:moveTo>
                <a:lnTo>
                  <a:pt x="967" y="2253"/>
                </a:lnTo>
                <a:moveTo>
                  <a:pt x="1074" y="2253"/>
                </a:moveTo>
                <a:lnTo>
                  <a:pt x="1181" y="2253"/>
                </a:lnTo>
                <a:moveTo>
                  <a:pt x="1289" y="2253"/>
                </a:moveTo>
                <a:lnTo>
                  <a:pt x="1396" y="2253"/>
                </a:lnTo>
                <a:moveTo>
                  <a:pt x="1610" y="2253"/>
                </a:moveTo>
                <a:lnTo>
                  <a:pt x="1718" y="2253"/>
                </a:lnTo>
                <a:moveTo>
                  <a:pt x="1932" y="2253"/>
                </a:moveTo>
                <a:lnTo>
                  <a:pt x="2898" y="2253"/>
                </a:lnTo>
                <a:moveTo>
                  <a:pt x="3434" y="2253"/>
                </a:moveTo>
                <a:lnTo>
                  <a:pt x="3541" y="2253"/>
                </a:lnTo>
                <a:moveTo>
                  <a:pt x="215" y="2361"/>
                </a:moveTo>
                <a:lnTo>
                  <a:pt x="322" y="2361"/>
                </a:lnTo>
                <a:moveTo>
                  <a:pt x="645" y="2361"/>
                </a:moveTo>
                <a:lnTo>
                  <a:pt x="860" y="2361"/>
                </a:lnTo>
                <a:moveTo>
                  <a:pt x="1181" y="2361"/>
                </a:moveTo>
                <a:lnTo>
                  <a:pt x="1396" y="2361"/>
                </a:lnTo>
                <a:moveTo>
                  <a:pt x="1503" y="2361"/>
                </a:moveTo>
                <a:lnTo>
                  <a:pt x="1610" y="2361"/>
                </a:lnTo>
                <a:moveTo>
                  <a:pt x="1718" y="2361"/>
                </a:moveTo>
                <a:lnTo>
                  <a:pt x="2039" y="2361"/>
                </a:lnTo>
                <a:moveTo>
                  <a:pt x="2254" y="2361"/>
                </a:moveTo>
                <a:lnTo>
                  <a:pt x="2361" y="2361"/>
                </a:lnTo>
                <a:moveTo>
                  <a:pt x="2468" y="2361"/>
                </a:moveTo>
                <a:lnTo>
                  <a:pt x="2576" y="2361"/>
                </a:lnTo>
                <a:moveTo>
                  <a:pt x="2683" y="2361"/>
                </a:moveTo>
                <a:lnTo>
                  <a:pt x="3005" y="2361"/>
                </a:lnTo>
                <a:moveTo>
                  <a:pt x="3327" y="2361"/>
                </a:moveTo>
                <a:lnTo>
                  <a:pt x="3541" y="2361"/>
                </a:lnTo>
                <a:moveTo>
                  <a:pt x="108" y="2468"/>
                </a:moveTo>
                <a:lnTo>
                  <a:pt x="322" y="2468"/>
                </a:lnTo>
                <a:moveTo>
                  <a:pt x="430" y="2468"/>
                </a:moveTo>
                <a:lnTo>
                  <a:pt x="645" y="2468"/>
                </a:lnTo>
                <a:moveTo>
                  <a:pt x="752" y="2468"/>
                </a:moveTo>
                <a:lnTo>
                  <a:pt x="1181" y="2468"/>
                </a:lnTo>
                <a:moveTo>
                  <a:pt x="1718" y="2468"/>
                </a:moveTo>
                <a:lnTo>
                  <a:pt x="1825" y="2468"/>
                </a:lnTo>
                <a:moveTo>
                  <a:pt x="1932" y="2468"/>
                </a:moveTo>
                <a:lnTo>
                  <a:pt x="2147" y="2468"/>
                </a:lnTo>
                <a:moveTo>
                  <a:pt x="2468" y="2468"/>
                </a:moveTo>
                <a:lnTo>
                  <a:pt x="2576" y="2468"/>
                </a:lnTo>
                <a:moveTo>
                  <a:pt x="2790" y="2468"/>
                </a:moveTo>
                <a:lnTo>
                  <a:pt x="3005" y="2468"/>
                </a:lnTo>
                <a:moveTo>
                  <a:pt x="3112" y="2468"/>
                </a:moveTo>
                <a:lnTo>
                  <a:pt x="3219" y="2468"/>
                </a:lnTo>
                <a:moveTo>
                  <a:pt x="3434" y="2468"/>
                </a:moveTo>
                <a:lnTo>
                  <a:pt x="3541" y="2468"/>
                </a:lnTo>
                <a:moveTo>
                  <a:pt x="0" y="2575"/>
                </a:moveTo>
                <a:lnTo>
                  <a:pt x="108" y="2575"/>
                </a:lnTo>
                <a:moveTo>
                  <a:pt x="215" y="2575"/>
                </a:moveTo>
                <a:lnTo>
                  <a:pt x="967" y="2575"/>
                </a:lnTo>
                <a:moveTo>
                  <a:pt x="1074" y="2575"/>
                </a:moveTo>
                <a:lnTo>
                  <a:pt x="1289" y="2575"/>
                </a:lnTo>
                <a:moveTo>
                  <a:pt x="1503" y="2575"/>
                </a:moveTo>
                <a:lnTo>
                  <a:pt x="1718" y="2575"/>
                </a:lnTo>
                <a:moveTo>
                  <a:pt x="1825" y="2575"/>
                </a:moveTo>
                <a:lnTo>
                  <a:pt x="1932" y="2575"/>
                </a:lnTo>
                <a:moveTo>
                  <a:pt x="2361" y="2575"/>
                </a:moveTo>
                <a:lnTo>
                  <a:pt x="2468" y="2575"/>
                </a:lnTo>
                <a:moveTo>
                  <a:pt x="2576" y="2575"/>
                </a:moveTo>
                <a:lnTo>
                  <a:pt x="3219" y="2575"/>
                </a:lnTo>
                <a:moveTo>
                  <a:pt x="860" y="2683"/>
                </a:moveTo>
                <a:lnTo>
                  <a:pt x="1503" y="2683"/>
                </a:lnTo>
                <a:moveTo>
                  <a:pt x="1610" y="2683"/>
                </a:moveTo>
                <a:lnTo>
                  <a:pt x="1718" y="2683"/>
                </a:lnTo>
                <a:moveTo>
                  <a:pt x="1825" y="2683"/>
                </a:moveTo>
                <a:lnTo>
                  <a:pt x="2254" y="2683"/>
                </a:lnTo>
                <a:moveTo>
                  <a:pt x="2576" y="2683"/>
                </a:moveTo>
                <a:lnTo>
                  <a:pt x="2683" y="2683"/>
                </a:lnTo>
                <a:moveTo>
                  <a:pt x="3005" y="2683"/>
                </a:moveTo>
                <a:lnTo>
                  <a:pt x="3219" y="2683"/>
                </a:lnTo>
                <a:moveTo>
                  <a:pt x="0" y="2790"/>
                </a:moveTo>
                <a:lnTo>
                  <a:pt x="752" y="2790"/>
                </a:lnTo>
                <a:moveTo>
                  <a:pt x="860" y="2790"/>
                </a:moveTo>
                <a:lnTo>
                  <a:pt x="1074" y="2790"/>
                </a:lnTo>
                <a:moveTo>
                  <a:pt x="1181" y="2790"/>
                </a:moveTo>
                <a:lnTo>
                  <a:pt x="1503" y="2790"/>
                </a:lnTo>
                <a:moveTo>
                  <a:pt x="2039" y="2790"/>
                </a:moveTo>
                <a:lnTo>
                  <a:pt x="2683" y="2790"/>
                </a:lnTo>
                <a:moveTo>
                  <a:pt x="2790" y="2790"/>
                </a:moveTo>
                <a:lnTo>
                  <a:pt x="2898" y="2790"/>
                </a:lnTo>
                <a:moveTo>
                  <a:pt x="3005" y="2790"/>
                </a:moveTo>
                <a:lnTo>
                  <a:pt x="3112" y="2790"/>
                </a:lnTo>
                <a:moveTo>
                  <a:pt x="0" y="2897"/>
                </a:moveTo>
                <a:lnTo>
                  <a:pt x="108" y="2897"/>
                </a:lnTo>
                <a:moveTo>
                  <a:pt x="645" y="2897"/>
                </a:moveTo>
                <a:lnTo>
                  <a:pt x="752" y="2897"/>
                </a:lnTo>
                <a:moveTo>
                  <a:pt x="860" y="2897"/>
                </a:moveTo>
                <a:lnTo>
                  <a:pt x="967" y="2897"/>
                </a:lnTo>
                <a:moveTo>
                  <a:pt x="1289" y="2897"/>
                </a:moveTo>
                <a:lnTo>
                  <a:pt x="1396" y="2897"/>
                </a:lnTo>
                <a:moveTo>
                  <a:pt x="1503" y="2897"/>
                </a:moveTo>
                <a:lnTo>
                  <a:pt x="1610" y="2897"/>
                </a:lnTo>
                <a:moveTo>
                  <a:pt x="2147" y="2897"/>
                </a:moveTo>
                <a:lnTo>
                  <a:pt x="2361" y="2897"/>
                </a:lnTo>
                <a:moveTo>
                  <a:pt x="2468" y="2897"/>
                </a:moveTo>
                <a:lnTo>
                  <a:pt x="2683" y="2897"/>
                </a:lnTo>
                <a:moveTo>
                  <a:pt x="3005" y="2897"/>
                </a:moveTo>
                <a:lnTo>
                  <a:pt x="3327" y="2897"/>
                </a:lnTo>
                <a:moveTo>
                  <a:pt x="3434" y="2897"/>
                </a:moveTo>
                <a:lnTo>
                  <a:pt x="3541" y="2897"/>
                </a:lnTo>
                <a:moveTo>
                  <a:pt x="0" y="3004"/>
                </a:moveTo>
                <a:lnTo>
                  <a:pt x="108" y="3004"/>
                </a:lnTo>
                <a:moveTo>
                  <a:pt x="215" y="3004"/>
                </a:moveTo>
                <a:lnTo>
                  <a:pt x="538" y="3004"/>
                </a:lnTo>
                <a:moveTo>
                  <a:pt x="645" y="3004"/>
                </a:moveTo>
                <a:lnTo>
                  <a:pt x="752" y="3004"/>
                </a:lnTo>
                <a:moveTo>
                  <a:pt x="967" y="3004"/>
                </a:moveTo>
                <a:lnTo>
                  <a:pt x="1074" y="3004"/>
                </a:lnTo>
                <a:moveTo>
                  <a:pt x="1289" y="3004"/>
                </a:moveTo>
                <a:lnTo>
                  <a:pt x="1396" y="3004"/>
                </a:lnTo>
                <a:moveTo>
                  <a:pt x="1825" y="3004"/>
                </a:moveTo>
                <a:lnTo>
                  <a:pt x="1932" y="3004"/>
                </a:lnTo>
                <a:moveTo>
                  <a:pt x="2039" y="3004"/>
                </a:moveTo>
                <a:lnTo>
                  <a:pt x="3112" y="3004"/>
                </a:lnTo>
                <a:moveTo>
                  <a:pt x="3219" y="3004"/>
                </a:moveTo>
                <a:lnTo>
                  <a:pt x="3327" y="3004"/>
                </a:lnTo>
                <a:moveTo>
                  <a:pt x="3434" y="3004"/>
                </a:moveTo>
                <a:lnTo>
                  <a:pt x="3541" y="3004"/>
                </a:lnTo>
                <a:moveTo>
                  <a:pt x="0" y="3112"/>
                </a:moveTo>
                <a:lnTo>
                  <a:pt x="108" y="3112"/>
                </a:lnTo>
                <a:moveTo>
                  <a:pt x="215" y="3112"/>
                </a:moveTo>
                <a:lnTo>
                  <a:pt x="538" y="3112"/>
                </a:lnTo>
                <a:moveTo>
                  <a:pt x="645" y="3112"/>
                </a:moveTo>
                <a:lnTo>
                  <a:pt x="752" y="3112"/>
                </a:lnTo>
                <a:moveTo>
                  <a:pt x="860" y="3112"/>
                </a:moveTo>
                <a:lnTo>
                  <a:pt x="1181" y="3112"/>
                </a:lnTo>
                <a:moveTo>
                  <a:pt x="1396" y="3112"/>
                </a:moveTo>
                <a:lnTo>
                  <a:pt x="1610" y="3112"/>
                </a:lnTo>
                <a:moveTo>
                  <a:pt x="1932" y="3112"/>
                </a:moveTo>
                <a:lnTo>
                  <a:pt x="2039" y="3112"/>
                </a:lnTo>
                <a:moveTo>
                  <a:pt x="2147" y="3112"/>
                </a:moveTo>
                <a:lnTo>
                  <a:pt x="2576" y="3112"/>
                </a:lnTo>
                <a:moveTo>
                  <a:pt x="2898" y="3112"/>
                </a:moveTo>
                <a:lnTo>
                  <a:pt x="3005" y="3112"/>
                </a:lnTo>
                <a:moveTo>
                  <a:pt x="3434" y="3112"/>
                </a:moveTo>
                <a:lnTo>
                  <a:pt x="3541" y="3112"/>
                </a:lnTo>
                <a:moveTo>
                  <a:pt x="0" y="3219"/>
                </a:moveTo>
                <a:lnTo>
                  <a:pt x="108" y="3219"/>
                </a:lnTo>
                <a:moveTo>
                  <a:pt x="215" y="3219"/>
                </a:moveTo>
                <a:lnTo>
                  <a:pt x="538" y="3219"/>
                </a:lnTo>
                <a:moveTo>
                  <a:pt x="645" y="3219"/>
                </a:moveTo>
                <a:lnTo>
                  <a:pt x="752" y="3219"/>
                </a:lnTo>
                <a:moveTo>
                  <a:pt x="860" y="3219"/>
                </a:moveTo>
                <a:lnTo>
                  <a:pt x="1503" y="3219"/>
                </a:lnTo>
                <a:moveTo>
                  <a:pt x="1825" y="3219"/>
                </a:moveTo>
                <a:lnTo>
                  <a:pt x="2039" y="3219"/>
                </a:lnTo>
                <a:moveTo>
                  <a:pt x="2147" y="3219"/>
                </a:moveTo>
                <a:lnTo>
                  <a:pt x="2254" y="3219"/>
                </a:lnTo>
                <a:moveTo>
                  <a:pt x="2361" y="3219"/>
                </a:moveTo>
                <a:lnTo>
                  <a:pt x="2468" y="3219"/>
                </a:lnTo>
                <a:moveTo>
                  <a:pt x="2790" y="3219"/>
                </a:moveTo>
                <a:lnTo>
                  <a:pt x="3005" y="3219"/>
                </a:lnTo>
                <a:moveTo>
                  <a:pt x="3112" y="3219"/>
                </a:moveTo>
                <a:lnTo>
                  <a:pt x="3219" y="3219"/>
                </a:lnTo>
                <a:moveTo>
                  <a:pt x="0" y="3326"/>
                </a:moveTo>
                <a:lnTo>
                  <a:pt x="108" y="3326"/>
                </a:lnTo>
                <a:moveTo>
                  <a:pt x="645" y="3326"/>
                </a:moveTo>
                <a:lnTo>
                  <a:pt x="752" y="3326"/>
                </a:lnTo>
                <a:moveTo>
                  <a:pt x="1074" y="3326"/>
                </a:moveTo>
                <a:lnTo>
                  <a:pt x="1289" y="3326"/>
                </a:lnTo>
                <a:moveTo>
                  <a:pt x="1396" y="3326"/>
                </a:moveTo>
                <a:lnTo>
                  <a:pt x="2039" y="3326"/>
                </a:lnTo>
                <a:moveTo>
                  <a:pt x="2147" y="3326"/>
                </a:moveTo>
                <a:lnTo>
                  <a:pt x="2254" y="3326"/>
                </a:lnTo>
                <a:moveTo>
                  <a:pt x="2361" y="3326"/>
                </a:moveTo>
                <a:lnTo>
                  <a:pt x="2468" y="3326"/>
                </a:lnTo>
                <a:moveTo>
                  <a:pt x="2576" y="3326"/>
                </a:moveTo>
                <a:lnTo>
                  <a:pt x="3219" y="3326"/>
                </a:lnTo>
                <a:moveTo>
                  <a:pt x="3434" y="3326"/>
                </a:moveTo>
                <a:lnTo>
                  <a:pt x="3541" y="3326"/>
                </a:lnTo>
                <a:moveTo>
                  <a:pt x="0" y="3433"/>
                </a:moveTo>
                <a:lnTo>
                  <a:pt x="752" y="3433"/>
                </a:lnTo>
                <a:moveTo>
                  <a:pt x="860" y="3433"/>
                </a:moveTo>
                <a:lnTo>
                  <a:pt x="1074" y="3433"/>
                </a:lnTo>
                <a:moveTo>
                  <a:pt x="1396" y="3433"/>
                </a:moveTo>
                <a:lnTo>
                  <a:pt x="1503" y="3433"/>
                </a:lnTo>
                <a:moveTo>
                  <a:pt x="1610" y="3433"/>
                </a:moveTo>
                <a:lnTo>
                  <a:pt x="1718" y="3433"/>
                </a:lnTo>
                <a:moveTo>
                  <a:pt x="1825" y="3433"/>
                </a:moveTo>
                <a:lnTo>
                  <a:pt x="2039" y="3433"/>
                </a:lnTo>
                <a:moveTo>
                  <a:pt x="2254" y="3433"/>
                </a:moveTo>
                <a:lnTo>
                  <a:pt x="2361" y="3433"/>
                </a:lnTo>
                <a:moveTo>
                  <a:pt x="2683" y="3433"/>
                </a:moveTo>
                <a:lnTo>
                  <a:pt x="2898" y="3433"/>
                </a:lnTo>
                <a:moveTo>
                  <a:pt x="3005" y="3433"/>
                </a:moveTo>
                <a:lnTo>
                  <a:pt x="3112" y="3433"/>
                </a:lnTo>
                <a:moveTo>
                  <a:pt x="3219" y="3433"/>
                </a:moveTo>
                <a:lnTo>
                  <a:pt x="3327" y="3433"/>
                </a:lnTo>
              </a:path>
            </a:pathLst>
          </a:custGeom>
          <a:ln w="38520">
            <a:solidFill>
              <a:srgbClr val="001d34"/>
            </a:solidFill>
            <a:miter/>
          </a:ln>
        </p:spPr>
        <p:txBody>
          <a:bodyPr lIns="19080" rIns="19080" tIns="19080" bIns="190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8214840" y="3067560"/>
            <a:ext cx="1306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Legacy Adapter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8214840" y="4058280"/>
            <a:ext cx="12837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HL7 v2 adapter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16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89" name="" descr=""/>
          <p:cNvPicPr/>
          <p:nvPr/>
        </p:nvPicPr>
        <p:blipFill>
          <a:blip r:embed="rId1"/>
          <a:stretch/>
        </p:blipFill>
        <p:spPr>
          <a:xfrm>
            <a:off x="7572240" y="0"/>
            <a:ext cx="4600080" cy="6857640"/>
          </a:xfrm>
          <a:prstGeom prst="rect">
            <a:avLst/>
          </a:prstGeom>
          <a:ln w="0">
            <a:noFill/>
          </a:ln>
        </p:spPr>
      </p:pic>
      <p:sp>
        <p:nvSpPr>
          <p:cNvPr id="690" name=""/>
          <p:cNvSpPr/>
          <p:nvPr/>
        </p:nvSpPr>
        <p:spPr>
          <a:xfrm>
            <a:off x="666720" y="2485800"/>
            <a:ext cx="6229440" cy="28800"/>
          </a:xfrm>
          <a:custGeom>
            <a:avLst/>
            <a:gdLst/>
            <a:ahLst/>
            <a:rect l="0" t="0" r="r" b="b"/>
            <a:pathLst>
              <a:path w="17304" h="80">
                <a:moveTo>
                  <a:pt x="0" y="0"/>
                </a:moveTo>
                <a:lnTo>
                  <a:pt x="17304" y="0"/>
                </a:lnTo>
                <a:lnTo>
                  <a:pt x="173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666720" y="2025360"/>
            <a:ext cx="18799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One last thing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66720" y="2697840"/>
            <a:ext cx="5519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HL7 v3 was meant to tame messaging with a reference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666720" y="3069360"/>
            <a:ext cx="5305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information model and XML schemas for everything.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666720" y="3593160"/>
            <a:ext cx="5977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Caret's v2 maps are small enough to read, and you can ﬁx a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666720" y="3964680"/>
            <a:ext cx="4514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fault in one. That is the point of the exercise.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666720" y="4488480"/>
            <a:ext cx="5817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The Thing from V3: coming to a legacy interface near you.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285840" y="6446160"/>
            <a:ext cx="5305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 · Messaging breakout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en-AU</dc:language>
  <cp:lastModifiedBy/>
  <cp:revision>0</cp:revision>
  <dc:subject/>
  <dc:title/>
</cp:coreProperties>
</file>