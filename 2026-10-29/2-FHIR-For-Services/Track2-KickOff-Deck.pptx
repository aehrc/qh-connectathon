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A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A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A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66720" y="2245320"/>
            <a:ext cx="6941160" cy="66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FHIR for Services — Track 2A</a:t>
            </a:r>
            <a:endParaRPr lang="en-AU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3259440"/>
            <a:ext cx="605304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2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2A: Provider Directory and Workﬂow Services</a:t>
            </a:r>
            <a:endParaRPr lang="en-AU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66720" y="3853440"/>
            <a:ext cx="5363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FHIR in Queensland Health Connectathon | October 2026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66720" y="4348440"/>
            <a:ext cx="585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Track leads: Daniel Foulkes · Joern Guy Süß · Michael Osborne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66720" y="16952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66720" y="1253520"/>
            <a:ext cx="685800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2A: Provider Directory and Workﬂow Services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66720" y="1921680"/>
            <a:ext cx="10011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Led by Michael Osborne, this stream focuses on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and workﬂow orchestration patterns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942840" y="2923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66720" y="2293200"/>
            <a:ext cx="4711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using FHIR services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. Activities may include: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5514840" y="2800080"/>
            <a:ext cx="4858200" cy="333720"/>
          </a:xfrm>
          <a:custGeom>
            <a:avLst/>
            <a:gdLst/>
            <a:ahLst/>
            <a:rect l="0" t="0" r="r" b="b"/>
            <a:pathLst>
              <a:path w="13495" h="927">
                <a:moveTo>
                  <a:pt x="0" y="769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336" y="0"/>
                </a:lnTo>
                <a:cubicBezTo>
                  <a:pt x="13346" y="0"/>
                  <a:pt x="13357" y="1"/>
                  <a:pt x="13367" y="3"/>
                </a:cubicBezTo>
                <a:cubicBezTo>
                  <a:pt x="13377" y="5"/>
                  <a:pt x="13387" y="8"/>
                  <a:pt x="13397" y="12"/>
                </a:cubicBezTo>
                <a:cubicBezTo>
                  <a:pt x="13406" y="16"/>
                  <a:pt x="13415" y="21"/>
                  <a:pt x="13424" y="27"/>
                </a:cubicBezTo>
                <a:cubicBezTo>
                  <a:pt x="13433" y="33"/>
                  <a:pt x="13441" y="39"/>
                  <a:pt x="13448" y="47"/>
                </a:cubicBezTo>
                <a:cubicBezTo>
                  <a:pt x="13455" y="54"/>
                  <a:pt x="13462" y="62"/>
                  <a:pt x="13468" y="71"/>
                </a:cubicBezTo>
                <a:cubicBezTo>
                  <a:pt x="13474" y="79"/>
                  <a:pt x="13479" y="89"/>
                  <a:pt x="13483" y="99"/>
                </a:cubicBezTo>
                <a:cubicBezTo>
                  <a:pt x="13487" y="109"/>
                  <a:pt x="13490" y="119"/>
                  <a:pt x="13492" y="129"/>
                </a:cubicBezTo>
                <a:cubicBezTo>
                  <a:pt x="13494" y="139"/>
                  <a:pt x="13495" y="150"/>
                  <a:pt x="13495" y="160"/>
                </a:cubicBezTo>
                <a:lnTo>
                  <a:pt x="13495" y="769"/>
                </a:lnTo>
                <a:cubicBezTo>
                  <a:pt x="13495" y="779"/>
                  <a:pt x="13494" y="789"/>
                  <a:pt x="13492" y="800"/>
                </a:cubicBezTo>
                <a:cubicBezTo>
                  <a:pt x="13490" y="810"/>
                  <a:pt x="13487" y="820"/>
                  <a:pt x="13483" y="829"/>
                </a:cubicBezTo>
                <a:cubicBezTo>
                  <a:pt x="13479" y="839"/>
                  <a:pt x="13474" y="848"/>
                  <a:pt x="13468" y="857"/>
                </a:cubicBezTo>
                <a:cubicBezTo>
                  <a:pt x="13462" y="865"/>
                  <a:pt x="13455" y="873"/>
                  <a:pt x="13448" y="881"/>
                </a:cubicBezTo>
                <a:cubicBezTo>
                  <a:pt x="13441" y="888"/>
                  <a:pt x="13433" y="895"/>
                  <a:pt x="13424" y="901"/>
                </a:cubicBezTo>
                <a:cubicBezTo>
                  <a:pt x="13415" y="906"/>
                  <a:pt x="13406" y="911"/>
                  <a:pt x="13397" y="915"/>
                </a:cubicBezTo>
                <a:cubicBezTo>
                  <a:pt x="13387" y="919"/>
                  <a:pt x="13377" y="922"/>
                  <a:pt x="13367" y="924"/>
                </a:cubicBezTo>
                <a:cubicBezTo>
                  <a:pt x="13357" y="926"/>
                  <a:pt x="13346" y="927"/>
                  <a:pt x="13336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8" y="919"/>
                  <a:pt x="98" y="915"/>
                </a:cubicBezTo>
                <a:cubicBezTo>
                  <a:pt x="88" y="911"/>
                  <a:pt x="79" y="906"/>
                  <a:pt x="70" y="901"/>
                </a:cubicBezTo>
                <a:cubicBezTo>
                  <a:pt x="62" y="895"/>
                  <a:pt x="54" y="888"/>
                  <a:pt x="46" y="881"/>
                </a:cubicBezTo>
                <a:cubicBezTo>
                  <a:pt x="39" y="873"/>
                  <a:pt x="32" y="865"/>
                  <a:pt x="27" y="857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20"/>
                  <a:pt x="5" y="810"/>
                  <a:pt x="3" y="800"/>
                </a:cubicBezTo>
                <a:cubicBezTo>
                  <a:pt x="1" y="789"/>
                  <a:pt x="0" y="779"/>
                  <a:pt x="0" y="76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62080" y="2817000"/>
            <a:ext cx="39859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Discovering services using an example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942840" y="3362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595840" y="2854080"/>
            <a:ext cx="338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Qld Health Provider Directory on FHIR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62080" y="3255120"/>
            <a:ext cx="90666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Creating and managing ServiceRequests, Task and Appointment using a Patient Referrals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942840" y="4162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62080" y="3626640"/>
            <a:ext cx="9918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demo app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942840" y="4600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62080" y="4055400"/>
            <a:ext cx="5939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Exploring FHIR referral workﬂows and provider discovery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62080" y="4493520"/>
            <a:ext cx="82861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Developing FHIR proﬁles and implementation guide content to support workﬂow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942840" y="5400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162080" y="4865040"/>
            <a:ext cx="1583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interoperability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162080" y="5293440"/>
            <a:ext cx="8699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Testing end-to-end workﬂow scenarios using real-world Queensland Health use cases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666720" y="19810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66720" y="4971960"/>
            <a:ext cx="57240" cy="371880"/>
          </a:xfrm>
          <a:custGeom>
            <a:avLst/>
            <a:gdLst/>
            <a:ahLst/>
            <a:rect l="0" t="0" r="r" b="b"/>
            <a:pathLst>
              <a:path w="159" h="1033">
                <a:moveTo>
                  <a:pt x="0" y="0"/>
                </a:moveTo>
                <a:lnTo>
                  <a:pt x="159" y="0"/>
                </a:lnTo>
                <a:lnTo>
                  <a:pt x="1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66720" y="1529640"/>
            <a:ext cx="31741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What we are building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66720" y="2207520"/>
            <a:ext cx="5949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An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end-to-end radiology referral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workﬂow. A referrer: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981480" y="2705040"/>
            <a:ext cx="4267800" cy="333720"/>
          </a:xfrm>
          <a:custGeom>
            <a:avLst/>
            <a:gdLst/>
            <a:ahLst/>
            <a:rect l="0" t="0" r="r" b="b"/>
            <a:pathLst>
              <a:path w="11855" h="927">
                <a:moveTo>
                  <a:pt x="0" y="768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855" y="0"/>
                </a:lnTo>
                <a:lnTo>
                  <a:pt x="11855" y="927"/>
                </a:lnTo>
                <a:lnTo>
                  <a:pt x="159" y="927"/>
                </a:lnTo>
                <a:cubicBezTo>
                  <a:pt x="149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9" y="911"/>
                  <a:pt x="80" y="906"/>
                  <a:pt x="71" y="900"/>
                </a:cubicBezTo>
                <a:cubicBezTo>
                  <a:pt x="62" y="894"/>
                  <a:pt x="54" y="888"/>
                  <a:pt x="47" y="880"/>
                </a:cubicBezTo>
                <a:cubicBezTo>
                  <a:pt x="40" y="873"/>
                  <a:pt x="33" y="865"/>
                  <a:pt x="27" y="856"/>
                </a:cubicBezTo>
                <a:cubicBezTo>
                  <a:pt x="21" y="847"/>
                  <a:pt x="17" y="838"/>
                  <a:pt x="13" y="829"/>
                </a:cubicBezTo>
                <a:cubicBezTo>
                  <a:pt x="9" y="819"/>
                  <a:pt x="6" y="809"/>
                  <a:pt x="4" y="799"/>
                </a:cubicBezTo>
                <a:cubicBezTo>
                  <a:pt x="1" y="789"/>
                  <a:pt x="0" y="778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86680" y="2731320"/>
            <a:ext cx="5664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Discovers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suitable imaging service in our demo of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161720" y="3076560"/>
            <a:ext cx="591120" cy="333720"/>
          </a:xfrm>
          <a:custGeom>
            <a:avLst/>
            <a:gdLst/>
            <a:ahLst/>
            <a:rect l="0" t="0" r="r" b="b"/>
            <a:pathLst>
              <a:path w="1642" h="927">
                <a:moveTo>
                  <a:pt x="0" y="0"/>
                </a:moveTo>
                <a:lnTo>
                  <a:pt x="1483" y="0"/>
                </a:lnTo>
                <a:cubicBezTo>
                  <a:pt x="1494" y="0"/>
                  <a:pt x="1504" y="1"/>
                  <a:pt x="1514" y="3"/>
                </a:cubicBezTo>
                <a:cubicBezTo>
                  <a:pt x="1524" y="5"/>
                  <a:pt x="1534" y="8"/>
                  <a:pt x="1544" y="12"/>
                </a:cubicBezTo>
                <a:cubicBezTo>
                  <a:pt x="1553" y="16"/>
                  <a:pt x="1563" y="21"/>
                  <a:pt x="1571" y="26"/>
                </a:cubicBezTo>
                <a:cubicBezTo>
                  <a:pt x="1580" y="32"/>
                  <a:pt x="1588" y="39"/>
                  <a:pt x="1595" y="46"/>
                </a:cubicBezTo>
                <a:cubicBezTo>
                  <a:pt x="1603" y="53"/>
                  <a:pt x="1609" y="61"/>
                  <a:pt x="1615" y="70"/>
                </a:cubicBezTo>
                <a:cubicBezTo>
                  <a:pt x="1621" y="79"/>
                  <a:pt x="1626" y="88"/>
                  <a:pt x="1630" y="98"/>
                </a:cubicBezTo>
                <a:cubicBezTo>
                  <a:pt x="1634" y="107"/>
                  <a:pt x="1637" y="117"/>
                  <a:pt x="1639" y="127"/>
                </a:cubicBezTo>
                <a:cubicBezTo>
                  <a:pt x="1641" y="138"/>
                  <a:pt x="1642" y="148"/>
                  <a:pt x="1642" y="158"/>
                </a:cubicBezTo>
                <a:lnTo>
                  <a:pt x="1642" y="768"/>
                </a:lnTo>
                <a:cubicBezTo>
                  <a:pt x="1642" y="778"/>
                  <a:pt x="1641" y="789"/>
                  <a:pt x="1639" y="799"/>
                </a:cubicBezTo>
                <a:cubicBezTo>
                  <a:pt x="1637" y="809"/>
                  <a:pt x="1634" y="819"/>
                  <a:pt x="1630" y="829"/>
                </a:cubicBezTo>
                <a:cubicBezTo>
                  <a:pt x="1626" y="838"/>
                  <a:pt x="1621" y="847"/>
                  <a:pt x="1615" y="856"/>
                </a:cubicBezTo>
                <a:cubicBezTo>
                  <a:pt x="1609" y="865"/>
                  <a:pt x="1603" y="873"/>
                  <a:pt x="1595" y="880"/>
                </a:cubicBezTo>
                <a:cubicBezTo>
                  <a:pt x="1588" y="887"/>
                  <a:pt x="1580" y="894"/>
                  <a:pt x="1571" y="900"/>
                </a:cubicBezTo>
                <a:cubicBezTo>
                  <a:pt x="1563" y="906"/>
                  <a:pt x="1553" y="911"/>
                  <a:pt x="1544" y="914"/>
                </a:cubicBezTo>
                <a:cubicBezTo>
                  <a:pt x="1534" y="918"/>
                  <a:pt x="1524" y="921"/>
                  <a:pt x="1514" y="924"/>
                </a:cubicBezTo>
                <a:cubicBezTo>
                  <a:pt x="1504" y="926"/>
                  <a:pt x="1494" y="927"/>
                  <a:pt x="1483" y="927"/>
                </a:cubicBez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069320" y="2759040"/>
            <a:ext cx="293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Qld Health Provider Directory on 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62080" y="3130560"/>
            <a:ext cx="45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FHIR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162320" y="3514680"/>
            <a:ext cx="1943280" cy="333720"/>
          </a:xfrm>
          <a:custGeom>
            <a:avLst/>
            <a:gdLst/>
            <a:ahLst/>
            <a:rect l="0" t="0" r="r" b="b"/>
            <a:pathLst>
              <a:path w="5398" h="927">
                <a:moveTo>
                  <a:pt x="0" y="76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40" y="0"/>
                </a:lnTo>
                <a:cubicBezTo>
                  <a:pt x="5250" y="0"/>
                  <a:pt x="5260" y="1"/>
                  <a:pt x="5271" y="3"/>
                </a:cubicBezTo>
                <a:cubicBezTo>
                  <a:pt x="5281" y="5"/>
                  <a:pt x="5291" y="8"/>
                  <a:pt x="5300" y="12"/>
                </a:cubicBezTo>
                <a:cubicBezTo>
                  <a:pt x="5310" y="16"/>
                  <a:pt x="5319" y="21"/>
                  <a:pt x="5328" y="26"/>
                </a:cubicBezTo>
                <a:cubicBezTo>
                  <a:pt x="5336" y="32"/>
                  <a:pt x="5344" y="39"/>
                  <a:pt x="5352" y="46"/>
                </a:cubicBezTo>
                <a:cubicBezTo>
                  <a:pt x="5359" y="53"/>
                  <a:pt x="5366" y="62"/>
                  <a:pt x="5372" y="70"/>
                </a:cubicBezTo>
                <a:cubicBezTo>
                  <a:pt x="5377" y="79"/>
                  <a:pt x="5382" y="88"/>
                  <a:pt x="5386" y="98"/>
                </a:cubicBezTo>
                <a:cubicBezTo>
                  <a:pt x="5390" y="107"/>
                  <a:pt x="5393" y="117"/>
                  <a:pt x="5395" y="127"/>
                </a:cubicBezTo>
                <a:cubicBezTo>
                  <a:pt x="5397" y="138"/>
                  <a:pt x="5398" y="148"/>
                  <a:pt x="5398" y="158"/>
                </a:cubicBezTo>
                <a:lnTo>
                  <a:pt x="5398" y="767"/>
                </a:lnTo>
                <a:cubicBezTo>
                  <a:pt x="5398" y="777"/>
                  <a:pt x="5397" y="788"/>
                  <a:pt x="5395" y="798"/>
                </a:cubicBezTo>
                <a:cubicBezTo>
                  <a:pt x="5393" y="808"/>
                  <a:pt x="5390" y="818"/>
                  <a:pt x="5386" y="828"/>
                </a:cubicBezTo>
                <a:cubicBezTo>
                  <a:pt x="5382" y="837"/>
                  <a:pt x="5377" y="846"/>
                  <a:pt x="5372" y="855"/>
                </a:cubicBezTo>
                <a:cubicBezTo>
                  <a:pt x="5366" y="864"/>
                  <a:pt x="5359" y="872"/>
                  <a:pt x="5352" y="879"/>
                </a:cubicBezTo>
                <a:cubicBezTo>
                  <a:pt x="5344" y="888"/>
                  <a:pt x="5336" y="894"/>
                  <a:pt x="5328" y="900"/>
                </a:cubicBezTo>
                <a:cubicBezTo>
                  <a:pt x="5319" y="906"/>
                  <a:pt x="5310" y="911"/>
                  <a:pt x="5300" y="915"/>
                </a:cubicBezTo>
                <a:cubicBezTo>
                  <a:pt x="5291" y="919"/>
                  <a:pt x="5281" y="922"/>
                  <a:pt x="5271" y="924"/>
                </a:cubicBezTo>
                <a:cubicBezTo>
                  <a:pt x="5260" y="926"/>
                  <a:pt x="5250" y="927"/>
                  <a:pt x="5240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4" y="888"/>
                  <a:pt x="46" y="879"/>
                </a:cubicBezTo>
                <a:cubicBezTo>
                  <a:pt x="39" y="872"/>
                  <a:pt x="32" y="864"/>
                  <a:pt x="27" y="855"/>
                </a:cubicBezTo>
                <a:cubicBezTo>
                  <a:pt x="21" y="846"/>
                  <a:pt x="16" y="837"/>
                  <a:pt x="12" y="828"/>
                </a:cubicBezTo>
                <a:cubicBezTo>
                  <a:pt x="8" y="818"/>
                  <a:pt x="5" y="808"/>
                  <a:pt x="3" y="798"/>
                </a:cubicBezTo>
                <a:cubicBezTo>
                  <a:pt x="1" y="788"/>
                  <a:pt x="0" y="777"/>
                  <a:pt x="0" y="767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86680" y="3531600"/>
            <a:ext cx="2994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Creates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FHIR referral —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246560" y="3568680"/>
            <a:ext cx="130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ServiceRequest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391080" y="3514680"/>
            <a:ext cx="667080" cy="333720"/>
          </a:xfrm>
          <a:custGeom>
            <a:avLst/>
            <a:gdLst/>
            <a:ahLst/>
            <a:rect l="0" t="0" r="r" b="b"/>
            <a:pathLst>
              <a:path w="1853" h="927">
                <a:moveTo>
                  <a:pt x="0" y="76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94" y="0"/>
                </a:lnTo>
                <a:cubicBezTo>
                  <a:pt x="1705" y="0"/>
                  <a:pt x="1715" y="1"/>
                  <a:pt x="1725" y="3"/>
                </a:cubicBezTo>
                <a:cubicBezTo>
                  <a:pt x="1736" y="5"/>
                  <a:pt x="1745" y="8"/>
                  <a:pt x="1755" y="12"/>
                </a:cubicBezTo>
                <a:cubicBezTo>
                  <a:pt x="1765" y="16"/>
                  <a:pt x="1774" y="21"/>
                  <a:pt x="1783" y="26"/>
                </a:cubicBezTo>
                <a:cubicBezTo>
                  <a:pt x="1791" y="32"/>
                  <a:pt x="1799" y="39"/>
                  <a:pt x="1807" y="46"/>
                </a:cubicBezTo>
                <a:cubicBezTo>
                  <a:pt x="1814" y="53"/>
                  <a:pt x="1821" y="62"/>
                  <a:pt x="1826" y="70"/>
                </a:cubicBezTo>
                <a:cubicBezTo>
                  <a:pt x="1832" y="79"/>
                  <a:pt x="1837" y="88"/>
                  <a:pt x="1841" y="98"/>
                </a:cubicBezTo>
                <a:cubicBezTo>
                  <a:pt x="1845" y="107"/>
                  <a:pt x="1848" y="117"/>
                  <a:pt x="1850" y="127"/>
                </a:cubicBezTo>
                <a:cubicBezTo>
                  <a:pt x="1852" y="138"/>
                  <a:pt x="1853" y="148"/>
                  <a:pt x="1853" y="158"/>
                </a:cubicBezTo>
                <a:lnTo>
                  <a:pt x="1853" y="767"/>
                </a:lnTo>
                <a:cubicBezTo>
                  <a:pt x="1853" y="777"/>
                  <a:pt x="1852" y="788"/>
                  <a:pt x="1850" y="798"/>
                </a:cubicBezTo>
                <a:cubicBezTo>
                  <a:pt x="1848" y="808"/>
                  <a:pt x="1845" y="818"/>
                  <a:pt x="1841" y="828"/>
                </a:cubicBezTo>
                <a:cubicBezTo>
                  <a:pt x="1837" y="837"/>
                  <a:pt x="1832" y="846"/>
                  <a:pt x="1826" y="855"/>
                </a:cubicBezTo>
                <a:cubicBezTo>
                  <a:pt x="1821" y="864"/>
                  <a:pt x="1814" y="872"/>
                  <a:pt x="1807" y="879"/>
                </a:cubicBezTo>
                <a:cubicBezTo>
                  <a:pt x="1799" y="888"/>
                  <a:pt x="1791" y="894"/>
                  <a:pt x="1783" y="900"/>
                </a:cubicBezTo>
                <a:cubicBezTo>
                  <a:pt x="1774" y="906"/>
                  <a:pt x="1765" y="911"/>
                  <a:pt x="1755" y="915"/>
                </a:cubicBezTo>
                <a:cubicBezTo>
                  <a:pt x="1745" y="919"/>
                  <a:pt x="1736" y="922"/>
                  <a:pt x="1725" y="924"/>
                </a:cubicBezTo>
                <a:cubicBezTo>
                  <a:pt x="1715" y="926"/>
                  <a:pt x="1705" y="927"/>
                  <a:pt x="1694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8" y="911"/>
                  <a:pt x="79" y="906"/>
                  <a:pt x="71" y="900"/>
                </a:cubicBezTo>
                <a:cubicBezTo>
                  <a:pt x="62" y="894"/>
                  <a:pt x="54" y="888"/>
                  <a:pt x="47" y="879"/>
                </a:cubicBezTo>
                <a:cubicBezTo>
                  <a:pt x="39" y="872"/>
                  <a:pt x="33" y="864"/>
                  <a:pt x="27" y="855"/>
                </a:cubicBezTo>
                <a:cubicBezTo>
                  <a:pt x="21" y="846"/>
                  <a:pt x="16" y="837"/>
                  <a:pt x="12" y="828"/>
                </a:cubicBezTo>
                <a:cubicBezTo>
                  <a:pt x="8" y="818"/>
                  <a:pt x="5" y="808"/>
                  <a:pt x="3" y="798"/>
                </a:cubicBezTo>
                <a:cubicBezTo>
                  <a:pt x="1" y="788"/>
                  <a:pt x="0" y="777"/>
                  <a:pt x="0" y="767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104880" y="3531600"/>
            <a:ext cx="261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471360" y="3568680"/>
            <a:ext cx="4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Task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062480" y="3531600"/>
            <a:ext cx="29739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with supporting information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86680" y="3969720"/>
            <a:ext cx="71312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an appointment against slots the imaging provider publishes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66720" y="4493520"/>
            <a:ext cx="8953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…with the referral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status tracked through a Task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until the appointment is conﬁrmed.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71640" y="5017320"/>
            <a:ext cx="51742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Learn core FHIR resources and workﬂow concepts.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66720" y="23335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942840" y="2666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66720" y="1882080"/>
            <a:ext cx="265428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Why this scenario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942840" y="3095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62080" y="2559960"/>
            <a:ext cx="7605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Realistic and manageable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relevant to Queensland Health participants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62080" y="2988360"/>
            <a:ext cx="9550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Exercises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Patient, Provider, ServiceRequest, Task, Schedule, Slot, Appointment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in one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942840" y="3904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62080" y="3359880"/>
            <a:ext cx="443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ﬂow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42840" y="4333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62080" y="3798000"/>
            <a:ext cx="55062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Complements QH's existing smart-referral capabilities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942840" y="4771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162080" y="4226760"/>
            <a:ext cx="9508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Builds on existing HL7 AU eRequesting workﬂow prototypes and provider-directory concepts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162080" y="4664880"/>
            <a:ext cx="5153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Broadest track draw — plan for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35–40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participants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66720" y="9428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353040" y="2058480"/>
            <a:ext cx="91800" cy="108000"/>
          </a:xfrm>
          <a:custGeom>
            <a:avLst/>
            <a:gdLst/>
            <a:ahLst/>
            <a:rect l="0" t="0" r="r" b="b"/>
            <a:pathLst>
              <a:path w="255" h="300">
                <a:moveTo>
                  <a:pt x="255" y="150"/>
                </a:moveTo>
                <a:cubicBezTo>
                  <a:pt x="255" y="170"/>
                  <a:pt x="252" y="189"/>
                  <a:pt x="246" y="208"/>
                </a:cubicBezTo>
                <a:cubicBezTo>
                  <a:pt x="239" y="226"/>
                  <a:pt x="230" y="242"/>
                  <a:pt x="218" y="256"/>
                </a:cubicBezTo>
                <a:cubicBezTo>
                  <a:pt x="205" y="270"/>
                  <a:pt x="191" y="281"/>
                  <a:pt x="176" y="289"/>
                </a:cubicBezTo>
                <a:cubicBezTo>
                  <a:pt x="160" y="296"/>
                  <a:pt x="144" y="300"/>
                  <a:pt x="127" y="300"/>
                </a:cubicBezTo>
                <a:cubicBezTo>
                  <a:pt x="110" y="300"/>
                  <a:pt x="94" y="296"/>
                  <a:pt x="78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9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9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8" y="11"/>
                </a:cubicBezTo>
                <a:cubicBezTo>
                  <a:pt x="94" y="3"/>
                  <a:pt x="110" y="0"/>
                  <a:pt x="127" y="0"/>
                </a:cubicBezTo>
                <a:cubicBezTo>
                  <a:pt x="144" y="0"/>
                  <a:pt x="160" y="3"/>
                  <a:pt x="176" y="11"/>
                </a:cubicBezTo>
                <a:cubicBezTo>
                  <a:pt x="191" y="19"/>
                  <a:pt x="205" y="29"/>
                  <a:pt x="218" y="43"/>
                </a:cubicBezTo>
                <a:cubicBezTo>
                  <a:pt x="230" y="58"/>
                  <a:pt x="239" y="74"/>
                  <a:pt x="246" y="92"/>
                </a:cubicBezTo>
                <a:cubicBezTo>
                  <a:pt x="252" y="110"/>
                  <a:pt x="255" y="130"/>
                  <a:pt x="255" y="15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353040" y="2058480"/>
            <a:ext cx="91800" cy="108000"/>
          </a:xfrm>
          <a:custGeom>
            <a:avLst/>
            <a:gdLst/>
            <a:ahLst/>
            <a:rect l="0" t="0" r="r" b="b"/>
            <a:pathLst>
              <a:path w="255" h="300">
                <a:moveTo>
                  <a:pt x="255" y="150"/>
                </a:moveTo>
                <a:cubicBezTo>
                  <a:pt x="255" y="170"/>
                  <a:pt x="252" y="189"/>
                  <a:pt x="246" y="208"/>
                </a:cubicBezTo>
                <a:cubicBezTo>
                  <a:pt x="239" y="226"/>
                  <a:pt x="230" y="242"/>
                  <a:pt x="218" y="256"/>
                </a:cubicBezTo>
                <a:cubicBezTo>
                  <a:pt x="205" y="270"/>
                  <a:pt x="191" y="281"/>
                  <a:pt x="176" y="289"/>
                </a:cubicBezTo>
                <a:cubicBezTo>
                  <a:pt x="160" y="296"/>
                  <a:pt x="144" y="300"/>
                  <a:pt x="127" y="300"/>
                </a:cubicBezTo>
                <a:cubicBezTo>
                  <a:pt x="110" y="300"/>
                  <a:pt x="94" y="296"/>
                  <a:pt x="78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9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9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8" y="11"/>
                </a:cubicBezTo>
                <a:cubicBezTo>
                  <a:pt x="94" y="3"/>
                  <a:pt x="110" y="0"/>
                  <a:pt x="127" y="0"/>
                </a:cubicBezTo>
                <a:cubicBezTo>
                  <a:pt x="144" y="0"/>
                  <a:pt x="160" y="3"/>
                  <a:pt x="176" y="11"/>
                </a:cubicBezTo>
                <a:cubicBezTo>
                  <a:pt x="191" y="19"/>
                  <a:pt x="205" y="29"/>
                  <a:pt x="218" y="43"/>
                </a:cubicBezTo>
                <a:cubicBezTo>
                  <a:pt x="230" y="58"/>
                  <a:pt x="239" y="74"/>
                  <a:pt x="246" y="92"/>
                </a:cubicBezTo>
                <a:cubicBezTo>
                  <a:pt x="252" y="110"/>
                  <a:pt x="255" y="130"/>
                  <a:pt x="255" y="15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324240" y="2166120"/>
            <a:ext cx="149400" cy="283320"/>
          </a:xfrm>
          <a:custGeom>
            <a:avLst/>
            <a:gdLst/>
            <a:ahLst/>
            <a:rect l="0" t="0" r="r" b="b"/>
            <a:pathLst>
              <a:path fill="none" w="415" h="787">
                <a:moveTo>
                  <a:pt x="208" y="0"/>
                </a:moveTo>
                <a:lnTo>
                  <a:pt x="208" y="505"/>
                </a:lnTo>
                <a:moveTo>
                  <a:pt x="0" y="150"/>
                </a:moveTo>
                <a:lnTo>
                  <a:pt x="415" y="150"/>
                </a:lnTo>
                <a:moveTo>
                  <a:pt x="208" y="505"/>
                </a:moveTo>
                <a:lnTo>
                  <a:pt x="0" y="787"/>
                </a:lnTo>
                <a:moveTo>
                  <a:pt x="208" y="505"/>
                </a:moveTo>
                <a:lnTo>
                  <a:pt x="415" y="787"/>
                </a:lnTo>
              </a:path>
            </a:pathLst>
          </a:custGeom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66720" y="491400"/>
            <a:ext cx="2662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Systems and roles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005640" y="2466360"/>
            <a:ext cx="5313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 (Placer)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753200" y="3301200"/>
            <a:ext cx="815400" cy="579240"/>
          </a:xfrm>
          <a:custGeom>
            <a:avLst/>
            <a:gdLst/>
            <a:ahLst/>
            <a:rect l="0" t="0" r="r" b="b"/>
            <a:pathLst>
              <a:path w="2265" h="1609">
                <a:moveTo>
                  <a:pt x="40" y="0"/>
                </a:moveTo>
                <a:lnTo>
                  <a:pt x="2226" y="0"/>
                </a:lnTo>
                <a:cubicBezTo>
                  <a:pt x="2231" y="0"/>
                  <a:pt x="2236" y="1"/>
                  <a:pt x="2241" y="3"/>
                </a:cubicBezTo>
                <a:cubicBezTo>
                  <a:pt x="2246" y="6"/>
                  <a:pt x="2250" y="9"/>
                  <a:pt x="2254" y="13"/>
                </a:cubicBezTo>
                <a:cubicBezTo>
                  <a:pt x="2257" y="18"/>
                  <a:pt x="2260" y="23"/>
                  <a:pt x="2262" y="28"/>
                </a:cubicBezTo>
                <a:cubicBezTo>
                  <a:pt x="2264" y="34"/>
                  <a:pt x="2265" y="40"/>
                  <a:pt x="2265" y="46"/>
                </a:cubicBezTo>
                <a:lnTo>
                  <a:pt x="2265" y="1562"/>
                </a:lnTo>
                <a:cubicBezTo>
                  <a:pt x="2265" y="1568"/>
                  <a:pt x="2264" y="1574"/>
                  <a:pt x="2262" y="1580"/>
                </a:cubicBezTo>
                <a:cubicBezTo>
                  <a:pt x="2260" y="1586"/>
                  <a:pt x="2257" y="1591"/>
                  <a:pt x="2254" y="1595"/>
                </a:cubicBezTo>
                <a:cubicBezTo>
                  <a:pt x="2250" y="1600"/>
                  <a:pt x="2246" y="1603"/>
                  <a:pt x="2241" y="1605"/>
                </a:cubicBezTo>
                <a:cubicBezTo>
                  <a:pt x="2236" y="1608"/>
                  <a:pt x="2231" y="1609"/>
                  <a:pt x="2226" y="1609"/>
                </a:cubicBezTo>
                <a:lnTo>
                  <a:pt x="40" y="1609"/>
                </a:lnTo>
                <a:cubicBezTo>
                  <a:pt x="34" y="1609"/>
                  <a:pt x="29" y="1608"/>
                  <a:pt x="24" y="1605"/>
                </a:cubicBezTo>
                <a:cubicBezTo>
                  <a:pt x="20" y="1603"/>
                  <a:pt x="15" y="1600"/>
                  <a:pt x="11" y="1595"/>
                </a:cubicBezTo>
                <a:cubicBezTo>
                  <a:pt x="8" y="1591"/>
                  <a:pt x="5" y="1586"/>
                  <a:pt x="3" y="1580"/>
                </a:cubicBezTo>
                <a:cubicBezTo>
                  <a:pt x="1" y="1574"/>
                  <a:pt x="0" y="1568"/>
                  <a:pt x="0" y="1562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753200" y="3301200"/>
            <a:ext cx="815400" cy="579240"/>
          </a:xfrm>
          <a:custGeom>
            <a:avLst/>
            <a:gdLst/>
            <a:ahLst/>
            <a:rect l="0" t="0" r="r" b="b"/>
            <a:pathLst>
              <a:path w="2265" h="1609">
                <a:moveTo>
                  <a:pt x="40" y="0"/>
                </a:moveTo>
                <a:lnTo>
                  <a:pt x="2226" y="0"/>
                </a:lnTo>
                <a:cubicBezTo>
                  <a:pt x="2231" y="0"/>
                  <a:pt x="2236" y="1"/>
                  <a:pt x="2241" y="3"/>
                </a:cubicBezTo>
                <a:cubicBezTo>
                  <a:pt x="2246" y="6"/>
                  <a:pt x="2250" y="9"/>
                  <a:pt x="2254" y="13"/>
                </a:cubicBezTo>
                <a:cubicBezTo>
                  <a:pt x="2257" y="18"/>
                  <a:pt x="2260" y="23"/>
                  <a:pt x="2262" y="28"/>
                </a:cubicBezTo>
                <a:cubicBezTo>
                  <a:pt x="2264" y="34"/>
                  <a:pt x="2265" y="40"/>
                  <a:pt x="2265" y="46"/>
                </a:cubicBezTo>
                <a:lnTo>
                  <a:pt x="2265" y="1562"/>
                </a:lnTo>
                <a:cubicBezTo>
                  <a:pt x="2265" y="1568"/>
                  <a:pt x="2264" y="1574"/>
                  <a:pt x="2262" y="1580"/>
                </a:cubicBezTo>
                <a:cubicBezTo>
                  <a:pt x="2260" y="1586"/>
                  <a:pt x="2257" y="1591"/>
                  <a:pt x="2254" y="1595"/>
                </a:cubicBezTo>
                <a:cubicBezTo>
                  <a:pt x="2250" y="1600"/>
                  <a:pt x="2246" y="1603"/>
                  <a:pt x="2241" y="1605"/>
                </a:cubicBezTo>
                <a:cubicBezTo>
                  <a:pt x="2236" y="1608"/>
                  <a:pt x="2231" y="1609"/>
                  <a:pt x="2226" y="1609"/>
                </a:cubicBezTo>
                <a:lnTo>
                  <a:pt x="40" y="1609"/>
                </a:lnTo>
                <a:cubicBezTo>
                  <a:pt x="34" y="1609"/>
                  <a:pt x="29" y="1608"/>
                  <a:pt x="24" y="1605"/>
                </a:cubicBezTo>
                <a:cubicBezTo>
                  <a:pt x="20" y="1603"/>
                  <a:pt x="15" y="1600"/>
                  <a:pt x="11" y="1595"/>
                </a:cubicBezTo>
                <a:cubicBezTo>
                  <a:pt x="8" y="1591"/>
                  <a:pt x="5" y="1586"/>
                  <a:pt x="3" y="1580"/>
                </a:cubicBezTo>
                <a:cubicBezTo>
                  <a:pt x="1" y="1574"/>
                  <a:pt x="0" y="1568"/>
                  <a:pt x="0" y="1562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005640" y="2577240"/>
            <a:ext cx="651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Patient-Referral app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810440" y="3375360"/>
            <a:ext cx="3553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810440" y="3486600"/>
            <a:ext cx="608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810440" y="3597480"/>
            <a:ext cx="2750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06680" y="2189880"/>
            <a:ext cx="971280" cy="357120"/>
          </a:xfrm>
          <a:custGeom>
            <a:avLst/>
            <a:gdLst/>
            <a:ahLst/>
            <a:rect l="0" t="0" r="r" b="b"/>
            <a:pathLst>
              <a:path w="2698" h="992">
                <a:moveTo>
                  <a:pt x="40" y="0"/>
                </a:moveTo>
                <a:lnTo>
                  <a:pt x="2658" y="0"/>
                </a:lnTo>
                <a:cubicBezTo>
                  <a:pt x="2663" y="0"/>
                  <a:pt x="2668" y="1"/>
                  <a:pt x="2673" y="3"/>
                </a:cubicBezTo>
                <a:cubicBezTo>
                  <a:pt x="2678" y="5"/>
                  <a:pt x="2682" y="9"/>
                  <a:pt x="2686" y="13"/>
                </a:cubicBezTo>
                <a:cubicBezTo>
                  <a:pt x="2690" y="18"/>
                  <a:pt x="2693" y="23"/>
                  <a:pt x="2695" y="28"/>
                </a:cubicBezTo>
                <a:cubicBezTo>
                  <a:pt x="2697" y="34"/>
                  <a:pt x="2698" y="40"/>
                  <a:pt x="2698" y="46"/>
                </a:cubicBezTo>
                <a:lnTo>
                  <a:pt x="2698" y="945"/>
                </a:lnTo>
                <a:cubicBezTo>
                  <a:pt x="2698" y="951"/>
                  <a:pt x="2697" y="957"/>
                  <a:pt x="2695" y="963"/>
                </a:cubicBezTo>
                <a:cubicBezTo>
                  <a:pt x="2693" y="969"/>
                  <a:pt x="2690" y="974"/>
                  <a:pt x="2686" y="978"/>
                </a:cubicBezTo>
                <a:cubicBezTo>
                  <a:pt x="2682" y="982"/>
                  <a:pt x="2678" y="986"/>
                  <a:pt x="2673" y="988"/>
                </a:cubicBezTo>
                <a:cubicBezTo>
                  <a:pt x="2668" y="991"/>
                  <a:pt x="2663" y="992"/>
                  <a:pt x="2658" y="992"/>
                </a:cubicBezTo>
                <a:lnTo>
                  <a:pt x="40" y="992"/>
                </a:lnTo>
                <a:cubicBezTo>
                  <a:pt x="35" y="992"/>
                  <a:pt x="29" y="991"/>
                  <a:pt x="25" y="988"/>
                </a:cubicBezTo>
                <a:cubicBezTo>
                  <a:pt x="20" y="986"/>
                  <a:pt x="15" y="982"/>
                  <a:pt x="12" y="978"/>
                </a:cubicBezTo>
                <a:cubicBezTo>
                  <a:pt x="8" y="974"/>
                  <a:pt x="5" y="969"/>
                  <a:pt x="3" y="963"/>
                </a:cubicBezTo>
                <a:cubicBezTo>
                  <a:pt x="1" y="957"/>
                  <a:pt x="0" y="951"/>
                  <a:pt x="0" y="945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5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06680" y="2189880"/>
            <a:ext cx="971280" cy="357120"/>
          </a:xfrm>
          <a:custGeom>
            <a:avLst/>
            <a:gdLst/>
            <a:ahLst/>
            <a:rect l="0" t="0" r="r" b="b"/>
            <a:pathLst>
              <a:path w="2698" h="992">
                <a:moveTo>
                  <a:pt x="40" y="0"/>
                </a:moveTo>
                <a:lnTo>
                  <a:pt x="2658" y="0"/>
                </a:lnTo>
                <a:cubicBezTo>
                  <a:pt x="2663" y="0"/>
                  <a:pt x="2668" y="1"/>
                  <a:pt x="2673" y="3"/>
                </a:cubicBezTo>
                <a:cubicBezTo>
                  <a:pt x="2678" y="5"/>
                  <a:pt x="2682" y="9"/>
                  <a:pt x="2686" y="13"/>
                </a:cubicBezTo>
                <a:cubicBezTo>
                  <a:pt x="2690" y="18"/>
                  <a:pt x="2693" y="23"/>
                  <a:pt x="2695" y="28"/>
                </a:cubicBezTo>
                <a:cubicBezTo>
                  <a:pt x="2697" y="34"/>
                  <a:pt x="2698" y="40"/>
                  <a:pt x="2698" y="46"/>
                </a:cubicBezTo>
                <a:lnTo>
                  <a:pt x="2698" y="945"/>
                </a:lnTo>
                <a:cubicBezTo>
                  <a:pt x="2698" y="951"/>
                  <a:pt x="2697" y="957"/>
                  <a:pt x="2695" y="963"/>
                </a:cubicBezTo>
                <a:cubicBezTo>
                  <a:pt x="2693" y="969"/>
                  <a:pt x="2690" y="974"/>
                  <a:pt x="2686" y="978"/>
                </a:cubicBezTo>
                <a:cubicBezTo>
                  <a:pt x="2682" y="982"/>
                  <a:pt x="2678" y="986"/>
                  <a:pt x="2673" y="988"/>
                </a:cubicBezTo>
                <a:cubicBezTo>
                  <a:pt x="2668" y="991"/>
                  <a:pt x="2663" y="992"/>
                  <a:pt x="2658" y="992"/>
                </a:cubicBezTo>
                <a:lnTo>
                  <a:pt x="40" y="992"/>
                </a:lnTo>
                <a:cubicBezTo>
                  <a:pt x="35" y="992"/>
                  <a:pt x="29" y="991"/>
                  <a:pt x="25" y="988"/>
                </a:cubicBezTo>
                <a:cubicBezTo>
                  <a:pt x="20" y="986"/>
                  <a:pt x="15" y="982"/>
                  <a:pt x="12" y="978"/>
                </a:cubicBezTo>
                <a:cubicBezTo>
                  <a:pt x="8" y="974"/>
                  <a:pt x="5" y="969"/>
                  <a:pt x="3" y="963"/>
                </a:cubicBezTo>
                <a:cubicBezTo>
                  <a:pt x="1" y="957"/>
                  <a:pt x="0" y="951"/>
                  <a:pt x="0" y="945"/>
                </a:cubicBez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8" y="18"/>
                  <a:pt x="12" y="13"/>
                </a:cubicBezTo>
                <a:cubicBezTo>
                  <a:pt x="15" y="9"/>
                  <a:pt x="20" y="5"/>
                  <a:pt x="25" y="3"/>
                </a:cubicBezTo>
                <a:cubicBezTo>
                  <a:pt x="29" y="1"/>
                  <a:pt x="35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810440" y="3708360"/>
            <a:ext cx="842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 h p d . j g s u e s s . d e v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64280" y="2264040"/>
            <a:ext cx="4528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ADHA HCPD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3316320" y="3356640"/>
            <a:ext cx="979200" cy="468360"/>
          </a:xfrm>
          <a:custGeom>
            <a:avLst/>
            <a:gdLst/>
            <a:ahLst/>
            <a:rect l="0" t="0" r="r" b="b"/>
            <a:pathLst>
              <a:path w="2720" h="1301">
                <a:moveTo>
                  <a:pt x="39" y="0"/>
                </a:moveTo>
                <a:lnTo>
                  <a:pt x="2680" y="0"/>
                </a:lnTo>
                <a:cubicBezTo>
                  <a:pt x="2686" y="0"/>
                  <a:pt x="2691" y="1"/>
                  <a:pt x="2695" y="3"/>
                </a:cubicBezTo>
                <a:cubicBezTo>
                  <a:pt x="2700" y="6"/>
                  <a:pt x="2705" y="9"/>
                  <a:pt x="2708" y="13"/>
                </a:cubicBezTo>
                <a:cubicBezTo>
                  <a:pt x="2712" y="18"/>
                  <a:pt x="2715" y="23"/>
                  <a:pt x="2717" y="29"/>
                </a:cubicBezTo>
                <a:cubicBezTo>
                  <a:pt x="2719" y="34"/>
                  <a:pt x="2720" y="40"/>
                  <a:pt x="2720" y="47"/>
                </a:cubicBezTo>
                <a:lnTo>
                  <a:pt x="2720" y="1254"/>
                </a:lnTo>
                <a:cubicBezTo>
                  <a:pt x="2720" y="1260"/>
                  <a:pt x="2719" y="1266"/>
                  <a:pt x="2717" y="1272"/>
                </a:cubicBezTo>
                <a:cubicBezTo>
                  <a:pt x="2715" y="1277"/>
                  <a:pt x="2712" y="1282"/>
                  <a:pt x="2708" y="1287"/>
                </a:cubicBezTo>
                <a:cubicBezTo>
                  <a:pt x="2705" y="1291"/>
                  <a:pt x="2700" y="1295"/>
                  <a:pt x="2695" y="1297"/>
                </a:cubicBezTo>
                <a:cubicBezTo>
                  <a:pt x="2691" y="1299"/>
                  <a:pt x="2686" y="1301"/>
                  <a:pt x="2680" y="1301"/>
                </a:cubicBezTo>
                <a:lnTo>
                  <a:pt x="39" y="1301"/>
                </a:lnTo>
                <a:cubicBezTo>
                  <a:pt x="34" y="1301"/>
                  <a:pt x="29" y="1299"/>
                  <a:pt x="24" y="1297"/>
                </a:cubicBezTo>
                <a:cubicBezTo>
                  <a:pt x="19" y="1295"/>
                  <a:pt x="15" y="1291"/>
                  <a:pt x="11" y="1287"/>
                </a:cubicBezTo>
                <a:cubicBezTo>
                  <a:pt x="7" y="1282"/>
                  <a:pt x="5" y="1277"/>
                  <a:pt x="3" y="1272"/>
                </a:cubicBezTo>
                <a:cubicBezTo>
                  <a:pt x="1" y="1266"/>
                  <a:pt x="0" y="1260"/>
                  <a:pt x="0" y="1254"/>
                </a:cubicBezTo>
                <a:lnTo>
                  <a:pt x="0" y="47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7" y="18"/>
                  <a:pt x="11" y="13"/>
                </a:cubicBezTo>
                <a:cubicBezTo>
                  <a:pt x="15" y="9"/>
                  <a:pt x="19" y="6"/>
                  <a:pt x="24" y="3"/>
                </a:cubicBezTo>
                <a:cubicBezTo>
                  <a:pt x="29" y="1"/>
                  <a:pt x="34" y="0"/>
                  <a:pt x="39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316320" y="3356640"/>
            <a:ext cx="979200" cy="468360"/>
          </a:xfrm>
          <a:custGeom>
            <a:avLst/>
            <a:gdLst/>
            <a:ahLst/>
            <a:rect l="0" t="0" r="r" b="b"/>
            <a:pathLst>
              <a:path w="2720" h="1301">
                <a:moveTo>
                  <a:pt x="39" y="0"/>
                </a:moveTo>
                <a:lnTo>
                  <a:pt x="2680" y="0"/>
                </a:lnTo>
                <a:cubicBezTo>
                  <a:pt x="2686" y="0"/>
                  <a:pt x="2691" y="1"/>
                  <a:pt x="2695" y="3"/>
                </a:cubicBezTo>
                <a:cubicBezTo>
                  <a:pt x="2700" y="6"/>
                  <a:pt x="2705" y="9"/>
                  <a:pt x="2708" y="13"/>
                </a:cubicBezTo>
                <a:cubicBezTo>
                  <a:pt x="2712" y="18"/>
                  <a:pt x="2715" y="23"/>
                  <a:pt x="2717" y="29"/>
                </a:cubicBezTo>
                <a:cubicBezTo>
                  <a:pt x="2719" y="34"/>
                  <a:pt x="2720" y="40"/>
                  <a:pt x="2720" y="47"/>
                </a:cubicBezTo>
                <a:lnTo>
                  <a:pt x="2720" y="1254"/>
                </a:lnTo>
                <a:cubicBezTo>
                  <a:pt x="2720" y="1260"/>
                  <a:pt x="2719" y="1266"/>
                  <a:pt x="2717" y="1272"/>
                </a:cubicBezTo>
                <a:cubicBezTo>
                  <a:pt x="2715" y="1277"/>
                  <a:pt x="2712" y="1282"/>
                  <a:pt x="2708" y="1287"/>
                </a:cubicBezTo>
                <a:cubicBezTo>
                  <a:pt x="2705" y="1291"/>
                  <a:pt x="2700" y="1295"/>
                  <a:pt x="2695" y="1297"/>
                </a:cubicBezTo>
                <a:cubicBezTo>
                  <a:pt x="2691" y="1299"/>
                  <a:pt x="2686" y="1301"/>
                  <a:pt x="2680" y="1301"/>
                </a:cubicBezTo>
                <a:lnTo>
                  <a:pt x="39" y="1301"/>
                </a:lnTo>
                <a:cubicBezTo>
                  <a:pt x="34" y="1301"/>
                  <a:pt x="29" y="1299"/>
                  <a:pt x="24" y="1297"/>
                </a:cubicBezTo>
                <a:cubicBezTo>
                  <a:pt x="19" y="1295"/>
                  <a:pt x="15" y="1291"/>
                  <a:pt x="11" y="1287"/>
                </a:cubicBezTo>
                <a:cubicBezTo>
                  <a:pt x="7" y="1282"/>
                  <a:pt x="5" y="1277"/>
                  <a:pt x="3" y="1272"/>
                </a:cubicBezTo>
                <a:cubicBezTo>
                  <a:pt x="1" y="1266"/>
                  <a:pt x="0" y="1260"/>
                  <a:pt x="0" y="1254"/>
                </a:cubicBezTo>
                <a:lnTo>
                  <a:pt x="0" y="47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7" y="18"/>
                  <a:pt x="11" y="13"/>
                </a:cubicBezTo>
                <a:cubicBezTo>
                  <a:pt x="15" y="9"/>
                  <a:pt x="19" y="6"/>
                  <a:pt x="24" y="3"/>
                </a:cubicBezTo>
                <a:cubicBezTo>
                  <a:pt x="29" y="1"/>
                  <a:pt x="34" y="0"/>
                  <a:pt x="39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64280" y="2375280"/>
            <a:ext cx="732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test environment (SIT)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373560" y="3430800"/>
            <a:ext cx="4867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 Server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373560" y="3542040"/>
            <a:ext cx="5248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(HAPI + QH IG)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242520" y="4499640"/>
            <a:ext cx="1252800" cy="468360"/>
          </a:xfrm>
          <a:custGeom>
            <a:avLst/>
            <a:gdLst/>
            <a:ahLst/>
            <a:rect l="0" t="0" r="r" b="b"/>
            <a:pathLst>
              <a:path w="3480" h="1301">
                <a:moveTo>
                  <a:pt x="40" y="0"/>
                </a:moveTo>
                <a:lnTo>
                  <a:pt x="3440" y="0"/>
                </a:lnTo>
                <a:cubicBezTo>
                  <a:pt x="3445" y="0"/>
                  <a:pt x="3450" y="2"/>
                  <a:pt x="3455" y="4"/>
                </a:cubicBezTo>
                <a:cubicBezTo>
                  <a:pt x="3460" y="6"/>
                  <a:pt x="3464" y="10"/>
                  <a:pt x="3468" y="14"/>
                </a:cubicBezTo>
                <a:cubicBezTo>
                  <a:pt x="3472" y="18"/>
                  <a:pt x="3475" y="23"/>
                  <a:pt x="3477" y="29"/>
                </a:cubicBezTo>
                <a:cubicBezTo>
                  <a:pt x="3479" y="35"/>
                  <a:pt x="3480" y="41"/>
                  <a:pt x="3480" y="47"/>
                </a:cubicBezTo>
                <a:lnTo>
                  <a:pt x="3480" y="1254"/>
                </a:lnTo>
                <a:cubicBezTo>
                  <a:pt x="3480" y="1261"/>
                  <a:pt x="3479" y="1267"/>
                  <a:pt x="3477" y="1272"/>
                </a:cubicBezTo>
                <a:cubicBezTo>
                  <a:pt x="3475" y="1278"/>
                  <a:pt x="3472" y="1283"/>
                  <a:pt x="3468" y="1287"/>
                </a:cubicBezTo>
                <a:cubicBezTo>
                  <a:pt x="3464" y="1292"/>
                  <a:pt x="3460" y="1295"/>
                  <a:pt x="3455" y="1298"/>
                </a:cubicBezTo>
                <a:cubicBezTo>
                  <a:pt x="3450" y="1300"/>
                  <a:pt x="3445" y="1301"/>
                  <a:pt x="3440" y="1301"/>
                </a:cubicBezTo>
                <a:lnTo>
                  <a:pt x="40" y="1301"/>
                </a:lnTo>
                <a:cubicBezTo>
                  <a:pt x="35" y="1301"/>
                  <a:pt x="30" y="1300"/>
                  <a:pt x="25" y="1298"/>
                </a:cubicBezTo>
                <a:cubicBezTo>
                  <a:pt x="20" y="1295"/>
                  <a:pt x="16" y="1292"/>
                  <a:pt x="12" y="1287"/>
                </a:cubicBezTo>
                <a:cubicBezTo>
                  <a:pt x="8" y="1283"/>
                  <a:pt x="5" y="1278"/>
                  <a:pt x="3" y="1272"/>
                </a:cubicBezTo>
                <a:cubicBezTo>
                  <a:pt x="1" y="1267"/>
                  <a:pt x="0" y="1261"/>
                  <a:pt x="0" y="1254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5" y="23"/>
                  <a:pt x="8" y="18"/>
                  <a:pt x="12" y="14"/>
                </a:cubicBezTo>
                <a:cubicBezTo>
                  <a:pt x="16" y="10"/>
                  <a:pt x="20" y="6"/>
                  <a:pt x="25" y="4"/>
                </a:cubicBezTo>
                <a:cubicBezTo>
                  <a:pt x="30" y="2"/>
                  <a:pt x="35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242520" y="4499640"/>
            <a:ext cx="1252800" cy="468360"/>
          </a:xfrm>
          <a:custGeom>
            <a:avLst/>
            <a:gdLst/>
            <a:ahLst/>
            <a:rect l="0" t="0" r="r" b="b"/>
            <a:pathLst>
              <a:path w="3480" h="1301">
                <a:moveTo>
                  <a:pt x="40" y="0"/>
                </a:moveTo>
                <a:lnTo>
                  <a:pt x="3440" y="0"/>
                </a:lnTo>
                <a:cubicBezTo>
                  <a:pt x="3445" y="0"/>
                  <a:pt x="3450" y="2"/>
                  <a:pt x="3455" y="4"/>
                </a:cubicBezTo>
                <a:cubicBezTo>
                  <a:pt x="3460" y="6"/>
                  <a:pt x="3464" y="10"/>
                  <a:pt x="3468" y="14"/>
                </a:cubicBezTo>
                <a:cubicBezTo>
                  <a:pt x="3472" y="18"/>
                  <a:pt x="3475" y="23"/>
                  <a:pt x="3477" y="29"/>
                </a:cubicBezTo>
                <a:cubicBezTo>
                  <a:pt x="3479" y="35"/>
                  <a:pt x="3480" y="41"/>
                  <a:pt x="3480" y="47"/>
                </a:cubicBezTo>
                <a:lnTo>
                  <a:pt x="3480" y="1254"/>
                </a:lnTo>
                <a:cubicBezTo>
                  <a:pt x="3480" y="1261"/>
                  <a:pt x="3479" y="1267"/>
                  <a:pt x="3477" y="1272"/>
                </a:cubicBezTo>
                <a:cubicBezTo>
                  <a:pt x="3475" y="1278"/>
                  <a:pt x="3472" y="1283"/>
                  <a:pt x="3468" y="1287"/>
                </a:cubicBezTo>
                <a:cubicBezTo>
                  <a:pt x="3464" y="1292"/>
                  <a:pt x="3460" y="1295"/>
                  <a:pt x="3455" y="1298"/>
                </a:cubicBezTo>
                <a:cubicBezTo>
                  <a:pt x="3450" y="1300"/>
                  <a:pt x="3445" y="1301"/>
                  <a:pt x="3440" y="1301"/>
                </a:cubicBezTo>
                <a:lnTo>
                  <a:pt x="40" y="1301"/>
                </a:lnTo>
                <a:cubicBezTo>
                  <a:pt x="35" y="1301"/>
                  <a:pt x="30" y="1300"/>
                  <a:pt x="25" y="1298"/>
                </a:cubicBezTo>
                <a:cubicBezTo>
                  <a:pt x="20" y="1295"/>
                  <a:pt x="16" y="1292"/>
                  <a:pt x="12" y="1287"/>
                </a:cubicBezTo>
                <a:cubicBezTo>
                  <a:pt x="8" y="1283"/>
                  <a:pt x="5" y="1278"/>
                  <a:pt x="3" y="1272"/>
                </a:cubicBezTo>
                <a:cubicBezTo>
                  <a:pt x="1" y="1267"/>
                  <a:pt x="0" y="1261"/>
                  <a:pt x="0" y="1254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5" y="23"/>
                  <a:pt x="8" y="18"/>
                  <a:pt x="12" y="14"/>
                </a:cubicBezTo>
                <a:cubicBezTo>
                  <a:pt x="16" y="10"/>
                  <a:pt x="20" y="6"/>
                  <a:pt x="25" y="4"/>
                </a:cubicBezTo>
                <a:cubicBezTo>
                  <a:pt x="30" y="2"/>
                  <a:pt x="35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373560" y="3652920"/>
            <a:ext cx="11210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 h r e f e r r a l . j g s u e s s . d e v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299760" y="4574160"/>
            <a:ext cx="970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 (Filler / RIS)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299760" y="4685040"/>
            <a:ext cx="8740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Patient-Referral Filler view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857560" y="2058480"/>
            <a:ext cx="92160" cy="108000"/>
          </a:xfrm>
          <a:custGeom>
            <a:avLst/>
            <a:gdLst/>
            <a:ahLst/>
            <a:rect l="0" t="0" r="r" b="b"/>
            <a:pathLst>
              <a:path w="256" h="300">
                <a:moveTo>
                  <a:pt x="256" y="150"/>
                </a:moveTo>
                <a:cubicBezTo>
                  <a:pt x="256" y="170"/>
                  <a:pt x="252" y="189"/>
                  <a:pt x="246" y="208"/>
                </a:cubicBezTo>
                <a:cubicBezTo>
                  <a:pt x="240" y="226"/>
                  <a:pt x="230" y="242"/>
                  <a:pt x="218" y="256"/>
                </a:cubicBezTo>
                <a:cubicBezTo>
                  <a:pt x="206" y="270"/>
                  <a:pt x="193" y="281"/>
                  <a:pt x="177" y="289"/>
                </a:cubicBezTo>
                <a:cubicBezTo>
                  <a:pt x="161" y="296"/>
                  <a:pt x="145" y="300"/>
                  <a:pt x="128" y="300"/>
                </a:cubicBezTo>
                <a:cubicBezTo>
                  <a:pt x="110" y="300"/>
                  <a:pt x="94" y="296"/>
                  <a:pt x="79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10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10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9" y="11"/>
                </a:cubicBezTo>
                <a:cubicBezTo>
                  <a:pt x="94" y="3"/>
                  <a:pt x="110" y="0"/>
                  <a:pt x="128" y="0"/>
                </a:cubicBezTo>
                <a:cubicBezTo>
                  <a:pt x="145" y="0"/>
                  <a:pt x="161" y="3"/>
                  <a:pt x="177" y="11"/>
                </a:cubicBezTo>
                <a:cubicBezTo>
                  <a:pt x="193" y="19"/>
                  <a:pt x="206" y="29"/>
                  <a:pt x="218" y="43"/>
                </a:cubicBezTo>
                <a:cubicBezTo>
                  <a:pt x="230" y="58"/>
                  <a:pt x="240" y="74"/>
                  <a:pt x="246" y="92"/>
                </a:cubicBezTo>
                <a:cubicBezTo>
                  <a:pt x="252" y="110"/>
                  <a:pt x="256" y="130"/>
                  <a:pt x="256" y="15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857560" y="2058480"/>
            <a:ext cx="92160" cy="108000"/>
          </a:xfrm>
          <a:custGeom>
            <a:avLst/>
            <a:gdLst/>
            <a:ahLst/>
            <a:rect l="0" t="0" r="r" b="b"/>
            <a:pathLst>
              <a:path w="256" h="300">
                <a:moveTo>
                  <a:pt x="256" y="150"/>
                </a:moveTo>
                <a:cubicBezTo>
                  <a:pt x="256" y="170"/>
                  <a:pt x="252" y="189"/>
                  <a:pt x="246" y="208"/>
                </a:cubicBezTo>
                <a:cubicBezTo>
                  <a:pt x="240" y="226"/>
                  <a:pt x="230" y="242"/>
                  <a:pt x="218" y="256"/>
                </a:cubicBezTo>
                <a:cubicBezTo>
                  <a:pt x="206" y="270"/>
                  <a:pt x="193" y="281"/>
                  <a:pt x="177" y="289"/>
                </a:cubicBezTo>
                <a:cubicBezTo>
                  <a:pt x="161" y="296"/>
                  <a:pt x="145" y="300"/>
                  <a:pt x="128" y="300"/>
                </a:cubicBezTo>
                <a:cubicBezTo>
                  <a:pt x="110" y="300"/>
                  <a:pt x="94" y="296"/>
                  <a:pt x="79" y="289"/>
                </a:cubicBezTo>
                <a:cubicBezTo>
                  <a:pt x="63" y="281"/>
                  <a:pt x="49" y="270"/>
                  <a:pt x="37" y="256"/>
                </a:cubicBezTo>
                <a:cubicBezTo>
                  <a:pt x="25" y="242"/>
                  <a:pt x="16" y="226"/>
                  <a:pt x="10" y="208"/>
                </a:cubicBezTo>
                <a:cubicBezTo>
                  <a:pt x="3" y="189"/>
                  <a:pt x="0" y="170"/>
                  <a:pt x="0" y="150"/>
                </a:cubicBezTo>
                <a:cubicBezTo>
                  <a:pt x="0" y="130"/>
                  <a:pt x="3" y="110"/>
                  <a:pt x="10" y="92"/>
                </a:cubicBezTo>
                <a:cubicBezTo>
                  <a:pt x="16" y="74"/>
                  <a:pt x="25" y="58"/>
                  <a:pt x="37" y="43"/>
                </a:cubicBezTo>
                <a:cubicBezTo>
                  <a:pt x="49" y="29"/>
                  <a:pt x="63" y="19"/>
                  <a:pt x="79" y="11"/>
                </a:cubicBezTo>
                <a:cubicBezTo>
                  <a:pt x="94" y="3"/>
                  <a:pt x="110" y="0"/>
                  <a:pt x="128" y="0"/>
                </a:cubicBezTo>
                <a:cubicBezTo>
                  <a:pt x="145" y="0"/>
                  <a:pt x="161" y="3"/>
                  <a:pt x="177" y="11"/>
                </a:cubicBezTo>
                <a:cubicBezTo>
                  <a:pt x="193" y="19"/>
                  <a:pt x="206" y="29"/>
                  <a:pt x="218" y="43"/>
                </a:cubicBezTo>
                <a:cubicBezTo>
                  <a:pt x="230" y="58"/>
                  <a:pt x="240" y="74"/>
                  <a:pt x="246" y="92"/>
                </a:cubicBezTo>
                <a:cubicBezTo>
                  <a:pt x="252" y="110"/>
                  <a:pt x="256" y="130"/>
                  <a:pt x="256" y="15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828760" y="2166120"/>
            <a:ext cx="149400" cy="283320"/>
          </a:xfrm>
          <a:custGeom>
            <a:avLst/>
            <a:gdLst/>
            <a:ahLst/>
            <a:rect l="0" t="0" r="r" b="b"/>
            <a:pathLst>
              <a:path fill="none" w="415" h="787">
                <a:moveTo>
                  <a:pt x="208" y="0"/>
                </a:moveTo>
                <a:lnTo>
                  <a:pt x="208" y="505"/>
                </a:lnTo>
                <a:moveTo>
                  <a:pt x="0" y="150"/>
                </a:moveTo>
                <a:lnTo>
                  <a:pt x="415" y="150"/>
                </a:lnTo>
                <a:moveTo>
                  <a:pt x="208" y="505"/>
                </a:moveTo>
                <a:lnTo>
                  <a:pt x="0" y="787"/>
                </a:lnTo>
                <a:moveTo>
                  <a:pt x="208" y="505"/>
                </a:moveTo>
                <a:lnTo>
                  <a:pt x="415" y="787"/>
                </a:lnTo>
              </a:path>
            </a:pathLst>
          </a:custGeom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99760" y="4796280"/>
            <a:ext cx="7408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 i s . j g s u e s s . d e v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685120" y="2466360"/>
            <a:ext cx="367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 app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352600" y="5378760"/>
            <a:ext cx="1175760" cy="468000"/>
          </a:xfrm>
          <a:custGeom>
            <a:avLst/>
            <a:gdLst/>
            <a:ahLst/>
            <a:rect l="0" t="0" r="r" b="b"/>
            <a:pathLst>
              <a:path w="3266" h="1300">
                <a:moveTo>
                  <a:pt x="40" y="0"/>
                </a:moveTo>
                <a:lnTo>
                  <a:pt x="3226" y="0"/>
                </a:lnTo>
                <a:cubicBezTo>
                  <a:pt x="3231" y="0"/>
                  <a:pt x="3236" y="1"/>
                  <a:pt x="3241" y="3"/>
                </a:cubicBezTo>
                <a:cubicBezTo>
                  <a:pt x="3246" y="6"/>
                  <a:pt x="3250" y="9"/>
                  <a:pt x="3254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6"/>
                </a:cubicBezTo>
                <a:lnTo>
                  <a:pt x="3266" y="1253"/>
                </a:lnTo>
                <a:cubicBezTo>
                  <a:pt x="3266" y="1259"/>
                  <a:pt x="3265" y="1265"/>
                  <a:pt x="3263" y="1271"/>
                </a:cubicBezTo>
                <a:cubicBezTo>
                  <a:pt x="3261" y="1276"/>
                  <a:pt x="3258" y="1281"/>
                  <a:pt x="3254" y="1286"/>
                </a:cubicBezTo>
                <a:cubicBezTo>
                  <a:pt x="3250" y="1290"/>
                  <a:pt x="3246" y="1294"/>
                  <a:pt x="3241" y="1296"/>
                </a:cubicBezTo>
                <a:cubicBezTo>
                  <a:pt x="3236" y="1299"/>
                  <a:pt x="3231" y="1300"/>
                  <a:pt x="3226" y="1300"/>
                </a:cubicBezTo>
                <a:lnTo>
                  <a:pt x="40" y="1300"/>
                </a:lnTo>
                <a:cubicBezTo>
                  <a:pt x="34" y="1300"/>
                  <a:pt x="29" y="1299"/>
                  <a:pt x="24" y="1296"/>
                </a:cubicBezTo>
                <a:cubicBezTo>
                  <a:pt x="20" y="1294"/>
                  <a:pt x="15" y="1290"/>
                  <a:pt x="11" y="1286"/>
                </a:cubicBezTo>
                <a:cubicBezTo>
                  <a:pt x="8" y="1281"/>
                  <a:pt x="5" y="1276"/>
                  <a:pt x="3" y="1271"/>
                </a:cubicBezTo>
                <a:cubicBezTo>
                  <a:pt x="1" y="1265"/>
                  <a:pt x="0" y="1259"/>
                  <a:pt x="0" y="1253"/>
                </a:cubicBezTo>
                <a:lnTo>
                  <a:pt x="0" y="46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352600" y="5378760"/>
            <a:ext cx="1175760" cy="468000"/>
          </a:xfrm>
          <a:custGeom>
            <a:avLst/>
            <a:gdLst/>
            <a:ahLst/>
            <a:rect l="0" t="0" r="r" b="b"/>
            <a:pathLst>
              <a:path w="3266" h="1300">
                <a:moveTo>
                  <a:pt x="40" y="0"/>
                </a:moveTo>
                <a:lnTo>
                  <a:pt x="3226" y="0"/>
                </a:lnTo>
                <a:cubicBezTo>
                  <a:pt x="3231" y="0"/>
                  <a:pt x="3236" y="1"/>
                  <a:pt x="3241" y="3"/>
                </a:cubicBezTo>
                <a:cubicBezTo>
                  <a:pt x="3246" y="6"/>
                  <a:pt x="3250" y="9"/>
                  <a:pt x="3254" y="13"/>
                </a:cubicBezTo>
                <a:cubicBezTo>
                  <a:pt x="3258" y="18"/>
                  <a:pt x="3261" y="23"/>
                  <a:pt x="3263" y="29"/>
                </a:cubicBezTo>
                <a:cubicBezTo>
                  <a:pt x="3265" y="34"/>
                  <a:pt x="3266" y="40"/>
                  <a:pt x="3266" y="46"/>
                </a:cubicBezTo>
                <a:lnTo>
                  <a:pt x="3266" y="1253"/>
                </a:lnTo>
                <a:cubicBezTo>
                  <a:pt x="3266" y="1259"/>
                  <a:pt x="3265" y="1265"/>
                  <a:pt x="3263" y="1271"/>
                </a:cubicBezTo>
                <a:cubicBezTo>
                  <a:pt x="3261" y="1276"/>
                  <a:pt x="3258" y="1281"/>
                  <a:pt x="3254" y="1286"/>
                </a:cubicBezTo>
                <a:cubicBezTo>
                  <a:pt x="3250" y="1290"/>
                  <a:pt x="3246" y="1294"/>
                  <a:pt x="3241" y="1296"/>
                </a:cubicBezTo>
                <a:cubicBezTo>
                  <a:pt x="3236" y="1299"/>
                  <a:pt x="3231" y="1300"/>
                  <a:pt x="3226" y="1300"/>
                </a:cubicBezTo>
                <a:lnTo>
                  <a:pt x="40" y="1300"/>
                </a:lnTo>
                <a:cubicBezTo>
                  <a:pt x="34" y="1300"/>
                  <a:pt x="29" y="1299"/>
                  <a:pt x="24" y="1296"/>
                </a:cubicBezTo>
                <a:cubicBezTo>
                  <a:pt x="20" y="1294"/>
                  <a:pt x="15" y="1290"/>
                  <a:pt x="11" y="1286"/>
                </a:cubicBezTo>
                <a:cubicBezTo>
                  <a:pt x="8" y="1281"/>
                  <a:pt x="5" y="1276"/>
                  <a:pt x="3" y="1271"/>
                </a:cubicBezTo>
                <a:cubicBezTo>
                  <a:pt x="1" y="1265"/>
                  <a:pt x="0" y="1259"/>
                  <a:pt x="0" y="1253"/>
                </a:cubicBezTo>
                <a:lnTo>
                  <a:pt x="0" y="46"/>
                </a:lnTo>
                <a:cubicBezTo>
                  <a:pt x="0" y="40"/>
                  <a:pt x="1" y="34"/>
                  <a:pt x="3" y="29"/>
                </a:cubicBezTo>
                <a:cubicBezTo>
                  <a:pt x="5" y="23"/>
                  <a:pt x="8" y="18"/>
                  <a:pt x="11" y="13"/>
                </a:cubicBezTo>
                <a:cubicBezTo>
                  <a:pt x="15" y="9"/>
                  <a:pt x="20" y="6"/>
                  <a:pt x="24" y="3"/>
                </a:cubicBezTo>
                <a:cubicBezTo>
                  <a:pt x="29" y="1"/>
                  <a:pt x="34" y="0"/>
                  <a:pt x="40" y="0"/>
                </a:cubicBezTo>
                <a:close/>
              </a:path>
            </a:pathLst>
          </a:custGeom>
          <a:noFill/>
          <a:ln w="2880">
            <a:solidFill>
              <a:srgbClr val="00A9CE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685120" y="2577240"/>
            <a:ext cx="4287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 s t r e t c h 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409840" y="5452920"/>
            <a:ext cx="6447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Terminology Server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409840" y="5564160"/>
            <a:ext cx="8766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(open sandbox Ontoserver)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529080" y="5424120"/>
            <a:ext cx="1452600" cy="377280"/>
          </a:xfrm>
          <a:custGeom>
            <a:avLst/>
            <a:gdLst/>
            <a:ahLst/>
            <a:rect l="0" t="0" r="r" b="b"/>
            <a:pathLst>
              <a:path w="4035" h="1048">
                <a:moveTo>
                  <a:pt x="560" y="450"/>
                </a:moveTo>
                <a:lnTo>
                  <a:pt x="0" y="524"/>
                </a:lnTo>
                <a:lnTo>
                  <a:pt x="560" y="599"/>
                </a:lnTo>
                <a:lnTo>
                  <a:pt x="560" y="1048"/>
                </a:lnTo>
                <a:lnTo>
                  <a:pt x="4035" y="1048"/>
                </a:lnTo>
                <a:lnTo>
                  <a:pt x="4035" y="188"/>
                </a:lnTo>
                <a:lnTo>
                  <a:pt x="3876" y="0"/>
                </a:lnTo>
                <a:lnTo>
                  <a:pt x="560" y="0"/>
                </a:lnTo>
                <a:lnTo>
                  <a:pt x="560" y="450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529080" y="5424120"/>
            <a:ext cx="1452600" cy="377280"/>
          </a:xfrm>
          <a:custGeom>
            <a:avLst/>
            <a:gdLst/>
            <a:ahLst/>
            <a:rect l="0" t="0" r="r" b="b"/>
            <a:pathLst>
              <a:path fill="none" w="4035" h="1048">
                <a:moveTo>
                  <a:pt x="560" y="0"/>
                </a:moveTo>
                <a:lnTo>
                  <a:pt x="560" y="450"/>
                </a:lnTo>
                <a:lnTo>
                  <a:pt x="0" y="524"/>
                </a:lnTo>
                <a:lnTo>
                  <a:pt x="560" y="599"/>
                </a:lnTo>
                <a:lnTo>
                  <a:pt x="560" y="1048"/>
                </a:lnTo>
                <a:lnTo>
                  <a:pt x="4035" y="1048"/>
                </a:lnTo>
                <a:lnTo>
                  <a:pt x="4035" y="188"/>
                </a:lnTo>
                <a:lnTo>
                  <a:pt x="3876" y="0"/>
                </a:lnTo>
                <a:lnTo>
                  <a:pt x="56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924080" y="5424120"/>
            <a:ext cx="57600" cy="67680"/>
          </a:xfrm>
          <a:custGeom>
            <a:avLst/>
            <a:gdLst/>
            <a:ahLst/>
            <a:rect l="0" t="0" r="r" b="b"/>
            <a:pathLst>
              <a:path w="160" h="188">
                <a:moveTo>
                  <a:pt x="0" y="188"/>
                </a:moveTo>
                <a:lnTo>
                  <a:pt x="160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924080" y="5424120"/>
            <a:ext cx="57600" cy="67680"/>
          </a:xfrm>
          <a:custGeom>
            <a:avLst/>
            <a:gdLst/>
            <a:ahLst/>
            <a:rect l="0" t="0" r="r" b="b"/>
            <a:pathLst>
              <a:path fill="none" w="160" h="188">
                <a:moveTo>
                  <a:pt x="0" y="0"/>
                </a:moveTo>
                <a:lnTo>
                  <a:pt x="0" y="188"/>
                </a:lnTo>
                <a:lnTo>
                  <a:pt x="160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409840" y="5675040"/>
            <a:ext cx="13352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 4 . o n t o s e r v e r. c s i r o . a u / f h i r</a:t>
            </a:r>
            <a:endParaRPr lang="en-AU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764880" y="5464440"/>
            <a:ext cx="747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External — not deployed.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764880" y="5567400"/>
            <a:ext cx="941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Shared by every server and app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296240" y="3453840"/>
            <a:ext cx="1422000" cy="273960"/>
          </a:xfrm>
          <a:custGeom>
            <a:avLst/>
            <a:gdLst/>
            <a:ahLst/>
            <a:rect l="0" t="0" r="r" b="b"/>
            <a:pathLst>
              <a:path w="3950" h="761">
                <a:moveTo>
                  <a:pt x="554" y="305"/>
                </a:moveTo>
                <a:lnTo>
                  <a:pt x="0" y="380"/>
                </a:lnTo>
                <a:lnTo>
                  <a:pt x="554" y="454"/>
                </a:lnTo>
                <a:lnTo>
                  <a:pt x="554" y="761"/>
                </a:lnTo>
                <a:lnTo>
                  <a:pt x="3950" y="761"/>
                </a:lnTo>
                <a:lnTo>
                  <a:pt x="3950" y="187"/>
                </a:lnTo>
                <a:lnTo>
                  <a:pt x="3790" y="0"/>
                </a:lnTo>
                <a:lnTo>
                  <a:pt x="554" y="0"/>
                </a:lnTo>
                <a:lnTo>
                  <a:pt x="554" y="305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296240" y="3453840"/>
            <a:ext cx="1422000" cy="273960"/>
          </a:xfrm>
          <a:custGeom>
            <a:avLst/>
            <a:gdLst/>
            <a:ahLst/>
            <a:rect l="0" t="0" r="r" b="b"/>
            <a:pathLst>
              <a:path fill="none" w="3950" h="761">
                <a:moveTo>
                  <a:pt x="554" y="0"/>
                </a:moveTo>
                <a:lnTo>
                  <a:pt x="554" y="305"/>
                </a:lnTo>
                <a:lnTo>
                  <a:pt x="0" y="380"/>
                </a:lnTo>
                <a:lnTo>
                  <a:pt x="554" y="454"/>
                </a:lnTo>
                <a:lnTo>
                  <a:pt x="554" y="761"/>
                </a:lnTo>
                <a:lnTo>
                  <a:pt x="3950" y="761"/>
                </a:lnTo>
                <a:lnTo>
                  <a:pt x="3950" y="187"/>
                </a:lnTo>
                <a:lnTo>
                  <a:pt x="3790" y="0"/>
                </a:lnTo>
                <a:lnTo>
                  <a:pt x="554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660280" y="3453840"/>
            <a:ext cx="57960" cy="67680"/>
          </a:xfrm>
          <a:custGeom>
            <a:avLst/>
            <a:gdLst/>
            <a:ahLst/>
            <a:rect l="0" t="0" r="r" b="b"/>
            <a:pathLst>
              <a:path w="161" h="188">
                <a:moveTo>
                  <a:pt x="0" y="188"/>
                </a:moveTo>
                <a:lnTo>
                  <a:pt x="161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660280" y="3453840"/>
            <a:ext cx="57960" cy="67680"/>
          </a:xfrm>
          <a:custGeom>
            <a:avLst/>
            <a:gdLst/>
            <a:ahLst/>
            <a:rect l="0" t="0" r="r" b="b"/>
            <a:pathLst>
              <a:path fill="none" w="161" h="188">
                <a:moveTo>
                  <a:pt x="0" y="0"/>
                </a:moveTo>
                <a:lnTo>
                  <a:pt x="0" y="188"/>
                </a:lnTo>
                <a:lnTo>
                  <a:pt x="161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764880" y="5670720"/>
            <a:ext cx="7866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($expand / $validate-code)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530240" y="3493800"/>
            <a:ext cx="8366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Holds ServiceRequest, Task,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658600" y="1164240"/>
            <a:ext cx="1480320" cy="888120"/>
          </a:xfrm>
          <a:custGeom>
            <a:avLst/>
            <a:gdLst/>
            <a:ahLst/>
            <a:rect l="0" t="0" r="r" b="b"/>
            <a:pathLst>
              <a:path w="4112" h="2467">
                <a:moveTo>
                  <a:pt x="0" y="1334"/>
                </a:moveTo>
                <a:lnTo>
                  <a:pt x="1992" y="1334"/>
                </a:lnTo>
                <a:lnTo>
                  <a:pt x="2056" y="2467"/>
                </a:lnTo>
                <a:lnTo>
                  <a:pt x="2120" y="1334"/>
                </a:lnTo>
                <a:lnTo>
                  <a:pt x="4112" y="1334"/>
                </a:lnTo>
                <a:lnTo>
                  <a:pt x="4112" y="187"/>
                </a:lnTo>
                <a:lnTo>
                  <a:pt x="3953" y="0"/>
                </a:lnTo>
                <a:lnTo>
                  <a:pt x="0" y="0"/>
                </a:lnTo>
                <a:lnTo>
                  <a:pt x="0" y="1334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658600" y="1164240"/>
            <a:ext cx="1480320" cy="888120"/>
          </a:xfrm>
          <a:custGeom>
            <a:avLst/>
            <a:gdLst/>
            <a:ahLst/>
            <a:rect l="0" t="0" r="r" b="b"/>
            <a:pathLst>
              <a:path fill="none" w="4112" h="2467">
                <a:moveTo>
                  <a:pt x="0" y="0"/>
                </a:moveTo>
                <a:lnTo>
                  <a:pt x="0" y="1334"/>
                </a:lnTo>
                <a:lnTo>
                  <a:pt x="1992" y="1334"/>
                </a:lnTo>
                <a:lnTo>
                  <a:pt x="2056" y="2467"/>
                </a:lnTo>
                <a:lnTo>
                  <a:pt x="2120" y="1334"/>
                </a:lnTo>
                <a:lnTo>
                  <a:pt x="4112" y="1334"/>
                </a:lnTo>
                <a:lnTo>
                  <a:pt x="4112" y="187"/>
                </a:lnTo>
                <a:lnTo>
                  <a:pt x="3953" y="0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081320" y="1164240"/>
            <a:ext cx="57600" cy="67680"/>
          </a:xfrm>
          <a:custGeom>
            <a:avLst/>
            <a:gdLst/>
            <a:ahLst/>
            <a:rect l="0" t="0" r="r" b="b"/>
            <a:pathLst>
              <a:path w="160" h="188">
                <a:moveTo>
                  <a:pt x="0" y="188"/>
                </a:moveTo>
                <a:lnTo>
                  <a:pt x="160" y="188"/>
                </a:lnTo>
                <a:lnTo>
                  <a:pt x="0" y="0"/>
                </a:lnTo>
                <a:lnTo>
                  <a:pt x="0" y="188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081320" y="1164240"/>
            <a:ext cx="57600" cy="67680"/>
          </a:xfrm>
          <a:custGeom>
            <a:avLst/>
            <a:gdLst/>
            <a:ahLst/>
            <a:rect l="0" t="0" r="r" b="b"/>
            <a:pathLst>
              <a:path fill="none" w="160" h="188">
                <a:moveTo>
                  <a:pt x="0" y="0"/>
                </a:moveTo>
                <a:lnTo>
                  <a:pt x="0" y="188"/>
                </a:lnTo>
                <a:lnTo>
                  <a:pt x="160" y="188"/>
                </a:lnTo>
                <a:lnTo>
                  <a:pt x="0" y="0"/>
                </a:lnTo>
              </a:path>
            </a:pathLst>
          </a:custGeom>
          <a:ln w="2880">
            <a:solidFill>
              <a:srgbClr val="181818"/>
            </a:solidFill>
            <a:miter/>
          </a:ln>
        </p:spPr>
        <p:txBody>
          <a:bodyPr lIns="1440" tIns="1440" rIns="1440" bIns="144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30240" y="3597120"/>
            <a:ext cx="9025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Schedule / Slot / Appointment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693160" y="1204560"/>
            <a:ext cx="546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Patient-Referral —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693160" y="1307520"/>
            <a:ext cx="1020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live at patient-referral.jgsuess.dev,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693160" y="1410840"/>
            <a:ext cx="416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pointed at the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111680" y="2548440"/>
            <a:ext cx="606960" cy="952920"/>
          </a:xfrm>
          <a:custGeom>
            <a:avLst/>
            <a:gdLst/>
            <a:ahLst/>
            <a:rect l="0" t="0" r="r" b="b"/>
            <a:pathLst>
              <a:path fill="none" w="1686" h="2647">
                <a:moveTo>
                  <a:pt x="88" y="0"/>
                </a:moveTo>
                <a:cubicBezTo>
                  <a:pt x="-8" y="436"/>
                  <a:pt x="-80" y="1078"/>
                  <a:pt x="176" y="1529"/>
                </a:cubicBezTo>
                <a:cubicBezTo>
                  <a:pt x="533" y="2159"/>
                  <a:pt x="1101" y="2468"/>
                  <a:pt x="1686" y="2647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695600" y="3469680"/>
            <a:ext cx="56160" cy="52560"/>
          </a:xfrm>
          <a:custGeom>
            <a:avLst/>
            <a:gdLst/>
            <a:ahLst/>
            <a:rect l="0" t="0" r="r" b="b"/>
            <a:pathLst>
              <a:path w="156" h="146">
                <a:moveTo>
                  <a:pt x="156" y="116"/>
                </a:moveTo>
                <a:lnTo>
                  <a:pt x="32" y="0"/>
                </a:lnTo>
                <a:lnTo>
                  <a:pt x="78" y="92"/>
                </a:lnTo>
                <a:lnTo>
                  <a:pt x="0" y="146"/>
                </a:lnTo>
                <a:lnTo>
                  <a:pt x="156" y="116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693160" y="1513800"/>
            <a:ext cx="11790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Qld Health Provider Directory on FHIR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80800" y="2896560"/>
            <a:ext cx="598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bulk data extraction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163240" y="2441880"/>
            <a:ext cx="841320" cy="816840"/>
          </a:xfrm>
          <a:custGeom>
            <a:avLst/>
            <a:gdLst/>
            <a:ahLst/>
            <a:rect l="0" t="0" r="r" b="b"/>
            <a:pathLst>
              <a:path fill="none" w="2337" h="2269">
                <a:moveTo>
                  <a:pt x="2337" y="0"/>
                </a:moveTo>
                <a:cubicBezTo>
                  <a:pt x="1665" y="181"/>
                  <a:pt x="842" y="536"/>
                  <a:pt x="343" y="1227"/>
                </a:cubicBezTo>
                <a:cubicBezTo>
                  <a:pt x="114" y="1544"/>
                  <a:pt x="32" y="1882"/>
                  <a:pt x="0" y="2269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142360" y="3235680"/>
            <a:ext cx="45720" cy="63360"/>
          </a:xfrm>
          <a:custGeom>
            <a:avLst/>
            <a:gdLst/>
            <a:ahLst/>
            <a:rect l="0" t="0" r="r" b="b"/>
            <a:pathLst>
              <a:path w="127" h="176">
                <a:moveTo>
                  <a:pt x="50" y="176"/>
                </a:moveTo>
                <a:lnTo>
                  <a:pt x="127" y="15"/>
                </a:lnTo>
                <a:lnTo>
                  <a:pt x="58" y="82"/>
                </a:lnTo>
                <a:lnTo>
                  <a:pt x="0" y="0"/>
                </a:lnTo>
                <a:lnTo>
                  <a:pt x="50" y="176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378440" y="2999880"/>
            <a:ext cx="418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( $ e x p o r t 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338640" y="2683080"/>
            <a:ext cx="177840" cy="644760"/>
          </a:xfrm>
          <a:custGeom>
            <a:avLst/>
            <a:gdLst/>
            <a:ahLst/>
            <a:rect l="0" t="0" r="r" b="b"/>
            <a:pathLst>
              <a:path fill="none" w="494" h="1791">
                <a:moveTo>
                  <a:pt x="16" y="0"/>
                </a:moveTo>
                <a:cubicBezTo>
                  <a:pt x="-16" y="369"/>
                  <a:pt x="-9" y="797"/>
                  <a:pt x="120" y="1156"/>
                </a:cubicBezTo>
                <a:cubicBezTo>
                  <a:pt x="217" y="1425"/>
                  <a:pt x="315" y="1589"/>
                  <a:pt x="494" y="1791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3487680" y="3294000"/>
            <a:ext cx="53280" cy="61560"/>
          </a:xfrm>
          <a:custGeom>
            <a:avLst/>
            <a:gdLst/>
            <a:ahLst/>
            <a:rect l="0" t="0" r="r" b="b"/>
            <a:pathLst>
              <a:path w="148" h="171">
                <a:moveTo>
                  <a:pt x="148" y="171"/>
                </a:moveTo>
                <a:lnTo>
                  <a:pt x="89" y="0"/>
                </a:lnTo>
                <a:lnTo>
                  <a:pt x="91" y="106"/>
                </a:lnTo>
                <a:lnTo>
                  <a:pt x="0" y="108"/>
                </a:lnTo>
                <a:lnTo>
                  <a:pt x="148" y="171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292840" y="2947320"/>
            <a:ext cx="828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discover service + Endpoint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565800" y="2896560"/>
            <a:ext cx="420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create referral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794400" y="2481840"/>
            <a:ext cx="523080" cy="847080"/>
          </a:xfrm>
          <a:custGeom>
            <a:avLst/>
            <a:gdLst/>
            <a:ahLst/>
            <a:rect l="0" t="0" r="r" b="b"/>
            <a:pathLst>
              <a:path fill="none" w="1453" h="2353">
                <a:moveTo>
                  <a:pt x="0" y="0"/>
                </a:moveTo>
                <a:cubicBezTo>
                  <a:pt x="505" y="208"/>
                  <a:pt x="1055" y="553"/>
                  <a:pt x="1354" y="1115"/>
                </a:cubicBezTo>
                <a:cubicBezTo>
                  <a:pt x="1599" y="1578"/>
                  <a:pt x="1357" y="1986"/>
                  <a:pt x="972" y="2353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4117320" y="3295080"/>
            <a:ext cx="55080" cy="59400"/>
          </a:xfrm>
          <a:custGeom>
            <a:avLst/>
            <a:gdLst/>
            <a:ahLst/>
            <a:rect l="0" t="0" r="r" b="b"/>
            <a:pathLst>
              <a:path w="153" h="165">
                <a:moveTo>
                  <a:pt x="0" y="165"/>
                </a:moveTo>
                <a:lnTo>
                  <a:pt x="153" y="117"/>
                </a:lnTo>
                <a:lnTo>
                  <a:pt x="62" y="105"/>
                </a:lnTo>
                <a:lnTo>
                  <a:pt x="71" y="0"/>
                </a:lnTo>
                <a:lnTo>
                  <a:pt x="0" y="165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387240" y="2999880"/>
            <a:ext cx="713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(ServiceRequest + Task)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930840" y="3863520"/>
            <a:ext cx="74160" cy="634320"/>
          </a:xfrm>
          <a:custGeom>
            <a:avLst/>
            <a:gdLst/>
            <a:ahLst/>
            <a:rect l="0" t="0" r="r" b="b"/>
            <a:pathLst>
              <a:path fill="none" w="206" h="1762">
                <a:moveTo>
                  <a:pt x="70" y="1762"/>
                </a:moveTo>
                <a:cubicBezTo>
                  <a:pt x="171" y="1420"/>
                  <a:pt x="250" y="992"/>
                  <a:pt x="178" y="607"/>
                </a:cubicBezTo>
                <a:cubicBezTo>
                  <a:pt x="133" y="366"/>
                  <a:pt x="89" y="217"/>
                  <a:pt x="0" y="0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916080" y="3826800"/>
            <a:ext cx="43200" cy="66960"/>
          </a:xfrm>
          <a:custGeom>
            <a:avLst/>
            <a:gdLst/>
            <a:ahLst/>
            <a:rect l="0" t="0" r="r" b="b"/>
            <a:pathLst>
              <a:path w="120" h="186">
                <a:moveTo>
                  <a:pt x="0" y="0"/>
                </a:moveTo>
                <a:lnTo>
                  <a:pt x="4" y="186"/>
                </a:lnTo>
                <a:lnTo>
                  <a:pt x="35" y="85"/>
                </a:lnTo>
                <a:lnTo>
                  <a:pt x="12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318200" y="2947320"/>
            <a:ext cx="952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search Slot / book Appointment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4010400" y="4095360"/>
            <a:ext cx="603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triage, publish Slots,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269160" y="3826800"/>
            <a:ext cx="203760" cy="647640"/>
          </a:xfrm>
          <a:custGeom>
            <a:avLst/>
            <a:gdLst/>
            <a:ahLst/>
            <a:rect l="0" t="0" r="r" b="b"/>
            <a:pathLst>
              <a:path fill="none" w="566" h="1799">
                <a:moveTo>
                  <a:pt x="566" y="0"/>
                </a:moveTo>
                <a:cubicBezTo>
                  <a:pt x="172" y="357"/>
                  <a:pt x="-150" y="827"/>
                  <a:pt x="74" y="1309"/>
                </a:cubicBezTo>
                <a:cubicBezTo>
                  <a:pt x="177" y="1528"/>
                  <a:pt x="255" y="1645"/>
                  <a:pt x="426" y="1799"/>
                </a:cubicBezTo>
              </a:path>
            </a:pathLst>
          </a:custGeom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394440" y="4440240"/>
            <a:ext cx="55080" cy="58680"/>
          </a:xfrm>
          <a:custGeom>
            <a:avLst/>
            <a:gdLst/>
            <a:ahLst/>
            <a:rect l="0" t="0" r="r" b="b"/>
            <a:pathLst>
              <a:path w="153" h="163">
                <a:moveTo>
                  <a:pt x="153" y="163"/>
                </a:moveTo>
                <a:lnTo>
                  <a:pt x="78" y="0"/>
                </a:lnTo>
                <a:lnTo>
                  <a:pt x="90" y="105"/>
                </a:lnTo>
                <a:lnTo>
                  <a:pt x="0" y="119"/>
                </a:lnTo>
                <a:lnTo>
                  <a:pt x="153" y="163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083120" y="4198680"/>
            <a:ext cx="496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conﬁrm booking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293000" y="2682720"/>
            <a:ext cx="1514160" cy="658440"/>
          </a:xfrm>
          <a:custGeom>
            <a:avLst/>
            <a:gdLst/>
            <a:ahLst/>
            <a:rect l="0" t="0" r="r" b="b"/>
            <a:pathLst>
              <a:path w="4206" h="1829">
                <a:moveTo>
                  <a:pt x="4206" y="8"/>
                </a:moveTo>
                <a:cubicBezTo>
                  <a:pt x="4190" y="47"/>
                  <a:pt x="4174" y="86"/>
                  <a:pt x="4157" y="123"/>
                </a:cubicBezTo>
                <a:lnTo>
                  <a:pt x="4143" y="115"/>
                </a:lnTo>
                <a:cubicBezTo>
                  <a:pt x="4160" y="77"/>
                  <a:pt x="4176" y="39"/>
                  <a:pt x="4192" y="0"/>
                </a:cubicBezTo>
                <a:lnTo>
                  <a:pt x="4206" y="8"/>
                </a:lnTo>
                <a:moveTo>
                  <a:pt x="4104" y="239"/>
                </a:moveTo>
                <a:cubicBezTo>
                  <a:pt x="4086" y="279"/>
                  <a:pt x="4067" y="317"/>
                  <a:pt x="4047" y="355"/>
                </a:cubicBezTo>
                <a:lnTo>
                  <a:pt x="4034" y="345"/>
                </a:lnTo>
                <a:cubicBezTo>
                  <a:pt x="4053" y="308"/>
                  <a:pt x="4072" y="269"/>
                  <a:pt x="4090" y="230"/>
                </a:cubicBezTo>
                <a:lnTo>
                  <a:pt x="4104" y="239"/>
                </a:lnTo>
                <a:moveTo>
                  <a:pt x="3988" y="465"/>
                </a:moveTo>
                <a:cubicBezTo>
                  <a:pt x="3968" y="503"/>
                  <a:pt x="3947" y="539"/>
                  <a:pt x="3925" y="574"/>
                </a:cubicBezTo>
                <a:lnTo>
                  <a:pt x="3912" y="564"/>
                </a:lnTo>
                <a:cubicBezTo>
                  <a:pt x="3933" y="528"/>
                  <a:pt x="3954" y="492"/>
                  <a:pt x="3975" y="455"/>
                </a:cubicBezTo>
                <a:lnTo>
                  <a:pt x="3988" y="465"/>
                </a:lnTo>
                <a:moveTo>
                  <a:pt x="3858" y="681"/>
                </a:moveTo>
                <a:cubicBezTo>
                  <a:pt x="3835" y="716"/>
                  <a:pt x="3811" y="750"/>
                  <a:pt x="3787" y="784"/>
                </a:cubicBezTo>
                <a:lnTo>
                  <a:pt x="3775" y="771"/>
                </a:lnTo>
                <a:cubicBezTo>
                  <a:pt x="3799" y="738"/>
                  <a:pt x="3823" y="704"/>
                  <a:pt x="3846" y="669"/>
                </a:cubicBezTo>
                <a:lnTo>
                  <a:pt x="3858" y="681"/>
                </a:lnTo>
                <a:moveTo>
                  <a:pt x="3712" y="881"/>
                </a:moveTo>
                <a:cubicBezTo>
                  <a:pt x="3686" y="914"/>
                  <a:pt x="3660" y="944"/>
                  <a:pt x="3633" y="974"/>
                </a:cubicBezTo>
                <a:lnTo>
                  <a:pt x="3622" y="960"/>
                </a:lnTo>
                <a:cubicBezTo>
                  <a:pt x="3649" y="931"/>
                  <a:pt x="3675" y="900"/>
                  <a:pt x="3701" y="868"/>
                </a:cubicBezTo>
                <a:lnTo>
                  <a:pt x="3712" y="881"/>
                </a:lnTo>
                <a:moveTo>
                  <a:pt x="3549" y="1060"/>
                </a:moveTo>
                <a:cubicBezTo>
                  <a:pt x="3519" y="1089"/>
                  <a:pt x="3489" y="1115"/>
                  <a:pt x="3459" y="1140"/>
                </a:cubicBezTo>
                <a:lnTo>
                  <a:pt x="3450" y="1125"/>
                </a:lnTo>
                <a:cubicBezTo>
                  <a:pt x="3480" y="1100"/>
                  <a:pt x="3509" y="1074"/>
                  <a:pt x="3538" y="1046"/>
                </a:cubicBezTo>
                <a:lnTo>
                  <a:pt x="3549" y="1060"/>
                </a:lnTo>
                <a:moveTo>
                  <a:pt x="3363" y="1214"/>
                </a:moveTo>
                <a:cubicBezTo>
                  <a:pt x="3331" y="1238"/>
                  <a:pt x="3300" y="1260"/>
                  <a:pt x="3268" y="1282"/>
                </a:cubicBezTo>
                <a:lnTo>
                  <a:pt x="3260" y="1266"/>
                </a:lnTo>
                <a:cubicBezTo>
                  <a:pt x="3292" y="1244"/>
                  <a:pt x="3323" y="1222"/>
                  <a:pt x="3355" y="1198"/>
                </a:cubicBezTo>
                <a:lnTo>
                  <a:pt x="3363" y="1214"/>
                </a:lnTo>
                <a:moveTo>
                  <a:pt x="3171" y="1345"/>
                </a:moveTo>
                <a:cubicBezTo>
                  <a:pt x="3137" y="1365"/>
                  <a:pt x="3104" y="1385"/>
                  <a:pt x="3070" y="1403"/>
                </a:cubicBezTo>
                <a:lnTo>
                  <a:pt x="3063" y="1386"/>
                </a:lnTo>
                <a:cubicBezTo>
                  <a:pt x="3097" y="1368"/>
                  <a:pt x="3130" y="1349"/>
                  <a:pt x="3163" y="1328"/>
                </a:cubicBezTo>
                <a:lnTo>
                  <a:pt x="3171" y="1345"/>
                </a:lnTo>
                <a:moveTo>
                  <a:pt x="2968" y="1456"/>
                </a:moveTo>
                <a:cubicBezTo>
                  <a:pt x="2933" y="1472"/>
                  <a:pt x="2899" y="1488"/>
                  <a:pt x="2864" y="1502"/>
                </a:cubicBezTo>
                <a:lnTo>
                  <a:pt x="2858" y="1484"/>
                </a:lnTo>
                <a:cubicBezTo>
                  <a:pt x="2893" y="1470"/>
                  <a:pt x="2928" y="1455"/>
                  <a:pt x="2962" y="1438"/>
                </a:cubicBezTo>
                <a:lnTo>
                  <a:pt x="2968" y="1456"/>
                </a:lnTo>
                <a:moveTo>
                  <a:pt x="2756" y="1541"/>
                </a:moveTo>
                <a:cubicBezTo>
                  <a:pt x="2720" y="1553"/>
                  <a:pt x="2684" y="1564"/>
                  <a:pt x="2648" y="1574"/>
                </a:cubicBezTo>
                <a:lnTo>
                  <a:pt x="2645" y="1555"/>
                </a:lnTo>
                <a:cubicBezTo>
                  <a:pt x="2681" y="1546"/>
                  <a:pt x="2716" y="1535"/>
                  <a:pt x="2752" y="1523"/>
                </a:cubicBezTo>
                <a:lnTo>
                  <a:pt x="2756" y="1541"/>
                </a:lnTo>
                <a:moveTo>
                  <a:pt x="2538" y="1599"/>
                </a:moveTo>
                <a:cubicBezTo>
                  <a:pt x="2502" y="1606"/>
                  <a:pt x="2465" y="1612"/>
                  <a:pt x="2428" y="1617"/>
                </a:cubicBezTo>
                <a:lnTo>
                  <a:pt x="2426" y="1598"/>
                </a:lnTo>
                <a:cubicBezTo>
                  <a:pt x="2463" y="1593"/>
                  <a:pt x="2500" y="1587"/>
                  <a:pt x="2536" y="1580"/>
                </a:cubicBezTo>
                <a:lnTo>
                  <a:pt x="2538" y="1599"/>
                </a:lnTo>
                <a:moveTo>
                  <a:pt x="2316" y="1628"/>
                </a:moveTo>
                <a:cubicBezTo>
                  <a:pt x="2280" y="1630"/>
                  <a:pt x="2243" y="1632"/>
                  <a:pt x="2205" y="1633"/>
                </a:cubicBezTo>
                <a:lnTo>
                  <a:pt x="2205" y="1614"/>
                </a:lnTo>
                <a:cubicBezTo>
                  <a:pt x="2243" y="1613"/>
                  <a:pt x="2280" y="1612"/>
                  <a:pt x="2315" y="1609"/>
                </a:cubicBezTo>
                <a:lnTo>
                  <a:pt x="2316" y="1628"/>
                </a:lnTo>
                <a:moveTo>
                  <a:pt x="2093" y="1633"/>
                </a:moveTo>
                <a:cubicBezTo>
                  <a:pt x="2058" y="1632"/>
                  <a:pt x="2021" y="1631"/>
                  <a:pt x="1982" y="1629"/>
                </a:cubicBezTo>
                <a:lnTo>
                  <a:pt x="1982" y="1610"/>
                </a:lnTo>
                <a:cubicBezTo>
                  <a:pt x="2022" y="1612"/>
                  <a:pt x="2059" y="1613"/>
                  <a:pt x="2094" y="1614"/>
                </a:cubicBezTo>
                <a:lnTo>
                  <a:pt x="2093" y="1633"/>
                </a:lnTo>
                <a:moveTo>
                  <a:pt x="1871" y="1622"/>
                </a:moveTo>
                <a:lnTo>
                  <a:pt x="1761" y="1614"/>
                </a:lnTo>
                <a:lnTo>
                  <a:pt x="1762" y="1595"/>
                </a:lnTo>
                <a:lnTo>
                  <a:pt x="1872" y="1603"/>
                </a:lnTo>
                <a:lnTo>
                  <a:pt x="1871" y="1622"/>
                </a:lnTo>
                <a:moveTo>
                  <a:pt x="1649" y="1605"/>
                </a:moveTo>
                <a:lnTo>
                  <a:pt x="1538" y="1596"/>
                </a:lnTo>
                <a:lnTo>
                  <a:pt x="1539" y="1577"/>
                </a:lnTo>
                <a:lnTo>
                  <a:pt x="1650" y="1586"/>
                </a:lnTo>
                <a:lnTo>
                  <a:pt x="1649" y="1605"/>
                </a:lnTo>
                <a:moveTo>
                  <a:pt x="1429" y="1589"/>
                </a:moveTo>
                <a:cubicBezTo>
                  <a:pt x="1390" y="1587"/>
                  <a:pt x="1353" y="1586"/>
                  <a:pt x="1318" y="1585"/>
                </a:cubicBezTo>
                <a:lnTo>
                  <a:pt x="1318" y="1566"/>
                </a:lnTo>
                <a:cubicBezTo>
                  <a:pt x="1354" y="1567"/>
                  <a:pt x="1391" y="1569"/>
                  <a:pt x="1430" y="1571"/>
                </a:cubicBezTo>
                <a:lnTo>
                  <a:pt x="1429" y="1589"/>
                </a:lnTo>
                <a:moveTo>
                  <a:pt x="1204" y="1583"/>
                </a:moveTo>
                <a:cubicBezTo>
                  <a:pt x="1166" y="1583"/>
                  <a:pt x="1129" y="1584"/>
                  <a:pt x="1093" y="1585"/>
                </a:cubicBezTo>
                <a:lnTo>
                  <a:pt x="1093" y="1566"/>
                </a:lnTo>
                <a:cubicBezTo>
                  <a:pt x="1129" y="1565"/>
                  <a:pt x="1166" y="1564"/>
                  <a:pt x="1204" y="1564"/>
                </a:cubicBezTo>
                <a:lnTo>
                  <a:pt x="1204" y="1583"/>
                </a:lnTo>
                <a:moveTo>
                  <a:pt x="981" y="1591"/>
                </a:moveTo>
                <a:cubicBezTo>
                  <a:pt x="944" y="1594"/>
                  <a:pt x="908" y="1597"/>
                  <a:pt x="871" y="1601"/>
                </a:cubicBezTo>
                <a:lnTo>
                  <a:pt x="870" y="1582"/>
                </a:lnTo>
                <a:cubicBezTo>
                  <a:pt x="906" y="1578"/>
                  <a:pt x="943" y="1575"/>
                  <a:pt x="980" y="1572"/>
                </a:cubicBezTo>
                <a:lnTo>
                  <a:pt x="981" y="1591"/>
                </a:lnTo>
                <a:moveTo>
                  <a:pt x="759" y="1615"/>
                </a:moveTo>
                <a:cubicBezTo>
                  <a:pt x="723" y="1621"/>
                  <a:pt x="687" y="1627"/>
                  <a:pt x="651" y="1634"/>
                </a:cubicBezTo>
                <a:lnTo>
                  <a:pt x="649" y="1615"/>
                </a:lnTo>
                <a:cubicBezTo>
                  <a:pt x="685" y="1609"/>
                  <a:pt x="721" y="1602"/>
                  <a:pt x="757" y="1597"/>
                </a:cubicBezTo>
                <a:lnTo>
                  <a:pt x="759" y="1615"/>
                </a:lnTo>
                <a:moveTo>
                  <a:pt x="540" y="1658"/>
                </a:moveTo>
                <a:cubicBezTo>
                  <a:pt x="505" y="1666"/>
                  <a:pt x="469" y="1675"/>
                  <a:pt x="434" y="1684"/>
                </a:cubicBezTo>
                <a:lnTo>
                  <a:pt x="430" y="1666"/>
                </a:lnTo>
                <a:cubicBezTo>
                  <a:pt x="466" y="1656"/>
                  <a:pt x="501" y="1647"/>
                  <a:pt x="537" y="1639"/>
                </a:cubicBezTo>
                <a:lnTo>
                  <a:pt x="540" y="1658"/>
                </a:lnTo>
                <a:moveTo>
                  <a:pt x="324" y="1716"/>
                </a:moveTo>
                <a:lnTo>
                  <a:pt x="288" y="1728"/>
                </a:lnTo>
                <a:lnTo>
                  <a:pt x="214" y="1752"/>
                </a:lnTo>
                <a:lnTo>
                  <a:pt x="210" y="1733"/>
                </a:lnTo>
                <a:lnTo>
                  <a:pt x="284" y="1710"/>
                </a:lnTo>
                <a:lnTo>
                  <a:pt x="320" y="1698"/>
                </a:lnTo>
                <a:lnTo>
                  <a:pt x="324" y="1716"/>
                </a:lnTo>
                <a:moveTo>
                  <a:pt x="110" y="1787"/>
                </a:moveTo>
                <a:cubicBezTo>
                  <a:pt x="80" y="1798"/>
                  <a:pt x="46" y="1812"/>
                  <a:pt x="6" y="1829"/>
                </a:cubicBezTo>
                <a:lnTo>
                  <a:pt x="0" y="1811"/>
                </a:lnTo>
                <a:cubicBezTo>
                  <a:pt x="41" y="1794"/>
                  <a:pt x="75" y="1781"/>
                  <a:pt x="105" y="1770"/>
                </a:cubicBezTo>
                <a:lnTo>
                  <a:pt x="110" y="1787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254840" y="3308040"/>
            <a:ext cx="56520" cy="51480"/>
          </a:xfrm>
          <a:custGeom>
            <a:avLst/>
            <a:gdLst/>
            <a:ahLst/>
            <a:rect l="0" t="0" r="r" b="b"/>
            <a:pathLst>
              <a:path w="157" h="143">
                <a:moveTo>
                  <a:pt x="0" y="128"/>
                </a:moveTo>
                <a:lnTo>
                  <a:pt x="157" y="143"/>
                </a:lnTo>
                <a:lnTo>
                  <a:pt x="75" y="97"/>
                </a:lnTo>
                <a:lnTo>
                  <a:pt x="113" y="0"/>
                </a:lnTo>
                <a:lnTo>
                  <a:pt x="0" y="128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301560" y="4146120"/>
            <a:ext cx="536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deliver new Tasks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69080" y="3881520"/>
            <a:ext cx="555120" cy="1419840"/>
          </a:xfrm>
          <a:custGeom>
            <a:avLst/>
            <a:gdLst/>
            <a:ahLst/>
            <a:rect l="0" t="0" r="r" b="b"/>
            <a:pathLst>
              <a:path w="1542" h="3944">
                <a:moveTo>
                  <a:pt x="14" y="0"/>
                </a:moveTo>
                <a:lnTo>
                  <a:pt x="60" y="117"/>
                </a:lnTo>
                <a:lnTo>
                  <a:pt x="45" y="125"/>
                </a:lnTo>
                <a:lnTo>
                  <a:pt x="0" y="8"/>
                </a:lnTo>
                <a:lnTo>
                  <a:pt x="14" y="0"/>
                </a:lnTo>
                <a:moveTo>
                  <a:pt x="107" y="238"/>
                </a:moveTo>
                <a:lnTo>
                  <a:pt x="152" y="356"/>
                </a:lnTo>
                <a:lnTo>
                  <a:pt x="138" y="364"/>
                </a:lnTo>
                <a:lnTo>
                  <a:pt x="92" y="246"/>
                </a:lnTo>
                <a:lnTo>
                  <a:pt x="107" y="238"/>
                </a:lnTo>
                <a:moveTo>
                  <a:pt x="199" y="476"/>
                </a:moveTo>
                <a:lnTo>
                  <a:pt x="244" y="591"/>
                </a:lnTo>
                <a:lnTo>
                  <a:pt x="229" y="599"/>
                </a:lnTo>
                <a:lnTo>
                  <a:pt x="184" y="483"/>
                </a:lnTo>
                <a:lnTo>
                  <a:pt x="199" y="476"/>
                </a:lnTo>
                <a:moveTo>
                  <a:pt x="290" y="709"/>
                </a:moveTo>
                <a:lnTo>
                  <a:pt x="336" y="830"/>
                </a:lnTo>
                <a:lnTo>
                  <a:pt x="322" y="838"/>
                </a:lnTo>
                <a:lnTo>
                  <a:pt x="275" y="717"/>
                </a:lnTo>
                <a:lnTo>
                  <a:pt x="290" y="709"/>
                </a:lnTo>
                <a:moveTo>
                  <a:pt x="384" y="953"/>
                </a:moveTo>
                <a:lnTo>
                  <a:pt x="430" y="1070"/>
                </a:lnTo>
                <a:lnTo>
                  <a:pt x="415" y="1078"/>
                </a:lnTo>
                <a:lnTo>
                  <a:pt x="370" y="961"/>
                </a:lnTo>
                <a:lnTo>
                  <a:pt x="384" y="953"/>
                </a:lnTo>
                <a:moveTo>
                  <a:pt x="475" y="1189"/>
                </a:moveTo>
                <a:lnTo>
                  <a:pt x="522" y="1308"/>
                </a:lnTo>
                <a:lnTo>
                  <a:pt x="507" y="1316"/>
                </a:lnTo>
                <a:lnTo>
                  <a:pt x="461" y="1196"/>
                </a:lnTo>
                <a:lnTo>
                  <a:pt x="475" y="1189"/>
                </a:lnTo>
                <a:moveTo>
                  <a:pt x="569" y="1429"/>
                </a:moveTo>
                <a:lnTo>
                  <a:pt x="615" y="1549"/>
                </a:lnTo>
                <a:lnTo>
                  <a:pt x="601" y="1557"/>
                </a:lnTo>
                <a:lnTo>
                  <a:pt x="554" y="1437"/>
                </a:lnTo>
                <a:lnTo>
                  <a:pt x="569" y="1429"/>
                </a:lnTo>
                <a:moveTo>
                  <a:pt x="662" y="1668"/>
                </a:moveTo>
                <a:lnTo>
                  <a:pt x="709" y="1787"/>
                </a:lnTo>
                <a:lnTo>
                  <a:pt x="694" y="1795"/>
                </a:lnTo>
                <a:lnTo>
                  <a:pt x="648" y="1675"/>
                </a:lnTo>
                <a:lnTo>
                  <a:pt x="662" y="1668"/>
                </a:lnTo>
                <a:moveTo>
                  <a:pt x="755" y="1906"/>
                </a:moveTo>
                <a:lnTo>
                  <a:pt x="766" y="1935"/>
                </a:lnTo>
                <a:lnTo>
                  <a:pt x="801" y="2026"/>
                </a:lnTo>
                <a:lnTo>
                  <a:pt x="787" y="2034"/>
                </a:lnTo>
                <a:lnTo>
                  <a:pt x="752" y="1942"/>
                </a:lnTo>
                <a:lnTo>
                  <a:pt x="741" y="1914"/>
                </a:lnTo>
                <a:lnTo>
                  <a:pt x="755" y="1906"/>
                </a:lnTo>
                <a:moveTo>
                  <a:pt x="848" y="2146"/>
                </a:moveTo>
                <a:lnTo>
                  <a:pt x="895" y="2266"/>
                </a:lnTo>
                <a:lnTo>
                  <a:pt x="880" y="2274"/>
                </a:lnTo>
                <a:lnTo>
                  <a:pt x="834" y="2154"/>
                </a:lnTo>
                <a:lnTo>
                  <a:pt x="848" y="2146"/>
                </a:lnTo>
                <a:moveTo>
                  <a:pt x="941" y="2385"/>
                </a:moveTo>
                <a:lnTo>
                  <a:pt x="987" y="2504"/>
                </a:lnTo>
                <a:lnTo>
                  <a:pt x="972" y="2512"/>
                </a:lnTo>
                <a:lnTo>
                  <a:pt x="926" y="2393"/>
                </a:lnTo>
                <a:lnTo>
                  <a:pt x="941" y="2385"/>
                </a:lnTo>
                <a:moveTo>
                  <a:pt x="1033" y="2622"/>
                </a:moveTo>
                <a:lnTo>
                  <a:pt x="1080" y="2744"/>
                </a:lnTo>
                <a:lnTo>
                  <a:pt x="1066" y="2752"/>
                </a:lnTo>
                <a:lnTo>
                  <a:pt x="1018" y="2630"/>
                </a:lnTo>
                <a:lnTo>
                  <a:pt x="1033" y="2622"/>
                </a:lnTo>
                <a:moveTo>
                  <a:pt x="1127" y="2864"/>
                </a:moveTo>
                <a:lnTo>
                  <a:pt x="1173" y="2983"/>
                </a:lnTo>
                <a:lnTo>
                  <a:pt x="1158" y="2991"/>
                </a:lnTo>
                <a:lnTo>
                  <a:pt x="1112" y="2872"/>
                </a:lnTo>
                <a:lnTo>
                  <a:pt x="1127" y="2864"/>
                </a:lnTo>
                <a:moveTo>
                  <a:pt x="1218" y="3101"/>
                </a:moveTo>
                <a:lnTo>
                  <a:pt x="1264" y="3220"/>
                </a:lnTo>
                <a:lnTo>
                  <a:pt x="1250" y="3228"/>
                </a:lnTo>
                <a:lnTo>
                  <a:pt x="1204" y="3109"/>
                </a:lnTo>
                <a:lnTo>
                  <a:pt x="1218" y="3101"/>
                </a:lnTo>
                <a:moveTo>
                  <a:pt x="1311" y="3339"/>
                </a:moveTo>
                <a:lnTo>
                  <a:pt x="1357" y="3458"/>
                </a:lnTo>
                <a:lnTo>
                  <a:pt x="1343" y="3466"/>
                </a:lnTo>
                <a:lnTo>
                  <a:pt x="1296" y="3347"/>
                </a:lnTo>
                <a:lnTo>
                  <a:pt x="1311" y="3339"/>
                </a:lnTo>
                <a:moveTo>
                  <a:pt x="1403" y="3577"/>
                </a:moveTo>
                <a:lnTo>
                  <a:pt x="1450" y="3697"/>
                </a:lnTo>
                <a:lnTo>
                  <a:pt x="1435" y="3705"/>
                </a:lnTo>
                <a:lnTo>
                  <a:pt x="1389" y="3585"/>
                </a:lnTo>
                <a:lnTo>
                  <a:pt x="1403" y="3577"/>
                </a:lnTo>
                <a:moveTo>
                  <a:pt x="1496" y="3816"/>
                </a:moveTo>
                <a:lnTo>
                  <a:pt x="1542" y="3936"/>
                </a:lnTo>
                <a:lnTo>
                  <a:pt x="1528" y="3944"/>
                </a:lnTo>
                <a:lnTo>
                  <a:pt x="1481" y="3823"/>
                </a:lnTo>
                <a:lnTo>
                  <a:pt x="1496" y="3816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809080" y="5310720"/>
            <a:ext cx="42840" cy="66960"/>
          </a:xfrm>
          <a:custGeom>
            <a:avLst/>
            <a:gdLst/>
            <a:ahLst/>
            <a:rect l="0" t="0" r="r" b="b"/>
            <a:pathLst>
              <a:path w="119" h="186">
                <a:moveTo>
                  <a:pt x="119" y="186"/>
                </a:moveTo>
                <a:lnTo>
                  <a:pt x="117" y="0"/>
                </a:lnTo>
                <a:lnTo>
                  <a:pt x="85" y="101"/>
                </a:lnTo>
                <a:lnTo>
                  <a:pt x="0" y="64"/>
                </a:lnTo>
                <a:lnTo>
                  <a:pt x="119" y="186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937960" y="3823920"/>
            <a:ext cx="505080" cy="1486800"/>
          </a:xfrm>
          <a:custGeom>
            <a:avLst/>
            <a:gdLst/>
            <a:ahLst/>
            <a:rect l="0" t="0" r="r" b="b"/>
            <a:pathLst>
              <a:path w="1403" h="4130">
                <a:moveTo>
                  <a:pt x="1403" y="16"/>
                </a:moveTo>
                <a:cubicBezTo>
                  <a:pt x="1373" y="41"/>
                  <a:pt x="1343" y="67"/>
                  <a:pt x="1314" y="93"/>
                </a:cubicBezTo>
                <a:lnTo>
                  <a:pt x="1304" y="79"/>
                </a:lnTo>
                <a:cubicBezTo>
                  <a:pt x="1333" y="52"/>
                  <a:pt x="1363" y="26"/>
                  <a:pt x="1394" y="0"/>
                </a:cubicBezTo>
                <a:lnTo>
                  <a:pt x="1403" y="16"/>
                </a:lnTo>
                <a:moveTo>
                  <a:pt x="1227" y="175"/>
                </a:moveTo>
                <a:cubicBezTo>
                  <a:pt x="1198" y="203"/>
                  <a:pt x="1170" y="232"/>
                  <a:pt x="1143" y="260"/>
                </a:cubicBezTo>
                <a:lnTo>
                  <a:pt x="1132" y="246"/>
                </a:lnTo>
                <a:cubicBezTo>
                  <a:pt x="1159" y="218"/>
                  <a:pt x="1188" y="189"/>
                  <a:pt x="1217" y="161"/>
                </a:cubicBezTo>
                <a:lnTo>
                  <a:pt x="1227" y="175"/>
                </a:lnTo>
                <a:moveTo>
                  <a:pt x="1061" y="350"/>
                </a:moveTo>
                <a:cubicBezTo>
                  <a:pt x="1034" y="381"/>
                  <a:pt x="1008" y="412"/>
                  <a:pt x="984" y="443"/>
                </a:cubicBezTo>
                <a:lnTo>
                  <a:pt x="972" y="430"/>
                </a:lnTo>
                <a:cubicBezTo>
                  <a:pt x="997" y="399"/>
                  <a:pt x="1023" y="367"/>
                  <a:pt x="1050" y="336"/>
                </a:cubicBezTo>
                <a:lnTo>
                  <a:pt x="1061" y="350"/>
                </a:lnTo>
                <a:moveTo>
                  <a:pt x="909" y="541"/>
                </a:moveTo>
                <a:cubicBezTo>
                  <a:pt x="885" y="575"/>
                  <a:pt x="862" y="609"/>
                  <a:pt x="840" y="644"/>
                </a:cubicBezTo>
                <a:lnTo>
                  <a:pt x="827" y="632"/>
                </a:lnTo>
                <a:cubicBezTo>
                  <a:pt x="849" y="598"/>
                  <a:pt x="872" y="563"/>
                  <a:pt x="897" y="529"/>
                </a:cubicBezTo>
                <a:lnTo>
                  <a:pt x="909" y="541"/>
                </a:lnTo>
                <a:moveTo>
                  <a:pt x="777" y="750"/>
                </a:moveTo>
                <a:cubicBezTo>
                  <a:pt x="757" y="787"/>
                  <a:pt x="737" y="824"/>
                  <a:pt x="718" y="861"/>
                </a:cubicBezTo>
                <a:lnTo>
                  <a:pt x="704" y="851"/>
                </a:lnTo>
                <a:cubicBezTo>
                  <a:pt x="724" y="814"/>
                  <a:pt x="744" y="777"/>
                  <a:pt x="764" y="740"/>
                </a:cubicBezTo>
                <a:lnTo>
                  <a:pt x="777" y="750"/>
                </a:lnTo>
                <a:moveTo>
                  <a:pt x="661" y="974"/>
                </a:moveTo>
                <a:cubicBezTo>
                  <a:pt x="643" y="1011"/>
                  <a:pt x="626" y="1050"/>
                  <a:pt x="608" y="1089"/>
                </a:cubicBezTo>
                <a:lnTo>
                  <a:pt x="594" y="1080"/>
                </a:lnTo>
                <a:cubicBezTo>
                  <a:pt x="612" y="1041"/>
                  <a:pt x="629" y="1002"/>
                  <a:pt x="648" y="965"/>
                </a:cubicBezTo>
                <a:lnTo>
                  <a:pt x="661" y="974"/>
                </a:lnTo>
                <a:moveTo>
                  <a:pt x="558" y="1205"/>
                </a:moveTo>
                <a:cubicBezTo>
                  <a:pt x="542" y="1244"/>
                  <a:pt x="526" y="1284"/>
                  <a:pt x="510" y="1324"/>
                </a:cubicBezTo>
                <a:lnTo>
                  <a:pt x="496" y="1316"/>
                </a:lnTo>
                <a:cubicBezTo>
                  <a:pt x="511" y="1276"/>
                  <a:pt x="527" y="1236"/>
                  <a:pt x="544" y="1197"/>
                </a:cubicBezTo>
                <a:lnTo>
                  <a:pt x="558" y="1205"/>
                </a:lnTo>
                <a:moveTo>
                  <a:pt x="465" y="1443"/>
                </a:moveTo>
                <a:cubicBezTo>
                  <a:pt x="451" y="1483"/>
                  <a:pt x="437" y="1524"/>
                  <a:pt x="423" y="1564"/>
                </a:cubicBezTo>
                <a:lnTo>
                  <a:pt x="409" y="1558"/>
                </a:lnTo>
                <a:cubicBezTo>
                  <a:pt x="422" y="1517"/>
                  <a:pt x="436" y="1476"/>
                  <a:pt x="451" y="1436"/>
                </a:cubicBezTo>
                <a:lnTo>
                  <a:pt x="465" y="1443"/>
                </a:lnTo>
                <a:moveTo>
                  <a:pt x="384" y="1687"/>
                </a:moveTo>
                <a:cubicBezTo>
                  <a:pt x="371" y="1728"/>
                  <a:pt x="359" y="1769"/>
                  <a:pt x="347" y="1811"/>
                </a:cubicBezTo>
                <a:lnTo>
                  <a:pt x="332" y="1805"/>
                </a:lnTo>
                <a:cubicBezTo>
                  <a:pt x="344" y="1763"/>
                  <a:pt x="356" y="1721"/>
                  <a:pt x="369" y="1680"/>
                </a:cubicBezTo>
                <a:lnTo>
                  <a:pt x="384" y="1687"/>
                </a:lnTo>
                <a:moveTo>
                  <a:pt x="312" y="1935"/>
                </a:moveTo>
                <a:cubicBezTo>
                  <a:pt x="301" y="1976"/>
                  <a:pt x="290" y="2018"/>
                  <a:pt x="280" y="2059"/>
                </a:cubicBezTo>
                <a:lnTo>
                  <a:pt x="265" y="2054"/>
                </a:lnTo>
                <a:cubicBezTo>
                  <a:pt x="275" y="2012"/>
                  <a:pt x="286" y="1970"/>
                  <a:pt x="297" y="1929"/>
                </a:cubicBezTo>
                <a:lnTo>
                  <a:pt x="312" y="1935"/>
                </a:lnTo>
                <a:moveTo>
                  <a:pt x="249" y="2186"/>
                </a:moveTo>
                <a:cubicBezTo>
                  <a:pt x="240" y="2228"/>
                  <a:pt x="230" y="2271"/>
                  <a:pt x="221" y="2313"/>
                </a:cubicBezTo>
                <a:lnTo>
                  <a:pt x="206" y="2309"/>
                </a:lnTo>
                <a:cubicBezTo>
                  <a:pt x="215" y="2266"/>
                  <a:pt x="224" y="2224"/>
                  <a:pt x="234" y="2181"/>
                </a:cubicBezTo>
                <a:lnTo>
                  <a:pt x="249" y="2186"/>
                </a:lnTo>
                <a:moveTo>
                  <a:pt x="195" y="2440"/>
                </a:moveTo>
                <a:lnTo>
                  <a:pt x="171" y="2567"/>
                </a:lnTo>
                <a:lnTo>
                  <a:pt x="156" y="2563"/>
                </a:lnTo>
                <a:lnTo>
                  <a:pt x="180" y="2436"/>
                </a:lnTo>
                <a:lnTo>
                  <a:pt x="195" y="2440"/>
                </a:lnTo>
                <a:moveTo>
                  <a:pt x="149" y="2697"/>
                </a:moveTo>
                <a:lnTo>
                  <a:pt x="129" y="2826"/>
                </a:lnTo>
                <a:lnTo>
                  <a:pt x="113" y="2823"/>
                </a:lnTo>
                <a:lnTo>
                  <a:pt x="133" y="2694"/>
                </a:lnTo>
                <a:lnTo>
                  <a:pt x="149" y="2697"/>
                </a:lnTo>
                <a:moveTo>
                  <a:pt x="111" y="2954"/>
                </a:moveTo>
                <a:lnTo>
                  <a:pt x="94" y="3084"/>
                </a:lnTo>
                <a:lnTo>
                  <a:pt x="78" y="3082"/>
                </a:lnTo>
                <a:lnTo>
                  <a:pt x="95" y="2951"/>
                </a:lnTo>
                <a:lnTo>
                  <a:pt x="111" y="2954"/>
                </a:lnTo>
                <a:moveTo>
                  <a:pt x="78" y="3216"/>
                </a:moveTo>
                <a:lnTo>
                  <a:pt x="65" y="3345"/>
                </a:lnTo>
                <a:lnTo>
                  <a:pt x="49" y="3342"/>
                </a:lnTo>
                <a:lnTo>
                  <a:pt x="63" y="3213"/>
                </a:lnTo>
                <a:lnTo>
                  <a:pt x="78" y="3216"/>
                </a:lnTo>
                <a:moveTo>
                  <a:pt x="53" y="3473"/>
                </a:moveTo>
                <a:lnTo>
                  <a:pt x="43" y="3607"/>
                </a:lnTo>
                <a:lnTo>
                  <a:pt x="27" y="3605"/>
                </a:lnTo>
                <a:lnTo>
                  <a:pt x="37" y="3471"/>
                </a:lnTo>
                <a:lnTo>
                  <a:pt x="53" y="3473"/>
                </a:lnTo>
                <a:moveTo>
                  <a:pt x="34" y="3737"/>
                </a:moveTo>
                <a:lnTo>
                  <a:pt x="27" y="3865"/>
                </a:lnTo>
                <a:lnTo>
                  <a:pt x="11" y="3864"/>
                </a:lnTo>
                <a:lnTo>
                  <a:pt x="18" y="3735"/>
                </a:lnTo>
                <a:lnTo>
                  <a:pt x="34" y="3737"/>
                </a:lnTo>
                <a:moveTo>
                  <a:pt x="20" y="4001"/>
                </a:moveTo>
                <a:lnTo>
                  <a:pt x="16" y="4130"/>
                </a:lnTo>
                <a:lnTo>
                  <a:pt x="0" y="4129"/>
                </a:lnTo>
                <a:lnTo>
                  <a:pt x="4" y="4000"/>
                </a:lnTo>
                <a:lnTo>
                  <a:pt x="20" y="4001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917800" y="5315040"/>
            <a:ext cx="46080" cy="61920"/>
          </a:xfrm>
          <a:custGeom>
            <a:avLst/>
            <a:gdLst/>
            <a:ahLst/>
            <a:rect l="0" t="0" r="r" b="b"/>
            <a:pathLst>
              <a:path w="128" h="172">
                <a:moveTo>
                  <a:pt x="59" y="172"/>
                </a:moveTo>
                <a:lnTo>
                  <a:pt x="128" y="5"/>
                </a:lnTo>
                <a:lnTo>
                  <a:pt x="62" y="77"/>
                </a:lnTo>
                <a:lnTo>
                  <a:pt x="0" y="0"/>
                </a:lnTo>
                <a:lnTo>
                  <a:pt x="59" y="172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211920" y="4967280"/>
            <a:ext cx="412560" cy="386640"/>
          </a:xfrm>
          <a:custGeom>
            <a:avLst/>
            <a:gdLst/>
            <a:ahLst/>
            <a:rect l="0" t="0" r="r" b="b"/>
            <a:pathLst>
              <a:path w="1146" h="1074">
                <a:moveTo>
                  <a:pt x="1146" y="15"/>
                </a:moveTo>
                <a:lnTo>
                  <a:pt x="1059" y="96"/>
                </a:lnTo>
                <a:lnTo>
                  <a:pt x="1050" y="81"/>
                </a:lnTo>
                <a:lnTo>
                  <a:pt x="1136" y="0"/>
                </a:lnTo>
                <a:lnTo>
                  <a:pt x="1146" y="15"/>
                </a:lnTo>
                <a:moveTo>
                  <a:pt x="973" y="177"/>
                </a:moveTo>
                <a:lnTo>
                  <a:pt x="885" y="258"/>
                </a:lnTo>
                <a:lnTo>
                  <a:pt x="875" y="243"/>
                </a:lnTo>
                <a:lnTo>
                  <a:pt x="963" y="162"/>
                </a:lnTo>
                <a:lnTo>
                  <a:pt x="973" y="177"/>
                </a:lnTo>
                <a:moveTo>
                  <a:pt x="797" y="340"/>
                </a:moveTo>
                <a:lnTo>
                  <a:pt x="709" y="421"/>
                </a:lnTo>
                <a:lnTo>
                  <a:pt x="699" y="407"/>
                </a:lnTo>
                <a:lnTo>
                  <a:pt x="787" y="325"/>
                </a:lnTo>
                <a:lnTo>
                  <a:pt x="797" y="340"/>
                </a:lnTo>
                <a:moveTo>
                  <a:pt x="621" y="503"/>
                </a:moveTo>
                <a:lnTo>
                  <a:pt x="580" y="542"/>
                </a:lnTo>
                <a:lnTo>
                  <a:pt x="533" y="585"/>
                </a:lnTo>
                <a:lnTo>
                  <a:pt x="524" y="570"/>
                </a:lnTo>
                <a:lnTo>
                  <a:pt x="570" y="527"/>
                </a:lnTo>
                <a:lnTo>
                  <a:pt x="611" y="489"/>
                </a:lnTo>
                <a:lnTo>
                  <a:pt x="621" y="503"/>
                </a:lnTo>
                <a:moveTo>
                  <a:pt x="446" y="667"/>
                </a:moveTo>
                <a:lnTo>
                  <a:pt x="358" y="750"/>
                </a:lnTo>
                <a:lnTo>
                  <a:pt x="348" y="735"/>
                </a:lnTo>
                <a:lnTo>
                  <a:pt x="436" y="652"/>
                </a:lnTo>
                <a:lnTo>
                  <a:pt x="446" y="667"/>
                </a:lnTo>
                <a:moveTo>
                  <a:pt x="270" y="831"/>
                </a:moveTo>
                <a:lnTo>
                  <a:pt x="183" y="912"/>
                </a:lnTo>
                <a:lnTo>
                  <a:pt x="173" y="898"/>
                </a:lnTo>
                <a:lnTo>
                  <a:pt x="261" y="816"/>
                </a:lnTo>
                <a:lnTo>
                  <a:pt x="270" y="831"/>
                </a:lnTo>
                <a:moveTo>
                  <a:pt x="96" y="993"/>
                </a:moveTo>
                <a:lnTo>
                  <a:pt x="10" y="1074"/>
                </a:lnTo>
                <a:lnTo>
                  <a:pt x="0" y="1059"/>
                </a:lnTo>
                <a:lnTo>
                  <a:pt x="86" y="979"/>
                </a:lnTo>
                <a:lnTo>
                  <a:pt x="96" y="993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186000" y="5317920"/>
            <a:ext cx="55080" cy="59040"/>
          </a:xfrm>
          <a:custGeom>
            <a:avLst/>
            <a:gdLst/>
            <a:ahLst/>
            <a:rect l="0" t="0" r="r" b="b"/>
            <a:pathLst>
              <a:path w="153" h="164">
                <a:moveTo>
                  <a:pt x="0" y="164"/>
                </a:moveTo>
                <a:lnTo>
                  <a:pt x="153" y="117"/>
                </a:lnTo>
                <a:lnTo>
                  <a:pt x="63" y="105"/>
                </a:lnTo>
                <a:lnTo>
                  <a:pt x="73" y="0"/>
                </a:lnTo>
                <a:lnTo>
                  <a:pt x="0" y="164"/>
                </a:lnTo>
                <a:close/>
              </a:path>
            </a:pathLst>
          </a:custGeom>
          <a:solidFill>
            <a:srgbClr val="001D34"/>
          </a:solidFill>
          <a:ln w="6120">
            <a:solidFill>
              <a:srgbClr val="001D34"/>
            </a:solidFill>
            <a:miter/>
          </a:ln>
        </p:spPr>
        <p:txBody>
          <a:bodyPr lIns="2880" tIns="2880" rIns="2880" bIns="28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191360" y="2133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8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708880" y="2947320"/>
            <a:ext cx="7200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90" b="0" u="none" strike="noStrike">
                <a:solidFill>
                  <a:srgbClr val="757579"/>
                </a:solidFill>
                <a:effectLst/>
                <a:uFillTx/>
                <a:latin typeface="Times New Roman"/>
                <a:ea typeface="Times New Roman"/>
              </a:rPr>
              <a:t>view referral / self-book</a:t>
            </a:r>
            <a:endParaRPr lang="en-AU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362720" y="2295360"/>
            <a:ext cx="2695680" cy="238320"/>
          </a:xfrm>
          <a:custGeom>
            <a:avLst/>
            <a:gdLst/>
            <a:ahLst/>
            <a:rect l="0" t="0" r="r" b="b"/>
            <a:pathLst>
              <a:path w="7488" h="662">
                <a:moveTo>
                  <a:pt x="0" y="50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330" y="0"/>
                </a:lnTo>
                <a:cubicBezTo>
                  <a:pt x="7340" y="0"/>
                  <a:pt x="7350" y="1"/>
                  <a:pt x="7361" y="3"/>
                </a:cubicBezTo>
                <a:cubicBezTo>
                  <a:pt x="7371" y="5"/>
                  <a:pt x="7381" y="8"/>
                  <a:pt x="7390" y="12"/>
                </a:cubicBezTo>
                <a:cubicBezTo>
                  <a:pt x="7400" y="16"/>
                  <a:pt x="7409" y="21"/>
                  <a:pt x="7418" y="27"/>
                </a:cubicBezTo>
                <a:cubicBezTo>
                  <a:pt x="7427" y="33"/>
                  <a:pt x="7435" y="39"/>
                  <a:pt x="7442" y="46"/>
                </a:cubicBezTo>
                <a:cubicBezTo>
                  <a:pt x="7449" y="54"/>
                  <a:pt x="7456" y="62"/>
                  <a:pt x="7462" y="71"/>
                </a:cubicBezTo>
                <a:cubicBezTo>
                  <a:pt x="7468" y="79"/>
                  <a:pt x="7472" y="88"/>
                  <a:pt x="7476" y="98"/>
                </a:cubicBezTo>
                <a:cubicBezTo>
                  <a:pt x="7480" y="108"/>
                  <a:pt x="7483" y="118"/>
                  <a:pt x="7485" y="128"/>
                </a:cubicBezTo>
                <a:cubicBezTo>
                  <a:pt x="7487" y="138"/>
                  <a:pt x="7488" y="148"/>
                  <a:pt x="7488" y="159"/>
                </a:cubicBezTo>
                <a:lnTo>
                  <a:pt x="7488" y="503"/>
                </a:lnTo>
                <a:cubicBezTo>
                  <a:pt x="7488" y="513"/>
                  <a:pt x="7487" y="523"/>
                  <a:pt x="7485" y="534"/>
                </a:cubicBezTo>
                <a:cubicBezTo>
                  <a:pt x="7483" y="544"/>
                  <a:pt x="7480" y="554"/>
                  <a:pt x="7476" y="563"/>
                </a:cubicBezTo>
                <a:cubicBezTo>
                  <a:pt x="7472" y="574"/>
                  <a:pt x="7468" y="583"/>
                  <a:pt x="7462" y="592"/>
                </a:cubicBezTo>
                <a:cubicBezTo>
                  <a:pt x="7456" y="601"/>
                  <a:pt x="7449" y="609"/>
                  <a:pt x="7442" y="616"/>
                </a:cubicBezTo>
                <a:cubicBezTo>
                  <a:pt x="7435" y="623"/>
                  <a:pt x="7427" y="630"/>
                  <a:pt x="7418" y="636"/>
                </a:cubicBezTo>
                <a:cubicBezTo>
                  <a:pt x="7409" y="641"/>
                  <a:pt x="7400" y="646"/>
                  <a:pt x="7390" y="650"/>
                </a:cubicBezTo>
                <a:cubicBezTo>
                  <a:pt x="7381" y="654"/>
                  <a:pt x="7371" y="657"/>
                  <a:pt x="7361" y="659"/>
                </a:cubicBezTo>
                <a:cubicBezTo>
                  <a:pt x="7350" y="661"/>
                  <a:pt x="7340" y="662"/>
                  <a:pt x="7330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6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3"/>
                  <a:pt x="16" y="574"/>
                  <a:pt x="12" y="563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3"/>
                  <a:pt x="0" y="513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362720" y="2056680"/>
            <a:ext cx="21607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Referrer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Patient-Referral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423560" y="2332440"/>
            <a:ext cx="1683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patient-referral.jgsuess.dev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053720" y="2313720"/>
            <a:ext cx="1268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: the browser-core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191360" y="29811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3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362720" y="2570760"/>
            <a:ext cx="2424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path for discover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refer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track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362720" y="3143160"/>
            <a:ext cx="1590840" cy="238320"/>
          </a:xfrm>
          <a:custGeom>
            <a:avLst/>
            <a:gdLst/>
            <a:ahLst/>
            <a:rect l="0" t="0" r="r" b="b"/>
            <a:pathLst>
              <a:path w="4419" h="662">
                <a:moveTo>
                  <a:pt x="0" y="503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61" y="0"/>
                </a:lnTo>
                <a:cubicBezTo>
                  <a:pt x="4271" y="0"/>
                  <a:pt x="4281" y="1"/>
                  <a:pt x="4292" y="3"/>
                </a:cubicBezTo>
                <a:cubicBezTo>
                  <a:pt x="4302" y="5"/>
                  <a:pt x="4312" y="8"/>
                  <a:pt x="4321" y="12"/>
                </a:cubicBezTo>
                <a:cubicBezTo>
                  <a:pt x="4331" y="16"/>
                  <a:pt x="4340" y="21"/>
                  <a:pt x="4349" y="27"/>
                </a:cubicBezTo>
                <a:cubicBezTo>
                  <a:pt x="4357" y="32"/>
                  <a:pt x="4365" y="39"/>
                  <a:pt x="4373" y="46"/>
                </a:cubicBezTo>
                <a:cubicBezTo>
                  <a:pt x="4380" y="54"/>
                  <a:pt x="4387" y="62"/>
                  <a:pt x="4393" y="70"/>
                </a:cubicBezTo>
                <a:cubicBezTo>
                  <a:pt x="4398" y="79"/>
                  <a:pt x="4403" y="88"/>
                  <a:pt x="4407" y="98"/>
                </a:cubicBezTo>
                <a:cubicBezTo>
                  <a:pt x="4411" y="107"/>
                  <a:pt x="4414" y="117"/>
                  <a:pt x="4416" y="128"/>
                </a:cubicBezTo>
                <a:cubicBezTo>
                  <a:pt x="4418" y="138"/>
                  <a:pt x="4419" y="148"/>
                  <a:pt x="4419" y="158"/>
                </a:cubicBezTo>
                <a:lnTo>
                  <a:pt x="4419" y="503"/>
                </a:lnTo>
                <a:cubicBezTo>
                  <a:pt x="4419" y="514"/>
                  <a:pt x="4418" y="524"/>
                  <a:pt x="4416" y="534"/>
                </a:cubicBezTo>
                <a:cubicBezTo>
                  <a:pt x="4414" y="545"/>
                  <a:pt x="4411" y="555"/>
                  <a:pt x="4407" y="564"/>
                </a:cubicBezTo>
                <a:cubicBezTo>
                  <a:pt x="4403" y="574"/>
                  <a:pt x="4398" y="583"/>
                  <a:pt x="4393" y="592"/>
                </a:cubicBezTo>
                <a:cubicBezTo>
                  <a:pt x="4387" y="600"/>
                  <a:pt x="4380" y="608"/>
                  <a:pt x="4373" y="616"/>
                </a:cubicBezTo>
                <a:cubicBezTo>
                  <a:pt x="4365" y="623"/>
                  <a:pt x="4357" y="630"/>
                  <a:pt x="4349" y="635"/>
                </a:cubicBezTo>
                <a:cubicBezTo>
                  <a:pt x="4340" y="641"/>
                  <a:pt x="4331" y="646"/>
                  <a:pt x="4321" y="650"/>
                </a:cubicBezTo>
                <a:cubicBezTo>
                  <a:pt x="4312" y="654"/>
                  <a:pt x="4302" y="657"/>
                  <a:pt x="4292" y="659"/>
                </a:cubicBezTo>
                <a:cubicBezTo>
                  <a:pt x="4281" y="661"/>
                  <a:pt x="4271" y="662"/>
                  <a:pt x="4261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5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8"/>
                  <a:pt x="32" y="600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5"/>
                  <a:pt x="5" y="545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362720" y="2904120"/>
            <a:ext cx="3889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Directory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Qld Health Provider Directory on FHIR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423560" y="3180240"/>
            <a:ext cx="104760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qhpd.jgsuess.dev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952480" y="3161520"/>
            <a:ext cx="2200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, loaded from the </a:t>
            </a:r>
            <a:r>
              <a:rPr lang="en-AU" sz="13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ADHA HCPD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191360" y="3828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362720" y="3418560"/>
            <a:ext cx="3758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test environment (SIT)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via </a:t>
            </a:r>
            <a:r>
              <a:rPr lang="en-AU" sz="1350" b="0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HCPD bulk data extraction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7362720" y="3990960"/>
            <a:ext cx="2143440" cy="238320"/>
          </a:xfrm>
          <a:custGeom>
            <a:avLst/>
            <a:gdLst/>
            <a:ahLst/>
            <a:rect l="0" t="0" r="r" b="b"/>
            <a:pathLst>
              <a:path w="5954" h="662">
                <a:moveTo>
                  <a:pt x="0" y="50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795" y="0"/>
                </a:lnTo>
                <a:cubicBezTo>
                  <a:pt x="5806" y="0"/>
                  <a:pt x="5816" y="1"/>
                  <a:pt x="5826" y="3"/>
                </a:cubicBezTo>
                <a:cubicBezTo>
                  <a:pt x="5836" y="5"/>
                  <a:pt x="5846" y="8"/>
                  <a:pt x="5856" y="12"/>
                </a:cubicBezTo>
                <a:cubicBezTo>
                  <a:pt x="5866" y="16"/>
                  <a:pt x="5875" y="21"/>
                  <a:pt x="5883" y="26"/>
                </a:cubicBezTo>
                <a:cubicBezTo>
                  <a:pt x="5892" y="32"/>
                  <a:pt x="5900" y="39"/>
                  <a:pt x="5907" y="46"/>
                </a:cubicBezTo>
                <a:cubicBezTo>
                  <a:pt x="5915" y="53"/>
                  <a:pt x="5921" y="61"/>
                  <a:pt x="5927" y="70"/>
                </a:cubicBezTo>
                <a:cubicBezTo>
                  <a:pt x="5933" y="79"/>
                  <a:pt x="5938" y="88"/>
                  <a:pt x="5942" y="98"/>
                </a:cubicBezTo>
                <a:cubicBezTo>
                  <a:pt x="5946" y="107"/>
                  <a:pt x="5949" y="117"/>
                  <a:pt x="5951" y="127"/>
                </a:cubicBezTo>
                <a:cubicBezTo>
                  <a:pt x="5953" y="138"/>
                  <a:pt x="5954" y="148"/>
                  <a:pt x="5954" y="158"/>
                </a:cubicBezTo>
                <a:lnTo>
                  <a:pt x="5954" y="503"/>
                </a:lnTo>
                <a:cubicBezTo>
                  <a:pt x="5954" y="514"/>
                  <a:pt x="5953" y="524"/>
                  <a:pt x="5951" y="534"/>
                </a:cubicBezTo>
                <a:cubicBezTo>
                  <a:pt x="5949" y="544"/>
                  <a:pt x="5946" y="554"/>
                  <a:pt x="5942" y="564"/>
                </a:cubicBezTo>
                <a:cubicBezTo>
                  <a:pt x="5938" y="574"/>
                  <a:pt x="5933" y="583"/>
                  <a:pt x="5927" y="591"/>
                </a:cubicBezTo>
                <a:cubicBezTo>
                  <a:pt x="5921" y="600"/>
                  <a:pt x="5915" y="608"/>
                  <a:pt x="5907" y="616"/>
                </a:cubicBezTo>
                <a:cubicBezTo>
                  <a:pt x="5900" y="623"/>
                  <a:pt x="5892" y="629"/>
                  <a:pt x="5883" y="635"/>
                </a:cubicBezTo>
                <a:cubicBezTo>
                  <a:pt x="5875" y="641"/>
                  <a:pt x="5866" y="646"/>
                  <a:pt x="5856" y="650"/>
                </a:cubicBezTo>
                <a:cubicBezTo>
                  <a:pt x="5846" y="654"/>
                  <a:pt x="5836" y="657"/>
                  <a:pt x="5826" y="659"/>
                </a:cubicBezTo>
                <a:cubicBezTo>
                  <a:pt x="5816" y="661"/>
                  <a:pt x="5806" y="662"/>
                  <a:pt x="5795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5"/>
                </a:cubicBezTo>
                <a:cubicBezTo>
                  <a:pt x="62" y="629"/>
                  <a:pt x="54" y="623"/>
                  <a:pt x="46" y="616"/>
                </a:cubicBezTo>
                <a:cubicBezTo>
                  <a:pt x="39" y="608"/>
                  <a:pt x="32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362720" y="3751920"/>
            <a:ext cx="2607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Server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HAPI + QH IG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7191360" y="4419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423560" y="4028040"/>
            <a:ext cx="13528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qhreferral.jgsuess.dev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9972360" y="4324320"/>
            <a:ext cx="1495800" cy="238320"/>
          </a:xfrm>
          <a:custGeom>
            <a:avLst/>
            <a:gdLst/>
            <a:ahLst/>
            <a:rect l="0" t="0" r="r" b="b"/>
            <a:pathLst>
              <a:path w="4155" h="662">
                <a:moveTo>
                  <a:pt x="0" y="50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97" y="0"/>
                </a:lnTo>
                <a:cubicBezTo>
                  <a:pt x="4007" y="0"/>
                  <a:pt x="4017" y="1"/>
                  <a:pt x="4028" y="3"/>
                </a:cubicBezTo>
                <a:cubicBezTo>
                  <a:pt x="4038" y="5"/>
                  <a:pt x="4048" y="8"/>
                  <a:pt x="4057" y="12"/>
                </a:cubicBezTo>
                <a:cubicBezTo>
                  <a:pt x="4067" y="16"/>
                  <a:pt x="4076" y="21"/>
                  <a:pt x="4085" y="26"/>
                </a:cubicBezTo>
                <a:cubicBezTo>
                  <a:pt x="4093" y="32"/>
                  <a:pt x="4101" y="39"/>
                  <a:pt x="4109" y="46"/>
                </a:cubicBezTo>
                <a:cubicBezTo>
                  <a:pt x="4116" y="53"/>
                  <a:pt x="4123" y="61"/>
                  <a:pt x="4129" y="70"/>
                </a:cubicBezTo>
                <a:cubicBezTo>
                  <a:pt x="4134" y="79"/>
                  <a:pt x="4139" y="88"/>
                  <a:pt x="4143" y="98"/>
                </a:cubicBezTo>
                <a:cubicBezTo>
                  <a:pt x="4147" y="107"/>
                  <a:pt x="4150" y="117"/>
                  <a:pt x="4152" y="127"/>
                </a:cubicBezTo>
                <a:cubicBezTo>
                  <a:pt x="4154" y="138"/>
                  <a:pt x="4155" y="148"/>
                  <a:pt x="4155" y="158"/>
                </a:cubicBezTo>
                <a:lnTo>
                  <a:pt x="4155" y="503"/>
                </a:lnTo>
                <a:cubicBezTo>
                  <a:pt x="4155" y="514"/>
                  <a:pt x="4154" y="524"/>
                  <a:pt x="4152" y="534"/>
                </a:cubicBezTo>
                <a:cubicBezTo>
                  <a:pt x="4150" y="544"/>
                  <a:pt x="4147" y="554"/>
                  <a:pt x="4143" y="564"/>
                </a:cubicBezTo>
                <a:cubicBezTo>
                  <a:pt x="4139" y="574"/>
                  <a:pt x="4134" y="583"/>
                  <a:pt x="4129" y="591"/>
                </a:cubicBezTo>
                <a:cubicBezTo>
                  <a:pt x="4123" y="600"/>
                  <a:pt x="4116" y="608"/>
                  <a:pt x="4109" y="616"/>
                </a:cubicBezTo>
                <a:cubicBezTo>
                  <a:pt x="4101" y="623"/>
                  <a:pt x="4093" y="629"/>
                  <a:pt x="4085" y="635"/>
                </a:cubicBezTo>
                <a:cubicBezTo>
                  <a:pt x="4076" y="641"/>
                  <a:pt x="4067" y="646"/>
                  <a:pt x="4057" y="650"/>
                </a:cubicBezTo>
                <a:cubicBezTo>
                  <a:pt x="4048" y="654"/>
                  <a:pt x="4038" y="657"/>
                  <a:pt x="4028" y="659"/>
                </a:cubicBezTo>
                <a:cubicBezTo>
                  <a:pt x="4017" y="661"/>
                  <a:pt x="4007" y="662"/>
                  <a:pt x="3997" y="662"/>
                </a:cubicBezTo>
                <a:lnTo>
                  <a:pt x="159" y="662"/>
                </a:lnTo>
                <a:cubicBezTo>
                  <a:pt x="149" y="662"/>
                  <a:pt x="138" y="661"/>
                  <a:pt x="128" y="659"/>
                </a:cubicBezTo>
                <a:cubicBezTo>
                  <a:pt x="118" y="657"/>
                  <a:pt x="108" y="654"/>
                  <a:pt x="98" y="650"/>
                </a:cubicBezTo>
                <a:cubicBezTo>
                  <a:pt x="89" y="646"/>
                  <a:pt x="80" y="641"/>
                  <a:pt x="71" y="635"/>
                </a:cubicBezTo>
                <a:cubicBezTo>
                  <a:pt x="62" y="629"/>
                  <a:pt x="54" y="623"/>
                  <a:pt x="47" y="616"/>
                </a:cubicBezTo>
                <a:cubicBezTo>
                  <a:pt x="39" y="608"/>
                  <a:pt x="33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362720" y="4342680"/>
            <a:ext cx="2459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Filler / RIS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imaging provider at 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191360" y="4752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8"/>
                  <a:pt x="136" y="136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0034640" y="4361400"/>
            <a:ext cx="8895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ris.jgsuess.dev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362720" y="4914720"/>
            <a:ext cx="2600640" cy="238320"/>
          </a:xfrm>
          <a:custGeom>
            <a:avLst/>
            <a:gdLst/>
            <a:ahLst/>
            <a:rect l="0" t="0" r="r" b="b"/>
            <a:pathLst>
              <a:path w="7224" h="662">
                <a:moveTo>
                  <a:pt x="0" y="50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065" y="0"/>
                </a:lnTo>
                <a:cubicBezTo>
                  <a:pt x="7076" y="0"/>
                  <a:pt x="7086" y="1"/>
                  <a:pt x="7096" y="3"/>
                </a:cubicBezTo>
                <a:cubicBezTo>
                  <a:pt x="7106" y="5"/>
                  <a:pt x="7116" y="8"/>
                  <a:pt x="7126" y="12"/>
                </a:cubicBezTo>
                <a:cubicBezTo>
                  <a:pt x="7136" y="16"/>
                  <a:pt x="7145" y="21"/>
                  <a:pt x="7153" y="27"/>
                </a:cubicBezTo>
                <a:cubicBezTo>
                  <a:pt x="7162" y="33"/>
                  <a:pt x="7170" y="39"/>
                  <a:pt x="7177" y="46"/>
                </a:cubicBezTo>
                <a:cubicBezTo>
                  <a:pt x="7185" y="54"/>
                  <a:pt x="7191" y="62"/>
                  <a:pt x="7197" y="71"/>
                </a:cubicBezTo>
                <a:cubicBezTo>
                  <a:pt x="7203" y="79"/>
                  <a:pt x="7208" y="88"/>
                  <a:pt x="7212" y="98"/>
                </a:cubicBezTo>
                <a:cubicBezTo>
                  <a:pt x="7216" y="108"/>
                  <a:pt x="7219" y="118"/>
                  <a:pt x="7221" y="128"/>
                </a:cubicBezTo>
                <a:cubicBezTo>
                  <a:pt x="7223" y="138"/>
                  <a:pt x="7224" y="148"/>
                  <a:pt x="7224" y="159"/>
                </a:cubicBezTo>
                <a:lnTo>
                  <a:pt x="7224" y="503"/>
                </a:lnTo>
                <a:cubicBezTo>
                  <a:pt x="7224" y="513"/>
                  <a:pt x="7223" y="523"/>
                  <a:pt x="7221" y="534"/>
                </a:cubicBezTo>
                <a:cubicBezTo>
                  <a:pt x="7219" y="544"/>
                  <a:pt x="7216" y="554"/>
                  <a:pt x="7212" y="564"/>
                </a:cubicBezTo>
                <a:cubicBezTo>
                  <a:pt x="7208" y="574"/>
                  <a:pt x="7203" y="583"/>
                  <a:pt x="7197" y="592"/>
                </a:cubicBezTo>
                <a:cubicBezTo>
                  <a:pt x="7191" y="601"/>
                  <a:pt x="7185" y="609"/>
                  <a:pt x="7177" y="616"/>
                </a:cubicBezTo>
                <a:cubicBezTo>
                  <a:pt x="7170" y="623"/>
                  <a:pt x="7162" y="630"/>
                  <a:pt x="7153" y="636"/>
                </a:cubicBezTo>
                <a:cubicBezTo>
                  <a:pt x="7145" y="641"/>
                  <a:pt x="7136" y="646"/>
                  <a:pt x="7126" y="650"/>
                </a:cubicBezTo>
                <a:cubicBezTo>
                  <a:pt x="7116" y="654"/>
                  <a:pt x="7106" y="657"/>
                  <a:pt x="7096" y="659"/>
                </a:cubicBezTo>
                <a:cubicBezTo>
                  <a:pt x="7086" y="661"/>
                  <a:pt x="7076" y="662"/>
                  <a:pt x="7065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6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3"/>
                  <a:pt x="0" y="513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362720" y="4676040"/>
            <a:ext cx="3809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Terminology</a:t>
            </a:r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external open sandbox Ontoserver at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423560" y="4951800"/>
            <a:ext cx="16041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r4.ontoserver.csiro.au/fhir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0725120" y="4914720"/>
            <a:ext cx="762120" cy="238320"/>
          </a:xfrm>
          <a:custGeom>
            <a:avLst/>
            <a:gdLst/>
            <a:ahLst/>
            <a:rect l="0" t="0" r="r" b="b"/>
            <a:pathLst>
              <a:path w="2117" h="662">
                <a:moveTo>
                  <a:pt x="0" y="50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58" y="0"/>
                </a:lnTo>
                <a:cubicBezTo>
                  <a:pt x="1969" y="0"/>
                  <a:pt x="1979" y="1"/>
                  <a:pt x="1989" y="3"/>
                </a:cubicBezTo>
                <a:cubicBezTo>
                  <a:pt x="2000" y="5"/>
                  <a:pt x="2010" y="8"/>
                  <a:pt x="2019" y="12"/>
                </a:cubicBezTo>
                <a:cubicBezTo>
                  <a:pt x="2029" y="16"/>
                  <a:pt x="2038" y="21"/>
                  <a:pt x="2047" y="27"/>
                </a:cubicBezTo>
                <a:cubicBezTo>
                  <a:pt x="2055" y="33"/>
                  <a:pt x="2063" y="39"/>
                  <a:pt x="2071" y="46"/>
                </a:cubicBezTo>
                <a:cubicBezTo>
                  <a:pt x="2078" y="54"/>
                  <a:pt x="2085" y="62"/>
                  <a:pt x="2090" y="71"/>
                </a:cubicBezTo>
                <a:cubicBezTo>
                  <a:pt x="2096" y="79"/>
                  <a:pt x="2101" y="88"/>
                  <a:pt x="2105" y="98"/>
                </a:cubicBezTo>
                <a:cubicBezTo>
                  <a:pt x="2109" y="108"/>
                  <a:pt x="2112" y="118"/>
                  <a:pt x="2114" y="128"/>
                </a:cubicBezTo>
                <a:cubicBezTo>
                  <a:pt x="2116" y="138"/>
                  <a:pt x="2117" y="148"/>
                  <a:pt x="2117" y="159"/>
                </a:cubicBezTo>
                <a:lnTo>
                  <a:pt x="2117" y="503"/>
                </a:lnTo>
                <a:cubicBezTo>
                  <a:pt x="2117" y="513"/>
                  <a:pt x="2116" y="523"/>
                  <a:pt x="2114" y="534"/>
                </a:cubicBezTo>
                <a:cubicBezTo>
                  <a:pt x="2112" y="544"/>
                  <a:pt x="2109" y="554"/>
                  <a:pt x="2105" y="564"/>
                </a:cubicBezTo>
                <a:cubicBezTo>
                  <a:pt x="2101" y="574"/>
                  <a:pt x="2096" y="583"/>
                  <a:pt x="2090" y="592"/>
                </a:cubicBezTo>
                <a:cubicBezTo>
                  <a:pt x="2085" y="601"/>
                  <a:pt x="2078" y="609"/>
                  <a:pt x="2071" y="616"/>
                </a:cubicBezTo>
                <a:cubicBezTo>
                  <a:pt x="2063" y="623"/>
                  <a:pt x="2055" y="630"/>
                  <a:pt x="2047" y="636"/>
                </a:cubicBezTo>
                <a:cubicBezTo>
                  <a:pt x="2038" y="641"/>
                  <a:pt x="2029" y="646"/>
                  <a:pt x="2019" y="650"/>
                </a:cubicBezTo>
                <a:cubicBezTo>
                  <a:pt x="2010" y="654"/>
                  <a:pt x="2000" y="657"/>
                  <a:pt x="1989" y="659"/>
                </a:cubicBezTo>
                <a:cubicBezTo>
                  <a:pt x="1979" y="661"/>
                  <a:pt x="1969" y="662"/>
                  <a:pt x="1958" y="662"/>
                </a:cubicBezTo>
                <a:lnTo>
                  <a:pt x="158" y="662"/>
                </a:lnTo>
                <a:cubicBezTo>
                  <a:pt x="148" y="662"/>
                  <a:pt x="138" y="661"/>
                  <a:pt x="127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6"/>
                </a:cubicBezTo>
                <a:cubicBezTo>
                  <a:pt x="61" y="630"/>
                  <a:pt x="53" y="623"/>
                  <a:pt x="46" y="616"/>
                </a:cubicBezTo>
                <a:cubicBezTo>
                  <a:pt x="39" y="609"/>
                  <a:pt x="32" y="601"/>
                  <a:pt x="26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3"/>
                  <a:pt x="0" y="513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9961920" y="4933080"/>
            <a:ext cx="689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, used for 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0785240" y="4951800"/>
            <a:ext cx="522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$expand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457760" y="5171760"/>
            <a:ext cx="1410120" cy="238680"/>
          </a:xfrm>
          <a:custGeom>
            <a:avLst/>
            <a:gdLst/>
            <a:ahLst/>
            <a:rect l="0" t="0" r="r" b="b"/>
            <a:pathLst>
              <a:path w="3917" h="663">
                <a:moveTo>
                  <a:pt x="0" y="50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758" y="0"/>
                </a:lnTo>
                <a:cubicBezTo>
                  <a:pt x="3769" y="0"/>
                  <a:pt x="3779" y="1"/>
                  <a:pt x="3789" y="3"/>
                </a:cubicBezTo>
                <a:cubicBezTo>
                  <a:pt x="3800" y="5"/>
                  <a:pt x="3810" y="8"/>
                  <a:pt x="3819" y="12"/>
                </a:cubicBezTo>
                <a:cubicBezTo>
                  <a:pt x="3829" y="16"/>
                  <a:pt x="3838" y="21"/>
                  <a:pt x="3847" y="27"/>
                </a:cubicBezTo>
                <a:cubicBezTo>
                  <a:pt x="3855" y="33"/>
                  <a:pt x="3863" y="39"/>
                  <a:pt x="3871" y="47"/>
                </a:cubicBezTo>
                <a:cubicBezTo>
                  <a:pt x="3878" y="54"/>
                  <a:pt x="3885" y="62"/>
                  <a:pt x="3890" y="71"/>
                </a:cubicBezTo>
                <a:cubicBezTo>
                  <a:pt x="3896" y="80"/>
                  <a:pt x="3901" y="89"/>
                  <a:pt x="3905" y="98"/>
                </a:cubicBezTo>
                <a:cubicBezTo>
                  <a:pt x="3909" y="108"/>
                  <a:pt x="3912" y="118"/>
                  <a:pt x="3914" y="128"/>
                </a:cubicBezTo>
                <a:cubicBezTo>
                  <a:pt x="3916" y="138"/>
                  <a:pt x="3917" y="149"/>
                  <a:pt x="3917" y="159"/>
                </a:cubicBezTo>
                <a:lnTo>
                  <a:pt x="3917" y="503"/>
                </a:lnTo>
                <a:cubicBezTo>
                  <a:pt x="3917" y="515"/>
                  <a:pt x="3916" y="525"/>
                  <a:pt x="3914" y="535"/>
                </a:cubicBezTo>
                <a:cubicBezTo>
                  <a:pt x="3912" y="545"/>
                  <a:pt x="3909" y="555"/>
                  <a:pt x="3905" y="565"/>
                </a:cubicBezTo>
                <a:cubicBezTo>
                  <a:pt x="3901" y="574"/>
                  <a:pt x="3896" y="584"/>
                  <a:pt x="3890" y="592"/>
                </a:cubicBezTo>
                <a:cubicBezTo>
                  <a:pt x="3885" y="601"/>
                  <a:pt x="3878" y="609"/>
                  <a:pt x="3871" y="616"/>
                </a:cubicBezTo>
                <a:cubicBezTo>
                  <a:pt x="3863" y="624"/>
                  <a:pt x="3855" y="630"/>
                  <a:pt x="3847" y="636"/>
                </a:cubicBezTo>
                <a:cubicBezTo>
                  <a:pt x="3838" y="642"/>
                  <a:pt x="3829" y="647"/>
                  <a:pt x="3819" y="651"/>
                </a:cubicBezTo>
                <a:cubicBezTo>
                  <a:pt x="3810" y="655"/>
                  <a:pt x="3800" y="658"/>
                  <a:pt x="3789" y="660"/>
                </a:cubicBezTo>
                <a:cubicBezTo>
                  <a:pt x="3779" y="662"/>
                  <a:pt x="3769" y="663"/>
                  <a:pt x="3758" y="663"/>
                </a:cubicBezTo>
                <a:lnTo>
                  <a:pt x="159" y="663"/>
                </a:lnTo>
                <a:cubicBezTo>
                  <a:pt x="149" y="663"/>
                  <a:pt x="138" y="662"/>
                  <a:pt x="128" y="660"/>
                </a:cubicBezTo>
                <a:cubicBezTo>
                  <a:pt x="118" y="658"/>
                  <a:pt x="108" y="655"/>
                  <a:pt x="98" y="651"/>
                </a:cubicBezTo>
                <a:cubicBezTo>
                  <a:pt x="89" y="647"/>
                  <a:pt x="80" y="642"/>
                  <a:pt x="71" y="636"/>
                </a:cubicBezTo>
                <a:cubicBezTo>
                  <a:pt x="62" y="630"/>
                  <a:pt x="54" y="624"/>
                  <a:pt x="47" y="616"/>
                </a:cubicBezTo>
                <a:cubicBezTo>
                  <a:pt x="39" y="609"/>
                  <a:pt x="33" y="601"/>
                  <a:pt x="27" y="592"/>
                </a:cubicBezTo>
                <a:cubicBezTo>
                  <a:pt x="21" y="584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362720" y="5190120"/>
            <a:ext cx="171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3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/ </a:t>
            </a:r>
            <a:endParaRPr lang="en-AU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518960" y="5209200"/>
            <a:ext cx="900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$validate-code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66720" y="1209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97164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005480" y="2345760"/>
            <a:ext cx="5400" cy="2194560"/>
          </a:xfrm>
          <a:custGeom>
            <a:avLst/>
            <a:gdLst/>
            <a:ahLst/>
            <a:rect l="0" t="0" r="r" b="b"/>
            <a:pathLst>
              <a:path w="15" h="6096">
                <a:moveTo>
                  <a:pt x="15" y="0"/>
                </a:moveTo>
                <a:lnTo>
                  <a:pt x="15" y="136"/>
                </a:lnTo>
                <a:lnTo>
                  <a:pt x="0" y="136"/>
                </a:lnTo>
                <a:lnTo>
                  <a:pt x="0" y="0"/>
                </a:lnTo>
                <a:lnTo>
                  <a:pt x="15" y="0"/>
                </a:lnTo>
                <a:moveTo>
                  <a:pt x="15" y="271"/>
                </a:moveTo>
                <a:lnTo>
                  <a:pt x="15" y="407"/>
                </a:lnTo>
                <a:lnTo>
                  <a:pt x="0" y="407"/>
                </a:lnTo>
                <a:lnTo>
                  <a:pt x="0" y="271"/>
                </a:lnTo>
                <a:lnTo>
                  <a:pt x="15" y="271"/>
                </a:lnTo>
                <a:moveTo>
                  <a:pt x="15" y="542"/>
                </a:moveTo>
                <a:lnTo>
                  <a:pt x="15" y="678"/>
                </a:lnTo>
                <a:lnTo>
                  <a:pt x="0" y="678"/>
                </a:lnTo>
                <a:lnTo>
                  <a:pt x="0" y="542"/>
                </a:lnTo>
                <a:lnTo>
                  <a:pt x="15" y="542"/>
                </a:lnTo>
                <a:moveTo>
                  <a:pt x="15" y="813"/>
                </a:moveTo>
                <a:lnTo>
                  <a:pt x="15" y="949"/>
                </a:lnTo>
                <a:lnTo>
                  <a:pt x="0" y="949"/>
                </a:lnTo>
                <a:lnTo>
                  <a:pt x="0" y="813"/>
                </a:lnTo>
                <a:lnTo>
                  <a:pt x="15" y="813"/>
                </a:lnTo>
                <a:moveTo>
                  <a:pt x="15" y="1084"/>
                </a:moveTo>
                <a:lnTo>
                  <a:pt x="15" y="1219"/>
                </a:lnTo>
                <a:lnTo>
                  <a:pt x="0" y="1219"/>
                </a:lnTo>
                <a:lnTo>
                  <a:pt x="0" y="1084"/>
                </a:lnTo>
                <a:lnTo>
                  <a:pt x="15" y="1084"/>
                </a:lnTo>
                <a:moveTo>
                  <a:pt x="15" y="1355"/>
                </a:moveTo>
                <a:lnTo>
                  <a:pt x="15" y="1490"/>
                </a:lnTo>
                <a:lnTo>
                  <a:pt x="0" y="1490"/>
                </a:lnTo>
                <a:lnTo>
                  <a:pt x="0" y="1355"/>
                </a:lnTo>
                <a:lnTo>
                  <a:pt x="15" y="1355"/>
                </a:lnTo>
                <a:moveTo>
                  <a:pt x="15" y="1626"/>
                </a:moveTo>
                <a:lnTo>
                  <a:pt x="15" y="1761"/>
                </a:lnTo>
                <a:lnTo>
                  <a:pt x="0" y="1761"/>
                </a:lnTo>
                <a:lnTo>
                  <a:pt x="0" y="1626"/>
                </a:lnTo>
                <a:lnTo>
                  <a:pt x="15" y="1626"/>
                </a:lnTo>
                <a:moveTo>
                  <a:pt x="15" y="1897"/>
                </a:moveTo>
                <a:lnTo>
                  <a:pt x="15" y="2032"/>
                </a:lnTo>
                <a:lnTo>
                  <a:pt x="0" y="2032"/>
                </a:lnTo>
                <a:lnTo>
                  <a:pt x="0" y="1897"/>
                </a:lnTo>
                <a:lnTo>
                  <a:pt x="15" y="1897"/>
                </a:lnTo>
                <a:moveTo>
                  <a:pt x="15" y="2167"/>
                </a:moveTo>
                <a:lnTo>
                  <a:pt x="15" y="2303"/>
                </a:lnTo>
                <a:lnTo>
                  <a:pt x="0" y="2303"/>
                </a:lnTo>
                <a:lnTo>
                  <a:pt x="0" y="2167"/>
                </a:lnTo>
                <a:lnTo>
                  <a:pt x="15" y="2167"/>
                </a:lnTo>
                <a:moveTo>
                  <a:pt x="15" y="2438"/>
                </a:moveTo>
                <a:lnTo>
                  <a:pt x="15" y="2574"/>
                </a:lnTo>
                <a:lnTo>
                  <a:pt x="0" y="2574"/>
                </a:lnTo>
                <a:lnTo>
                  <a:pt x="0" y="2438"/>
                </a:lnTo>
                <a:lnTo>
                  <a:pt x="15" y="2438"/>
                </a:lnTo>
                <a:moveTo>
                  <a:pt x="15" y="2710"/>
                </a:moveTo>
                <a:lnTo>
                  <a:pt x="15" y="2846"/>
                </a:lnTo>
                <a:lnTo>
                  <a:pt x="0" y="2846"/>
                </a:lnTo>
                <a:lnTo>
                  <a:pt x="0" y="2710"/>
                </a:lnTo>
                <a:lnTo>
                  <a:pt x="15" y="2710"/>
                </a:lnTo>
                <a:moveTo>
                  <a:pt x="15" y="2981"/>
                </a:moveTo>
                <a:lnTo>
                  <a:pt x="15" y="3117"/>
                </a:lnTo>
                <a:lnTo>
                  <a:pt x="0" y="3117"/>
                </a:lnTo>
                <a:lnTo>
                  <a:pt x="0" y="2981"/>
                </a:lnTo>
                <a:lnTo>
                  <a:pt x="15" y="2981"/>
                </a:lnTo>
                <a:moveTo>
                  <a:pt x="15" y="3252"/>
                </a:moveTo>
                <a:lnTo>
                  <a:pt x="15" y="3387"/>
                </a:lnTo>
                <a:lnTo>
                  <a:pt x="0" y="3387"/>
                </a:lnTo>
                <a:lnTo>
                  <a:pt x="0" y="3252"/>
                </a:lnTo>
                <a:lnTo>
                  <a:pt x="15" y="3252"/>
                </a:lnTo>
                <a:moveTo>
                  <a:pt x="15" y="3523"/>
                </a:moveTo>
                <a:lnTo>
                  <a:pt x="15" y="3658"/>
                </a:lnTo>
                <a:lnTo>
                  <a:pt x="0" y="3658"/>
                </a:lnTo>
                <a:lnTo>
                  <a:pt x="0" y="3523"/>
                </a:lnTo>
                <a:lnTo>
                  <a:pt x="15" y="3523"/>
                </a:lnTo>
                <a:moveTo>
                  <a:pt x="15" y="3794"/>
                </a:moveTo>
                <a:lnTo>
                  <a:pt x="15" y="3929"/>
                </a:lnTo>
                <a:lnTo>
                  <a:pt x="0" y="3929"/>
                </a:lnTo>
                <a:lnTo>
                  <a:pt x="0" y="3794"/>
                </a:lnTo>
                <a:lnTo>
                  <a:pt x="15" y="3794"/>
                </a:lnTo>
                <a:moveTo>
                  <a:pt x="15" y="4065"/>
                </a:moveTo>
                <a:lnTo>
                  <a:pt x="15" y="4200"/>
                </a:lnTo>
                <a:lnTo>
                  <a:pt x="0" y="4200"/>
                </a:lnTo>
                <a:lnTo>
                  <a:pt x="0" y="4065"/>
                </a:lnTo>
                <a:lnTo>
                  <a:pt x="15" y="4065"/>
                </a:lnTo>
                <a:moveTo>
                  <a:pt x="15" y="4336"/>
                </a:moveTo>
                <a:lnTo>
                  <a:pt x="15" y="4471"/>
                </a:lnTo>
                <a:lnTo>
                  <a:pt x="0" y="4471"/>
                </a:lnTo>
                <a:lnTo>
                  <a:pt x="0" y="4336"/>
                </a:lnTo>
                <a:lnTo>
                  <a:pt x="15" y="4336"/>
                </a:lnTo>
                <a:moveTo>
                  <a:pt x="15" y="4606"/>
                </a:moveTo>
                <a:lnTo>
                  <a:pt x="15" y="4742"/>
                </a:lnTo>
                <a:lnTo>
                  <a:pt x="0" y="4742"/>
                </a:lnTo>
                <a:lnTo>
                  <a:pt x="0" y="4606"/>
                </a:lnTo>
                <a:lnTo>
                  <a:pt x="15" y="4606"/>
                </a:lnTo>
                <a:moveTo>
                  <a:pt x="15" y="4877"/>
                </a:moveTo>
                <a:lnTo>
                  <a:pt x="15" y="5013"/>
                </a:lnTo>
                <a:lnTo>
                  <a:pt x="0" y="5013"/>
                </a:lnTo>
                <a:lnTo>
                  <a:pt x="0" y="4877"/>
                </a:lnTo>
                <a:lnTo>
                  <a:pt x="15" y="4877"/>
                </a:lnTo>
                <a:moveTo>
                  <a:pt x="15" y="5148"/>
                </a:moveTo>
                <a:lnTo>
                  <a:pt x="15" y="5284"/>
                </a:lnTo>
                <a:lnTo>
                  <a:pt x="0" y="5284"/>
                </a:lnTo>
                <a:lnTo>
                  <a:pt x="0" y="5148"/>
                </a:lnTo>
                <a:lnTo>
                  <a:pt x="15" y="5148"/>
                </a:lnTo>
                <a:moveTo>
                  <a:pt x="15" y="5419"/>
                </a:moveTo>
                <a:lnTo>
                  <a:pt x="15" y="5555"/>
                </a:lnTo>
                <a:lnTo>
                  <a:pt x="0" y="5555"/>
                </a:lnTo>
                <a:lnTo>
                  <a:pt x="0" y="5419"/>
                </a:lnTo>
                <a:lnTo>
                  <a:pt x="15" y="5419"/>
                </a:lnTo>
                <a:moveTo>
                  <a:pt x="15" y="5690"/>
                </a:moveTo>
                <a:lnTo>
                  <a:pt x="15" y="5825"/>
                </a:lnTo>
                <a:lnTo>
                  <a:pt x="0" y="5825"/>
                </a:lnTo>
                <a:lnTo>
                  <a:pt x="0" y="5690"/>
                </a:lnTo>
                <a:lnTo>
                  <a:pt x="15" y="5690"/>
                </a:lnTo>
                <a:moveTo>
                  <a:pt x="15" y="5961"/>
                </a:moveTo>
                <a:lnTo>
                  <a:pt x="15" y="6096"/>
                </a:lnTo>
                <a:lnTo>
                  <a:pt x="0" y="6096"/>
                </a:lnTo>
                <a:lnTo>
                  <a:pt x="0" y="5961"/>
                </a:lnTo>
                <a:lnTo>
                  <a:pt x="15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25232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428796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340240" y="2345760"/>
            <a:ext cx="78480" cy="2196360"/>
          </a:xfrm>
          <a:custGeom>
            <a:avLst/>
            <a:gdLst/>
            <a:ahLst/>
            <a:rect l="0" t="0" r="r" b="b"/>
            <a:pathLst>
              <a:path w="218" h="6101">
                <a:moveTo>
                  <a:pt x="0" y="0"/>
                </a:moveTo>
                <a:lnTo>
                  <a:pt x="218" y="0"/>
                </a:lnTo>
                <a:lnTo>
                  <a:pt x="218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37300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8062560" y="2345760"/>
            <a:ext cx="78120" cy="2196360"/>
          </a:xfrm>
          <a:custGeom>
            <a:avLst/>
            <a:gdLst/>
            <a:ahLst/>
            <a:rect l="0" t="0" r="r" b="b"/>
            <a:pathLst>
              <a:path w="217" h="6101">
                <a:moveTo>
                  <a:pt x="0" y="0"/>
                </a:moveTo>
                <a:lnTo>
                  <a:pt x="217" y="0"/>
                </a:lnTo>
                <a:lnTo>
                  <a:pt x="217" y="6101"/>
                </a:lnTo>
                <a:lnTo>
                  <a:pt x="0" y="61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8093520" y="2345760"/>
            <a:ext cx="5040" cy="2194560"/>
          </a:xfrm>
          <a:custGeom>
            <a:avLst/>
            <a:gdLst/>
            <a:ahLst/>
            <a:rect l="0" t="0" r="r" b="b"/>
            <a:pathLst>
              <a:path w="14" h="6096">
                <a:moveTo>
                  <a:pt x="14" y="0"/>
                </a:moveTo>
                <a:lnTo>
                  <a:pt x="14" y="136"/>
                </a:lnTo>
                <a:lnTo>
                  <a:pt x="0" y="136"/>
                </a:lnTo>
                <a:lnTo>
                  <a:pt x="0" y="0"/>
                </a:lnTo>
                <a:lnTo>
                  <a:pt x="14" y="0"/>
                </a:lnTo>
                <a:moveTo>
                  <a:pt x="14" y="271"/>
                </a:moveTo>
                <a:lnTo>
                  <a:pt x="14" y="407"/>
                </a:lnTo>
                <a:lnTo>
                  <a:pt x="0" y="407"/>
                </a:lnTo>
                <a:lnTo>
                  <a:pt x="0" y="271"/>
                </a:lnTo>
                <a:lnTo>
                  <a:pt x="14" y="271"/>
                </a:lnTo>
                <a:moveTo>
                  <a:pt x="14" y="542"/>
                </a:moveTo>
                <a:lnTo>
                  <a:pt x="14" y="678"/>
                </a:lnTo>
                <a:lnTo>
                  <a:pt x="0" y="678"/>
                </a:lnTo>
                <a:lnTo>
                  <a:pt x="0" y="542"/>
                </a:lnTo>
                <a:lnTo>
                  <a:pt x="14" y="542"/>
                </a:lnTo>
                <a:moveTo>
                  <a:pt x="14" y="813"/>
                </a:moveTo>
                <a:lnTo>
                  <a:pt x="14" y="949"/>
                </a:lnTo>
                <a:lnTo>
                  <a:pt x="0" y="949"/>
                </a:lnTo>
                <a:lnTo>
                  <a:pt x="0" y="813"/>
                </a:lnTo>
                <a:lnTo>
                  <a:pt x="14" y="813"/>
                </a:lnTo>
                <a:moveTo>
                  <a:pt x="14" y="1084"/>
                </a:moveTo>
                <a:lnTo>
                  <a:pt x="14" y="1219"/>
                </a:lnTo>
                <a:lnTo>
                  <a:pt x="0" y="1219"/>
                </a:lnTo>
                <a:lnTo>
                  <a:pt x="0" y="1084"/>
                </a:lnTo>
                <a:lnTo>
                  <a:pt x="14" y="1084"/>
                </a:lnTo>
                <a:moveTo>
                  <a:pt x="14" y="1355"/>
                </a:moveTo>
                <a:lnTo>
                  <a:pt x="14" y="1490"/>
                </a:lnTo>
                <a:lnTo>
                  <a:pt x="0" y="1490"/>
                </a:lnTo>
                <a:lnTo>
                  <a:pt x="0" y="1355"/>
                </a:lnTo>
                <a:lnTo>
                  <a:pt x="14" y="1355"/>
                </a:lnTo>
                <a:moveTo>
                  <a:pt x="14" y="1626"/>
                </a:moveTo>
                <a:lnTo>
                  <a:pt x="14" y="1761"/>
                </a:lnTo>
                <a:lnTo>
                  <a:pt x="0" y="1761"/>
                </a:lnTo>
                <a:lnTo>
                  <a:pt x="0" y="1626"/>
                </a:lnTo>
                <a:lnTo>
                  <a:pt x="14" y="1626"/>
                </a:lnTo>
                <a:moveTo>
                  <a:pt x="14" y="1897"/>
                </a:moveTo>
                <a:lnTo>
                  <a:pt x="14" y="2032"/>
                </a:lnTo>
                <a:lnTo>
                  <a:pt x="0" y="2032"/>
                </a:lnTo>
                <a:lnTo>
                  <a:pt x="0" y="1897"/>
                </a:lnTo>
                <a:lnTo>
                  <a:pt x="14" y="1897"/>
                </a:lnTo>
                <a:moveTo>
                  <a:pt x="14" y="2167"/>
                </a:moveTo>
                <a:lnTo>
                  <a:pt x="14" y="2303"/>
                </a:lnTo>
                <a:lnTo>
                  <a:pt x="0" y="2303"/>
                </a:lnTo>
                <a:lnTo>
                  <a:pt x="0" y="2167"/>
                </a:lnTo>
                <a:lnTo>
                  <a:pt x="14" y="2167"/>
                </a:lnTo>
                <a:moveTo>
                  <a:pt x="14" y="2438"/>
                </a:moveTo>
                <a:lnTo>
                  <a:pt x="14" y="2574"/>
                </a:lnTo>
                <a:lnTo>
                  <a:pt x="0" y="2574"/>
                </a:lnTo>
                <a:lnTo>
                  <a:pt x="0" y="2438"/>
                </a:lnTo>
                <a:lnTo>
                  <a:pt x="14" y="2438"/>
                </a:lnTo>
                <a:moveTo>
                  <a:pt x="14" y="2710"/>
                </a:moveTo>
                <a:lnTo>
                  <a:pt x="14" y="2846"/>
                </a:lnTo>
                <a:lnTo>
                  <a:pt x="0" y="2846"/>
                </a:lnTo>
                <a:lnTo>
                  <a:pt x="0" y="2710"/>
                </a:lnTo>
                <a:lnTo>
                  <a:pt x="14" y="2710"/>
                </a:lnTo>
                <a:moveTo>
                  <a:pt x="14" y="2981"/>
                </a:moveTo>
                <a:lnTo>
                  <a:pt x="14" y="3117"/>
                </a:lnTo>
                <a:lnTo>
                  <a:pt x="0" y="3117"/>
                </a:lnTo>
                <a:lnTo>
                  <a:pt x="0" y="2981"/>
                </a:lnTo>
                <a:lnTo>
                  <a:pt x="14" y="2981"/>
                </a:lnTo>
                <a:moveTo>
                  <a:pt x="14" y="3252"/>
                </a:moveTo>
                <a:lnTo>
                  <a:pt x="14" y="3387"/>
                </a:lnTo>
                <a:lnTo>
                  <a:pt x="0" y="3387"/>
                </a:lnTo>
                <a:lnTo>
                  <a:pt x="0" y="3252"/>
                </a:lnTo>
                <a:lnTo>
                  <a:pt x="14" y="3252"/>
                </a:lnTo>
                <a:moveTo>
                  <a:pt x="14" y="3523"/>
                </a:moveTo>
                <a:lnTo>
                  <a:pt x="14" y="3658"/>
                </a:lnTo>
                <a:lnTo>
                  <a:pt x="0" y="3658"/>
                </a:lnTo>
                <a:lnTo>
                  <a:pt x="0" y="3523"/>
                </a:lnTo>
                <a:lnTo>
                  <a:pt x="14" y="3523"/>
                </a:lnTo>
                <a:moveTo>
                  <a:pt x="14" y="3794"/>
                </a:moveTo>
                <a:lnTo>
                  <a:pt x="14" y="3929"/>
                </a:lnTo>
                <a:lnTo>
                  <a:pt x="0" y="3929"/>
                </a:lnTo>
                <a:lnTo>
                  <a:pt x="0" y="3794"/>
                </a:lnTo>
                <a:lnTo>
                  <a:pt x="14" y="3794"/>
                </a:lnTo>
                <a:moveTo>
                  <a:pt x="14" y="4065"/>
                </a:moveTo>
                <a:lnTo>
                  <a:pt x="14" y="4200"/>
                </a:lnTo>
                <a:lnTo>
                  <a:pt x="0" y="4200"/>
                </a:lnTo>
                <a:lnTo>
                  <a:pt x="0" y="4065"/>
                </a:lnTo>
                <a:lnTo>
                  <a:pt x="14" y="4065"/>
                </a:lnTo>
                <a:moveTo>
                  <a:pt x="14" y="4336"/>
                </a:moveTo>
                <a:lnTo>
                  <a:pt x="14" y="4471"/>
                </a:lnTo>
                <a:lnTo>
                  <a:pt x="0" y="4471"/>
                </a:lnTo>
                <a:lnTo>
                  <a:pt x="0" y="4336"/>
                </a:lnTo>
                <a:lnTo>
                  <a:pt x="14" y="4336"/>
                </a:lnTo>
                <a:moveTo>
                  <a:pt x="14" y="4606"/>
                </a:moveTo>
                <a:lnTo>
                  <a:pt x="14" y="4742"/>
                </a:lnTo>
                <a:lnTo>
                  <a:pt x="0" y="4742"/>
                </a:lnTo>
                <a:lnTo>
                  <a:pt x="0" y="4606"/>
                </a:lnTo>
                <a:lnTo>
                  <a:pt x="14" y="4606"/>
                </a:lnTo>
                <a:moveTo>
                  <a:pt x="14" y="4877"/>
                </a:moveTo>
                <a:lnTo>
                  <a:pt x="14" y="5013"/>
                </a:lnTo>
                <a:lnTo>
                  <a:pt x="0" y="5013"/>
                </a:lnTo>
                <a:lnTo>
                  <a:pt x="0" y="4877"/>
                </a:lnTo>
                <a:lnTo>
                  <a:pt x="14" y="4877"/>
                </a:lnTo>
                <a:moveTo>
                  <a:pt x="14" y="5148"/>
                </a:moveTo>
                <a:lnTo>
                  <a:pt x="14" y="5284"/>
                </a:lnTo>
                <a:lnTo>
                  <a:pt x="0" y="5284"/>
                </a:lnTo>
                <a:lnTo>
                  <a:pt x="0" y="5148"/>
                </a:lnTo>
                <a:lnTo>
                  <a:pt x="14" y="5148"/>
                </a:lnTo>
                <a:moveTo>
                  <a:pt x="14" y="5419"/>
                </a:moveTo>
                <a:lnTo>
                  <a:pt x="14" y="5555"/>
                </a:lnTo>
                <a:lnTo>
                  <a:pt x="0" y="5555"/>
                </a:lnTo>
                <a:lnTo>
                  <a:pt x="0" y="5419"/>
                </a:lnTo>
                <a:lnTo>
                  <a:pt x="14" y="5419"/>
                </a:lnTo>
                <a:moveTo>
                  <a:pt x="14" y="5690"/>
                </a:moveTo>
                <a:lnTo>
                  <a:pt x="14" y="5825"/>
                </a:lnTo>
                <a:lnTo>
                  <a:pt x="0" y="5825"/>
                </a:lnTo>
                <a:lnTo>
                  <a:pt x="0" y="5690"/>
                </a:lnTo>
                <a:lnTo>
                  <a:pt x="14" y="5690"/>
                </a:lnTo>
                <a:moveTo>
                  <a:pt x="14" y="5961"/>
                </a:moveTo>
                <a:lnTo>
                  <a:pt x="14" y="6096"/>
                </a:lnTo>
                <a:lnTo>
                  <a:pt x="0" y="6096"/>
                </a:lnTo>
                <a:lnTo>
                  <a:pt x="0" y="5961"/>
                </a:lnTo>
                <a:lnTo>
                  <a:pt x="14" y="596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66720" y="758160"/>
            <a:ext cx="486684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1. Discover &amp; request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15320" y="2034360"/>
            <a:ext cx="459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932760" y="1443960"/>
            <a:ext cx="156600" cy="156600"/>
          </a:xfrm>
          <a:custGeom>
            <a:avLst/>
            <a:gdLst/>
            <a:ahLst/>
            <a:rect l="0" t="0" r="r" b="b"/>
            <a:pathLst>
              <a:path w="435" h="435">
                <a:moveTo>
                  <a:pt x="435" y="218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8"/>
                  <a:pt x="418" y="301"/>
                </a:cubicBezTo>
                <a:cubicBezTo>
                  <a:pt x="413" y="314"/>
                  <a:pt x="406" y="327"/>
                  <a:pt x="398" y="339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3"/>
                  <a:pt x="301" y="418"/>
                </a:cubicBezTo>
                <a:cubicBezTo>
                  <a:pt x="288" y="424"/>
                  <a:pt x="274" y="428"/>
                  <a:pt x="260" y="431"/>
                </a:cubicBezTo>
                <a:cubicBezTo>
                  <a:pt x="246" y="433"/>
                  <a:pt x="232" y="435"/>
                  <a:pt x="217" y="435"/>
                </a:cubicBezTo>
                <a:cubicBezTo>
                  <a:pt x="203" y="435"/>
                  <a:pt x="188" y="433"/>
                  <a:pt x="175" y="431"/>
                </a:cubicBezTo>
                <a:cubicBezTo>
                  <a:pt x="161" y="428"/>
                  <a:pt x="147" y="424"/>
                  <a:pt x="134" y="418"/>
                </a:cubicBezTo>
                <a:cubicBezTo>
                  <a:pt x="121" y="413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9"/>
                </a:cubicBezTo>
                <a:cubicBezTo>
                  <a:pt x="29" y="327"/>
                  <a:pt x="22" y="314"/>
                  <a:pt x="17" y="301"/>
                </a:cubicBezTo>
                <a:cubicBezTo>
                  <a:pt x="11" y="288"/>
                  <a:pt x="7" y="274"/>
                  <a:pt x="4" y="260"/>
                </a:cubicBezTo>
                <a:cubicBezTo>
                  <a:pt x="1" y="246"/>
                  <a:pt x="0" y="232"/>
                  <a:pt x="0" y="218"/>
                </a:cubicBezTo>
                <a:cubicBezTo>
                  <a:pt x="0" y="204"/>
                  <a:pt x="1" y="190"/>
                  <a:pt x="4" y="176"/>
                </a:cubicBezTo>
                <a:cubicBezTo>
                  <a:pt x="7" y="162"/>
                  <a:pt x="11" y="148"/>
                  <a:pt x="17" y="135"/>
                </a:cubicBezTo>
                <a:cubicBezTo>
                  <a:pt x="22" y="122"/>
                  <a:pt x="29" y="110"/>
                  <a:pt x="37" y="97"/>
                </a:cubicBezTo>
                <a:cubicBezTo>
                  <a:pt x="44" y="85"/>
                  <a:pt x="53" y="74"/>
                  <a:pt x="64" y="64"/>
                </a:cubicBezTo>
                <a:cubicBezTo>
                  <a:pt x="74" y="54"/>
                  <a:pt x="85" y="45"/>
                  <a:pt x="96" y="37"/>
                </a:cubicBezTo>
                <a:cubicBezTo>
                  <a:pt x="108" y="29"/>
                  <a:pt x="121" y="22"/>
                  <a:pt x="134" y="17"/>
                </a:cubicBezTo>
                <a:cubicBezTo>
                  <a:pt x="147" y="11"/>
                  <a:pt x="161" y="7"/>
                  <a:pt x="175" y="5"/>
                </a:cubicBezTo>
                <a:cubicBezTo>
                  <a:pt x="188" y="2"/>
                  <a:pt x="203" y="0"/>
                  <a:pt x="217" y="0"/>
                </a:cubicBezTo>
                <a:cubicBezTo>
                  <a:pt x="232" y="0"/>
                  <a:pt x="246" y="2"/>
                  <a:pt x="260" y="5"/>
                </a:cubicBezTo>
                <a:cubicBezTo>
                  <a:pt x="274" y="7"/>
                  <a:pt x="288" y="11"/>
                  <a:pt x="301" y="17"/>
                </a:cubicBezTo>
                <a:cubicBezTo>
                  <a:pt x="314" y="22"/>
                  <a:pt x="326" y="29"/>
                  <a:pt x="338" y="37"/>
                </a:cubicBezTo>
                <a:cubicBezTo>
                  <a:pt x="350" y="45"/>
                  <a:pt x="361" y="54"/>
                  <a:pt x="371" y="64"/>
                </a:cubicBezTo>
                <a:cubicBezTo>
                  <a:pt x="381" y="74"/>
                  <a:pt x="390" y="85"/>
                  <a:pt x="398" y="97"/>
                </a:cubicBezTo>
                <a:cubicBezTo>
                  <a:pt x="406" y="110"/>
                  <a:pt x="413" y="122"/>
                  <a:pt x="418" y="135"/>
                </a:cubicBezTo>
                <a:cubicBezTo>
                  <a:pt x="424" y="148"/>
                  <a:pt x="428" y="162"/>
                  <a:pt x="430" y="176"/>
                </a:cubicBezTo>
                <a:cubicBezTo>
                  <a:pt x="433" y="190"/>
                  <a:pt x="435" y="204"/>
                  <a:pt x="435" y="218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932760" y="1443960"/>
            <a:ext cx="156600" cy="156600"/>
          </a:xfrm>
          <a:custGeom>
            <a:avLst/>
            <a:gdLst/>
            <a:ahLst/>
            <a:rect l="0" t="0" r="r" b="b"/>
            <a:pathLst>
              <a:path w="435" h="435">
                <a:moveTo>
                  <a:pt x="435" y="218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8"/>
                  <a:pt x="418" y="301"/>
                </a:cubicBezTo>
                <a:cubicBezTo>
                  <a:pt x="413" y="314"/>
                  <a:pt x="406" y="327"/>
                  <a:pt x="398" y="339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3"/>
                  <a:pt x="301" y="418"/>
                </a:cubicBezTo>
                <a:cubicBezTo>
                  <a:pt x="288" y="424"/>
                  <a:pt x="274" y="428"/>
                  <a:pt x="260" y="431"/>
                </a:cubicBezTo>
                <a:cubicBezTo>
                  <a:pt x="246" y="433"/>
                  <a:pt x="232" y="435"/>
                  <a:pt x="217" y="435"/>
                </a:cubicBezTo>
                <a:cubicBezTo>
                  <a:pt x="203" y="435"/>
                  <a:pt x="188" y="433"/>
                  <a:pt x="175" y="431"/>
                </a:cubicBezTo>
                <a:cubicBezTo>
                  <a:pt x="161" y="428"/>
                  <a:pt x="147" y="424"/>
                  <a:pt x="134" y="418"/>
                </a:cubicBezTo>
                <a:cubicBezTo>
                  <a:pt x="121" y="413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9"/>
                </a:cubicBezTo>
                <a:cubicBezTo>
                  <a:pt x="29" y="327"/>
                  <a:pt x="22" y="314"/>
                  <a:pt x="17" y="301"/>
                </a:cubicBezTo>
                <a:cubicBezTo>
                  <a:pt x="11" y="288"/>
                  <a:pt x="7" y="274"/>
                  <a:pt x="4" y="260"/>
                </a:cubicBezTo>
                <a:cubicBezTo>
                  <a:pt x="1" y="246"/>
                  <a:pt x="0" y="232"/>
                  <a:pt x="0" y="218"/>
                </a:cubicBezTo>
                <a:cubicBezTo>
                  <a:pt x="0" y="204"/>
                  <a:pt x="1" y="190"/>
                  <a:pt x="4" y="176"/>
                </a:cubicBezTo>
                <a:cubicBezTo>
                  <a:pt x="7" y="162"/>
                  <a:pt x="11" y="148"/>
                  <a:pt x="17" y="135"/>
                </a:cubicBezTo>
                <a:cubicBezTo>
                  <a:pt x="22" y="122"/>
                  <a:pt x="29" y="110"/>
                  <a:pt x="37" y="97"/>
                </a:cubicBezTo>
                <a:cubicBezTo>
                  <a:pt x="44" y="85"/>
                  <a:pt x="53" y="74"/>
                  <a:pt x="64" y="64"/>
                </a:cubicBezTo>
                <a:cubicBezTo>
                  <a:pt x="74" y="54"/>
                  <a:pt x="85" y="45"/>
                  <a:pt x="96" y="37"/>
                </a:cubicBezTo>
                <a:cubicBezTo>
                  <a:pt x="108" y="29"/>
                  <a:pt x="121" y="22"/>
                  <a:pt x="134" y="17"/>
                </a:cubicBezTo>
                <a:cubicBezTo>
                  <a:pt x="147" y="11"/>
                  <a:pt x="161" y="7"/>
                  <a:pt x="175" y="5"/>
                </a:cubicBezTo>
                <a:cubicBezTo>
                  <a:pt x="188" y="2"/>
                  <a:pt x="203" y="0"/>
                  <a:pt x="217" y="0"/>
                </a:cubicBezTo>
                <a:cubicBezTo>
                  <a:pt x="232" y="0"/>
                  <a:pt x="246" y="2"/>
                  <a:pt x="260" y="5"/>
                </a:cubicBezTo>
                <a:cubicBezTo>
                  <a:pt x="274" y="7"/>
                  <a:pt x="288" y="11"/>
                  <a:pt x="301" y="17"/>
                </a:cubicBezTo>
                <a:cubicBezTo>
                  <a:pt x="314" y="22"/>
                  <a:pt x="326" y="29"/>
                  <a:pt x="338" y="37"/>
                </a:cubicBezTo>
                <a:cubicBezTo>
                  <a:pt x="350" y="45"/>
                  <a:pt x="361" y="54"/>
                  <a:pt x="371" y="64"/>
                </a:cubicBezTo>
                <a:cubicBezTo>
                  <a:pt x="381" y="74"/>
                  <a:pt x="390" y="85"/>
                  <a:pt x="398" y="97"/>
                </a:cubicBezTo>
                <a:cubicBezTo>
                  <a:pt x="406" y="110"/>
                  <a:pt x="413" y="122"/>
                  <a:pt x="418" y="135"/>
                </a:cubicBezTo>
                <a:cubicBezTo>
                  <a:pt x="424" y="148"/>
                  <a:pt x="428" y="162"/>
                  <a:pt x="430" y="176"/>
                </a:cubicBezTo>
                <a:cubicBezTo>
                  <a:pt x="433" y="190"/>
                  <a:pt x="435" y="204"/>
                  <a:pt x="435" y="218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884160" y="1600200"/>
            <a:ext cx="253800" cy="410040"/>
          </a:xfrm>
          <a:custGeom>
            <a:avLst/>
            <a:gdLst/>
            <a:ahLst/>
            <a:rect l="0" t="0" r="r" b="b"/>
            <a:pathLst>
              <a:path fill="none" w="705" h="1139">
                <a:moveTo>
                  <a:pt x="353" y="0"/>
                </a:moveTo>
                <a:lnTo>
                  <a:pt x="353" y="732"/>
                </a:lnTo>
                <a:moveTo>
                  <a:pt x="0" y="217"/>
                </a:moveTo>
                <a:lnTo>
                  <a:pt x="705" y="217"/>
                </a:lnTo>
                <a:moveTo>
                  <a:pt x="353" y="732"/>
                </a:moveTo>
                <a:lnTo>
                  <a:pt x="0" y="1139"/>
                </a:lnTo>
                <a:moveTo>
                  <a:pt x="353" y="732"/>
                </a:moveTo>
                <a:lnTo>
                  <a:pt x="705" y="1139"/>
                </a:lnTo>
              </a:path>
            </a:pathLst>
          </a:custGeom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41240" y="2195280"/>
            <a:ext cx="42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15320" y="4542120"/>
            <a:ext cx="459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932760" y="4858560"/>
            <a:ext cx="156600" cy="156240"/>
          </a:xfrm>
          <a:custGeom>
            <a:avLst/>
            <a:gdLst/>
            <a:ahLst/>
            <a:rect l="0" t="0" r="r" b="b"/>
            <a:pathLst>
              <a:path w="435" h="434">
                <a:moveTo>
                  <a:pt x="435" y="217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7"/>
                  <a:pt x="418" y="300"/>
                </a:cubicBezTo>
                <a:cubicBezTo>
                  <a:pt x="413" y="314"/>
                  <a:pt x="406" y="326"/>
                  <a:pt x="398" y="338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2"/>
                  <a:pt x="301" y="418"/>
                </a:cubicBezTo>
                <a:cubicBezTo>
                  <a:pt x="288" y="423"/>
                  <a:pt x="274" y="427"/>
                  <a:pt x="260" y="430"/>
                </a:cubicBezTo>
                <a:cubicBezTo>
                  <a:pt x="246" y="433"/>
                  <a:pt x="232" y="434"/>
                  <a:pt x="217" y="434"/>
                </a:cubicBezTo>
                <a:cubicBezTo>
                  <a:pt x="203" y="434"/>
                  <a:pt x="188" y="433"/>
                  <a:pt x="175" y="430"/>
                </a:cubicBezTo>
                <a:cubicBezTo>
                  <a:pt x="161" y="427"/>
                  <a:pt x="147" y="423"/>
                  <a:pt x="134" y="418"/>
                </a:cubicBezTo>
                <a:cubicBezTo>
                  <a:pt x="121" y="412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8"/>
                </a:cubicBezTo>
                <a:cubicBezTo>
                  <a:pt x="29" y="326"/>
                  <a:pt x="22" y="314"/>
                  <a:pt x="17" y="300"/>
                </a:cubicBezTo>
                <a:cubicBezTo>
                  <a:pt x="11" y="287"/>
                  <a:pt x="7" y="274"/>
                  <a:pt x="4" y="260"/>
                </a:cubicBezTo>
                <a:cubicBezTo>
                  <a:pt x="1" y="246"/>
                  <a:pt x="0" y="232"/>
                  <a:pt x="0" y="217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7" y="134"/>
                </a:cubicBezTo>
                <a:cubicBezTo>
                  <a:pt x="22" y="120"/>
                  <a:pt x="29" y="108"/>
                  <a:pt x="37" y="96"/>
                </a:cubicBezTo>
                <a:cubicBezTo>
                  <a:pt x="44" y="84"/>
                  <a:pt x="53" y="73"/>
                  <a:pt x="64" y="63"/>
                </a:cubicBezTo>
                <a:cubicBezTo>
                  <a:pt x="74" y="53"/>
                  <a:pt x="85" y="44"/>
                  <a:pt x="96" y="36"/>
                </a:cubicBezTo>
                <a:cubicBezTo>
                  <a:pt x="108" y="28"/>
                  <a:pt x="121" y="22"/>
                  <a:pt x="134" y="16"/>
                </a:cubicBezTo>
                <a:cubicBezTo>
                  <a:pt x="147" y="11"/>
                  <a:pt x="161" y="7"/>
                  <a:pt x="175" y="4"/>
                </a:cubicBezTo>
                <a:cubicBezTo>
                  <a:pt x="188" y="1"/>
                  <a:pt x="203" y="0"/>
                  <a:pt x="217" y="0"/>
                </a:cubicBezTo>
                <a:cubicBezTo>
                  <a:pt x="232" y="0"/>
                  <a:pt x="246" y="1"/>
                  <a:pt x="260" y="4"/>
                </a:cubicBezTo>
                <a:cubicBezTo>
                  <a:pt x="274" y="7"/>
                  <a:pt x="288" y="11"/>
                  <a:pt x="301" y="16"/>
                </a:cubicBezTo>
                <a:cubicBezTo>
                  <a:pt x="314" y="22"/>
                  <a:pt x="326" y="28"/>
                  <a:pt x="338" y="36"/>
                </a:cubicBezTo>
                <a:cubicBezTo>
                  <a:pt x="350" y="44"/>
                  <a:pt x="361" y="53"/>
                  <a:pt x="371" y="63"/>
                </a:cubicBezTo>
                <a:cubicBezTo>
                  <a:pt x="381" y="73"/>
                  <a:pt x="390" y="84"/>
                  <a:pt x="398" y="96"/>
                </a:cubicBezTo>
                <a:cubicBezTo>
                  <a:pt x="406" y="108"/>
                  <a:pt x="413" y="120"/>
                  <a:pt x="418" y="134"/>
                </a:cubicBezTo>
                <a:cubicBezTo>
                  <a:pt x="424" y="148"/>
                  <a:pt x="428" y="161"/>
                  <a:pt x="430" y="175"/>
                </a:cubicBezTo>
                <a:cubicBezTo>
                  <a:pt x="433" y="189"/>
                  <a:pt x="435" y="203"/>
                  <a:pt x="435" y="217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932760" y="4858560"/>
            <a:ext cx="156600" cy="156240"/>
          </a:xfrm>
          <a:custGeom>
            <a:avLst/>
            <a:gdLst/>
            <a:ahLst/>
            <a:rect l="0" t="0" r="r" b="b"/>
            <a:pathLst>
              <a:path w="435" h="434">
                <a:moveTo>
                  <a:pt x="435" y="217"/>
                </a:moveTo>
                <a:cubicBezTo>
                  <a:pt x="435" y="232"/>
                  <a:pt x="433" y="246"/>
                  <a:pt x="430" y="260"/>
                </a:cubicBezTo>
                <a:cubicBezTo>
                  <a:pt x="428" y="274"/>
                  <a:pt x="424" y="287"/>
                  <a:pt x="418" y="300"/>
                </a:cubicBezTo>
                <a:cubicBezTo>
                  <a:pt x="413" y="314"/>
                  <a:pt x="406" y="326"/>
                  <a:pt x="398" y="338"/>
                </a:cubicBezTo>
                <a:cubicBezTo>
                  <a:pt x="390" y="350"/>
                  <a:pt x="381" y="361"/>
                  <a:pt x="371" y="371"/>
                </a:cubicBezTo>
                <a:cubicBezTo>
                  <a:pt x="361" y="381"/>
                  <a:pt x="350" y="390"/>
                  <a:pt x="338" y="398"/>
                </a:cubicBezTo>
                <a:cubicBezTo>
                  <a:pt x="326" y="406"/>
                  <a:pt x="314" y="412"/>
                  <a:pt x="301" y="418"/>
                </a:cubicBezTo>
                <a:cubicBezTo>
                  <a:pt x="288" y="423"/>
                  <a:pt x="274" y="427"/>
                  <a:pt x="260" y="430"/>
                </a:cubicBezTo>
                <a:cubicBezTo>
                  <a:pt x="246" y="433"/>
                  <a:pt x="232" y="434"/>
                  <a:pt x="217" y="434"/>
                </a:cubicBezTo>
                <a:cubicBezTo>
                  <a:pt x="203" y="434"/>
                  <a:pt x="188" y="433"/>
                  <a:pt x="175" y="430"/>
                </a:cubicBezTo>
                <a:cubicBezTo>
                  <a:pt x="161" y="427"/>
                  <a:pt x="147" y="423"/>
                  <a:pt x="134" y="418"/>
                </a:cubicBezTo>
                <a:cubicBezTo>
                  <a:pt x="121" y="412"/>
                  <a:pt x="108" y="406"/>
                  <a:pt x="96" y="398"/>
                </a:cubicBezTo>
                <a:cubicBezTo>
                  <a:pt x="85" y="390"/>
                  <a:pt x="74" y="381"/>
                  <a:pt x="64" y="371"/>
                </a:cubicBezTo>
                <a:cubicBezTo>
                  <a:pt x="53" y="361"/>
                  <a:pt x="44" y="350"/>
                  <a:pt x="37" y="338"/>
                </a:cubicBezTo>
                <a:cubicBezTo>
                  <a:pt x="29" y="326"/>
                  <a:pt x="22" y="314"/>
                  <a:pt x="17" y="300"/>
                </a:cubicBezTo>
                <a:cubicBezTo>
                  <a:pt x="11" y="287"/>
                  <a:pt x="7" y="274"/>
                  <a:pt x="4" y="260"/>
                </a:cubicBezTo>
                <a:cubicBezTo>
                  <a:pt x="1" y="246"/>
                  <a:pt x="0" y="232"/>
                  <a:pt x="0" y="217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7" y="134"/>
                </a:cubicBezTo>
                <a:cubicBezTo>
                  <a:pt x="22" y="120"/>
                  <a:pt x="29" y="108"/>
                  <a:pt x="37" y="96"/>
                </a:cubicBezTo>
                <a:cubicBezTo>
                  <a:pt x="44" y="84"/>
                  <a:pt x="53" y="73"/>
                  <a:pt x="64" y="63"/>
                </a:cubicBezTo>
                <a:cubicBezTo>
                  <a:pt x="74" y="53"/>
                  <a:pt x="85" y="44"/>
                  <a:pt x="96" y="36"/>
                </a:cubicBezTo>
                <a:cubicBezTo>
                  <a:pt x="108" y="28"/>
                  <a:pt x="121" y="22"/>
                  <a:pt x="134" y="16"/>
                </a:cubicBezTo>
                <a:cubicBezTo>
                  <a:pt x="147" y="11"/>
                  <a:pt x="161" y="7"/>
                  <a:pt x="175" y="4"/>
                </a:cubicBezTo>
                <a:cubicBezTo>
                  <a:pt x="188" y="1"/>
                  <a:pt x="203" y="0"/>
                  <a:pt x="217" y="0"/>
                </a:cubicBezTo>
                <a:cubicBezTo>
                  <a:pt x="232" y="0"/>
                  <a:pt x="246" y="1"/>
                  <a:pt x="260" y="4"/>
                </a:cubicBezTo>
                <a:cubicBezTo>
                  <a:pt x="274" y="7"/>
                  <a:pt x="288" y="11"/>
                  <a:pt x="301" y="16"/>
                </a:cubicBezTo>
                <a:cubicBezTo>
                  <a:pt x="314" y="22"/>
                  <a:pt x="326" y="28"/>
                  <a:pt x="338" y="36"/>
                </a:cubicBezTo>
                <a:cubicBezTo>
                  <a:pt x="350" y="44"/>
                  <a:pt x="361" y="53"/>
                  <a:pt x="371" y="63"/>
                </a:cubicBezTo>
                <a:cubicBezTo>
                  <a:pt x="381" y="73"/>
                  <a:pt x="390" y="84"/>
                  <a:pt x="398" y="96"/>
                </a:cubicBezTo>
                <a:cubicBezTo>
                  <a:pt x="406" y="108"/>
                  <a:pt x="413" y="120"/>
                  <a:pt x="418" y="134"/>
                </a:cubicBezTo>
                <a:cubicBezTo>
                  <a:pt x="424" y="148"/>
                  <a:pt x="428" y="161"/>
                  <a:pt x="430" y="175"/>
                </a:cubicBezTo>
                <a:cubicBezTo>
                  <a:pt x="433" y="189"/>
                  <a:pt x="435" y="203"/>
                  <a:pt x="435" y="217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884160" y="5014440"/>
            <a:ext cx="253800" cy="410040"/>
          </a:xfrm>
          <a:custGeom>
            <a:avLst/>
            <a:gdLst/>
            <a:ahLst/>
            <a:rect l="0" t="0" r="r" b="b"/>
            <a:pathLst>
              <a:path fill="none" w="705" h="1139">
                <a:moveTo>
                  <a:pt x="353" y="0"/>
                </a:moveTo>
                <a:lnTo>
                  <a:pt x="353" y="733"/>
                </a:lnTo>
                <a:moveTo>
                  <a:pt x="0" y="217"/>
                </a:moveTo>
                <a:lnTo>
                  <a:pt x="705" y="217"/>
                </a:lnTo>
                <a:moveTo>
                  <a:pt x="353" y="733"/>
                </a:moveTo>
                <a:lnTo>
                  <a:pt x="0" y="1139"/>
                </a:lnTo>
                <a:moveTo>
                  <a:pt x="353" y="733"/>
                </a:moveTo>
                <a:lnTo>
                  <a:pt x="705" y="1139"/>
                </a:lnTo>
              </a:path>
            </a:pathLst>
          </a:custGeom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627000" y="171720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4"/>
                  <a:pt x="3672" y="20"/>
                </a:cubicBezTo>
                <a:cubicBezTo>
                  <a:pt x="3679" y="26"/>
                  <a:pt x="3684" y="34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3"/>
                </a:lnTo>
                <a:cubicBezTo>
                  <a:pt x="3692" y="1662"/>
                  <a:pt x="3691" y="1670"/>
                  <a:pt x="3687" y="1679"/>
                </a:cubicBezTo>
                <a:cubicBezTo>
                  <a:pt x="3684" y="1687"/>
                  <a:pt x="3679" y="1694"/>
                  <a:pt x="3672" y="1701"/>
                </a:cubicBezTo>
                <a:cubicBezTo>
                  <a:pt x="3666" y="1707"/>
                  <a:pt x="3659" y="1712"/>
                  <a:pt x="3650" y="1715"/>
                </a:cubicBezTo>
                <a:cubicBezTo>
                  <a:pt x="3642" y="1719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9"/>
                  <a:pt x="42" y="1715"/>
                </a:cubicBezTo>
                <a:cubicBezTo>
                  <a:pt x="33" y="1712"/>
                  <a:pt x="26" y="1707"/>
                  <a:pt x="20" y="1701"/>
                </a:cubicBezTo>
                <a:cubicBezTo>
                  <a:pt x="13" y="1694"/>
                  <a:pt x="9" y="1687"/>
                  <a:pt x="5" y="1679"/>
                </a:cubicBezTo>
                <a:cubicBezTo>
                  <a:pt x="2" y="1670"/>
                  <a:pt x="0" y="1662"/>
                  <a:pt x="0" y="1653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3" y="26"/>
                  <a:pt x="20" y="20"/>
                </a:cubicBezTo>
                <a:cubicBezTo>
                  <a:pt x="26" y="14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627000" y="171720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4"/>
                  <a:pt x="3672" y="20"/>
                </a:cubicBezTo>
                <a:cubicBezTo>
                  <a:pt x="3679" y="26"/>
                  <a:pt x="3684" y="34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3"/>
                </a:lnTo>
                <a:cubicBezTo>
                  <a:pt x="3692" y="1662"/>
                  <a:pt x="3691" y="1670"/>
                  <a:pt x="3687" y="1679"/>
                </a:cubicBezTo>
                <a:cubicBezTo>
                  <a:pt x="3684" y="1687"/>
                  <a:pt x="3679" y="1694"/>
                  <a:pt x="3672" y="1701"/>
                </a:cubicBezTo>
                <a:cubicBezTo>
                  <a:pt x="3666" y="1707"/>
                  <a:pt x="3659" y="1712"/>
                  <a:pt x="3650" y="1715"/>
                </a:cubicBezTo>
                <a:cubicBezTo>
                  <a:pt x="3642" y="1719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9"/>
                  <a:pt x="42" y="1715"/>
                </a:cubicBezTo>
                <a:cubicBezTo>
                  <a:pt x="33" y="1712"/>
                  <a:pt x="26" y="1707"/>
                  <a:pt x="20" y="1701"/>
                </a:cubicBezTo>
                <a:cubicBezTo>
                  <a:pt x="13" y="1694"/>
                  <a:pt x="9" y="1687"/>
                  <a:pt x="5" y="1679"/>
                </a:cubicBezTo>
                <a:cubicBezTo>
                  <a:pt x="2" y="1670"/>
                  <a:pt x="0" y="1662"/>
                  <a:pt x="0" y="1653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4"/>
                  <a:pt x="13" y="26"/>
                  <a:pt x="20" y="20"/>
                </a:cubicBezTo>
                <a:cubicBezTo>
                  <a:pt x="26" y="14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41240" y="4702680"/>
            <a:ext cx="42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940560" y="1795680"/>
            <a:ext cx="614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695400" y="1956240"/>
            <a:ext cx="1052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3627000" y="453204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3"/>
                  <a:pt x="3672" y="20"/>
                </a:cubicBezTo>
                <a:cubicBezTo>
                  <a:pt x="3679" y="26"/>
                  <a:pt x="3684" y="33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2"/>
                </a:lnTo>
                <a:cubicBezTo>
                  <a:pt x="3692" y="1661"/>
                  <a:pt x="3691" y="1670"/>
                  <a:pt x="3687" y="1678"/>
                </a:cubicBezTo>
                <a:cubicBezTo>
                  <a:pt x="3684" y="1687"/>
                  <a:pt x="3679" y="1694"/>
                  <a:pt x="3672" y="1700"/>
                </a:cubicBezTo>
                <a:cubicBezTo>
                  <a:pt x="3666" y="1707"/>
                  <a:pt x="3659" y="1711"/>
                  <a:pt x="3650" y="1715"/>
                </a:cubicBezTo>
                <a:cubicBezTo>
                  <a:pt x="3642" y="1718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8"/>
                  <a:pt x="42" y="1715"/>
                </a:cubicBezTo>
                <a:cubicBezTo>
                  <a:pt x="33" y="1711"/>
                  <a:pt x="26" y="1707"/>
                  <a:pt x="20" y="1700"/>
                </a:cubicBezTo>
                <a:cubicBezTo>
                  <a:pt x="13" y="1694"/>
                  <a:pt x="9" y="1687"/>
                  <a:pt x="5" y="1678"/>
                </a:cubicBezTo>
                <a:cubicBezTo>
                  <a:pt x="2" y="1670"/>
                  <a:pt x="0" y="1661"/>
                  <a:pt x="0" y="1652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627000" y="4532040"/>
            <a:ext cx="1329120" cy="619200"/>
          </a:xfrm>
          <a:custGeom>
            <a:avLst/>
            <a:gdLst/>
            <a:ahLst/>
            <a:rect l="0" t="0" r="r" b="b"/>
            <a:pathLst>
              <a:path w="3692" h="1720">
                <a:moveTo>
                  <a:pt x="68" y="0"/>
                </a:moveTo>
                <a:lnTo>
                  <a:pt x="3625" y="0"/>
                </a:lnTo>
                <a:cubicBezTo>
                  <a:pt x="3634" y="0"/>
                  <a:pt x="3642" y="2"/>
                  <a:pt x="3650" y="5"/>
                </a:cubicBezTo>
                <a:cubicBezTo>
                  <a:pt x="3659" y="9"/>
                  <a:pt x="3666" y="13"/>
                  <a:pt x="3672" y="20"/>
                </a:cubicBezTo>
                <a:cubicBezTo>
                  <a:pt x="3679" y="26"/>
                  <a:pt x="3684" y="33"/>
                  <a:pt x="3687" y="42"/>
                </a:cubicBezTo>
                <a:cubicBezTo>
                  <a:pt x="3691" y="50"/>
                  <a:pt x="3692" y="59"/>
                  <a:pt x="3692" y="68"/>
                </a:cubicBezTo>
                <a:lnTo>
                  <a:pt x="3692" y="1652"/>
                </a:lnTo>
                <a:cubicBezTo>
                  <a:pt x="3692" y="1661"/>
                  <a:pt x="3691" y="1670"/>
                  <a:pt x="3687" y="1678"/>
                </a:cubicBezTo>
                <a:cubicBezTo>
                  <a:pt x="3684" y="1687"/>
                  <a:pt x="3679" y="1694"/>
                  <a:pt x="3672" y="1700"/>
                </a:cubicBezTo>
                <a:cubicBezTo>
                  <a:pt x="3666" y="1707"/>
                  <a:pt x="3659" y="1711"/>
                  <a:pt x="3650" y="1715"/>
                </a:cubicBezTo>
                <a:cubicBezTo>
                  <a:pt x="3642" y="1718"/>
                  <a:pt x="3634" y="1720"/>
                  <a:pt x="3625" y="1720"/>
                </a:cubicBezTo>
                <a:lnTo>
                  <a:pt x="68" y="1720"/>
                </a:lnTo>
                <a:cubicBezTo>
                  <a:pt x="59" y="1720"/>
                  <a:pt x="50" y="1718"/>
                  <a:pt x="42" y="1715"/>
                </a:cubicBezTo>
                <a:cubicBezTo>
                  <a:pt x="33" y="1711"/>
                  <a:pt x="26" y="1707"/>
                  <a:pt x="20" y="1700"/>
                </a:cubicBezTo>
                <a:cubicBezTo>
                  <a:pt x="13" y="1694"/>
                  <a:pt x="9" y="1687"/>
                  <a:pt x="5" y="1678"/>
                </a:cubicBezTo>
                <a:cubicBezTo>
                  <a:pt x="2" y="1670"/>
                  <a:pt x="0" y="1661"/>
                  <a:pt x="0" y="1652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3" y="26"/>
                  <a:pt x="20" y="20"/>
                </a:cubicBezTo>
                <a:cubicBezTo>
                  <a:pt x="26" y="13"/>
                  <a:pt x="33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035960" y="2117160"/>
            <a:ext cx="47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940560" y="4610160"/>
            <a:ext cx="614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Qld Health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695400" y="4771080"/>
            <a:ext cx="1052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Provider Directory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053320" y="187812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8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053320" y="187812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8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035960" y="4932000"/>
            <a:ext cx="47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on FHIR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121720" y="1956240"/>
            <a:ext cx="44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053320" y="453204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9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053320" y="4532040"/>
            <a:ext cx="652320" cy="458280"/>
          </a:xfrm>
          <a:custGeom>
            <a:avLst/>
            <a:gdLst/>
            <a:ahLst/>
            <a:rect l="0" t="0" r="r" b="b"/>
            <a:pathLst>
              <a:path w="1812" h="1273">
                <a:moveTo>
                  <a:pt x="68" y="0"/>
                </a:moveTo>
                <a:lnTo>
                  <a:pt x="1744" y="0"/>
                </a:lnTo>
                <a:cubicBezTo>
                  <a:pt x="1753" y="0"/>
                  <a:pt x="1762" y="2"/>
                  <a:pt x="1770" y="5"/>
                </a:cubicBezTo>
                <a:cubicBezTo>
                  <a:pt x="1779" y="9"/>
                  <a:pt x="1786" y="13"/>
                  <a:pt x="1792" y="20"/>
                </a:cubicBezTo>
                <a:cubicBezTo>
                  <a:pt x="1799" y="26"/>
                  <a:pt x="1803" y="33"/>
                  <a:pt x="1807" y="42"/>
                </a:cubicBezTo>
                <a:cubicBezTo>
                  <a:pt x="1810" y="50"/>
                  <a:pt x="1812" y="59"/>
                  <a:pt x="1812" y="68"/>
                </a:cubicBezTo>
                <a:lnTo>
                  <a:pt x="1812" y="1206"/>
                </a:lnTo>
                <a:cubicBezTo>
                  <a:pt x="1812" y="1215"/>
                  <a:pt x="1810" y="1223"/>
                  <a:pt x="1807" y="1232"/>
                </a:cubicBezTo>
                <a:cubicBezTo>
                  <a:pt x="1803" y="1240"/>
                  <a:pt x="1799" y="1247"/>
                  <a:pt x="1792" y="1254"/>
                </a:cubicBezTo>
                <a:cubicBezTo>
                  <a:pt x="1786" y="1260"/>
                  <a:pt x="1779" y="1265"/>
                  <a:pt x="1770" y="1268"/>
                </a:cubicBezTo>
                <a:cubicBezTo>
                  <a:pt x="1762" y="1272"/>
                  <a:pt x="1753" y="1273"/>
                  <a:pt x="1744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175360" y="2117160"/>
            <a:ext cx="360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121720" y="4610160"/>
            <a:ext cx="44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471440" y="187812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8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471440" y="187812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8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8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175360" y="4771080"/>
            <a:ext cx="360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539840" y="1956240"/>
            <a:ext cx="973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471440" y="453204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9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471440" y="4532040"/>
            <a:ext cx="1260360" cy="458280"/>
          </a:xfrm>
          <a:custGeom>
            <a:avLst/>
            <a:gdLst/>
            <a:ahLst/>
            <a:rect l="0" t="0" r="r" b="b"/>
            <a:pathLst>
              <a:path w="3501" h="1273">
                <a:moveTo>
                  <a:pt x="68" y="0"/>
                </a:moveTo>
                <a:lnTo>
                  <a:pt x="3433" y="0"/>
                </a:lnTo>
                <a:cubicBezTo>
                  <a:pt x="3442" y="0"/>
                  <a:pt x="3451" y="2"/>
                  <a:pt x="3459" y="5"/>
                </a:cubicBezTo>
                <a:cubicBezTo>
                  <a:pt x="3467" y="9"/>
                  <a:pt x="3475" y="13"/>
                  <a:pt x="3481" y="20"/>
                </a:cubicBezTo>
                <a:cubicBezTo>
                  <a:pt x="3487" y="26"/>
                  <a:pt x="3492" y="33"/>
                  <a:pt x="3496" y="42"/>
                </a:cubicBezTo>
                <a:cubicBezTo>
                  <a:pt x="3499" y="50"/>
                  <a:pt x="3501" y="59"/>
                  <a:pt x="3501" y="68"/>
                </a:cubicBezTo>
                <a:lnTo>
                  <a:pt x="3501" y="1206"/>
                </a:lnTo>
                <a:cubicBezTo>
                  <a:pt x="3501" y="1215"/>
                  <a:pt x="3499" y="1223"/>
                  <a:pt x="3496" y="1232"/>
                </a:cubicBezTo>
                <a:cubicBezTo>
                  <a:pt x="3492" y="1240"/>
                  <a:pt x="3487" y="1247"/>
                  <a:pt x="3481" y="1254"/>
                </a:cubicBezTo>
                <a:cubicBezTo>
                  <a:pt x="3475" y="1260"/>
                  <a:pt x="3467" y="1265"/>
                  <a:pt x="3459" y="1268"/>
                </a:cubicBezTo>
                <a:cubicBezTo>
                  <a:pt x="3451" y="1272"/>
                  <a:pt x="3442" y="1273"/>
                  <a:pt x="3433" y="1273"/>
                </a:cubicBezTo>
                <a:lnTo>
                  <a:pt x="68" y="1273"/>
                </a:lnTo>
                <a:cubicBezTo>
                  <a:pt x="59" y="1273"/>
                  <a:pt x="50" y="1272"/>
                  <a:pt x="42" y="1268"/>
                </a:cubicBezTo>
                <a:cubicBezTo>
                  <a:pt x="34" y="1265"/>
                  <a:pt x="26" y="1260"/>
                  <a:pt x="20" y="1254"/>
                </a:cubicBezTo>
                <a:cubicBezTo>
                  <a:pt x="14" y="1247"/>
                  <a:pt x="9" y="1240"/>
                  <a:pt x="5" y="1232"/>
                </a:cubicBezTo>
                <a:cubicBezTo>
                  <a:pt x="2" y="1223"/>
                  <a:pt x="0" y="1215"/>
                  <a:pt x="0" y="1206"/>
                </a:cubicBezTo>
                <a:lnTo>
                  <a:pt x="0" y="68"/>
                </a:lnTo>
                <a:cubicBezTo>
                  <a:pt x="0" y="59"/>
                  <a:pt x="2" y="50"/>
                  <a:pt x="5" y="42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lose/>
              </a:path>
            </a:pathLst>
          </a:custGeom>
          <a:noFill/>
          <a:ln w="468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895520" y="2117160"/>
            <a:ext cx="36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539840" y="4610160"/>
            <a:ext cx="973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174200" y="261216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0" y="0"/>
                </a:moveTo>
                <a:lnTo>
                  <a:pt x="272" y="109"/>
                </a:lnTo>
                <a:lnTo>
                  <a:pt x="0" y="218"/>
                </a:lnTo>
                <a:lnTo>
                  <a:pt x="109" y="10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010880" y="2651400"/>
            <a:ext cx="322200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895520" y="4771080"/>
            <a:ext cx="369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7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020600" y="289800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10"/>
                </a:lnTo>
                <a:lnTo>
                  <a:pt x="272" y="218"/>
                </a:lnTo>
                <a:lnTo>
                  <a:pt x="162" y="110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059480" y="2932200"/>
            <a:ext cx="3219120" cy="10080"/>
          </a:xfrm>
          <a:custGeom>
            <a:avLst/>
            <a:gdLst/>
            <a:ahLst/>
            <a:rect l="0" t="0" r="r" b="b"/>
            <a:pathLst>
              <a:path w="8942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9" y="0"/>
                </a:moveTo>
                <a:lnTo>
                  <a:pt x="163" y="0"/>
                </a:lnTo>
                <a:lnTo>
                  <a:pt x="163" y="28"/>
                </a:lnTo>
                <a:lnTo>
                  <a:pt x="109" y="28"/>
                </a:lnTo>
                <a:lnTo>
                  <a:pt x="109" y="0"/>
                </a:lnTo>
                <a:moveTo>
                  <a:pt x="217" y="0"/>
                </a:moveTo>
                <a:lnTo>
                  <a:pt x="271" y="0"/>
                </a:lnTo>
                <a:lnTo>
                  <a:pt x="271" y="28"/>
                </a:lnTo>
                <a:lnTo>
                  <a:pt x="217" y="28"/>
                </a:lnTo>
                <a:lnTo>
                  <a:pt x="217" y="0"/>
                </a:lnTo>
                <a:moveTo>
                  <a:pt x="325" y="0"/>
                </a:moveTo>
                <a:lnTo>
                  <a:pt x="380" y="0"/>
                </a:lnTo>
                <a:lnTo>
                  <a:pt x="380" y="28"/>
                </a:lnTo>
                <a:lnTo>
                  <a:pt x="325" y="28"/>
                </a:lnTo>
                <a:lnTo>
                  <a:pt x="325" y="0"/>
                </a:lnTo>
                <a:moveTo>
                  <a:pt x="434" y="0"/>
                </a:moveTo>
                <a:lnTo>
                  <a:pt x="488" y="0"/>
                </a:lnTo>
                <a:lnTo>
                  <a:pt x="488" y="28"/>
                </a:lnTo>
                <a:lnTo>
                  <a:pt x="434" y="28"/>
                </a:lnTo>
                <a:lnTo>
                  <a:pt x="434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1" y="0"/>
                </a:moveTo>
                <a:lnTo>
                  <a:pt x="705" y="0"/>
                </a:lnTo>
                <a:lnTo>
                  <a:pt x="705" y="28"/>
                </a:lnTo>
                <a:lnTo>
                  <a:pt x="651" y="28"/>
                </a:lnTo>
                <a:lnTo>
                  <a:pt x="651" y="0"/>
                </a:lnTo>
                <a:moveTo>
                  <a:pt x="759" y="0"/>
                </a:moveTo>
                <a:lnTo>
                  <a:pt x="813" y="0"/>
                </a:lnTo>
                <a:lnTo>
                  <a:pt x="813" y="28"/>
                </a:lnTo>
                <a:lnTo>
                  <a:pt x="759" y="28"/>
                </a:lnTo>
                <a:lnTo>
                  <a:pt x="759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6" y="0"/>
                </a:moveTo>
                <a:lnTo>
                  <a:pt x="1030" y="0"/>
                </a:lnTo>
                <a:lnTo>
                  <a:pt x="1030" y="28"/>
                </a:lnTo>
                <a:lnTo>
                  <a:pt x="976" y="28"/>
                </a:lnTo>
                <a:lnTo>
                  <a:pt x="976" y="0"/>
                </a:lnTo>
                <a:moveTo>
                  <a:pt x="1084" y="0"/>
                </a:moveTo>
                <a:lnTo>
                  <a:pt x="1138" y="0"/>
                </a:lnTo>
                <a:lnTo>
                  <a:pt x="1138" y="28"/>
                </a:lnTo>
                <a:lnTo>
                  <a:pt x="1084" y="28"/>
                </a:lnTo>
                <a:lnTo>
                  <a:pt x="1084" y="0"/>
                </a:lnTo>
                <a:moveTo>
                  <a:pt x="1192" y="0"/>
                </a:moveTo>
                <a:lnTo>
                  <a:pt x="1247" y="0"/>
                </a:lnTo>
                <a:lnTo>
                  <a:pt x="1247" y="28"/>
                </a:lnTo>
                <a:lnTo>
                  <a:pt x="1192" y="28"/>
                </a:lnTo>
                <a:lnTo>
                  <a:pt x="1192" y="0"/>
                </a:lnTo>
                <a:moveTo>
                  <a:pt x="1301" y="0"/>
                </a:moveTo>
                <a:lnTo>
                  <a:pt x="1355" y="0"/>
                </a:lnTo>
                <a:lnTo>
                  <a:pt x="1355" y="28"/>
                </a:lnTo>
                <a:lnTo>
                  <a:pt x="1301" y="28"/>
                </a:lnTo>
                <a:lnTo>
                  <a:pt x="1301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8" y="0"/>
                </a:moveTo>
                <a:lnTo>
                  <a:pt x="1573" y="0"/>
                </a:lnTo>
                <a:lnTo>
                  <a:pt x="1573" y="28"/>
                </a:lnTo>
                <a:lnTo>
                  <a:pt x="1518" y="28"/>
                </a:lnTo>
                <a:lnTo>
                  <a:pt x="1518" y="0"/>
                </a:lnTo>
                <a:moveTo>
                  <a:pt x="1627" y="0"/>
                </a:moveTo>
                <a:lnTo>
                  <a:pt x="1681" y="0"/>
                </a:lnTo>
                <a:lnTo>
                  <a:pt x="1681" y="28"/>
                </a:lnTo>
                <a:lnTo>
                  <a:pt x="1627" y="28"/>
                </a:lnTo>
                <a:lnTo>
                  <a:pt x="1627" y="0"/>
                </a:lnTo>
                <a:moveTo>
                  <a:pt x="1735" y="0"/>
                </a:moveTo>
                <a:lnTo>
                  <a:pt x="1790" y="0"/>
                </a:lnTo>
                <a:lnTo>
                  <a:pt x="1790" y="28"/>
                </a:lnTo>
                <a:lnTo>
                  <a:pt x="1735" y="28"/>
                </a:lnTo>
                <a:lnTo>
                  <a:pt x="1735" y="0"/>
                </a:lnTo>
                <a:moveTo>
                  <a:pt x="1844" y="0"/>
                </a:moveTo>
                <a:lnTo>
                  <a:pt x="1898" y="0"/>
                </a:lnTo>
                <a:lnTo>
                  <a:pt x="1898" y="28"/>
                </a:lnTo>
                <a:lnTo>
                  <a:pt x="1844" y="28"/>
                </a:lnTo>
                <a:lnTo>
                  <a:pt x="1844" y="0"/>
                </a:lnTo>
                <a:moveTo>
                  <a:pt x="1952" y="0"/>
                </a:moveTo>
                <a:lnTo>
                  <a:pt x="2006" y="0"/>
                </a:lnTo>
                <a:lnTo>
                  <a:pt x="2006" y="28"/>
                </a:lnTo>
                <a:lnTo>
                  <a:pt x="1952" y="28"/>
                </a:lnTo>
                <a:lnTo>
                  <a:pt x="1952" y="0"/>
                </a:lnTo>
                <a:moveTo>
                  <a:pt x="2060" y="0"/>
                </a:moveTo>
                <a:lnTo>
                  <a:pt x="2115" y="0"/>
                </a:lnTo>
                <a:lnTo>
                  <a:pt x="2115" y="28"/>
                </a:lnTo>
                <a:lnTo>
                  <a:pt x="2060" y="28"/>
                </a:lnTo>
                <a:lnTo>
                  <a:pt x="2060" y="0"/>
                </a:lnTo>
                <a:moveTo>
                  <a:pt x="2169" y="0"/>
                </a:moveTo>
                <a:lnTo>
                  <a:pt x="2223" y="0"/>
                </a:lnTo>
                <a:lnTo>
                  <a:pt x="2223" y="28"/>
                </a:lnTo>
                <a:lnTo>
                  <a:pt x="2169" y="28"/>
                </a:lnTo>
                <a:lnTo>
                  <a:pt x="2169" y="0"/>
                </a:lnTo>
                <a:moveTo>
                  <a:pt x="2277" y="0"/>
                </a:moveTo>
                <a:lnTo>
                  <a:pt x="2331" y="0"/>
                </a:lnTo>
                <a:lnTo>
                  <a:pt x="2331" y="28"/>
                </a:lnTo>
                <a:lnTo>
                  <a:pt x="2277" y="28"/>
                </a:lnTo>
                <a:lnTo>
                  <a:pt x="2277" y="0"/>
                </a:lnTo>
                <a:moveTo>
                  <a:pt x="2386" y="0"/>
                </a:moveTo>
                <a:lnTo>
                  <a:pt x="2440" y="0"/>
                </a:lnTo>
                <a:lnTo>
                  <a:pt x="2440" y="28"/>
                </a:lnTo>
                <a:lnTo>
                  <a:pt x="2386" y="28"/>
                </a:lnTo>
                <a:lnTo>
                  <a:pt x="2386" y="0"/>
                </a:lnTo>
                <a:moveTo>
                  <a:pt x="2494" y="0"/>
                </a:moveTo>
                <a:lnTo>
                  <a:pt x="2548" y="0"/>
                </a:lnTo>
                <a:lnTo>
                  <a:pt x="2548" y="28"/>
                </a:lnTo>
                <a:lnTo>
                  <a:pt x="2494" y="28"/>
                </a:lnTo>
                <a:lnTo>
                  <a:pt x="2494" y="0"/>
                </a:lnTo>
                <a:moveTo>
                  <a:pt x="2602" y="0"/>
                </a:moveTo>
                <a:lnTo>
                  <a:pt x="2657" y="0"/>
                </a:lnTo>
                <a:lnTo>
                  <a:pt x="2657" y="28"/>
                </a:lnTo>
                <a:lnTo>
                  <a:pt x="2602" y="28"/>
                </a:lnTo>
                <a:lnTo>
                  <a:pt x="2602" y="0"/>
                </a:lnTo>
                <a:moveTo>
                  <a:pt x="2711" y="0"/>
                </a:moveTo>
                <a:lnTo>
                  <a:pt x="2765" y="0"/>
                </a:lnTo>
                <a:lnTo>
                  <a:pt x="2765" y="28"/>
                </a:lnTo>
                <a:lnTo>
                  <a:pt x="2711" y="28"/>
                </a:lnTo>
                <a:lnTo>
                  <a:pt x="2711" y="0"/>
                </a:lnTo>
                <a:moveTo>
                  <a:pt x="2819" y="0"/>
                </a:moveTo>
                <a:lnTo>
                  <a:pt x="2873" y="0"/>
                </a:lnTo>
                <a:lnTo>
                  <a:pt x="2873" y="28"/>
                </a:lnTo>
                <a:lnTo>
                  <a:pt x="2819" y="28"/>
                </a:lnTo>
                <a:lnTo>
                  <a:pt x="2819" y="0"/>
                </a:lnTo>
                <a:moveTo>
                  <a:pt x="2927" y="0"/>
                </a:moveTo>
                <a:lnTo>
                  <a:pt x="2982" y="0"/>
                </a:lnTo>
                <a:lnTo>
                  <a:pt x="2982" y="28"/>
                </a:lnTo>
                <a:lnTo>
                  <a:pt x="2927" y="28"/>
                </a:lnTo>
                <a:lnTo>
                  <a:pt x="2927" y="0"/>
                </a:lnTo>
                <a:moveTo>
                  <a:pt x="3036" y="0"/>
                </a:moveTo>
                <a:lnTo>
                  <a:pt x="3090" y="0"/>
                </a:lnTo>
                <a:lnTo>
                  <a:pt x="3090" y="28"/>
                </a:lnTo>
                <a:lnTo>
                  <a:pt x="3036" y="28"/>
                </a:lnTo>
                <a:lnTo>
                  <a:pt x="3036" y="0"/>
                </a:lnTo>
                <a:moveTo>
                  <a:pt x="3144" y="0"/>
                </a:moveTo>
                <a:lnTo>
                  <a:pt x="3198" y="0"/>
                </a:lnTo>
                <a:lnTo>
                  <a:pt x="3198" y="28"/>
                </a:lnTo>
                <a:lnTo>
                  <a:pt x="3144" y="28"/>
                </a:lnTo>
                <a:lnTo>
                  <a:pt x="3144" y="0"/>
                </a:lnTo>
                <a:moveTo>
                  <a:pt x="3253" y="0"/>
                </a:moveTo>
                <a:lnTo>
                  <a:pt x="3307" y="0"/>
                </a:lnTo>
                <a:lnTo>
                  <a:pt x="3307" y="28"/>
                </a:lnTo>
                <a:lnTo>
                  <a:pt x="3253" y="28"/>
                </a:lnTo>
                <a:lnTo>
                  <a:pt x="3253" y="0"/>
                </a:lnTo>
                <a:moveTo>
                  <a:pt x="3361" y="0"/>
                </a:moveTo>
                <a:lnTo>
                  <a:pt x="3415" y="0"/>
                </a:lnTo>
                <a:lnTo>
                  <a:pt x="3415" y="28"/>
                </a:lnTo>
                <a:lnTo>
                  <a:pt x="3361" y="28"/>
                </a:lnTo>
                <a:lnTo>
                  <a:pt x="3361" y="0"/>
                </a:lnTo>
                <a:moveTo>
                  <a:pt x="3469" y="0"/>
                </a:moveTo>
                <a:lnTo>
                  <a:pt x="3524" y="0"/>
                </a:lnTo>
                <a:lnTo>
                  <a:pt x="3524" y="28"/>
                </a:lnTo>
                <a:lnTo>
                  <a:pt x="3469" y="28"/>
                </a:lnTo>
                <a:lnTo>
                  <a:pt x="3469" y="0"/>
                </a:lnTo>
                <a:moveTo>
                  <a:pt x="3578" y="0"/>
                </a:moveTo>
                <a:lnTo>
                  <a:pt x="3632" y="0"/>
                </a:lnTo>
                <a:lnTo>
                  <a:pt x="3632" y="28"/>
                </a:lnTo>
                <a:lnTo>
                  <a:pt x="3578" y="28"/>
                </a:lnTo>
                <a:lnTo>
                  <a:pt x="3578" y="0"/>
                </a:lnTo>
                <a:moveTo>
                  <a:pt x="3686" y="0"/>
                </a:moveTo>
                <a:lnTo>
                  <a:pt x="3740" y="0"/>
                </a:lnTo>
                <a:lnTo>
                  <a:pt x="3740" y="28"/>
                </a:lnTo>
                <a:lnTo>
                  <a:pt x="3686" y="28"/>
                </a:lnTo>
                <a:lnTo>
                  <a:pt x="3686" y="0"/>
                </a:lnTo>
                <a:moveTo>
                  <a:pt x="3794" y="0"/>
                </a:moveTo>
                <a:lnTo>
                  <a:pt x="3849" y="0"/>
                </a:lnTo>
                <a:lnTo>
                  <a:pt x="3849" y="28"/>
                </a:lnTo>
                <a:lnTo>
                  <a:pt x="3794" y="28"/>
                </a:lnTo>
                <a:lnTo>
                  <a:pt x="3794" y="0"/>
                </a:lnTo>
                <a:moveTo>
                  <a:pt x="3903" y="0"/>
                </a:moveTo>
                <a:lnTo>
                  <a:pt x="3957" y="0"/>
                </a:lnTo>
                <a:lnTo>
                  <a:pt x="3957" y="28"/>
                </a:lnTo>
                <a:lnTo>
                  <a:pt x="3903" y="28"/>
                </a:lnTo>
                <a:lnTo>
                  <a:pt x="3903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20" y="0"/>
                </a:moveTo>
                <a:lnTo>
                  <a:pt x="4174" y="0"/>
                </a:lnTo>
                <a:lnTo>
                  <a:pt x="4174" y="28"/>
                </a:lnTo>
                <a:lnTo>
                  <a:pt x="4120" y="28"/>
                </a:lnTo>
                <a:lnTo>
                  <a:pt x="4120" y="0"/>
                </a:lnTo>
                <a:moveTo>
                  <a:pt x="4228" y="0"/>
                </a:moveTo>
                <a:lnTo>
                  <a:pt x="4282" y="0"/>
                </a:lnTo>
                <a:lnTo>
                  <a:pt x="4282" y="28"/>
                </a:lnTo>
                <a:lnTo>
                  <a:pt x="4228" y="28"/>
                </a:lnTo>
                <a:lnTo>
                  <a:pt x="4228" y="0"/>
                </a:lnTo>
                <a:moveTo>
                  <a:pt x="4336" y="0"/>
                </a:moveTo>
                <a:lnTo>
                  <a:pt x="4391" y="0"/>
                </a:lnTo>
                <a:lnTo>
                  <a:pt x="4391" y="28"/>
                </a:lnTo>
                <a:lnTo>
                  <a:pt x="4336" y="28"/>
                </a:lnTo>
                <a:lnTo>
                  <a:pt x="4336" y="0"/>
                </a:lnTo>
                <a:moveTo>
                  <a:pt x="4445" y="0"/>
                </a:moveTo>
                <a:lnTo>
                  <a:pt x="4499" y="0"/>
                </a:lnTo>
                <a:lnTo>
                  <a:pt x="4499" y="28"/>
                </a:lnTo>
                <a:lnTo>
                  <a:pt x="4445" y="28"/>
                </a:lnTo>
                <a:lnTo>
                  <a:pt x="4445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2" y="0"/>
                </a:moveTo>
                <a:lnTo>
                  <a:pt x="4716" y="0"/>
                </a:lnTo>
                <a:lnTo>
                  <a:pt x="4716" y="28"/>
                </a:lnTo>
                <a:lnTo>
                  <a:pt x="4662" y="28"/>
                </a:lnTo>
                <a:lnTo>
                  <a:pt x="4662" y="0"/>
                </a:lnTo>
                <a:moveTo>
                  <a:pt x="4770" y="0"/>
                </a:moveTo>
                <a:lnTo>
                  <a:pt x="4824" y="0"/>
                </a:lnTo>
                <a:lnTo>
                  <a:pt x="4824" y="28"/>
                </a:lnTo>
                <a:lnTo>
                  <a:pt x="4770" y="28"/>
                </a:lnTo>
                <a:lnTo>
                  <a:pt x="4770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7" y="0"/>
                </a:moveTo>
                <a:lnTo>
                  <a:pt x="5041" y="0"/>
                </a:lnTo>
                <a:lnTo>
                  <a:pt x="5041" y="28"/>
                </a:lnTo>
                <a:lnTo>
                  <a:pt x="4987" y="28"/>
                </a:lnTo>
                <a:lnTo>
                  <a:pt x="4987" y="0"/>
                </a:lnTo>
                <a:moveTo>
                  <a:pt x="5095" y="0"/>
                </a:moveTo>
                <a:lnTo>
                  <a:pt x="5149" y="0"/>
                </a:lnTo>
                <a:lnTo>
                  <a:pt x="5149" y="28"/>
                </a:lnTo>
                <a:lnTo>
                  <a:pt x="5095" y="28"/>
                </a:lnTo>
                <a:lnTo>
                  <a:pt x="5095" y="0"/>
                </a:lnTo>
                <a:moveTo>
                  <a:pt x="5203" y="0"/>
                </a:moveTo>
                <a:lnTo>
                  <a:pt x="5258" y="0"/>
                </a:lnTo>
                <a:lnTo>
                  <a:pt x="5258" y="28"/>
                </a:lnTo>
                <a:lnTo>
                  <a:pt x="5203" y="28"/>
                </a:lnTo>
                <a:lnTo>
                  <a:pt x="5203" y="0"/>
                </a:lnTo>
                <a:moveTo>
                  <a:pt x="5312" y="0"/>
                </a:moveTo>
                <a:lnTo>
                  <a:pt x="5366" y="0"/>
                </a:lnTo>
                <a:lnTo>
                  <a:pt x="5366" y="28"/>
                </a:lnTo>
                <a:lnTo>
                  <a:pt x="5312" y="28"/>
                </a:lnTo>
                <a:lnTo>
                  <a:pt x="5312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9" y="0"/>
                </a:moveTo>
                <a:lnTo>
                  <a:pt x="5583" y="0"/>
                </a:lnTo>
                <a:lnTo>
                  <a:pt x="5583" y="28"/>
                </a:lnTo>
                <a:lnTo>
                  <a:pt x="5529" y="28"/>
                </a:lnTo>
                <a:lnTo>
                  <a:pt x="5529" y="0"/>
                </a:lnTo>
                <a:moveTo>
                  <a:pt x="5637" y="0"/>
                </a:moveTo>
                <a:lnTo>
                  <a:pt x="5691" y="0"/>
                </a:lnTo>
                <a:lnTo>
                  <a:pt x="5691" y="28"/>
                </a:lnTo>
                <a:lnTo>
                  <a:pt x="5637" y="28"/>
                </a:lnTo>
                <a:lnTo>
                  <a:pt x="5637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4" y="0"/>
                </a:moveTo>
                <a:lnTo>
                  <a:pt x="5908" y="0"/>
                </a:lnTo>
                <a:lnTo>
                  <a:pt x="5908" y="28"/>
                </a:lnTo>
                <a:lnTo>
                  <a:pt x="5854" y="28"/>
                </a:lnTo>
                <a:lnTo>
                  <a:pt x="5854" y="0"/>
                </a:lnTo>
                <a:moveTo>
                  <a:pt x="5962" y="0"/>
                </a:moveTo>
                <a:lnTo>
                  <a:pt x="6016" y="0"/>
                </a:lnTo>
                <a:lnTo>
                  <a:pt x="6016" y="28"/>
                </a:lnTo>
                <a:lnTo>
                  <a:pt x="5962" y="28"/>
                </a:lnTo>
                <a:lnTo>
                  <a:pt x="5962" y="0"/>
                </a:lnTo>
                <a:moveTo>
                  <a:pt x="6070" y="0"/>
                </a:moveTo>
                <a:lnTo>
                  <a:pt x="6125" y="0"/>
                </a:lnTo>
                <a:lnTo>
                  <a:pt x="6125" y="28"/>
                </a:lnTo>
                <a:lnTo>
                  <a:pt x="6070" y="28"/>
                </a:lnTo>
                <a:lnTo>
                  <a:pt x="6070" y="0"/>
                </a:lnTo>
                <a:moveTo>
                  <a:pt x="6179" y="0"/>
                </a:moveTo>
                <a:lnTo>
                  <a:pt x="6233" y="0"/>
                </a:lnTo>
                <a:lnTo>
                  <a:pt x="6233" y="28"/>
                </a:lnTo>
                <a:lnTo>
                  <a:pt x="6179" y="28"/>
                </a:lnTo>
                <a:lnTo>
                  <a:pt x="6179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6" y="0"/>
                </a:moveTo>
                <a:lnTo>
                  <a:pt x="6450" y="0"/>
                </a:lnTo>
                <a:lnTo>
                  <a:pt x="6450" y="28"/>
                </a:lnTo>
                <a:lnTo>
                  <a:pt x="6396" y="28"/>
                </a:lnTo>
                <a:lnTo>
                  <a:pt x="6396" y="0"/>
                </a:lnTo>
                <a:moveTo>
                  <a:pt x="6504" y="0"/>
                </a:moveTo>
                <a:lnTo>
                  <a:pt x="6558" y="0"/>
                </a:lnTo>
                <a:lnTo>
                  <a:pt x="6558" y="28"/>
                </a:lnTo>
                <a:lnTo>
                  <a:pt x="6504" y="28"/>
                </a:lnTo>
                <a:lnTo>
                  <a:pt x="6504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1" y="0"/>
                </a:moveTo>
                <a:lnTo>
                  <a:pt x="6775" y="0"/>
                </a:lnTo>
                <a:lnTo>
                  <a:pt x="6775" y="28"/>
                </a:lnTo>
                <a:lnTo>
                  <a:pt x="6721" y="28"/>
                </a:lnTo>
                <a:lnTo>
                  <a:pt x="6721" y="0"/>
                </a:lnTo>
                <a:moveTo>
                  <a:pt x="6829" y="0"/>
                </a:moveTo>
                <a:lnTo>
                  <a:pt x="6883" y="0"/>
                </a:lnTo>
                <a:lnTo>
                  <a:pt x="6883" y="28"/>
                </a:lnTo>
                <a:lnTo>
                  <a:pt x="6829" y="28"/>
                </a:lnTo>
                <a:lnTo>
                  <a:pt x="6829" y="0"/>
                </a:lnTo>
                <a:moveTo>
                  <a:pt x="6937" y="0"/>
                </a:moveTo>
                <a:lnTo>
                  <a:pt x="6992" y="0"/>
                </a:lnTo>
                <a:lnTo>
                  <a:pt x="6992" y="28"/>
                </a:lnTo>
                <a:lnTo>
                  <a:pt x="6937" y="28"/>
                </a:lnTo>
                <a:lnTo>
                  <a:pt x="6937" y="0"/>
                </a:lnTo>
                <a:moveTo>
                  <a:pt x="7046" y="0"/>
                </a:moveTo>
                <a:lnTo>
                  <a:pt x="7100" y="0"/>
                </a:lnTo>
                <a:lnTo>
                  <a:pt x="7100" y="28"/>
                </a:lnTo>
                <a:lnTo>
                  <a:pt x="7046" y="28"/>
                </a:lnTo>
                <a:lnTo>
                  <a:pt x="7046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3" y="0"/>
                </a:moveTo>
                <a:lnTo>
                  <a:pt x="7317" y="0"/>
                </a:lnTo>
                <a:lnTo>
                  <a:pt x="7317" y="28"/>
                </a:lnTo>
                <a:lnTo>
                  <a:pt x="7263" y="28"/>
                </a:lnTo>
                <a:lnTo>
                  <a:pt x="7263" y="0"/>
                </a:lnTo>
                <a:moveTo>
                  <a:pt x="7371" y="0"/>
                </a:moveTo>
                <a:lnTo>
                  <a:pt x="7425" y="0"/>
                </a:lnTo>
                <a:lnTo>
                  <a:pt x="7425" y="28"/>
                </a:lnTo>
                <a:lnTo>
                  <a:pt x="7371" y="28"/>
                </a:lnTo>
                <a:lnTo>
                  <a:pt x="7371" y="0"/>
                </a:lnTo>
                <a:moveTo>
                  <a:pt x="7479" y="0"/>
                </a:moveTo>
                <a:lnTo>
                  <a:pt x="7534" y="0"/>
                </a:lnTo>
                <a:lnTo>
                  <a:pt x="7534" y="28"/>
                </a:lnTo>
                <a:lnTo>
                  <a:pt x="7479" y="28"/>
                </a:lnTo>
                <a:lnTo>
                  <a:pt x="7479" y="0"/>
                </a:lnTo>
                <a:moveTo>
                  <a:pt x="7588" y="0"/>
                </a:moveTo>
                <a:lnTo>
                  <a:pt x="7642" y="0"/>
                </a:lnTo>
                <a:lnTo>
                  <a:pt x="7642" y="28"/>
                </a:lnTo>
                <a:lnTo>
                  <a:pt x="7588" y="28"/>
                </a:lnTo>
                <a:lnTo>
                  <a:pt x="7588" y="0"/>
                </a:lnTo>
                <a:moveTo>
                  <a:pt x="7696" y="0"/>
                </a:moveTo>
                <a:lnTo>
                  <a:pt x="7750" y="0"/>
                </a:lnTo>
                <a:lnTo>
                  <a:pt x="7750" y="28"/>
                </a:lnTo>
                <a:lnTo>
                  <a:pt x="7696" y="28"/>
                </a:lnTo>
                <a:lnTo>
                  <a:pt x="7696" y="0"/>
                </a:lnTo>
                <a:moveTo>
                  <a:pt x="7804" y="0"/>
                </a:moveTo>
                <a:lnTo>
                  <a:pt x="7859" y="0"/>
                </a:lnTo>
                <a:lnTo>
                  <a:pt x="7859" y="28"/>
                </a:lnTo>
                <a:lnTo>
                  <a:pt x="7804" y="28"/>
                </a:lnTo>
                <a:lnTo>
                  <a:pt x="7804" y="0"/>
                </a:lnTo>
                <a:moveTo>
                  <a:pt x="7913" y="0"/>
                </a:moveTo>
                <a:lnTo>
                  <a:pt x="7967" y="0"/>
                </a:lnTo>
                <a:lnTo>
                  <a:pt x="7967" y="28"/>
                </a:lnTo>
                <a:lnTo>
                  <a:pt x="7913" y="28"/>
                </a:lnTo>
                <a:lnTo>
                  <a:pt x="7913" y="0"/>
                </a:lnTo>
                <a:moveTo>
                  <a:pt x="8021" y="0"/>
                </a:moveTo>
                <a:lnTo>
                  <a:pt x="8075" y="0"/>
                </a:lnTo>
                <a:lnTo>
                  <a:pt x="8075" y="28"/>
                </a:lnTo>
                <a:lnTo>
                  <a:pt x="8021" y="28"/>
                </a:lnTo>
                <a:lnTo>
                  <a:pt x="8021" y="0"/>
                </a:lnTo>
                <a:moveTo>
                  <a:pt x="8130" y="0"/>
                </a:moveTo>
                <a:lnTo>
                  <a:pt x="8184" y="0"/>
                </a:lnTo>
                <a:lnTo>
                  <a:pt x="8184" y="28"/>
                </a:lnTo>
                <a:lnTo>
                  <a:pt x="8130" y="28"/>
                </a:lnTo>
                <a:lnTo>
                  <a:pt x="8130" y="0"/>
                </a:lnTo>
                <a:moveTo>
                  <a:pt x="8238" y="0"/>
                </a:moveTo>
                <a:lnTo>
                  <a:pt x="8292" y="0"/>
                </a:lnTo>
                <a:lnTo>
                  <a:pt x="8292" y="28"/>
                </a:lnTo>
                <a:lnTo>
                  <a:pt x="8238" y="28"/>
                </a:lnTo>
                <a:lnTo>
                  <a:pt x="8238" y="0"/>
                </a:lnTo>
                <a:moveTo>
                  <a:pt x="8346" y="0"/>
                </a:moveTo>
                <a:lnTo>
                  <a:pt x="8401" y="0"/>
                </a:lnTo>
                <a:lnTo>
                  <a:pt x="8401" y="28"/>
                </a:lnTo>
                <a:lnTo>
                  <a:pt x="8346" y="28"/>
                </a:lnTo>
                <a:lnTo>
                  <a:pt x="8346" y="0"/>
                </a:lnTo>
                <a:moveTo>
                  <a:pt x="8455" y="0"/>
                </a:moveTo>
                <a:lnTo>
                  <a:pt x="8509" y="0"/>
                </a:lnTo>
                <a:lnTo>
                  <a:pt x="8509" y="28"/>
                </a:lnTo>
                <a:lnTo>
                  <a:pt x="8455" y="28"/>
                </a:lnTo>
                <a:lnTo>
                  <a:pt x="8455" y="0"/>
                </a:lnTo>
                <a:moveTo>
                  <a:pt x="8563" y="0"/>
                </a:moveTo>
                <a:lnTo>
                  <a:pt x="8617" y="0"/>
                </a:lnTo>
                <a:lnTo>
                  <a:pt x="8617" y="28"/>
                </a:lnTo>
                <a:lnTo>
                  <a:pt x="8563" y="28"/>
                </a:lnTo>
                <a:lnTo>
                  <a:pt x="8563" y="0"/>
                </a:lnTo>
                <a:moveTo>
                  <a:pt x="8671" y="0"/>
                </a:moveTo>
                <a:lnTo>
                  <a:pt x="8726" y="0"/>
                </a:lnTo>
                <a:lnTo>
                  <a:pt x="8726" y="28"/>
                </a:lnTo>
                <a:lnTo>
                  <a:pt x="8671" y="28"/>
                </a:lnTo>
                <a:lnTo>
                  <a:pt x="8671" y="0"/>
                </a:lnTo>
                <a:moveTo>
                  <a:pt x="8780" y="0"/>
                </a:moveTo>
                <a:lnTo>
                  <a:pt x="8834" y="0"/>
                </a:lnTo>
                <a:lnTo>
                  <a:pt x="8834" y="28"/>
                </a:lnTo>
                <a:lnTo>
                  <a:pt x="8780" y="28"/>
                </a:lnTo>
                <a:lnTo>
                  <a:pt x="8780" y="0"/>
                </a:lnTo>
                <a:moveTo>
                  <a:pt x="8888" y="0"/>
                </a:moveTo>
                <a:lnTo>
                  <a:pt x="8942" y="0"/>
                </a:lnTo>
                <a:lnTo>
                  <a:pt x="8942" y="28"/>
                </a:lnTo>
                <a:lnTo>
                  <a:pt x="8888" y="28"/>
                </a:lnTo>
                <a:lnTo>
                  <a:pt x="8888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079280" y="2491920"/>
            <a:ext cx="2552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search HealthcareService / Location / Endpoint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262480" y="3183840"/>
            <a:ext cx="97560" cy="78480"/>
          </a:xfrm>
          <a:custGeom>
            <a:avLst/>
            <a:gdLst/>
            <a:ahLst/>
            <a:rect l="0" t="0" r="r" b="b"/>
            <a:pathLst>
              <a:path w="271" h="218">
                <a:moveTo>
                  <a:pt x="0" y="0"/>
                </a:moveTo>
                <a:lnTo>
                  <a:pt x="271" y="109"/>
                </a:lnTo>
                <a:lnTo>
                  <a:pt x="0" y="218"/>
                </a:lnTo>
                <a:lnTo>
                  <a:pt x="109" y="109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010880" y="3223080"/>
            <a:ext cx="430992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76840" y="2777760"/>
            <a:ext cx="2046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matching services + receiving Endpoint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020600" y="346968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9"/>
                </a:lnTo>
                <a:lnTo>
                  <a:pt x="272" y="218"/>
                </a:lnTo>
                <a:lnTo>
                  <a:pt x="162" y="109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059480" y="3503880"/>
            <a:ext cx="4310640" cy="10080"/>
          </a:xfrm>
          <a:custGeom>
            <a:avLst/>
            <a:gdLst/>
            <a:ahLst/>
            <a:rect l="0" t="0" r="r" b="b"/>
            <a:pathLst>
              <a:path w="11974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9" y="0"/>
                </a:moveTo>
                <a:lnTo>
                  <a:pt x="163" y="0"/>
                </a:lnTo>
                <a:lnTo>
                  <a:pt x="163" y="28"/>
                </a:lnTo>
                <a:lnTo>
                  <a:pt x="109" y="28"/>
                </a:lnTo>
                <a:lnTo>
                  <a:pt x="109" y="0"/>
                </a:lnTo>
                <a:moveTo>
                  <a:pt x="217" y="0"/>
                </a:moveTo>
                <a:lnTo>
                  <a:pt x="271" y="0"/>
                </a:lnTo>
                <a:lnTo>
                  <a:pt x="271" y="28"/>
                </a:lnTo>
                <a:lnTo>
                  <a:pt x="217" y="28"/>
                </a:lnTo>
                <a:lnTo>
                  <a:pt x="217" y="0"/>
                </a:lnTo>
                <a:moveTo>
                  <a:pt x="325" y="0"/>
                </a:moveTo>
                <a:lnTo>
                  <a:pt x="380" y="0"/>
                </a:lnTo>
                <a:lnTo>
                  <a:pt x="380" y="28"/>
                </a:lnTo>
                <a:lnTo>
                  <a:pt x="325" y="28"/>
                </a:lnTo>
                <a:lnTo>
                  <a:pt x="325" y="0"/>
                </a:lnTo>
                <a:moveTo>
                  <a:pt x="434" y="0"/>
                </a:moveTo>
                <a:lnTo>
                  <a:pt x="488" y="0"/>
                </a:lnTo>
                <a:lnTo>
                  <a:pt x="488" y="28"/>
                </a:lnTo>
                <a:lnTo>
                  <a:pt x="434" y="28"/>
                </a:lnTo>
                <a:lnTo>
                  <a:pt x="434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1" y="0"/>
                </a:moveTo>
                <a:lnTo>
                  <a:pt x="705" y="0"/>
                </a:lnTo>
                <a:lnTo>
                  <a:pt x="705" y="28"/>
                </a:lnTo>
                <a:lnTo>
                  <a:pt x="651" y="28"/>
                </a:lnTo>
                <a:lnTo>
                  <a:pt x="651" y="0"/>
                </a:lnTo>
                <a:moveTo>
                  <a:pt x="759" y="0"/>
                </a:moveTo>
                <a:lnTo>
                  <a:pt x="813" y="0"/>
                </a:lnTo>
                <a:lnTo>
                  <a:pt x="813" y="28"/>
                </a:lnTo>
                <a:lnTo>
                  <a:pt x="759" y="28"/>
                </a:lnTo>
                <a:lnTo>
                  <a:pt x="759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6" y="0"/>
                </a:moveTo>
                <a:lnTo>
                  <a:pt x="1030" y="0"/>
                </a:lnTo>
                <a:lnTo>
                  <a:pt x="1030" y="28"/>
                </a:lnTo>
                <a:lnTo>
                  <a:pt x="976" y="28"/>
                </a:lnTo>
                <a:lnTo>
                  <a:pt x="976" y="0"/>
                </a:lnTo>
                <a:moveTo>
                  <a:pt x="1084" y="0"/>
                </a:moveTo>
                <a:lnTo>
                  <a:pt x="1138" y="0"/>
                </a:lnTo>
                <a:lnTo>
                  <a:pt x="1138" y="28"/>
                </a:lnTo>
                <a:lnTo>
                  <a:pt x="1084" y="28"/>
                </a:lnTo>
                <a:lnTo>
                  <a:pt x="1084" y="0"/>
                </a:lnTo>
                <a:moveTo>
                  <a:pt x="1192" y="0"/>
                </a:moveTo>
                <a:lnTo>
                  <a:pt x="1247" y="0"/>
                </a:lnTo>
                <a:lnTo>
                  <a:pt x="1247" y="28"/>
                </a:lnTo>
                <a:lnTo>
                  <a:pt x="1192" y="28"/>
                </a:lnTo>
                <a:lnTo>
                  <a:pt x="1192" y="0"/>
                </a:lnTo>
                <a:moveTo>
                  <a:pt x="1301" y="0"/>
                </a:moveTo>
                <a:lnTo>
                  <a:pt x="1355" y="0"/>
                </a:lnTo>
                <a:lnTo>
                  <a:pt x="1355" y="28"/>
                </a:lnTo>
                <a:lnTo>
                  <a:pt x="1301" y="28"/>
                </a:lnTo>
                <a:lnTo>
                  <a:pt x="1301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8" y="0"/>
                </a:moveTo>
                <a:lnTo>
                  <a:pt x="1572" y="0"/>
                </a:lnTo>
                <a:lnTo>
                  <a:pt x="1572" y="28"/>
                </a:lnTo>
                <a:lnTo>
                  <a:pt x="1518" y="28"/>
                </a:lnTo>
                <a:lnTo>
                  <a:pt x="1518" y="0"/>
                </a:lnTo>
                <a:moveTo>
                  <a:pt x="1626" y="0"/>
                </a:moveTo>
                <a:lnTo>
                  <a:pt x="1680" y="0"/>
                </a:lnTo>
                <a:lnTo>
                  <a:pt x="1680" y="28"/>
                </a:lnTo>
                <a:lnTo>
                  <a:pt x="1626" y="28"/>
                </a:lnTo>
                <a:lnTo>
                  <a:pt x="1626" y="0"/>
                </a:lnTo>
                <a:moveTo>
                  <a:pt x="1734" y="0"/>
                </a:moveTo>
                <a:lnTo>
                  <a:pt x="1789" y="0"/>
                </a:lnTo>
                <a:lnTo>
                  <a:pt x="1789" y="28"/>
                </a:lnTo>
                <a:lnTo>
                  <a:pt x="1734" y="28"/>
                </a:lnTo>
                <a:lnTo>
                  <a:pt x="1734" y="0"/>
                </a:lnTo>
                <a:moveTo>
                  <a:pt x="1843" y="0"/>
                </a:moveTo>
                <a:lnTo>
                  <a:pt x="1897" y="0"/>
                </a:lnTo>
                <a:lnTo>
                  <a:pt x="1897" y="28"/>
                </a:lnTo>
                <a:lnTo>
                  <a:pt x="1843" y="28"/>
                </a:lnTo>
                <a:lnTo>
                  <a:pt x="1843" y="0"/>
                </a:lnTo>
                <a:moveTo>
                  <a:pt x="1951" y="0"/>
                </a:moveTo>
                <a:lnTo>
                  <a:pt x="2005" y="0"/>
                </a:lnTo>
                <a:lnTo>
                  <a:pt x="2005" y="28"/>
                </a:lnTo>
                <a:lnTo>
                  <a:pt x="1951" y="28"/>
                </a:lnTo>
                <a:lnTo>
                  <a:pt x="1951" y="0"/>
                </a:lnTo>
                <a:moveTo>
                  <a:pt x="2059" y="0"/>
                </a:moveTo>
                <a:lnTo>
                  <a:pt x="2114" y="0"/>
                </a:lnTo>
                <a:lnTo>
                  <a:pt x="2114" y="28"/>
                </a:lnTo>
                <a:lnTo>
                  <a:pt x="2059" y="28"/>
                </a:lnTo>
                <a:lnTo>
                  <a:pt x="2059" y="0"/>
                </a:lnTo>
                <a:moveTo>
                  <a:pt x="2168" y="0"/>
                </a:moveTo>
                <a:lnTo>
                  <a:pt x="2222" y="0"/>
                </a:lnTo>
                <a:lnTo>
                  <a:pt x="2222" y="28"/>
                </a:lnTo>
                <a:lnTo>
                  <a:pt x="2168" y="28"/>
                </a:lnTo>
                <a:lnTo>
                  <a:pt x="2168" y="0"/>
                </a:lnTo>
                <a:moveTo>
                  <a:pt x="2276" y="0"/>
                </a:moveTo>
                <a:lnTo>
                  <a:pt x="2330" y="0"/>
                </a:lnTo>
                <a:lnTo>
                  <a:pt x="2330" y="28"/>
                </a:lnTo>
                <a:lnTo>
                  <a:pt x="2276" y="28"/>
                </a:lnTo>
                <a:lnTo>
                  <a:pt x="2276" y="0"/>
                </a:lnTo>
                <a:moveTo>
                  <a:pt x="2385" y="0"/>
                </a:moveTo>
                <a:lnTo>
                  <a:pt x="2439" y="0"/>
                </a:lnTo>
                <a:lnTo>
                  <a:pt x="2439" y="28"/>
                </a:lnTo>
                <a:lnTo>
                  <a:pt x="2385" y="28"/>
                </a:lnTo>
                <a:lnTo>
                  <a:pt x="2385" y="0"/>
                </a:lnTo>
                <a:moveTo>
                  <a:pt x="2493" y="0"/>
                </a:moveTo>
                <a:lnTo>
                  <a:pt x="2547" y="0"/>
                </a:lnTo>
                <a:lnTo>
                  <a:pt x="2547" y="28"/>
                </a:lnTo>
                <a:lnTo>
                  <a:pt x="2493" y="28"/>
                </a:lnTo>
                <a:lnTo>
                  <a:pt x="2493" y="0"/>
                </a:lnTo>
                <a:moveTo>
                  <a:pt x="2601" y="0"/>
                </a:moveTo>
                <a:lnTo>
                  <a:pt x="2656" y="0"/>
                </a:lnTo>
                <a:lnTo>
                  <a:pt x="2656" y="28"/>
                </a:lnTo>
                <a:lnTo>
                  <a:pt x="2601" y="28"/>
                </a:lnTo>
                <a:lnTo>
                  <a:pt x="2601" y="0"/>
                </a:lnTo>
                <a:moveTo>
                  <a:pt x="2710" y="0"/>
                </a:moveTo>
                <a:lnTo>
                  <a:pt x="2764" y="0"/>
                </a:lnTo>
                <a:lnTo>
                  <a:pt x="2764" y="28"/>
                </a:lnTo>
                <a:lnTo>
                  <a:pt x="2710" y="28"/>
                </a:lnTo>
                <a:lnTo>
                  <a:pt x="2710" y="0"/>
                </a:lnTo>
                <a:moveTo>
                  <a:pt x="2818" y="0"/>
                </a:moveTo>
                <a:lnTo>
                  <a:pt x="2872" y="0"/>
                </a:lnTo>
                <a:lnTo>
                  <a:pt x="2872" y="28"/>
                </a:lnTo>
                <a:lnTo>
                  <a:pt x="2818" y="28"/>
                </a:lnTo>
                <a:lnTo>
                  <a:pt x="2818" y="0"/>
                </a:lnTo>
                <a:moveTo>
                  <a:pt x="2926" y="0"/>
                </a:moveTo>
                <a:lnTo>
                  <a:pt x="2981" y="0"/>
                </a:lnTo>
                <a:lnTo>
                  <a:pt x="2981" y="28"/>
                </a:lnTo>
                <a:lnTo>
                  <a:pt x="2926" y="28"/>
                </a:lnTo>
                <a:lnTo>
                  <a:pt x="2926" y="0"/>
                </a:lnTo>
                <a:moveTo>
                  <a:pt x="3035" y="0"/>
                </a:moveTo>
                <a:lnTo>
                  <a:pt x="3090" y="0"/>
                </a:lnTo>
                <a:lnTo>
                  <a:pt x="3090" y="28"/>
                </a:lnTo>
                <a:lnTo>
                  <a:pt x="3035" y="28"/>
                </a:lnTo>
                <a:lnTo>
                  <a:pt x="3035" y="0"/>
                </a:lnTo>
                <a:moveTo>
                  <a:pt x="3144" y="0"/>
                </a:moveTo>
                <a:lnTo>
                  <a:pt x="3198" y="0"/>
                </a:lnTo>
                <a:lnTo>
                  <a:pt x="3198" y="28"/>
                </a:lnTo>
                <a:lnTo>
                  <a:pt x="3144" y="28"/>
                </a:lnTo>
                <a:lnTo>
                  <a:pt x="3144" y="0"/>
                </a:lnTo>
                <a:moveTo>
                  <a:pt x="3253" y="0"/>
                </a:moveTo>
                <a:lnTo>
                  <a:pt x="3307" y="0"/>
                </a:lnTo>
                <a:lnTo>
                  <a:pt x="3307" y="28"/>
                </a:lnTo>
                <a:lnTo>
                  <a:pt x="3253" y="28"/>
                </a:lnTo>
                <a:lnTo>
                  <a:pt x="3253" y="0"/>
                </a:lnTo>
                <a:moveTo>
                  <a:pt x="3361" y="0"/>
                </a:moveTo>
                <a:lnTo>
                  <a:pt x="3415" y="0"/>
                </a:lnTo>
                <a:lnTo>
                  <a:pt x="3415" y="28"/>
                </a:lnTo>
                <a:lnTo>
                  <a:pt x="3361" y="28"/>
                </a:lnTo>
                <a:lnTo>
                  <a:pt x="3361" y="0"/>
                </a:lnTo>
                <a:moveTo>
                  <a:pt x="3469" y="0"/>
                </a:moveTo>
                <a:lnTo>
                  <a:pt x="3524" y="0"/>
                </a:lnTo>
                <a:lnTo>
                  <a:pt x="3524" y="28"/>
                </a:lnTo>
                <a:lnTo>
                  <a:pt x="3469" y="28"/>
                </a:lnTo>
                <a:lnTo>
                  <a:pt x="3469" y="0"/>
                </a:lnTo>
                <a:moveTo>
                  <a:pt x="3578" y="0"/>
                </a:moveTo>
                <a:lnTo>
                  <a:pt x="3632" y="0"/>
                </a:lnTo>
                <a:lnTo>
                  <a:pt x="3632" y="28"/>
                </a:lnTo>
                <a:lnTo>
                  <a:pt x="3578" y="28"/>
                </a:lnTo>
                <a:lnTo>
                  <a:pt x="3578" y="0"/>
                </a:lnTo>
                <a:moveTo>
                  <a:pt x="3686" y="0"/>
                </a:moveTo>
                <a:lnTo>
                  <a:pt x="3740" y="0"/>
                </a:lnTo>
                <a:lnTo>
                  <a:pt x="3740" y="28"/>
                </a:lnTo>
                <a:lnTo>
                  <a:pt x="3686" y="28"/>
                </a:lnTo>
                <a:lnTo>
                  <a:pt x="3686" y="0"/>
                </a:lnTo>
                <a:moveTo>
                  <a:pt x="3794" y="0"/>
                </a:moveTo>
                <a:lnTo>
                  <a:pt x="3849" y="0"/>
                </a:lnTo>
                <a:lnTo>
                  <a:pt x="3849" y="28"/>
                </a:lnTo>
                <a:lnTo>
                  <a:pt x="3794" y="28"/>
                </a:lnTo>
                <a:lnTo>
                  <a:pt x="3794" y="0"/>
                </a:lnTo>
                <a:moveTo>
                  <a:pt x="3903" y="0"/>
                </a:moveTo>
                <a:lnTo>
                  <a:pt x="3957" y="0"/>
                </a:lnTo>
                <a:lnTo>
                  <a:pt x="3957" y="28"/>
                </a:lnTo>
                <a:lnTo>
                  <a:pt x="3903" y="28"/>
                </a:lnTo>
                <a:lnTo>
                  <a:pt x="3903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20" y="0"/>
                </a:moveTo>
                <a:lnTo>
                  <a:pt x="4174" y="0"/>
                </a:lnTo>
                <a:lnTo>
                  <a:pt x="4174" y="28"/>
                </a:lnTo>
                <a:lnTo>
                  <a:pt x="4120" y="28"/>
                </a:lnTo>
                <a:lnTo>
                  <a:pt x="4120" y="0"/>
                </a:lnTo>
                <a:moveTo>
                  <a:pt x="4228" y="0"/>
                </a:moveTo>
                <a:lnTo>
                  <a:pt x="4282" y="0"/>
                </a:lnTo>
                <a:lnTo>
                  <a:pt x="4282" y="28"/>
                </a:lnTo>
                <a:lnTo>
                  <a:pt x="4228" y="28"/>
                </a:lnTo>
                <a:lnTo>
                  <a:pt x="4228" y="0"/>
                </a:lnTo>
                <a:moveTo>
                  <a:pt x="4336" y="0"/>
                </a:moveTo>
                <a:lnTo>
                  <a:pt x="4391" y="0"/>
                </a:lnTo>
                <a:lnTo>
                  <a:pt x="4391" y="28"/>
                </a:lnTo>
                <a:lnTo>
                  <a:pt x="4336" y="28"/>
                </a:lnTo>
                <a:lnTo>
                  <a:pt x="4336" y="0"/>
                </a:lnTo>
                <a:moveTo>
                  <a:pt x="4445" y="0"/>
                </a:moveTo>
                <a:lnTo>
                  <a:pt x="4499" y="0"/>
                </a:lnTo>
                <a:lnTo>
                  <a:pt x="4499" y="28"/>
                </a:lnTo>
                <a:lnTo>
                  <a:pt x="4445" y="28"/>
                </a:lnTo>
                <a:lnTo>
                  <a:pt x="4445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2" y="0"/>
                </a:moveTo>
                <a:lnTo>
                  <a:pt x="4716" y="0"/>
                </a:lnTo>
                <a:lnTo>
                  <a:pt x="4716" y="28"/>
                </a:lnTo>
                <a:lnTo>
                  <a:pt x="4662" y="28"/>
                </a:lnTo>
                <a:lnTo>
                  <a:pt x="4662" y="0"/>
                </a:lnTo>
                <a:moveTo>
                  <a:pt x="4770" y="0"/>
                </a:moveTo>
                <a:lnTo>
                  <a:pt x="4824" y="0"/>
                </a:lnTo>
                <a:lnTo>
                  <a:pt x="4824" y="28"/>
                </a:lnTo>
                <a:lnTo>
                  <a:pt x="4770" y="28"/>
                </a:lnTo>
                <a:lnTo>
                  <a:pt x="4770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7" y="0"/>
                </a:moveTo>
                <a:lnTo>
                  <a:pt x="5041" y="0"/>
                </a:lnTo>
                <a:lnTo>
                  <a:pt x="5041" y="28"/>
                </a:lnTo>
                <a:lnTo>
                  <a:pt x="4987" y="28"/>
                </a:lnTo>
                <a:lnTo>
                  <a:pt x="4987" y="0"/>
                </a:lnTo>
                <a:moveTo>
                  <a:pt x="5095" y="0"/>
                </a:moveTo>
                <a:lnTo>
                  <a:pt x="5149" y="0"/>
                </a:lnTo>
                <a:lnTo>
                  <a:pt x="5149" y="28"/>
                </a:lnTo>
                <a:lnTo>
                  <a:pt x="5095" y="28"/>
                </a:lnTo>
                <a:lnTo>
                  <a:pt x="5095" y="0"/>
                </a:lnTo>
                <a:moveTo>
                  <a:pt x="5203" y="0"/>
                </a:moveTo>
                <a:lnTo>
                  <a:pt x="5258" y="0"/>
                </a:lnTo>
                <a:lnTo>
                  <a:pt x="5258" y="28"/>
                </a:lnTo>
                <a:lnTo>
                  <a:pt x="5203" y="28"/>
                </a:lnTo>
                <a:lnTo>
                  <a:pt x="5203" y="0"/>
                </a:lnTo>
                <a:moveTo>
                  <a:pt x="5312" y="0"/>
                </a:moveTo>
                <a:lnTo>
                  <a:pt x="5366" y="0"/>
                </a:lnTo>
                <a:lnTo>
                  <a:pt x="5366" y="28"/>
                </a:lnTo>
                <a:lnTo>
                  <a:pt x="5312" y="28"/>
                </a:lnTo>
                <a:lnTo>
                  <a:pt x="5312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9" y="0"/>
                </a:moveTo>
                <a:lnTo>
                  <a:pt x="5583" y="0"/>
                </a:lnTo>
                <a:lnTo>
                  <a:pt x="5583" y="28"/>
                </a:lnTo>
                <a:lnTo>
                  <a:pt x="5529" y="28"/>
                </a:lnTo>
                <a:lnTo>
                  <a:pt x="5529" y="0"/>
                </a:lnTo>
                <a:moveTo>
                  <a:pt x="5637" y="0"/>
                </a:moveTo>
                <a:lnTo>
                  <a:pt x="5691" y="0"/>
                </a:lnTo>
                <a:lnTo>
                  <a:pt x="5691" y="28"/>
                </a:lnTo>
                <a:lnTo>
                  <a:pt x="5637" y="28"/>
                </a:lnTo>
                <a:lnTo>
                  <a:pt x="5637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4" y="0"/>
                </a:moveTo>
                <a:lnTo>
                  <a:pt x="5908" y="0"/>
                </a:lnTo>
                <a:lnTo>
                  <a:pt x="5908" y="28"/>
                </a:lnTo>
                <a:lnTo>
                  <a:pt x="5854" y="28"/>
                </a:lnTo>
                <a:lnTo>
                  <a:pt x="5854" y="0"/>
                </a:lnTo>
                <a:moveTo>
                  <a:pt x="5962" y="0"/>
                </a:moveTo>
                <a:lnTo>
                  <a:pt x="6016" y="0"/>
                </a:lnTo>
                <a:lnTo>
                  <a:pt x="6016" y="28"/>
                </a:lnTo>
                <a:lnTo>
                  <a:pt x="5962" y="28"/>
                </a:lnTo>
                <a:lnTo>
                  <a:pt x="5962" y="0"/>
                </a:lnTo>
                <a:moveTo>
                  <a:pt x="6070" y="0"/>
                </a:moveTo>
                <a:lnTo>
                  <a:pt x="6125" y="0"/>
                </a:lnTo>
                <a:lnTo>
                  <a:pt x="6125" y="28"/>
                </a:lnTo>
                <a:lnTo>
                  <a:pt x="6070" y="28"/>
                </a:lnTo>
                <a:lnTo>
                  <a:pt x="6070" y="0"/>
                </a:lnTo>
                <a:moveTo>
                  <a:pt x="6179" y="0"/>
                </a:moveTo>
                <a:lnTo>
                  <a:pt x="6233" y="0"/>
                </a:lnTo>
                <a:lnTo>
                  <a:pt x="6233" y="28"/>
                </a:lnTo>
                <a:lnTo>
                  <a:pt x="6179" y="28"/>
                </a:lnTo>
                <a:lnTo>
                  <a:pt x="6179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6" y="0"/>
                </a:moveTo>
                <a:lnTo>
                  <a:pt x="6450" y="0"/>
                </a:lnTo>
                <a:lnTo>
                  <a:pt x="6450" y="28"/>
                </a:lnTo>
                <a:lnTo>
                  <a:pt x="6396" y="28"/>
                </a:lnTo>
                <a:lnTo>
                  <a:pt x="6396" y="0"/>
                </a:lnTo>
                <a:moveTo>
                  <a:pt x="6504" y="0"/>
                </a:moveTo>
                <a:lnTo>
                  <a:pt x="6558" y="0"/>
                </a:lnTo>
                <a:lnTo>
                  <a:pt x="6558" y="28"/>
                </a:lnTo>
                <a:lnTo>
                  <a:pt x="6504" y="28"/>
                </a:lnTo>
                <a:lnTo>
                  <a:pt x="6504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1" y="0"/>
                </a:moveTo>
                <a:lnTo>
                  <a:pt x="6775" y="0"/>
                </a:lnTo>
                <a:lnTo>
                  <a:pt x="6775" y="28"/>
                </a:lnTo>
                <a:lnTo>
                  <a:pt x="6721" y="28"/>
                </a:lnTo>
                <a:lnTo>
                  <a:pt x="6721" y="0"/>
                </a:lnTo>
                <a:moveTo>
                  <a:pt x="6829" y="0"/>
                </a:moveTo>
                <a:lnTo>
                  <a:pt x="6883" y="0"/>
                </a:lnTo>
                <a:lnTo>
                  <a:pt x="6883" y="28"/>
                </a:lnTo>
                <a:lnTo>
                  <a:pt x="6829" y="28"/>
                </a:lnTo>
                <a:lnTo>
                  <a:pt x="6829" y="0"/>
                </a:lnTo>
                <a:moveTo>
                  <a:pt x="6937" y="0"/>
                </a:moveTo>
                <a:lnTo>
                  <a:pt x="6992" y="0"/>
                </a:lnTo>
                <a:lnTo>
                  <a:pt x="6992" y="28"/>
                </a:lnTo>
                <a:lnTo>
                  <a:pt x="6937" y="28"/>
                </a:lnTo>
                <a:lnTo>
                  <a:pt x="6937" y="0"/>
                </a:lnTo>
                <a:moveTo>
                  <a:pt x="7046" y="0"/>
                </a:moveTo>
                <a:lnTo>
                  <a:pt x="7100" y="0"/>
                </a:lnTo>
                <a:lnTo>
                  <a:pt x="7100" y="28"/>
                </a:lnTo>
                <a:lnTo>
                  <a:pt x="7046" y="28"/>
                </a:lnTo>
                <a:lnTo>
                  <a:pt x="7046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3" y="0"/>
                </a:moveTo>
                <a:lnTo>
                  <a:pt x="7317" y="0"/>
                </a:lnTo>
                <a:lnTo>
                  <a:pt x="7317" y="28"/>
                </a:lnTo>
                <a:lnTo>
                  <a:pt x="7263" y="28"/>
                </a:lnTo>
                <a:lnTo>
                  <a:pt x="7263" y="0"/>
                </a:lnTo>
                <a:moveTo>
                  <a:pt x="7371" y="0"/>
                </a:moveTo>
                <a:lnTo>
                  <a:pt x="7425" y="0"/>
                </a:lnTo>
                <a:lnTo>
                  <a:pt x="7425" y="28"/>
                </a:lnTo>
                <a:lnTo>
                  <a:pt x="7371" y="28"/>
                </a:lnTo>
                <a:lnTo>
                  <a:pt x="7371" y="0"/>
                </a:lnTo>
                <a:moveTo>
                  <a:pt x="7479" y="0"/>
                </a:moveTo>
                <a:lnTo>
                  <a:pt x="7534" y="0"/>
                </a:lnTo>
                <a:lnTo>
                  <a:pt x="7534" y="28"/>
                </a:lnTo>
                <a:lnTo>
                  <a:pt x="7479" y="28"/>
                </a:lnTo>
                <a:lnTo>
                  <a:pt x="7479" y="0"/>
                </a:lnTo>
                <a:moveTo>
                  <a:pt x="7588" y="0"/>
                </a:moveTo>
                <a:lnTo>
                  <a:pt x="7642" y="0"/>
                </a:lnTo>
                <a:lnTo>
                  <a:pt x="7642" y="28"/>
                </a:lnTo>
                <a:lnTo>
                  <a:pt x="7588" y="28"/>
                </a:lnTo>
                <a:lnTo>
                  <a:pt x="7588" y="0"/>
                </a:lnTo>
                <a:moveTo>
                  <a:pt x="7696" y="0"/>
                </a:moveTo>
                <a:lnTo>
                  <a:pt x="7750" y="0"/>
                </a:lnTo>
                <a:lnTo>
                  <a:pt x="7750" y="28"/>
                </a:lnTo>
                <a:lnTo>
                  <a:pt x="7696" y="28"/>
                </a:lnTo>
                <a:lnTo>
                  <a:pt x="7696" y="0"/>
                </a:lnTo>
                <a:moveTo>
                  <a:pt x="7804" y="0"/>
                </a:moveTo>
                <a:lnTo>
                  <a:pt x="7859" y="0"/>
                </a:lnTo>
                <a:lnTo>
                  <a:pt x="7859" y="28"/>
                </a:lnTo>
                <a:lnTo>
                  <a:pt x="7804" y="28"/>
                </a:lnTo>
                <a:lnTo>
                  <a:pt x="7804" y="0"/>
                </a:lnTo>
                <a:moveTo>
                  <a:pt x="7913" y="0"/>
                </a:moveTo>
                <a:lnTo>
                  <a:pt x="7967" y="0"/>
                </a:lnTo>
                <a:lnTo>
                  <a:pt x="7967" y="28"/>
                </a:lnTo>
                <a:lnTo>
                  <a:pt x="7913" y="28"/>
                </a:lnTo>
                <a:lnTo>
                  <a:pt x="7913" y="0"/>
                </a:lnTo>
                <a:moveTo>
                  <a:pt x="8021" y="0"/>
                </a:moveTo>
                <a:lnTo>
                  <a:pt x="8075" y="0"/>
                </a:lnTo>
                <a:lnTo>
                  <a:pt x="8075" y="28"/>
                </a:lnTo>
                <a:lnTo>
                  <a:pt x="8021" y="28"/>
                </a:lnTo>
                <a:lnTo>
                  <a:pt x="8021" y="0"/>
                </a:lnTo>
                <a:moveTo>
                  <a:pt x="8130" y="0"/>
                </a:moveTo>
                <a:lnTo>
                  <a:pt x="8184" y="0"/>
                </a:lnTo>
                <a:lnTo>
                  <a:pt x="8184" y="28"/>
                </a:lnTo>
                <a:lnTo>
                  <a:pt x="8130" y="28"/>
                </a:lnTo>
                <a:lnTo>
                  <a:pt x="8130" y="0"/>
                </a:lnTo>
                <a:moveTo>
                  <a:pt x="8238" y="0"/>
                </a:moveTo>
                <a:lnTo>
                  <a:pt x="8292" y="0"/>
                </a:lnTo>
                <a:lnTo>
                  <a:pt x="8292" y="28"/>
                </a:lnTo>
                <a:lnTo>
                  <a:pt x="8238" y="28"/>
                </a:lnTo>
                <a:lnTo>
                  <a:pt x="8238" y="0"/>
                </a:lnTo>
                <a:moveTo>
                  <a:pt x="8346" y="0"/>
                </a:moveTo>
                <a:lnTo>
                  <a:pt x="8401" y="0"/>
                </a:lnTo>
                <a:lnTo>
                  <a:pt x="8401" y="28"/>
                </a:lnTo>
                <a:lnTo>
                  <a:pt x="8346" y="28"/>
                </a:lnTo>
                <a:lnTo>
                  <a:pt x="8346" y="0"/>
                </a:lnTo>
                <a:moveTo>
                  <a:pt x="8455" y="0"/>
                </a:moveTo>
                <a:lnTo>
                  <a:pt x="8509" y="0"/>
                </a:lnTo>
                <a:lnTo>
                  <a:pt x="8509" y="28"/>
                </a:lnTo>
                <a:lnTo>
                  <a:pt x="8455" y="28"/>
                </a:lnTo>
                <a:lnTo>
                  <a:pt x="8455" y="0"/>
                </a:lnTo>
                <a:moveTo>
                  <a:pt x="8563" y="0"/>
                </a:moveTo>
                <a:lnTo>
                  <a:pt x="8617" y="0"/>
                </a:lnTo>
                <a:lnTo>
                  <a:pt x="8617" y="28"/>
                </a:lnTo>
                <a:lnTo>
                  <a:pt x="8563" y="28"/>
                </a:lnTo>
                <a:lnTo>
                  <a:pt x="8563" y="0"/>
                </a:lnTo>
                <a:moveTo>
                  <a:pt x="8671" y="0"/>
                </a:moveTo>
                <a:lnTo>
                  <a:pt x="8726" y="0"/>
                </a:lnTo>
                <a:lnTo>
                  <a:pt x="8726" y="28"/>
                </a:lnTo>
                <a:lnTo>
                  <a:pt x="8671" y="28"/>
                </a:lnTo>
                <a:lnTo>
                  <a:pt x="8671" y="0"/>
                </a:lnTo>
                <a:moveTo>
                  <a:pt x="8780" y="0"/>
                </a:moveTo>
                <a:lnTo>
                  <a:pt x="8834" y="0"/>
                </a:lnTo>
                <a:lnTo>
                  <a:pt x="8834" y="28"/>
                </a:lnTo>
                <a:lnTo>
                  <a:pt x="8780" y="28"/>
                </a:lnTo>
                <a:lnTo>
                  <a:pt x="8780" y="0"/>
                </a:lnTo>
                <a:moveTo>
                  <a:pt x="8888" y="0"/>
                </a:moveTo>
                <a:lnTo>
                  <a:pt x="8942" y="0"/>
                </a:lnTo>
                <a:lnTo>
                  <a:pt x="8942" y="28"/>
                </a:lnTo>
                <a:lnTo>
                  <a:pt x="8888" y="28"/>
                </a:lnTo>
                <a:lnTo>
                  <a:pt x="8888" y="0"/>
                </a:lnTo>
                <a:moveTo>
                  <a:pt x="8997" y="0"/>
                </a:moveTo>
                <a:lnTo>
                  <a:pt x="9051" y="0"/>
                </a:lnTo>
                <a:lnTo>
                  <a:pt x="9051" y="28"/>
                </a:lnTo>
                <a:lnTo>
                  <a:pt x="8997" y="28"/>
                </a:lnTo>
                <a:lnTo>
                  <a:pt x="8997" y="0"/>
                </a:lnTo>
                <a:moveTo>
                  <a:pt x="9105" y="0"/>
                </a:moveTo>
                <a:lnTo>
                  <a:pt x="9159" y="0"/>
                </a:lnTo>
                <a:lnTo>
                  <a:pt x="9159" y="28"/>
                </a:lnTo>
                <a:lnTo>
                  <a:pt x="9105" y="28"/>
                </a:lnTo>
                <a:lnTo>
                  <a:pt x="9105" y="0"/>
                </a:lnTo>
                <a:moveTo>
                  <a:pt x="9213" y="0"/>
                </a:moveTo>
                <a:lnTo>
                  <a:pt x="9268" y="0"/>
                </a:lnTo>
                <a:lnTo>
                  <a:pt x="9268" y="28"/>
                </a:lnTo>
                <a:lnTo>
                  <a:pt x="9213" y="28"/>
                </a:lnTo>
                <a:lnTo>
                  <a:pt x="9213" y="0"/>
                </a:lnTo>
                <a:moveTo>
                  <a:pt x="9322" y="0"/>
                </a:moveTo>
                <a:lnTo>
                  <a:pt x="9376" y="0"/>
                </a:lnTo>
                <a:lnTo>
                  <a:pt x="9376" y="28"/>
                </a:lnTo>
                <a:lnTo>
                  <a:pt x="9322" y="28"/>
                </a:lnTo>
                <a:lnTo>
                  <a:pt x="9322" y="0"/>
                </a:lnTo>
                <a:moveTo>
                  <a:pt x="9430" y="0"/>
                </a:moveTo>
                <a:lnTo>
                  <a:pt x="9484" y="0"/>
                </a:lnTo>
                <a:lnTo>
                  <a:pt x="9484" y="28"/>
                </a:lnTo>
                <a:lnTo>
                  <a:pt x="9430" y="28"/>
                </a:lnTo>
                <a:lnTo>
                  <a:pt x="9430" y="0"/>
                </a:lnTo>
                <a:moveTo>
                  <a:pt x="9538" y="0"/>
                </a:moveTo>
                <a:lnTo>
                  <a:pt x="9593" y="0"/>
                </a:lnTo>
                <a:lnTo>
                  <a:pt x="9593" y="28"/>
                </a:lnTo>
                <a:lnTo>
                  <a:pt x="9538" y="28"/>
                </a:lnTo>
                <a:lnTo>
                  <a:pt x="9538" y="0"/>
                </a:lnTo>
                <a:moveTo>
                  <a:pt x="9647" y="0"/>
                </a:moveTo>
                <a:lnTo>
                  <a:pt x="9701" y="0"/>
                </a:lnTo>
                <a:lnTo>
                  <a:pt x="9701" y="28"/>
                </a:lnTo>
                <a:lnTo>
                  <a:pt x="9647" y="28"/>
                </a:lnTo>
                <a:lnTo>
                  <a:pt x="9647" y="0"/>
                </a:lnTo>
                <a:moveTo>
                  <a:pt x="9755" y="0"/>
                </a:moveTo>
                <a:lnTo>
                  <a:pt x="9809" y="0"/>
                </a:lnTo>
                <a:lnTo>
                  <a:pt x="9809" y="28"/>
                </a:lnTo>
                <a:lnTo>
                  <a:pt x="9755" y="28"/>
                </a:lnTo>
                <a:lnTo>
                  <a:pt x="9755" y="0"/>
                </a:lnTo>
                <a:moveTo>
                  <a:pt x="9864" y="0"/>
                </a:moveTo>
                <a:lnTo>
                  <a:pt x="9918" y="0"/>
                </a:lnTo>
                <a:lnTo>
                  <a:pt x="9918" y="28"/>
                </a:lnTo>
                <a:lnTo>
                  <a:pt x="9864" y="28"/>
                </a:lnTo>
                <a:lnTo>
                  <a:pt x="9864" y="0"/>
                </a:lnTo>
                <a:moveTo>
                  <a:pt x="9972" y="0"/>
                </a:moveTo>
                <a:lnTo>
                  <a:pt x="10026" y="0"/>
                </a:lnTo>
                <a:lnTo>
                  <a:pt x="10026" y="28"/>
                </a:lnTo>
                <a:lnTo>
                  <a:pt x="9972" y="28"/>
                </a:lnTo>
                <a:lnTo>
                  <a:pt x="9972" y="0"/>
                </a:lnTo>
                <a:moveTo>
                  <a:pt x="10080" y="0"/>
                </a:moveTo>
                <a:lnTo>
                  <a:pt x="10135" y="0"/>
                </a:lnTo>
                <a:lnTo>
                  <a:pt x="10135" y="28"/>
                </a:lnTo>
                <a:lnTo>
                  <a:pt x="10080" y="28"/>
                </a:lnTo>
                <a:lnTo>
                  <a:pt x="10080" y="0"/>
                </a:lnTo>
                <a:moveTo>
                  <a:pt x="10189" y="0"/>
                </a:moveTo>
                <a:lnTo>
                  <a:pt x="10243" y="0"/>
                </a:lnTo>
                <a:lnTo>
                  <a:pt x="10243" y="28"/>
                </a:lnTo>
                <a:lnTo>
                  <a:pt x="10189" y="28"/>
                </a:lnTo>
                <a:lnTo>
                  <a:pt x="10189" y="0"/>
                </a:lnTo>
                <a:moveTo>
                  <a:pt x="10297" y="0"/>
                </a:moveTo>
                <a:lnTo>
                  <a:pt x="10351" y="0"/>
                </a:lnTo>
                <a:lnTo>
                  <a:pt x="10351" y="28"/>
                </a:lnTo>
                <a:lnTo>
                  <a:pt x="10297" y="28"/>
                </a:lnTo>
                <a:lnTo>
                  <a:pt x="10297" y="0"/>
                </a:lnTo>
                <a:moveTo>
                  <a:pt x="10406" y="0"/>
                </a:moveTo>
                <a:lnTo>
                  <a:pt x="10460" y="0"/>
                </a:lnTo>
                <a:lnTo>
                  <a:pt x="10460" y="28"/>
                </a:lnTo>
                <a:lnTo>
                  <a:pt x="10406" y="28"/>
                </a:lnTo>
                <a:lnTo>
                  <a:pt x="10406" y="0"/>
                </a:lnTo>
                <a:moveTo>
                  <a:pt x="10514" y="0"/>
                </a:moveTo>
                <a:lnTo>
                  <a:pt x="10568" y="0"/>
                </a:lnTo>
                <a:lnTo>
                  <a:pt x="10568" y="28"/>
                </a:lnTo>
                <a:lnTo>
                  <a:pt x="10514" y="28"/>
                </a:lnTo>
                <a:lnTo>
                  <a:pt x="10514" y="0"/>
                </a:lnTo>
                <a:moveTo>
                  <a:pt x="10622" y="0"/>
                </a:moveTo>
                <a:lnTo>
                  <a:pt x="10676" y="0"/>
                </a:lnTo>
                <a:lnTo>
                  <a:pt x="10676" y="28"/>
                </a:lnTo>
                <a:lnTo>
                  <a:pt x="10622" y="28"/>
                </a:lnTo>
                <a:lnTo>
                  <a:pt x="10622" y="0"/>
                </a:lnTo>
                <a:moveTo>
                  <a:pt x="10731" y="0"/>
                </a:moveTo>
                <a:lnTo>
                  <a:pt x="10785" y="0"/>
                </a:lnTo>
                <a:lnTo>
                  <a:pt x="10785" y="28"/>
                </a:lnTo>
                <a:lnTo>
                  <a:pt x="10731" y="28"/>
                </a:lnTo>
                <a:lnTo>
                  <a:pt x="10731" y="0"/>
                </a:lnTo>
                <a:moveTo>
                  <a:pt x="10839" y="0"/>
                </a:moveTo>
                <a:lnTo>
                  <a:pt x="10893" y="0"/>
                </a:lnTo>
                <a:lnTo>
                  <a:pt x="10893" y="28"/>
                </a:lnTo>
                <a:lnTo>
                  <a:pt x="10839" y="28"/>
                </a:lnTo>
                <a:lnTo>
                  <a:pt x="10839" y="0"/>
                </a:lnTo>
                <a:moveTo>
                  <a:pt x="10947" y="0"/>
                </a:moveTo>
                <a:lnTo>
                  <a:pt x="11002" y="0"/>
                </a:lnTo>
                <a:lnTo>
                  <a:pt x="11002" y="28"/>
                </a:lnTo>
                <a:lnTo>
                  <a:pt x="10947" y="28"/>
                </a:lnTo>
                <a:lnTo>
                  <a:pt x="10947" y="0"/>
                </a:lnTo>
                <a:moveTo>
                  <a:pt x="11056" y="0"/>
                </a:moveTo>
                <a:lnTo>
                  <a:pt x="11110" y="0"/>
                </a:lnTo>
                <a:lnTo>
                  <a:pt x="11110" y="28"/>
                </a:lnTo>
                <a:lnTo>
                  <a:pt x="11056" y="28"/>
                </a:lnTo>
                <a:lnTo>
                  <a:pt x="11056" y="0"/>
                </a:lnTo>
                <a:moveTo>
                  <a:pt x="11164" y="0"/>
                </a:moveTo>
                <a:lnTo>
                  <a:pt x="11218" y="0"/>
                </a:lnTo>
                <a:lnTo>
                  <a:pt x="11218" y="28"/>
                </a:lnTo>
                <a:lnTo>
                  <a:pt x="11164" y="28"/>
                </a:lnTo>
                <a:lnTo>
                  <a:pt x="11164" y="0"/>
                </a:lnTo>
                <a:moveTo>
                  <a:pt x="11273" y="0"/>
                </a:moveTo>
                <a:lnTo>
                  <a:pt x="11327" y="0"/>
                </a:lnTo>
                <a:lnTo>
                  <a:pt x="11327" y="28"/>
                </a:lnTo>
                <a:lnTo>
                  <a:pt x="11273" y="28"/>
                </a:lnTo>
                <a:lnTo>
                  <a:pt x="11273" y="0"/>
                </a:lnTo>
                <a:moveTo>
                  <a:pt x="11381" y="0"/>
                </a:moveTo>
                <a:lnTo>
                  <a:pt x="11435" y="0"/>
                </a:lnTo>
                <a:lnTo>
                  <a:pt x="11435" y="28"/>
                </a:lnTo>
                <a:lnTo>
                  <a:pt x="11381" y="28"/>
                </a:lnTo>
                <a:lnTo>
                  <a:pt x="11381" y="0"/>
                </a:lnTo>
                <a:moveTo>
                  <a:pt x="11489" y="0"/>
                </a:moveTo>
                <a:lnTo>
                  <a:pt x="11543" y="0"/>
                </a:lnTo>
                <a:lnTo>
                  <a:pt x="11543" y="28"/>
                </a:lnTo>
                <a:lnTo>
                  <a:pt x="11489" y="28"/>
                </a:lnTo>
                <a:lnTo>
                  <a:pt x="11489" y="0"/>
                </a:lnTo>
                <a:moveTo>
                  <a:pt x="11598" y="0"/>
                </a:moveTo>
                <a:lnTo>
                  <a:pt x="11652" y="0"/>
                </a:lnTo>
                <a:lnTo>
                  <a:pt x="11652" y="28"/>
                </a:lnTo>
                <a:lnTo>
                  <a:pt x="11598" y="28"/>
                </a:lnTo>
                <a:lnTo>
                  <a:pt x="11598" y="0"/>
                </a:lnTo>
                <a:moveTo>
                  <a:pt x="11706" y="0"/>
                </a:moveTo>
                <a:lnTo>
                  <a:pt x="11760" y="0"/>
                </a:lnTo>
                <a:lnTo>
                  <a:pt x="11760" y="28"/>
                </a:lnTo>
                <a:lnTo>
                  <a:pt x="11706" y="28"/>
                </a:lnTo>
                <a:lnTo>
                  <a:pt x="11706" y="0"/>
                </a:lnTo>
                <a:moveTo>
                  <a:pt x="11814" y="0"/>
                </a:moveTo>
                <a:lnTo>
                  <a:pt x="11869" y="0"/>
                </a:lnTo>
                <a:lnTo>
                  <a:pt x="11869" y="28"/>
                </a:lnTo>
                <a:lnTo>
                  <a:pt x="11814" y="28"/>
                </a:lnTo>
                <a:lnTo>
                  <a:pt x="11814" y="0"/>
                </a:lnTo>
                <a:moveTo>
                  <a:pt x="11923" y="0"/>
                </a:moveTo>
                <a:lnTo>
                  <a:pt x="11974" y="0"/>
                </a:lnTo>
                <a:lnTo>
                  <a:pt x="11974" y="28"/>
                </a:lnTo>
                <a:lnTo>
                  <a:pt x="11923" y="28"/>
                </a:lnTo>
                <a:lnTo>
                  <a:pt x="11923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79280" y="3063600"/>
            <a:ext cx="3005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POST Bundle (ServiceRequest + Task + supporting info)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389200" y="375552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9"/>
                </a:lnTo>
                <a:lnTo>
                  <a:pt x="272" y="218"/>
                </a:lnTo>
                <a:lnTo>
                  <a:pt x="163" y="109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428080" y="3794400"/>
            <a:ext cx="266364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176840" y="3349440"/>
            <a:ext cx="612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201 Created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984440" y="404136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0" y="0"/>
                </a:moveTo>
                <a:lnTo>
                  <a:pt x="272" y="108"/>
                </a:lnTo>
                <a:lnTo>
                  <a:pt x="0" y="218"/>
                </a:lnTo>
                <a:lnTo>
                  <a:pt x="109" y="10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379480" y="4075560"/>
            <a:ext cx="2663640" cy="10080"/>
          </a:xfrm>
          <a:custGeom>
            <a:avLst/>
            <a:gdLst/>
            <a:ahLst/>
            <a:rect l="0" t="0" r="r" b="b"/>
            <a:pathLst>
              <a:path w="7399" h="28">
                <a:moveTo>
                  <a:pt x="0" y="0"/>
                </a:moveTo>
                <a:lnTo>
                  <a:pt x="54" y="0"/>
                </a:lnTo>
                <a:lnTo>
                  <a:pt x="54" y="28"/>
                </a:lnTo>
                <a:lnTo>
                  <a:pt x="0" y="28"/>
                </a:lnTo>
                <a:lnTo>
                  <a:pt x="0" y="0"/>
                </a:lnTo>
                <a:moveTo>
                  <a:pt x="108" y="0"/>
                </a:moveTo>
                <a:lnTo>
                  <a:pt x="162" y="0"/>
                </a:lnTo>
                <a:lnTo>
                  <a:pt x="162" y="28"/>
                </a:lnTo>
                <a:lnTo>
                  <a:pt x="108" y="28"/>
                </a:lnTo>
                <a:lnTo>
                  <a:pt x="108" y="0"/>
                </a:lnTo>
                <a:moveTo>
                  <a:pt x="216" y="0"/>
                </a:moveTo>
                <a:lnTo>
                  <a:pt x="271" y="0"/>
                </a:lnTo>
                <a:lnTo>
                  <a:pt x="271" y="28"/>
                </a:lnTo>
                <a:lnTo>
                  <a:pt x="216" y="28"/>
                </a:lnTo>
                <a:lnTo>
                  <a:pt x="216" y="0"/>
                </a:lnTo>
                <a:moveTo>
                  <a:pt x="325" y="0"/>
                </a:moveTo>
                <a:lnTo>
                  <a:pt x="379" y="0"/>
                </a:lnTo>
                <a:lnTo>
                  <a:pt x="379" y="28"/>
                </a:lnTo>
                <a:lnTo>
                  <a:pt x="325" y="28"/>
                </a:lnTo>
                <a:lnTo>
                  <a:pt x="325" y="0"/>
                </a:lnTo>
                <a:moveTo>
                  <a:pt x="433" y="0"/>
                </a:moveTo>
                <a:lnTo>
                  <a:pt x="487" y="0"/>
                </a:lnTo>
                <a:lnTo>
                  <a:pt x="487" y="28"/>
                </a:lnTo>
                <a:lnTo>
                  <a:pt x="433" y="28"/>
                </a:lnTo>
                <a:lnTo>
                  <a:pt x="433" y="0"/>
                </a:lnTo>
                <a:moveTo>
                  <a:pt x="542" y="0"/>
                </a:moveTo>
                <a:lnTo>
                  <a:pt x="596" y="0"/>
                </a:lnTo>
                <a:lnTo>
                  <a:pt x="596" y="28"/>
                </a:lnTo>
                <a:lnTo>
                  <a:pt x="542" y="28"/>
                </a:lnTo>
                <a:lnTo>
                  <a:pt x="542" y="0"/>
                </a:lnTo>
                <a:moveTo>
                  <a:pt x="650" y="0"/>
                </a:moveTo>
                <a:lnTo>
                  <a:pt x="704" y="0"/>
                </a:lnTo>
                <a:lnTo>
                  <a:pt x="704" y="28"/>
                </a:lnTo>
                <a:lnTo>
                  <a:pt x="650" y="28"/>
                </a:lnTo>
                <a:lnTo>
                  <a:pt x="650" y="0"/>
                </a:lnTo>
                <a:moveTo>
                  <a:pt x="758" y="0"/>
                </a:moveTo>
                <a:lnTo>
                  <a:pt x="812" y="0"/>
                </a:lnTo>
                <a:lnTo>
                  <a:pt x="812" y="28"/>
                </a:lnTo>
                <a:lnTo>
                  <a:pt x="758" y="28"/>
                </a:lnTo>
                <a:lnTo>
                  <a:pt x="758" y="0"/>
                </a:lnTo>
                <a:moveTo>
                  <a:pt x="867" y="0"/>
                </a:moveTo>
                <a:lnTo>
                  <a:pt x="921" y="0"/>
                </a:lnTo>
                <a:lnTo>
                  <a:pt x="921" y="28"/>
                </a:lnTo>
                <a:lnTo>
                  <a:pt x="867" y="28"/>
                </a:lnTo>
                <a:lnTo>
                  <a:pt x="867" y="0"/>
                </a:lnTo>
                <a:moveTo>
                  <a:pt x="975" y="0"/>
                </a:moveTo>
                <a:lnTo>
                  <a:pt x="1029" y="0"/>
                </a:lnTo>
                <a:lnTo>
                  <a:pt x="1029" y="28"/>
                </a:lnTo>
                <a:lnTo>
                  <a:pt x="975" y="28"/>
                </a:lnTo>
                <a:lnTo>
                  <a:pt x="975" y="0"/>
                </a:lnTo>
                <a:moveTo>
                  <a:pt x="1083" y="0"/>
                </a:moveTo>
                <a:lnTo>
                  <a:pt x="1138" y="0"/>
                </a:lnTo>
                <a:lnTo>
                  <a:pt x="1138" y="28"/>
                </a:lnTo>
                <a:lnTo>
                  <a:pt x="1083" y="28"/>
                </a:lnTo>
                <a:lnTo>
                  <a:pt x="1083" y="0"/>
                </a:lnTo>
                <a:moveTo>
                  <a:pt x="1192" y="0"/>
                </a:moveTo>
                <a:lnTo>
                  <a:pt x="1246" y="0"/>
                </a:lnTo>
                <a:lnTo>
                  <a:pt x="1246" y="28"/>
                </a:lnTo>
                <a:lnTo>
                  <a:pt x="1192" y="28"/>
                </a:lnTo>
                <a:lnTo>
                  <a:pt x="1192" y="0"/>
                </a:lnTo>
                <a:moveTo>
                  <a:pt x="1300" y="0"/>
                </a:moveTo>
                <a:lnTo>
                  <a:pt x="1354" y="0"/>
                </a:lnTo>
                <a:lnTo>
                  <a:pt x="1354" y="28"/>
                </a:lnTo>
                <a:lnTo>
                  <a:pt x="1300" y="28"/>
                </a:lnTo>
                <a:lnTo>
                  <a:pt x="1300" y="0"/>
                </a:lnTo>
                <a:moveTo>
                  <a:pt x="1409" y="0"/>
                </a:moveTo>
                <a:lnTo>
                  <a:pt x="1463" y="0"/>
                </a:lnTo>
                <a:lnTo>
                  <a:pt x="1463" y="28"/>
                </a:lnTo>
                <a:lnTo>
                  <a:pt x="1409" y="28"/>
                </a:lnTo>
                <a:lnTo>
                  <a:pt x="1409" y="0"/>
                </a:lnTo>
                <a:moveTo>
                  <a:pt x="1517" y="0"/>
                </a:moveTo>
                <a:lnTo>
                  <a:pt x="1571" y="0"/>
                </a:lnTo>
                <a:lnTo>
                  <a:pt x="1571" y="28"/>
                </a:lnTo>
                <a:lnTo>
                  <a:pt x="1517" y="28"/>
                </a:lnTo>
                <a:lnTo>
                  <a:pt x="1517" y="0"/>
                </a:lnTo>
                <a:moveTo>
                  <a:pt x="1625" y="0"/>
                </a:moveTo>
                <a:lnTo>
                  <a:pt x="1680" y="0"/>
                </a:lnTo>
                <a:lnTo>
                  <a:pt x="1680" y="28"/>
                </a:lnTo>
                <a:lnTo>
                  <a:pt x="1625" y="28"/>
                </a:lnTo>
                <a:lnTo>
                  <a:pt x="1625" y="0"/>
                </a:lnTo>
                <a:moveTo>
                  <a:pt x="1734" y="0"/>
                </a:moveTo>
                <a:lnTo>
                  <a:pt x="1788" y="0"/>
                </a:lnTo>
                <a:lnTo>
                  <a:pt x="1788" y="28"/>
                </a:lnTo>
                <a:lnTo>
                  <a:pt x="1734" y="28"/>
                </a:lnTo>
                <a:lnTo>
                  <a:pt x="1734" y="0"/>
                </a:lnTo>
                <a:moveTo>
                  <a:pt x="1842" y="0"/>
                </a:moveTo>
                <a:lnTo>
                  <a:pt x="1896" y="0"/>
                </a:lnTo>
                <a:lnTo>
                  <a:pt x="1896" y="28"/>
                </a:lnTo>
                <a:lnTo>
                  <a:pt x="1842" y="28"/>
                </a:lnTo>
                <a:lnTo>
                  <a:pt x="1842" y="0"/>
                </a:lnTo>
                <a:moveTo>
                  <a:pt x="1950" y="0"/>
                </a:moveTo>
                <a:lnTo>
                  <a:pt x="2005" y="0"/>
                </a:lnTo>
                <a:lnTo>
                  <a:pt x="2005" y="28"/>
                </a:lnTo>
                <a:lnTo>
                  <a:pt x="1950" y="28"/>
                </a:lnTo>
                <a:lnTo>
                  <a:pt x="1950" y="0"/>
                </a:lnTo>
                <a:moveTo>
                  <a:pt x="2059" y="0"/>
                </a:moveTo>
                <a:lnTo>
                  <a:pt x="2113" y="0"/>
                </a:lnTo>
                <a:lnTo>
                  <a:pt x="2113" y="28"/>
                </a:lnTo>
                <a:lnTo>
                  <a:pt x="2059" y="28"/>
                </a:lnTo>
                <a:lnTo>
                  <a:pt x="2059" y="0"/>
                </a:lnTo>
                <a:moveTo>
                  <a:pt x="2167" y="0"/>
                </a:moveTo>
                <a:lnTo>
                  <a:pt x="2221" y="0"/>
                </a:lnTo>
                <a:lnTo>
                  <a:pt x="2221" y="28"/>
                </a:lnTo>
                <a:lnTo>
                  <a:pt x="2167" y="28"/>
                </a:lnTo>
                <a:lnTo>
                  <a:pt x="2167" y="0"/>
                </a:lnTo>
                <a:moveTo>
                  <a:pt x="2276" y="0"/>
                </a:moveTo>
                <a:lnTo>
                  <a:pt x="2330" y="0"/>
                </a:lnTo>
                <a:lnTo>
                  <a:pt x="2330" y="28"/>
                </a:lnTo>
                <a:lnTo>
                  <a:pt x="2276" y="28"/>
                </a:lnTo>
                <a:lnTo>
                  <a:pt x="2276" y="0"/>
                </a:lnTo>
                <a:moveTo>
                  <a:pt x="2384" y="0"/>
                </a:moveTo>
                <a:lnTo>
                  <a:pt x="2438" y="0"/>
                </a:lnTo>
                <a:lnTo>
                  <a:pt x="2438" y="28"/>
                </a:lnTo>
                <a:lnTo>
                  <a:pt x="2384" y="28"/>
                </a:lnTo>
                <a:lnTo>
                  <a:pt x="2384" y="0"/>
                </a:lnTo>
                <a:moveTo>
                  <a:pt x="2492" y="0"/>
                </a:moveTo>
                <a:lnTo>
                  <a:pt x="2547" y="0"/>
                </a:lnTo>
                <a:lnTo>
                  <a:pt x="2547" y="28"/>
                </a:lnTo>
                <a:lnTo>
                  <a:pt x="2492" y="28"/>
                </a:lnTo>
                <a:lnTo>
                  <a:pt x="2492" y="0"/>
                </a:lnTo>
                <a:moveTo>
                  <a:pt x="2601" y="0"/>
                </a:moveTo>
                <a:lnTo>
                  <a:pt x="2655" y="0"/>
                </a:lnTo>
                <a:lnTo>
                  <a:pt x="2655" y="28"/>
                </a:lnTo>
                <a:lnTo>
                  <a:pt x="2601" y="28"/>
                </a:lnTo>
                <a:lnTo>
                  <a:pt x="2601" y="0"/>
                </a:lnTo>
                <a:moveTo>
                  <a:pt x="2709" y="0"/>
                </a:moveTo>
                <a:lnTo>
                  <a:pt x="2763" y="0"/>
                </a:lnTo>
                <a:lnTo>
                  <a:pt x="2763" y="28"/>
                </a:lnTo>
                <a:lnTo>
                  <a:pt x="2709" y="28"/>
                </a:lnTo>
                <a:lnTo>
                  <a:pt x="2709" y="0"/>
                </a:lnTo>
                <a:moveTo>
                  <a:pt x="2817" y="0"/>
                </a:moveTo>
                <a:lnTo>
                  <a:pt x="2872" y="0"/>
                </a:lnTo>
                <a:lnTo>
                  <a:pt x="2872" y="28"/>
                </a:lnTo>
                <a:lnTo>
                  <a:pt x="2817" y="28"/>
                </a:lnTo>
                <a:lnTo>
                  <a:pt x="2817" y="0"/>
                </a:lnTo>
                <a:moveTo>
                  <a:pt x="2926" y="0"/>
                </a:moveTo>
                <a:lnTo>
                  <a:pt x="2980" y="0"/>
                </a:lnTo>
                <a:lnTo>
                  <a:pt x="2980" y="28"/>
                </a:lnTo>
                <a:lnTo>
                  <a:pt x="2926" y="28"/>
                </a:lnTo>
                <a:lnTo>
                  <a:pt x="2926" y="0"/>
                </a:lnTo>
                <a:moveTo>
                  <a:pt x="3034" y="0"/>
                </a:moveTo>
                <a:lnTo>
                  <a:pt x="3088" y="0"/>
                </a:lnTo>
                <a:lnTo>
                  <a:pt x="3088" y="28"/>
                </a:lnTo>
                <a:lnTo>
                  <a:pt x="3034" y="28"/>
                </a:lnTo>
                <a:lnTo>
                  <a:pt x="3034" y="0"/>
                </a:lnTo>
                <a:moveTo>
                  <a:pt x="3143" y="0"/>
                </a:moveTo>
                <a:lnTo>
                  <a:pt x="3197" y="0"/>
                </a:lnTo>
                <a:lnTo>
                  <a:pt x="3197" y="28"/>
                </a:lnTo>
                <a:lnTo>
                  <a:pt x="3143" y="28"/>
                </a:lnTo>
                <a:lnTo>
                  <a:pt x="3143" y="0"/>
                </a:lnTo>
                <a:moveTo>
                  <a:pt x="3251" y="0"/>
                </a:moveTo>
                <a:lnTo>
                  <a:pt x="3305" y="0"/>
                </a:lnTo>
                <a:lnTo>
                  <a:pt x="3305" y="28"/>
                </a:lnTo>
                <a:lnTo>
                  <a:pt x="3251" y="28"/>
                </a:lnTo>
                <a:lnTo>
                  <a:pt x="3251" y="0"/>
                </a:lnTo>
                <a:moveTo>
                  <a:pt x="3359" y="0"/>
                </a:moveTo>
                <a:lnTo>
                  <a:pt x="3414" y="0"/>
                </a:lnTo>
                <a:lnTo>
                  <a:pt x="3414" y="28"/>
                </a:lnTo>
                <a:lnTo>
                  <a:pt x="3359" y="28"/>
                </a:lnTo>
                <a:lnTo>
                  <a:pt x="3359" y="0"/>
                </a:lnTo>
                <a:moveTo>
                  <a:pt x="3468" y="0"/>
                </a:moveTo>
                <a:lnTo>
                  <a:pt x="3522" y="0"/>
                </a:lnTo>
                <a:lnTo>
                  <a:pt x="3522" y="28"/>
                </a:lnTo>
                <a:lnTo>
                  <a:pt x="3468" y="28"/>
                </a:lnTo>
                <a:lnTo>
                  <a:pt x="3468" y="0"/>
                </a:lnTo>
                <a:moveTo>
                  <a:pt x="3577" y="0"/>
                </a:moveTo>
                <a:lnTo>
                  <a:pt x="3631" y="0"/>
                </a:lnTo>
                <a:lnTo>
                  <a:pt x="3631" y="28"/>
                </a:lnTo>
                <a:lnTo>
                  <a:pt x="3577" y="28"/>
                </a:lnTo>
                <a:lnTo>
                  <a:pt x="3577" y="0"/>
                </a:lnTo>
                <a:moveTo>
                  <a:pt x="3685" y="0"/>
                </a:moveTo>
                <a:lnTo>
                  <a:pt x="3740" y="0"/>
                </a:lnTo>
                <a:lnTo>
                  <a:pt x="3740" y="28"/>
                </a:lnTo>
                <a:lnTo>
                  <a:pt x="3685" y="28"/>
                </a:lnTo>
                <a:lnTo>
                  <a:pt x="3685" y="0"/>
                </a:lnTo>
                <a:moveTo>
                  <a:pt x="3794" y="0"/>
                </a:moveTo>
                <a:lnTo>
                  <a:pt x="3848" y="0"/>
                </a:lnTo>
                <a:lnTo>
                  <a:pt x="3848" y="28"/>
                </a:lnTo>
                <a:lnTo>
                  <a:pt x="3794" y="28"/>
                </a:lnTo>
                <a:lnTo>
                  <a:pt x="3794" y="0"/>
                </a:lnTo>
                <a:moveTo>
                  <a:pt x="3902" y="0"/>
                </a:moveTo>
                <a:lnTo>
                  <a:pt x="3956" y="0"/>
                </a:lnTo>
                <a:lnTo>
                  <a:pt x="3956" y="28"/>
                </a:lnTo>
                <a:lnTo>
                  <a:pt x="3902" y="28"/>
                </a:lnTo>
                <a:lnTo>
                  <a:pt x="3902" y="0"/>
                </a:lnTo>
                <a:moveTo>
                  <a:pt x="4011" y="0"/>
                </a:moveTo>
                <a:lnTo>
                  <a:pt x="4065" y="0"/>
                </a:lnTo>
                <a:lnTo>
                  <a:pt x="4065" y="28"/>
                </a:lnTo>
                <a:lnTo>
                  <a:pt x="4011" y="28"/>
                </a:lnTo>
                <a:lnTo>
                  <a:pt x="4011" y="0"/>
                </a:lnTo>
                <a:moveTo>
                  <a:pt x="4119" y="0"/>
                </a:moveTo>
                <a:lnTo>
                  <a:pt x="4173" y="0"/>
                </a:lnTo>
                <a:lnTo>
                  <a:pt x="4173" y="28"/>
                </a:lnTo>
                <a:lnTo>
                  <a:pt x="4119" y="28"/>
                </a:lnTo>
                <a:lnTo>
                  <a:pt x="4119" y="0"/>
                </a:lnTo>
                <a:moveTo>
                  <a:pt x="4227" y="0"/>
                </a:moveTo>
                <a:lnTo>
                  <a:pt x="4282" y="0"/>
                </a:lnTo>
                <a:lnTo>
                  <a:pt x="4282" y="28"/>
                </a:lnTo>
                <a:lnTo>
                  <a:pt x="4227" y="28"/>
                </a:lnTo>
                <a:lnTo>
                  <a:pt x="4227" y="0"/>
                </a:lnTo>
                <a:moveTo>
                  <a:pt x="4336" y="0"/>
                </a:moveTo>
                <a:lnTo>
                  <a:pt x="4390" y="0"/>
                </a:lnTo>
                <a:lnTo>
                  <a:pt x="4390" y="28"/>
                </a:lnTo>
                <a:lnTo>
                  <a:pt x="4336" y="28"/>
                </a:lnTo>
                <a:lnTo>
                  <a:pt x="4336" y="0"/>
                </a:lnTo>
                <a:moveTo>
                  <a:pt x="4444" y="0"/>
                </a:moveTo>
                <a:lnTo>
                  <a:pt x="4498" y="0"/>
                </a:lnTo>
                <a:lnTo>
                  <a:pt x="4498" y="28"/>
                </a:lnTo>
                <a:lnTo>
                  <a:pt x="4444" y="28"/>
                </a:lnTo>
                <a:lnTo>
                  <a:pt x="4444" y="0"/>
                </a:lnTo>
                <a:moveTo>
                  <a:pt x="4553" y="0"/>
                </a:moveTo>
                <a:lnTo>
                  <a:pt x="4607" y="0"/>
                </a:lnTo>
                <a:lnTo>
                  <a:pt x="4607" y="28"/>
                </a:lnTo>
                <a:lnTo>
                  <a:pt x="4553" y="28"/>
                </a:lnTo>
                <a:lnTo>
                  <a:pt x="4553" y="0"/>
                </a:lnTo>
                <a:moveTo>
                  <a:pt x="4661" y="0"/>
                </a:moveTo>
                <a:lnTo>
                  <a:pt x="4715" y="0"/>
                </a:lnTo>
                <a:lnTo>
                  <a:pt x="4715" y="28"/>
                </a:lnTo>
                <a:lnTo>
                  <a:pt x="4661" y="28"/>
                </a:lnTo>
                <a:lnTo>
                  <a:pt x="4661" y="0"/>
                </a:lnTo>
                <a:moveTo>
                  <a:pt x="4769" y="0"/>
                </a:moveTo>
                <a:lnTo>
                  <a:pt x="4823" y="0"/>
                </a:lnTo>
                <a:lnTo>
                  <a:pt x="4823" y="28"/>
                </a:lnTo>
                <a:lnTo>
                  <a:pt x="4769" y="28"/>
                </a:lnTo>
                <a:lnTo>
                  <a:pt x="4769" y="0"/>
                </a:lnTo>
                <a:moveTo>
                  <a:pt x="4878" y="0"/>
                </a:moveTo>
                <a:lnTo>
                  <a:pt x="4932" y="0"/>
                </a:lnTo>
                <a:lnTo>
                  <a:pt x="4932" y="28"/>
                </a:lnTo>
                <a:lnTo>
                  <a:pt x="4878" y="28"/>
                </a:lnTo>
                <a:lnTo>
                  <a:pt x="4878" y="0"/>
                </a:lnTo>
                <a:moveTo>
                  <a:pt x="4986" y="0"/>
                </a:moveTo>
                <a:lnTo>
                  <a:pt x="5040" y="0"/>
                </a:lnTo>
                <a:lnTo>
                  <a:pt x="5040" y="28"/>
                </a:lnTo>
                <a:lnTo>
                  <a:pt x="4986" y="28"/>
                </a:lnTo>
                <a:lnTo>
                  <a:pt x="4986" y="0"/>
                </a:lnTo>
                <a:moveTo>
                  <a:pt x="5094" y="0"/>
                </a:moveTo>
                <a:lnTo>
                  <a:pt x="5149" y="0"/>
                </a:lnTo>
                <a:lnTo>
                  <a:pt x="5149" y="28"/>
                </a:lnTo>
                <a:lnTo>
                  <a:pt x="5094" y="28"/>
                </a:lnTo>
                <a:lnTo>
                  <a:pt x="5094" y="0"/>
                </a:lnTo>
                <a:moveTo>
                  <a:pt x="5203" y="0"/>
                </a:moveTo>
                <a:lnTo>
                  <a:pt x="5257" y="0"/>
                </a:lnTo>
                <a:lnTo>
                  <a:pt x="5257" y="28"/>
                </a:lnTo>
                <a:lnTo>
                  <a:pt x="5203" y="28"/>
                </a:lnTo>
                <a:lnTo>
                  <a:pt x="5203" y="0"/>
                </a:lnTo>
                <a:moveTo>
                  <a:pt x="5311" y="0"/>
                </a:moveTo>
                <a:lnTo>
                  <a:pt x="5365" y="0"/>
                </a:lnTo>
                <a:lnTo>
                  <a:pt x="5365" y="28"/>
                </a:lnTo>
                <a:lnTo>
                  <a:pt x="5311" y="28"/>
                </a:lnTo>
                <a:lnTo>
                  <a:pt x="5311" y="0"/>
                </a:lnTo>
                <a:moveTo>
                  <a:pt x="5420" y="0"/>
                </a:moveTo>
                <a:lnTo>
                  <a:pt x="5474" y="0"/>
                </a:lnTo>
                <a:lnTo>
                  <a:pt x="5474" y="28"/>
                </a:lnTo>
                <a:lnTo>
                  <a:pt x="5420" y="28"/>
                </a:lnTo>
                <a:lnTo>
                  <a:pt x="5420" y="0"/>
                </a:lnTo>
                <a:moveTo>
                  <a:pt x="5528" y="0"/>
                </a:moveTo>
                <a:lnTo>
                  <a:pt x="5582" y="0"/>
                </a:lnTo>
                <a:lnTo>
                  <a:pt x="5582" y="28"/>
                </a:lnTo>
                <a:lnTo>
                  <a:pt x="5528" y="28"/>
                </a:lnTo>
                <a:lnTo>
                  <a:pt x="5528" y="0"/>
                </a:lnTo>
                <a:moveTo>
                  <a:pt x="5636" y="0"/>
                </a:moveTo>
                <a:lnTo>
                  <a:pt x="5690" y="0"/>
                </a:lnTo>
                <a:lnTo>
                  <a:pt x="5690" y="28"/>
                </a:lnTo>
                <a:lnTo>
                  <a:pt x="5636" y="28"/>
                </a:lnTo>
                <a:lnTo>
                  <a:pt x="5636" y="0"/>
                </a:lnTo>
                <a:moveTo>
                  <a:pt x="5745" y="0"/>
                </a:moveTo>
                <a:lnTo>
                  <a:pt x="5799" y="0"/>
                </a:lnTo>
                <a:lnTo>
                  <a:pt x="5799" y="28"/>
                </a:lnTo>
                <a:lnTo>
                  <a:pt x="5745" y="28"/>
                </a:lnTo>
                <a:lnTo>
                  <a:pt x="5745" y="0"/>
                </a:lnTo>
                <a:moveTo>
                  <a:pt x="5853" y="0"/>
                </a:moveTo>
                <a:lnTo>
                  <a:pt x="5907" y="0"/>
                </a:lnTo>
                <a:lnTo>
                  <a:pt x="5907" y="28"/>
                </a:lnTo>
                <a:lnTo>
                  <a:pt x="5853" y="28"/>
                </a:lnTo>
                <a:lnTo>
                  <a:pt x="5853" y="0"/>
                </a:lnTo>
                <a:moveTo>
                  <a:pt x="5961" y="0"/>
                </a:moveTo>
                <a:lnTo>
                  <a:pt x="6016" y="0"/>
                </a:lnTo>
                <a:lnTo>
                  <a:pt x="6016" y="28"/>
                </a:lnTo>
                <a:lnTo>
                  <a:pt x="5961" y="28"/>
                </a:lnTo>
                <a:lnTo>
                  <a:pt x="5961" y="0"/>
                </a:lnTo>
                <a:moveTo>
                  <a:pt x="6070" y="0"/>
                </a:moveTo>
                <a:lnTo>
                  <a:pt x="6124" y="0"/>
                </a:lnTo>
                <a:lnTo>
                  <a:pt x="6124" y="28"/>
                </a:lnTo>
                <a:lnTo>
                  <a:pt x="6070" y="28"/>
                </a:lnTo>
                <a:lnTo>
                  <a:pt x="6070" y="0"/>
                </a:lnTo>
                <a:moveTo>
                  <a:pt x="6178" y="0"/>
                </a:moveTo>
                <a:lnTo>
                  <a:pt x="6232" y="0"/>
                </a:lnTo>
                <a:lnTo>
                  <a:pt x="6232" y="28"/>
                </a:lnTo>
                <a:lnTo>
                  <a:pt x="6178" y="28"/>
                </a:lnTo>
                <a:lnTo>
                  <a:pt x="6178" y="0"/>
                </a:lnTo>
                <a:moveTo>
                  <a:pt x="6287" y="0"/>
                </a:moveTo>
                <a:lnTo>
                  <a:pt x="6341" y="0"/>
                </a:lnTo>
                <a:lnTo>
                  <a:pt x="6341" y="28"/>
                </a:lnTo>
                <a:lnTo>
                  <a:pt x="6287" y="28"/>
                </a:lnTo>
                <a:lnTo>
                  <a:pt x="6287" y="0"/>
                </a:lnTo>
                <a:moveTo>
                  <a:pt x="6395" y="0"/>
                </a:moveTo>
                <a:lnTo>
                  <a:pt x="6449" y="0"/>
                </a:lnTo>
                <a:lnTo>
                  <a:pt x="6449" y="28"/>
                </a:lnTo>
                <a:lnTo>
                  <a:pt x="6395" y="28"/>
                </a:lnTo>
                <a:lnTo>
                  <a:pt x="6395" y="0"/>
                </a:lnTo>
                <a:moveTo>
                  <a:pt x="6503" y="0"/>
                </a:moveTo>
                <a:lnTo>
                  <a:pt x="6558" y="0"/>
                </a:lnTo>
                <a:lnTo>
                  <a:pt x="6558" y="28"/>
                </a:lnTo>
                <a:lnTo>
                  <a:pt x="6503" y="28"/>
                </a:lnTo>
                <a:lnTo>
                  <a:pt x="6503" y="0"/>
                </a:lnTo>
                <a:moveTo>
                  <a:pt x="6612" y="0"/>
                </a:moveTo>
                <a:lnTo>
                  <a:pt x="6666" y="0"/>
                </a:lnTo>
                <a:lnTo>
                  <a:pt x="6666" y="28"/>
                </a:lnTo>
                <a:lnTo>
                  <a:pt x="6612" y="28"/>
                </a:lnTo>
                <a:lnTo>
                  <a:pt x="6612" y="0"/>
                </a:lnTo>
                <a:moveTo>
                  <a:pt x="6720" y="0"/>
                </a:moveTo>
                <a:lnTo>
                  <a:pt x="6774" y="0"/>
                </a:lnTo>
                <a:lnTo>
                  <a:pt x="6774" y="28"/>
                </a:lnTo>
                <a:lnTo>
                  <a:pt x="6720" y="28"/>
                </a:lnTo>
                <a:lnTo>
                  <a:pt x="6720" y="0"/>
                </a:lnTo>
                <a:moveTo>
                  <a:pt x="6828" y="0"/>
                </a:moveTo>
                <a:lnTo>
                  <a:pt x="6883" y="0"/>
                </a:lnTo>
                <a:lnTo>
                  <a:pt x="6883" y="28"/>
                </a:lnTo>
                <a:lnTo>
                  <a:pt x="6828" y="28"/>
                </a:lnTo>
                <a:lnTo>
                  <a:pt x="6828" y="0"/>
                </a:lnTo>
                <a:moveTo>
                  <a:pt x="6937" y="0"/>
                </a:moveTo>
                <a:lnTo>
                  <a:pt x="6991" y="0"/>
                </a:lnTo>
                <a:lnTo>
                  <a:pt x="6991" y="28"/>
                </a:lnTo>
                <a:lnTo>
                  <a:pt x="6937" y="28"/>
                </a:lnTo>
                <a:lnTo>
                  <a:pt x="6937" y="0"/>
                </a:lnTo>
                <a:moveTo>
                  <a:pt x="7045" y="0"/>
                </a:moveTo>
                <a:lnTo>
                  <a:pt x="7099" y="0"/>
                </a:lnTo>
                <a:lnTo>
                  <a:pt x="7099" y="28"/>
                </a:lnTo>
                <a:lnTo>
                  <a:pt x="7045" y="28"/>
                </a:lnTo>
                <a:lnTo>
                  <a:pt x="7045" y="0"/>
                </a:lnTo>
                <a:moveTo>
                  <a:pt x="7154" y="0"/>
                </a:moveTo>
                <a:lnTo>
                  <a:pt x="7208" y="0"/>
                </a:lnTo>
                <a:lnTo>
                  <a:pt x="7208" y="28"/>
                </a:lnTo>
                <a:lnTo>
                  <a:pt x="7154" y="28"/>
                </a:lnTo>
                <a:lnTo>
                  <a:pt x="7154" y="0"/>
                </a:lnTo>
                <a:moveTo>
                  <a:pt x="7262" y="0"/>
                </a:moveTo>
                <a:lnTo>
                  <a:pt x="7316" y="0"/>
                </a:lnTo>
                <a:lnTo>
                  <a:pt x="7316" y="28"/>
                </a:lnTo>
                <a:lnTo>
                  <a:pt x="7262" y="28"/>
                </a:lnTo>
                <a:lnTo>
                  <a:pt x="7262" y="0"/>
                </a:lnTo>
                <a:moveTo>
                  <a:pt x="7370" y="0"/>
                </a:moveTo>
                <a:lnTo>
                  <a:pt x="7399" y="0"/>
                </a:lnTo>
                <a:lnTo>
                  <a:pt x="7399" y="28"/>
                </a:lnTo>
                <a:lnTo>
                  <a:pt x="7370" y="28"/>
                </a:lnTo>
                <a:lnTo>
                  <a:pt x="737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545440" y="3635280"/>
            <a:ext cx="165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poll / subscribe for new Tasks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389200" y="4327200"/>
            <a:ext cx="97920" cy="78480"/>
          </a:xfrm>
          <a:custGeom>
            <a:avLst/>
            <a:gdLst/>
            <a:ahLst/>
            <a:rect l="0" t="0" r="r" b="b"/>
            <a:pathLst>
              <a:path w="272" h="218">
                <a:moveTo>
                  <a:pt x="272" y="0"/>
                </a:moveTo>
                <a:lnTo>
                  <a:pt x="0" y="108"/>
                </a:lnTo>
                <a:lnTo>
                  <a:pt x="272" y="218"/>
                </a:lnTo>
                <a:lnTo>
                  <a:pt x="163" y="108"/>
                </a:lnTo>
                <a:lnTo>
                  <a:pt x="272" y="0"/>
                </a:lnTo>
                <a:close/>
              </a:path>
            </a:pathLst>
          </a:custGeom>
          <a:solidFill>
            <a:srgbClr val="001D34"/>
          </a:solidFill>
          <a:ln w="9720">
            <a:solidFill>
              <a:srgbClr val="001D34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5428080" y="4366080"/>
            <a:ext cx="2663640" cy="0"/>
          </a:xfrm>
          <a:prstGeom prst="line">
            <a:avLst/>
          </a:prstGeom>
          <a:ln w="972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5447880" y="3921120"/>
            <a:ext cx="1765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(requested) + ServiceRequest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545440" y="4206960"/>
            <a:ext cx="2012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accept / reject / on-hold (coded reason)</a:t>
            </a:r>
            <a:endParaRPr lang="en-A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66720" y="5788800"/>
            <a:ext cx="8294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Search the directory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raise the referral (ServiceRequest + Task)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ﬁller triages.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66720" y="12096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739440" y="3155760"/>
            <a:ext cx="6834960" cy="1464120"/>
          </a:xfrm>
          <a:custGeom>
            <a:avLst/>
            <a:gdLst/>
            <a:ahLst/>
            <a:rect l="0" t="0" r="r" b="b"/>
            <a:pathLst>
              <a:path w="18986" h="4067">
                <a:moveTo>
                  <a:pt x="0" y="0"/>
                </a:moveTo>
                <a:lnTo>
                  <a:pt x="18986" y="0"/>
                </a:lnTo>
                <a:lnTo>
                  <a:pt x="18986" y="4067"/>
                </a:lnTo>
                <a:lnTo>
                  <a:pt x="0" y="4067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00332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02852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25376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27968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7004880" y="2140920"/>
            <a:ext cx="58320" cy="2602800"/>
          </a:xfrm>
          <a:custGeom>
            <a:avLst/>
            <a:gdLst/>
            <a:ahLst/>
            <a:rect l="0" t="0" r="r" b="b"/>
            <a:pathLst>
              <a:path w="162" h="7230">
                <a:moveTo>
                  <a:pt x="0" y="0"/>
                </a:moveTo>
                <a:lnTo>
                  <a:pt x="162" y="0"/>
                </a:lnTo>
                <a:lnTo>
                  <a:pt x="162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7030080" y="2140920"/>
            <a:ext cx="3960" cy="2582640"/>
          </a:xfrm>
          <a:custGeom>
            <a:avLst/>
            <a:gdLst/>
            <a:ahLst/>
            <a:rect l="0" t="0" r="r" b="b"/>
            <a:pathLst>
              <a:path w="11" h="7174">
                <a:moveTo>
                  <a:pt x="11" y="0"/>
                </a:moveTo>
                <a:lnTo>
                  <a:pt x="11" y="101"/>
                </a:lnTo>
                <a:lnTo>
                  <a:pt x="0" y="101"/>
                </a:lnTo>
                <a:lnTo>
                  <a:pt x="0" y="0"/>
                </a:lnTo>
                <a:lnTo>
                  <a:pt x="11" y="0"/>
                </a:lnTo>
                <a:moveTo>
                  <a:pt x="11" y="202"/>
                </a:moveTo>
                <a:lnTo>
                  <a:pt x="11" y="303"/>
                </a:lnTo>
                <a:lnTo>
                  <a:pt x="0" y="303"/>
                </a:lnTo>
                <a:lnTo>
                  <a:pt x="0" y="202"/>
                </a:lnTo>
                <a:lnTo>
                  <a:pt x="11" y="202"/>
                </a:lnTo>
                <a:moveTo>
                  <a:pt x="11" y="404"/>
                </a:moveTo>
                <a:lnTo>
                  <a:pt x="11" y="505"/>
                </a:lnTo>
                <a:lnTo>
                  <a:pt x="0" y="505"/>
                </a:lnTo>
                <a:lnTo>
                  <a:pt x="0" y="404"/>
                </a:lnTo>
                <a:lnTo>
                  <a:pt x="11" y="404"/>
                </a:lnTo>
                <a:moveTo>
                  <a:pt x="11" y="606"/>
                </a:moveTo>
                <a:lnTo>
                  <a:pt x="11" y="707"/>
                </a:lnTo>
                <a:lnTo>
                  <a:pt x="0" y="707"/>
                </a:lnTo>
                <a:lnTo>
                  <a:pt x="0" y="606"/>
                </a:lnTo>
                <a:lnTo>
                  <a:pt x="11" y="606"/>
                </a:lnTo>
                <a:moveTo>
                  <a:pt x="11" y="808"/>
                </a:moveTo>
                <a:lnTo>
                  <a:pt x="11" y="909"/>
                </a:lnTo>
                <a:lnTo>
                  <a:pt x="0" y="909"/>
                </a:lnTo>
                <a:lnTo>
                  <a:pt x="0" y="808"/>
                </a:lnTo>
                <a:lnTo>
                  <a:pt x="11" y="808"/>
                </a:lnTo>
                <a:moveTo>
                  <a:pt x="11" y="1010"/>
                </a:moveTo>
                <a:lnTo>
                  <a:pt x="11" y="1111"/>
                </a:lnTo>
                <a:lnTo>
                  <a:pt x="0" y="1111"/>
                </a:lnTo>
                <a:lnTo>
                  <a:pt x="0" y="1010"/>
                </a:lnTo>
                <a:lnTo>
                  <a:pt x="11" y="1010"/>
                </a:lnTo>
                <a:moveTo>
                  <a:pt x="11" y="1212"/>
                </a:moveTo>
                <a:lnTo>
                  <a:pt x="11" y="1313"/>
                </a:lnTo>
                <a:lnTo>
                  <a:pt x="0" y="1313"/>
                </a:lnTo>
                <a:lnTo>
                  <a:pt x="0" y="1212"/>
                </a:lnTo>
                <a:lnTo>
                  <a:pt x="11" y="1212"/>
                </a:lnTo>
                <a:moveTo>
                  <a:pt x="11" y="1414"/>
                </a:moveTo>
                <a:lnTo>
                  <a:pt x="11" y="1515"/>
                </a:lnTo>
                <a:lnTo>
                  <a:pt x="0" y="1515"/>
                </a:lnTo>
                <a:lnTo>
                  <a:pt x="0" y="1414"/>
                </a:lnTo>
                <a:lnTo>
                  <a:pt x="11" y="1414"/>
                </a:lnTo>
                <a:moveTo>
                  <a:pt x="11" y="1616"/>
                </a:moveTo>
                <a:lnTo>
                  <a:pt x="11" y="1717"/>
                </a:lnTo>
                <a:lnTo>
                  <a:pt x="0" y="1717"/>
                </a:lnTo>
                <a:lnTo>
                  <a:pt x="0" y="1616"/>
                </a:lnTo>
                <a:lnTo>
                  <a:pt x="11" y="1616"/>
                </a:lnTo>
                <a:moveTo>
                  <a:pt x="11" y="1818"/>
                </a:moveTo>
                <a:lnTo>
                  <a:pt x="11" y="1919"/>
                </a:lnTo>
                <a:lnTo>
                  <a:pt x="0" y="1919"/>
                </a:lnTo>
                <a:lnTo>
                  <a:pt x="0" y="1818"/>
                </a:lnTo>
                <a:lnTo>
                  <a:pt x="11" y="1818"/>
                </a:lnTo>
                <a:moveTo>
                  <a:pt x="11" y="2020"/>
                </a:moveTo>
                <a:lnTo>
                  <a:pt x="11" y="2121"/>
                </a:lnTo>
                <a:lnTo>
                  <a:pt x="0" y="2121"/>
                </a:lnTo>
                <a:lnTo>
                  <a:pt x="0" y="2020"/>
                </a:lnTo>
                <a:lnTo>
                  <a:pt x="11" y="2020"/>
                </a:lnTo>
                <a:moveTo>
                  <a:pt x="11" y="2222"/>
                </a:moveTo>
                <a:lnTo>
                  <a:pt x="11" y="2323"/>
                </a:lnTo>
                <a:lnTo>
                  <a:pt x="0" y="2323"/>
                </a:lnTo>
                <a:lnTo>
                  <a:pt x="0" y="2222"/>
                </a:lnTo>
                <a:lnTo>
                  <a:pt x="11" y="2222"/>
                </a:lnTo>
                <a:moveTo>
                  <a:pt x="11" y="2425"/>
                </a:moveTo>
                <a:lnTo>
                  <a:pt x="11" y="2526"/>
                </a:lnTo>
                <a:lnTo>
                  <a:pt x="0" y="2526"/>
                </a:lnTo>
                <a:lnTo>
                  <a:pt x="0" y="2425"/>
                </a:lnTo>
                <a:lnTo>
                  <a:pt x="11" y="2425"/>
                </a:lnTo>
                <a:moveTo>
                  <a:pt x="11" y="2627"/>
                </a:moveTo>
                <a:lnTo>
                  <a:pt x="11" y="2728"/>
                </a:lnTo>
                <a:lnTo>
                  <a:pt x="0" y="2728"/>
                </a:lnTo>
                <a:lnTo>
                  <a:pt x="0" y="2627"/>
                </a:lnTo>
                <a:lnTo>
                  <a:pt x="11" y="2627"/>
                </a:lnTo>
                <a:moveTo>
                  <a:pt x="11" y="2829"/>
                </a:moveTo>
                <a:lnTo>
                  <a:pt x="11" y="2930"/>
                </a:lnTo>
                <a:lnTo>
                  <a:pt x="0" y="2930"/>
                </a:lnTo>
                <a:lnTo>
                  <a:pt x="0" y="2829"/>
                </a:lnTo>
                <a:lnTo>
                  <a:pt x="11" y="2829"/>
                </a:lnTo>
                <a:moveTo>
                  <a:pt x="11" y="3031"/>
                </a:moveTo>
                <a:lnTo>
                  <a:pt x="11" y="3132"/>
                </a:lnTo>
                <a:lnTo>
                  <a:pt x="0" y="3132"/>
                </a:lnTo>
                <a:lnTo>
                  <a:pt x="0" y="3031"/>
                </a:lnTo>
                <a:lnTo>
                  <a:pt x="11" y="3031"/>
                </a:lnTo>
                <a:moveTo>
                  <a:pt x="11" y="3233"/>
                </a:moveTo>
                <a:lnTo>
                  <a:pt x="11" y="3334"/>
                </a:lnTo>
                <a:lnTo>
                  <a:pt x="0" y="3334"/>
                </a:lnTo>
                <a:lnTo>
                  <a:pt x="0" y="3233"/>
                </a:lnTo>
                <a:lnTo>
                  <a:pt x="11" y="3233"/>
                </a:lnTo>
                <a:moveTo>
                  <a:pt x="11" y="3435"/>
                </a:moveTo>
                <a:lnTo>
                  <a:pt x="11" y="3536"/>
                </a:lnTo>
                <a:lnTo>
                  <a:pt x="0" y="3536"/>
                </a:lnTo>
                <a:lnTo>
                  <a:pt x="0" y="3435"/>
                </a:lnTo>
                <a:lnTo>
                  <a:pt x="11" y="3435"/>
                </a:lnTo>
                <a:moveTo>
                  <a:pt x="11" y="3637"/>
                </a:moveTo>
                <a:lnTo>
                  <a:pt x="11" y="3738"/>
                </a:lnTo>
                <a:lnTo>
                  <a:pt x="0" y="3738"/>
                </a:lnTo>
                <a:lnTo>
                  <a:pt x="0" y="3637"/>
                </a:lnTo>
                <a:lnTo>
                  <a:pt x="11" y="3637"/>
                </a:lnTo>
                <a:moveTo>
                  <a:pt x="11" y="3839"/>
                </a:moveTo>
                <a:lnTo>
                  <a:pt x="11" y="3940"/>
                </a:lnTo>
                <a:lnTo>
                  <a:pt x="0" y="3940"/>
                </a:lnTo>
                <a:lnTo>
                  <a:pt x="0" y="3839"/>
                </a:lnTo>
                <a:lnTo>
                  <a:pt x="11" y="3839"/>
                </a:lnTo>
                <a:moveTo>
                  <a:pt x="11" y="4041"/>
                </a:moveTo>
                <a:lnTo>
                  <a:pt x="11" y="4142"/>
                </a:lnTo>
                <a:lnTo>
                  <a:pt x="0" y="4142"/>
                </a:lnTo>
                <a:lnTo>
                  <a:pt x="0" y="4041"/>
                </a:lnTo>
                <a:lnTo>
                  <a:pt x="11" y="4041"/>
                </a:lnTo>
                <a:moveTo>
                  <a:pt x="11" y="4243"/>
                </a:moveTo>
                <a:lnTo>
                  <a:pt x="11" y="4344"/>
                </a:lnTo>
                <a:lnTo>
                  <a:pt x="0" y="4344"/>
                </a:lnTo>
                <a:lnTo>
                  <a:pt x="0" y="4243"/>
                </a:lnTo>
                <a:lnTo>
                  <a:pt x="11" y="4243"/>
                </a:lnTo>
                <a:moveTo>
                  <a:pt x="11" y="4445"/>
                </a:moveTo>
                <a:lnTo>
                  <a:pt x="11" y="4546"/>
                </a:lnTo>
                <a:lnTo>
                  <a:pt x="0" y="4546"/>
                </a:lnTo>
                <a:lnTo>
                  <a:pt x="0" y="4445"/>
                </a:lnTo>
                <a:lnTo>
                  <a:pt x="11" y="4445"/>
                </a:lnTo>
                <a:moveTo>
                  <a:pt x="11" y="4647"/>
                </a:moveTo>
                <a:lnTo>
                  <a:pt x="11" y="4748"/>
                </a:lnTo>
                <a:lnTo>
                  <a:pt x="0" y="4748"/>
                </a:lnTo>
                <a:lnTo>
                  <a:pt x="0" y="4647"/>
                </a:lnTo>
                <a:lnTo>
                  <a:pt x="11" y="4647"/>
                </a:lnTo>
                <a:moveTo>
                  <a:pt x="11" y="4850"/>
                </a:moveTo>
                <a:lnTo>
                  <a:pt x="11" y="4952"/>
                </a:lnTo>
                <a:lnTo>
                  <a:pt x="0" y="4952"/>
                </a:lnTo>
                <a:lnTo>
                  <a:pt x="0" y="4850"/>
                </a:lnTo>
                <a:lnTo>
                  <a:pt x="11" y="4850"/>
                </a:lnTo>
                <a:moveTo>
                  <a:pt x="11" y="5053"/>
                </a:moveTo>
                <a:lnTo>
                  <a:pt x="11" y="5154"/>
                </a:lnTo>
                <a:lnTo>
                  <a:pt x="0" y="5154"/>
                </a:lnTo>
                <a:lnTo>
                  <a:pt x="0" y="5053"/>
                </a:lnTo>
                <a:lnTo>
                  <a:pt x="11" y="5053"/>
                </a:lnTo>
                <a:moveTo>
                  <a:pt x="11" y="5255"/>
                </a:moveTo>
                <a:lnTo>
                  <a:pt x="11" y="5356"/>
                </a:lnTo>
                <a:lnTo>
                  <a:pt x="0" y="5356"/>
                </a:lnTo>
                <a:lnTo>
                  <a:pt x="0" y="5255"/>
                </a:lnTo>
                <a:lnTo>
                  <a:pt x="11" y="5255"/>
                </a:lnTo>
                <a:moveTo>
                  <a:pt x="11" y="5457"/>
                </a:moveTo>
                <a:lnTo>
                  <a:pt x="11" y="5558"/>
                </a:lnTo>
                <a:lnTo>
                  <a:pt x="0" y="5558"/>
                </a:lnTo>
                <a:lnTo>
                  <a:pt x="0" y="5457"/>
                </a:lnTo>
                <a:lnTo>
                  <a:pt x="11" y="5457"/>
                </a:lnTo>
                <a:moveTo>
                  <a:pt x="11" y="5659"/>
                </a:moveTo>
                <a:lnTo>
                  <a:pt x="11" y="5760"/>
                </a:lnTo>
                <a:lnTo>
                  <a:pt x="0" y="5760"/>
                </a:lnTo>
                <a:lnTo>
                  <a:pt x="0" y="5659"/>
                </a:lnTo>
                <a:lnTo>
                  <a:pt x="11" y="5659"/>
                </a:lnTo>
                <a:moveTo>
                  <a:pt x="11" y="5861"/>
                </a:moveTo>
                <a:lnTo>
                  <a:pt x="11" y="5962"/>
                </a:lnTo>
                <a:lnTo>
                  <a:pt x="0" y="5962"/>
                </a:lnTo>
                <a:lnTo>
                  <a:pt x="0" y="5861"/>
                </a:lnTo>
                <a:lnTo>
                  <a:pt x="11" y="5861"/>
                </a:lnTo>
                <a:moveTo>
                  <a:pt x="11" y="6063"/>
                </a:moveTo>
                <a:lnTo>
                  <a:pt x="11" y="6164"/>
                </a:lnTo>
                <a:lnTo>
                  <a:pt x="0" y="6164"/>
                </a:lnTo>
                <a:lnTo>
                  <a:pt x="0" y="6063"/>
                </a:lnTo>
                <a:lnTo>
                  <a:pt x="11" y="6063"/>
                </a:lnTo>
                <a:moveTo>
                  <a:pt x="11" y="6265"/>
                </a:moveTo>
                <a:lnTo>
                  <a:pt x="11" y="6366"/>
                </a:lnTo>
                <a:lnTo>
                  <a:pt x="0" y="6366"/>
                </a:lnTo>
                <a:lnTo>
                  <a:pt x="0" y="6265"/>
                </a:lnTo>
                <a:lnTo>
                  <a:pt x="11" y="6265"/>
                </a:lnTo>
                <a:moveTo>
                  <a:pt x="11" y="6467"/>
                </a:moveTo>
                <a:lnTo>
                  <a:pt x="11" y="6568"/>
                </a:lnTo>
                <a:lnTo>
                  <a:pt x="0" y="6568"/>
                </a:lnTo>
                <a:lnTo>
                  <a:pt x="0" y="6467"/>
                </a:lnTo>
                <a:lnTo>
                  <a:pt x="11" y="6467"/>
                </a:lnTo>
                <a:moveTo>
                  <a:pt x="11" y="6669"/>
                </a:moveTo>
                <a:lnTo>
                  <a:pt x="11" y="6770"/>
                </a:lnTo>
                <a:lnTo>
                  <a:pt x="0" y="6770"/>
                </a:lnTo>
                <a:lnTo>
                  <a:pt x="0" y="6669"/>
                </a:lnTo>
                <a:lnTo>
                  <a:pt x="11" y="6669"/>
                </a:lnTo>
                <a:moveTo>
                  <a:pt x="11" y="6871"/>
                </a:moveTo>
                <a:lnTo>
                  <a:pt x="11" y="6972"/>
                </a:lnTo>
                <a:lnTo>
                  <a:pt x="0" y="6972"/>
                </a:lnTo>
                <a:lnTo>
                  <a:pt x="0" y="6871"/>
                </a:lnTo>
                <a:lnTo>
                  <a:pt x="11" y="6871"/>
                </a:lnTo>
                <a:moveTo>
                  <a:pt x="11" y="7073"/>
                </a:moveTo>
                <a:lnTo>
                  <a:pt x="11" y="7174"/>
                </a:lnTo>
                <a:lnTo>
                  <a:pt x="0" y="7174"/>
                </a:lnTo>
                <a:lnTo>
                  <a:pt x="0" y="7073"/>
                </a:lnTo>
                <a:lnTo>
                  <a:pt x="11" y="707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66720" y="758160"/>
            <a:ext cx="589248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2. Track this request &amp; book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12160" y="1881360"/>
            <a:ext cx="3423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974160" y="1430640"/>
            <a:ext cx="116640" cy="116640"/>
          </a:xfrm>
          <a:custGeom>
            <a:avLst/>
            <a:gdLst/>
            <a:ahLst/>
            <a:rect l="0" t="0" r="r" b="b"/>
            <a:pathLst>
              <a:path w="324" h="324">
                <a:moveTo>
                  <a:pt x="324" y="162"/>
                </a:moveTo>
                <a:cubicBezTo>
                  <a:pt x="324" y="173"/>
                  <a:pt x="323" y="183"/>
                  <a:pt x="321" y="194"/>
                </a:cubicBezTo>
                <a:cubicBezTo>
                  <a:pt x="319" y="204"/>
                  <a:pt x="316" y="214"/>
                  <a:pt x="312" y="224"/>
                </a:cubicBezTo>
                <a:cubicBezTo>
                  <a:pt x="308" y="234"/>
                  <a:pt x="303" y="243"/>
                  <a:pt x="297" y="252"/>
                </a:cubicBezTo>
                <a:cubicBezTo>
                  <a:pt x="291" y="261"/>
                  <a:pt x="284" y="269"/>
                  <a:pt x="277" y="277"/>
                </a:cubicBezTo>
                <a:cubicBezTo>
                  <a:pt x="269" y="284"/>
                  <a:pt x="261" y="291"/>
                  <a:pt x="252" y="297"/>
                </a:cubicBezTo>
                <a:cubicBezTo>
                  <a:pt x="243" y="303"/>
                  <a:pt x="234" y="308"/>
                  <a:pt x="224" y="312"/>
                </a:cubicBezTo>
                <a:cubicBezTo>
                  <a:pt x="214" y="316"/>
                  <a:pt x="204" y="319"/>
                  <a:pt x="194" y="321"/>
                </a:cubicBezTo>
                <a:cubicBezTo>
                  <a:pt x="184" y="323"/>
                  <a:pt x="173" y="324"/>
                  <a:pt x="162" y="324"/>
                </a:cubicBezTo>
                <a:cubicBezTo>
                  <a:pt x="152" y="324"/>
                  <a:pt x="141" y="323"/>
                  <a:pt x="131" y="321"/>
                </a:cubicBezTo>
                <a:cubicBezTo>
                  <a:pt x="120" y="319"/>
                  <a:pt x="110" y="316"/>
                  <a:pt x="101" y="312"/>
                </a:cubicBezTo>
                <a:cubicBezTo>
                  <a:pt x="91" y="308"/>
                  <a:pt x="81" y="303"/>
                  <a:pt x="73" y="297"/>
                </a:cubicBezTo>
                <a:cubicBezTo>
                  <a:pt x="64" y="291"/>
                  <a:pt x="56" y="284"/>
                  <a:pt x="48" y="277"/>
                </a:cubicBezTo>
                <a:cubicBezTo>
                  <a:pt x="41" y="269"/>
                  <a:pt x="33" y="261"/>
                  <a:pt x="27" y="252"/>
                </a:cubicBezTo>
                <a:cubicBezTo>
                  <a:pt x="21" y="243"/>
                  <a:pt x="16" y="234"/>
                  <a:pt x="12" y="224"/>
                </a:cubicBezTo>
                <a:cubicBezTo>
                  <a:pt x="8" y="214"/>
                  <a:pt x="5" y="204"/>
                  <a:pt x="3" y="194"/>
                </a:cubicBezTo>
                <a:cubicBezTo>
                  <a:pt x="1" y="183"/>
                  <a:pt x="0" y="173"/>
                  <a:pt x="0" y="162"/>
                </a:cubicBez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1" y="54"/>
                  <a:pt x="48" y="47"/>
                </a:cubicBezTo>
                <a:cubicBezTo>
                  <a:pt x="56" y="39"/>
                  <a:pt x="64" y="33"/>
                  <a:pt x="73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4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1" y="33"/>
                  <a:pt x="269" y="39"/>
                  <a:pt x="277" y="47"/>
                </a:cubicBezTo>
                <a:cubicBezTo>
                  <a:pt x="284" y="54"/>
                  <a:pt x="291" y="63"/>
                  <a:pt x="297" y="72"/>
                </a:cubicBezTo>
                <a:cubicBezTo>
                  <a:pt x="303" y="81"/>
                  <a:pt x="308" y="91"/>
                  <a:pt x="312" y="100"/>
                </a:cubicBezTo>
                <a:cubicBezTo>
                  <a:pt x="316" y="110"/>
                  <a:pt x="319" y="120"/>
                  <a:pt x="321" y="131"/>
                </a:cubicBezTo>
                <a:cubicBezTo>
                  <a:pt x="323" y="141"/>
                  <a:pt x="324" y="152"/>
                  <a:pt x="324" y="162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974160" y="1430640"/>
            <a:ext cx="116640" cy="116640"/>
          </a:xfrm>
          <a:custGeom>
            <a:avLst/>
            <a:gdLst/>
            <a:ahLst/>
            <a:rect l="0" t="0" r="r" b="b"/>
            <a:pathLst>
              <a:path w="324" h="324">
                <a:moveTo>
                  <a:pt x="324" y="162"/>
                </a:moveTo>
                <a:cubicBezTo>
                  <a:pt x="324" y="173"/>
                  <a:pt x="323" y="183"/>
                  <a:pt x="321" y="194"/>
                </a:cubicBezTo>
                <a:cubicBezTo>
                  <a:pt x="319" y="204"/>
                  <a:pt x="316" y="214"/>
                  <a:pt x="312" y="224"/>
                </a:cubicBezTo>
                <a:cubicBezTo>
                  <a:pt x="308" y="234"/>
                  <a:pt x="303" y="243"/>
                  <a:pt x="297" y="252"/>
                </a:cubicBezTo>
                <a:cubicBezTo>
                  <a:pt x="291" y="261"/>
                  <a:pt x="284" y="269"/>
                  <a:pt x="277" y="277"/>
                </a:cubicBezTo>
                <a:cubicBezTo>
                  <a:pt x="269" y="284"/>
                  <a:pt x="261" y="291"/>
                  <a:pt x="252" y="297"/>
                </a:cubicBezTo>
                <a:cubicBezTo>
                  <a:pt x="243" y="303"/>
                  <a:pt x="234" y="308"/>
                  <a:pt x="224" y="312"/>
                </a:cubicBezTo>
                <a:cubicBezTo>
                  <a:pt x="214" y="316"/>
                  <a:pt x="204" y="319"/>
                  <a:pt x="194" y="321"/>
                </a:cubicBezTo>
                <a:cubicBezTo>
                  <a:pt x="184" y="323"/>
                  <a:pt x="173" y="324"/>
                  <a:pt x="162" y="324"/>
                </a:cubicBezTo>
                <a:cubicBezTo>
                  <a:pt x="152" y="324"/>
                  <a:pt x="141" y="323"/>
                  <a:pt x="131" y="321"/>
                </a:cubicBezTo>
                <a:cubicBezTo>
                  <a:pt x="120" y="319"/>
                  <a:pt x="110" y="316"/>
                  <a:pt x="101" y="312"/>
                </a:cubicBezTo>
                <a:cubicBezTo>
                  <a:pt x="91" y="308"/>
                  <a:pt x="81" y="303"/>
                  <a:pt x="73" y="297"/>
                </a:cubicBezTo>
                <a:cubicBezTo>
                  <a:pt x="64" y="291"/>
                  <a:pt x="56" y="284"/>
                  <a:pt x="48" y="277"/>
                </a:cubicBezTo>
                <a:cubicBezTo>
                  <a:pt x="41" y="269"/>
                  <a:pt x="33" y="261"/>
                  <a:pt x="27" y="252"/>
                </a:cubicBezTo>
                <a:cubicBezTo>
                  <a:pt x="21" y="243"/>
                  <a:pt x="16" y="234"/>
                  <a:pt x="12" y="224"/>
                </a:cubicBezTo>
                <a:cubicBezTo>
                  <a:pt x="8" y="214"/>
                  <a:pt x="5" y="204"/>
                  <a:pt x="3" y="194"/>
                </a:cubicBezTo>
                <a:cubicBezTo>
                  <a:pt x="1" y="183"/>
                  <a:pt x="0" y="173"/>
                  <a:pt x="0" y="162"/>
                </a:cubicBez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1" y="54"/>
                  <a:pt x="48" y="47"/>
                </a:cubicBezTo>
                <a:cubicBezTo>
                  <a:pt x="56" y="39"/>
                  <a:pt x="64" y="33"/>
                  <a:pt x="73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4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1" y="33"/>
                  <a:pt x="269" y="39"/>
                  <a:pt x="277" y="47"/>
                </a:cubicBezTo>
                <a:cubicBezTo>
                  <a:pt x="284" y="54"/>
                  <a:pt x="291" y="63"/>
                  <a:pt x="297" y="72"/>
                </a:cubicBezTo>
                <a:cubicBezTo>
                  <a:pt x="303" y="81"/>
                  <a:pt x="308" y="91"/>
                  <a:pt x="312" y="100"/>
                </a:cubicBezTo>
                <a:cubicBezTo>
                  <a:pt x="316" y="110"/>
                  <a:pt x="319" y="120"/>
                  <a:pt x="321" y="131"/>
                </a:cubicBezTo>
                <a:cubicBezTo>
                  <a:pt x="323" y="141"/>
                  <a:pt x="324" y="152"/>
                  <a:pt x="324" y="162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937800" y="1546920"/>
            <a:ext cx="189360" cy="306000"/>
          </a:xfrm>
          <a:custGeom>
            <a:avLst/>
            <a:gdLst/>
            <a:ahLst/>
            <a:rect l="0" t="0" r="r" b="b"/>
            <a:pathLst>
              <a:path fill="none" w="526" h="850">
                <a:moveTo>
                  <a:pt x="262" y="0"/>
                </a:moveTo>
                <a:lnTo>
                  <a:pt x="262" y="547"/>
                </a:lnTo>
                <a:moveTo>
                  <a:pt x="0" y="162"/>
                </a:moveTo>
                <a:lnTo>
                  <a:pt x="526" y="162"/>
                </a:lnTo>
                <a:moveTo>
                  <a:pt x="262" y="547"/>
                </a:moveTo>
                <a:lnTo>
                  <a:pt x="0" y="850"/>
                </a:lnTo>
                <a:moveTo>
                  <a:pt x="262" y="547"/>
                </a:moveTo>
                <a:lnTo>
                  <a:pt x="526" y="850"/>
                </a:lnTo>
              </a:path>
            </a:pathLst>
          </a:custGeom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33400" y="2019960"/>
            <a:ext cx="31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812160" y="4754160"/>
            <a:ext cx="3423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974160" y="5016960"/>
            <a:ext cx="116640" cy="117000"/>
          </a:xfrm>
          <a:custGeom>
            <a:avLst/>
            <a:gdLst/>
            <a:ahLst/>
            <a:rect l="0" t="0" r="r" b="b"/>
            <a:pathLst>
              <a:path w="324" h="325">
                <a:moveTo>
                  <a:pt x="324" y="163"/>
                </a:moveTo>
                <a:cubicBezTo>
                  <a:pt x="324" y="174"/>
                  <a:pt x="323" y="184"/>
                  <a:pt x="321" y="195"/>
                </a:cubicBezTo>
                <a:cubicBezTo>
                  <a:pt x="319" y="205"/>
                  <a:pt x="316" y="215"/>
                  <a:pt x="312" y="225"/>
                </a:cubicBezTo>
                <a:cubicBezTo>
                  <a:pt x="308" y="235"/>
                  <a:pt x="303" y="244"/>
                  <a:pt x="297" y="253"/>
                </a:cubicBezTo>
                <a:cubicBezTo>
                  <a:pt x="291" y="262"/>
                  <a:pt x="284" y="270"/>
                  <a:pt x="277" y="277"/>
                </a:cubicBezTo>
                <a:cubicBezTo>
                  <a:pt x="269" y="285"/>
                  <a:pt x="261" y="292"/>
                  <a:pt x="252" y="298"/>
                </a:cubicBezTo>
                <a:cubicBezTo>
                  <a:pt x="243" y="303"/>
                  <a:pt x="234" y="308"/>
                  <a:pt x="224" y="313"/>
                </a:cubicBezTo>
                <a:cubicBezTo>
                  <a:pt x="214" y="317"/>
                  <a:pt x="204" y="320"/>
                  <a:pt x="194" y="322"/>
                </a:cubicBezTo>
                <a:cubicBezTo>
                  <a:pt x="184" y="324"/>
                  <a:pt x="173" y="325"/>
                  <a:pt x="162" y="325"/>
                </a:cubicBezTo>
                <a:cubicBezTo>
                  <a:pt x="152" y="325"/>
                  <a:pt x="141" y="324"/>
                  <a:pt x="131" y="322"/>
                </a:cubicBezTo>
                <a:cubicBezTo>
                  <a:pt x="120" y="320"/>
                  <a:pt x="110" y="317"/>
                  <a:pt x="101" y="313"/>
                </a:cubicBezTo>
                <a:cubicBezTo>
                  <a:pt x="91" y="308"/>
                  <a:pt x="81" y="303"/>
                  <a:pt x="73" y="298"/>
                </a:cubicBezTo>
                <a:cubicBezTo>
                  <a:pt x="64" y="292"/>
                  <a:pt x="56" y="285"/>
                  <a:pt x="48" y="277"/>
                </a:cubicBezTo>
                <a:cubicBezTo>
                  <a:pt x="41" y="270"/>
                  <a:pt x="33" y="262"/>
                  <a:pt x="27" y="253"/>
                </a:cubicBezTo>
                <a:cubicBezTo>
                  <a:pt x="21" y="244"/>
                  <a:pt x="16" y="235"/>
                  <a:pt x="12" y="225"/>
                </a:cubicBezTo>
                <a:cubicBezTo>
                  <a:pt x="8" y="215"/>
                  <a:pt x="5" y="205"/>
                  <a:pt x="3" y="195"/>
                </a:cubicBezTo>
                <a:cubicBezTo>
                  <a:pt x="1" y="184"/>
                  <a:pt x="0" y="174"/>
                  <a:pt x="0" y="163"/>
                </a:cubicBezTo>
                <a:cubicBezTo>
                  <a:pt x="0" y="153"/>
                  <a:pt x="1" y="142"/>
                  <a:pt x="3" y="132"/>
                </a:cubicBezTo>
                <a:cubicBezTo>
                  <a:pt x="5" y="121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4"/>
                  <a:pt x="41" y="55"/>
                  <a:pt x="48" y="48"/>
                </a:cubicBezTo>
                <a:cubicBezTo>
                  <a:pt x="56" y="40"/>
                  <a:pt x="64" y="34"/>
                  <a:pt x="73" y="28"/>
                </a:cubicBezTo>
                <a:cubicBezTo>
                  <a:pt x="81" y="22"/>
                  <a:pt x="91" y="17"/>
                  <a:pt x="101" y="13"/>
                </a:cubicBezTo>
                <a:cubicBezTo>
                  <a:pt x="110" y="9"/>
                  <a:pt x="120" y="6"/>
                  <a:pt x="131" y="4"/>
                </a:cubicBezTo>
                <a:cubicBezTo>
                  <a:pt x="141" y="2"/>
                  <a:pt x="152" y="0"/>
                  <a:pt x="162" y="0"/>
                </a:cubicBezTo>
                <a:cubicBezTo>
                  <a:pt x="173" y="0"/>
                  <a:pt x="184" y="2"/>
                  <a:pt x="194" y="4"/>
                </a:cubicBezTo>
                <a:cubicBezTo>
                  <a:pt x="204" y="6"/>
                  <a:pt x="214" y="9"/>
                  <a:pt x="224" y="13"/>
                </a:cubicBezTo>
                <a:cubicBezTo>
                  <a:pt x="234" y="17"/>
                  <a:pt x="243" y="22"/>
                  <a:pt x="252" y="28"/>
                </a:cubicBezTo>
                <a:cubicBezTo>
                  <a:pt x="261" y="34"/>
                  <a:pt x="269" y="40"/>
                  <a:pt x="277" y="48"/>
                </a:cubicBezTo>
                <a:cubicBezTo>
                  <a:pt x="284" y="55"/>
                  <a:pt x="291" y="64"/>
                  <a:pt x="297" y="72"/>
                </a:cubicBezTo>
                <a:cubicBezTo>
                  <a:pt x="303" y="81"/>
                  <a:pt x="308" y="90"/>
                  <a:pt x="312" y="100"/>
                </a:cubicBezTo>
                <a:cubicBezTo>
                  <a:pt x="316" y="110"/>
                  <a:pt x="319" y="121"/>
                  <a:pt x="321" y="132"/>
                </a:cubicBezTo>
                <a:cubicBezTo>
                  <a:pt x="323" y="142"/>
                  <a:pt x="324" y="153"/>
                  <a:pt x="324" y="163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974160" y="5016960"/>
            <a:ext cx="116640" cy="117000"/>
          </a:xfrm>
          <a:custGeom>
            <a:avLst/>
            <a:gdLst/>
            <a:ahLst/>
            <a:rect l="0" t="0" r="r" b="b"/>
            <a:pathLst>
              <a:path w="324" h="325">
                <a:moveTo>
                  <a:pt x="324" y="163"/>
                </a:moveTo>
                <a:cubicBezTo>
                  <a:pt x="324" y="174"/>
                  <a:pt x="323" y="184"/>
                  <a:pt x="321" y="195"/>
                </a:cubicBezTo>
                <a:cubicBezTo>
                  <a:pt x="319" y="205"/>
                  <a:pt x="316" y="215"/>
                  <a:pt x="312" y="225"/>
                </a:cubicBezTo>
                <a:cubicBezTo>
                  <a:pt x="308" y="235"/>
                  <a:pt x="303" y="244"/>
                  <a:pt x="297" y="253"/>
                </a:cubicBezTo>
                <a:cubicBezTo>
                  <a:pt x="291" y="262"/>
                  <a:pt x="284" y="270"/>
                  <a:pt x="277" y="277"/>
                </a:cubicBezTo>
                <a:cubicBezTo>
                  <a:pt x="269" y="285"/>
                  <a:pt x="261" y="292"/>
                  <a:pt x="252" y="298"/>
                </a:cubicBezTo>
                <a:cubicBezTo>
                  <a:pt x="243" y="303"/>
                  <a:pt x="234" y="308"/>
                  <a:pt x="224" y="313"/>
                </a:cubicBezTo>
                <a:cubicBezTo>
                  <a:pt x="214" y="317"/>
                  <a:pt x="204" y="320"/>
                  <a:pt x="194" y="322"/>
                </a:cubicBezTo>
                <a:cubicBezTo>
                  <a:pt x="184" y="324"/>
                  <a:pt x="173" y="325"/>
                  <a:pt x="162" y="325"/>
                </a:cubicBezTo>
                <a:cubicBezTo>
                  <a:pt x="152" y="325"/>
                  <a:pt x="141" y="324"/>
                  <a:pt x="131" y="322"/>
                </a:cubicBezTo>
                <a:cubicBezTo>
                  <a:pt x="120" y="320"/>
                  <a:pt x="110" y="317"/>
                  <a:pt x="101" y="313"/>
                </a:cubicBezTo>
                <a:cubicBezTo>
                  <a:pt x="91" y="308"/>
                  <a:pt x="81" y="303"/>
                  <a:pt x="73" y="298"/>
                </a:cubicBezTo>
                <a:cubicBezTo>
                  <a:pt x="64" y="292"/>
                  <a:pt x="56" y="285"/>
                  <a:pt x="48" y="277"/>
                </a:cubicBezTo>
                <a:cubicBezTo>
                  <a:pt x="41" y="270"/>
                  <a:pt x="33" y="262"/>
                  <a:pt x="27" y="253"/>
                </a:cubicBezTo>
                <a:cubicBezTo>
                  <a:pt x="21" y="244"/>
                  <a:pt x="16" y="235"/>
                  <a:pt x="12" y="225"/>
                </a:cubicBezTo>
                <a:cubicBezTo>
                  <a:pt x="8" y="215"/>
                  <a:pt x="5" y="205"/>
                  <a:pt x="3" y="195"/>
                </a:cubicBezTo>
                <a:cubicBezTo>
                  <a:pt x="1" y="184"/>
                  <a:pt x="0" y="174"/>
                  <a:pt x="0" y="163"/>
                </a:cubicBezTo>
                <a:cubicBezTo>
                  <a:pt x="0" y="153"/>
                  <a:pt x="1" y="142"/>
                  <a:pt x="3" y="132"/>
                </a:cubicBezTo>
                <a:cubicBezTo>
                  <a:pt x="5" y="121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4"/>
                  <a:pt x="41" y="55"/>
                  <a:pt x="48" y="48"/>
                </a:cubicBezTo>
                <a:cubicBezTo>
                  <a:pt x="56" y="40"/>
                  <a:pt x="64" y="34"/>
                  <a:pt x="73" y="28"/>
                </a:cubicBezTo>
                <a:cubicBezTo>
                  <a:pt x="81" y="22"/>
                  <a:pt x="91" y="17"/>
                  <a:pt x="101" y="13"/>
                </a:cubicBezTo>
                <a:cubicBezTo>
                  <a:pt x="110" y="9"/>
                  <a:pt x="120" y="6"/>
                  <a:pt x="131" y="4"/>
                </a:cubicBezTo>
                <a:cubicBezTo>
                  <a:pt x="141" y="2"/>
                  <a:pt x="152" y="0"/>
                  <a:pt x="162" y="0"/>
                </a:cubicBezTo>
                <a:cubicBezTo>
                  <a:pt x="173" y="0"/>
                  <a:pt x="184" y="2"/>
                  <a:pt x="194" y="4"/>
                </a:cubicBezTo>
                <a:cubicBezTo>
                  <a:pt x="204" y="6"/>
                  <a:pt x="214" y="9"/>
                  <a:pt x="224" y="13"/>
                </a:cubicBezTo>
                <a:cubicBezTo>
                  <a:pt x="234" y="17"/>
                  <a:pt x="243" y="22"/>
                  <a:pt x="252" y="28"/>
                </a:cubicBezTo>
                <a:cubicBezTo>
                  <a:pt x="261" y="34"/>
                  <a:pt x="269" y="40"/>
                  <a:pt x="277" y="48"/>
                </a:cubicBezTo>
                <a:cubicBezTo>
                  <a:pt x="284" y="55"/>
                  <a:pt x="291" y="64"/>
                  <a:pt x="297" y="72"/>
                </a:cubicBezTo>
                <a:cubicBezTo>
                  <a:pt x="303" y="81"/>
                  <a:pt x="308" y="90"/>
                  <a:pt x="312" y="100"/>
                </a:cubicBezTo>
                <a:cubicBezTo>
                  <a:pt x="316" y="110"/>
                  <a:pt x="319" y="121"/>
                  <a:pt x="321" y="132"/>
                </a:cubicBezTo>
                <a:cubicBezTo>
                  <a:pt x="323" y="142"/>
                  <a:pt x="324" y="153"/>
                  <a:pt x="324" y="163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937800" y="5133600"/>
            <a:ext cx="189360" cy="306000"/>
          </a:xfrm>
          <a:custGeom>
            <a:avLst/>
            <a:gdLst/>
            <a:ahLst/>
            <a:rect l="0" t="0" r="r" b="b"/>
            <a:pathLst>
              <a:path fill="none" w="526" h="850">
                <a:moveTo>
                  <a:pt x="262" y="0"/>
                </a:moveTo>
                <a:lnTo>
                  <a:pt x="262" y="545"/>
                </a:lnTo>
                <a:moveTo>
                  <a:pt x="0" y="161"/>
                </a:moveTo>
                <a:lnTo>
                  <a:pt x="526" y="161"/>
                </a:lnTo>
                <a:moveTo>
                  <a:pt x="262" y="545"/>
                </a:moveTo>
                <a:lnTo>
                  <a:pt x="0" y="850"/>
                </a:lnTo>
                <a:moveTo>
                  <a:pt x="262" y="545"/>
                </a:moveTo>
                <a:lnTo>
                  <a:pt x="526" y="850"/>
                </a:lnTo>
              </a:path>
            </a:pathLst>
          </a:custGeom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041360" y="175428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0"/>
                  <a:pt x="1327" y="15"/>
                </a:cubicBezTo>
                <a:cubicBezTo>
                  <a:pt x="1332" y="19"/>
                  <a:pt x="1335" y="25"/>
                  <a:pt x="1338" y="31"/>
                </a:cubicBezTo>
                <a:cubicBezTo>
                  <a:pt x="1340" y="37"/>
                  <a:pt x="1342" y="44"/>
                  <a:pt x="1342" y="50"/>
                </a:cubicBezTo>
                <a:lnTo>
                  <a:pt x="1342" y="1004"/>
                </a:lnTo>
                <a:cubicBezTo>
                  <a:pt x="1342" y="1011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40"/>
                </a:cubicBezTo>
                <a:cubicBezTo>
                  <a:pt x="1322" y="1044"/>
                  <a:pt x="1317" y="1048"/>
                  <a:pt x="1310" y="1051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1"/>
                </a:cubicBezTo>
                <a:cubicBezTo>
                  <a:pt x="25" y="1048"/>
                  <a:pt x="20" y="1044"/>
                  <a:pt x="15" y="1040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041360" y="175428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0"/>
                  <a:pt x="1327" y="15"/>
                </a:cubicBezTo>
                <a:cubicBezTo>
                  <a:pt x="1332" y="19"/>
                  <a:pt x="1335" y="25"/>
                  <a:pt x="1338" y="31"/>
                </a:cubicBezTo>
                <a:cubicBezTo>
                  <a:pt x="1340" y="37"/>
                  <a:pt x="1342" y="44"/>
                  <a:pt x="1342" y="50"/>
                </a:cubicBezTo>
                <a:lnTo>
                  <a:pt x="1342" y="1004"/>
                </a:lnTo>
                <a:cubicBezTo>
                  <a:pt x="1342" y="1011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40"/>
                </a:cubicBezTo>
                <a:cubicBezTo>
                  <a:pt x="1322" y="1044"/>
                  <a:pt x="1317" y="1048"/>
                  <a:pt x="1310" y="1051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1"/>
                </a:cubicBezTo>
                <a:cubicBezTo>
                  <a:pt x="25" y="1048"/>
                  <a:pt x="20" y="1044"/>
                  <a:pt x="15" y="1040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833400" y="4892760"/>
            <a:ext cx="31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092480" y="1823040"/>
            <a:ext cx="333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041360" y="473616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1"/>
                  <a:pt x="1327" y="16"/>
                </a:cubicBezTo>
                <a:cubicBezTo>
                  <a:pt x="1332" y="20"/>
                  <a:pt x="1335" y="26"/>
                  <a:pt x="1338" y="32"/>
                </a:cubicBezTo>
                <a:cubicBezTo>
                  <a:pt x="1340" y="38"/>
                  <a:pt x="1342" y="45"/>
                  <a:pt x="1342" y="51"/>
                </a:cubicBezTo>
                <a:lnTo>
                  <a:pt x="1342" y="1004"/>
                </a:lnTo>
                <a:cubicBezTo>
                  <a:pt x="1342" y="1010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39"/>
                </a:cubicBezTo>
                <a:cubicBezTo>
                  <a:pt x="1322" y="1044"/>
                  <a:pt x="1317" y="1048"/>
                  <a:pt x="1310" y="1050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0"/>
                </a:cubicBezTo>
                <a:cubicBezTo>
                  <a:pt x="25" y="1048"/>
                  <a:pt x="20" y="1044"/>
                  <a:pt x="15" y="1039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7" y="26"/>
                  <a:pt x="10" y="20"/>
                  <a:pt x="15" y="16"/>
                </a:cubicBezTo>
                <a:cubicBezTo>
                  <a:pt x="20" y="11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4041360" y="4736160"/>
            <a:ext cx="483120" cy="379440"/>
          </a:xfrm>
          <a:custGeom>
            <a:avLst/>
            <a:gdLst/>
            <a:ahLst/>
            <a:rect l="0" t="0" r="r" b="b"/>
            <a:pathLst>
              <a:path w="1342" h="1054">
                <a:moveTo>
                  <a:pt x="51" y="0"/>
                </a:moveTo>
                <a:lnTo>
                  <a:pt x="1291" y="0"/>
                </a:lnTo>
                <a:cubicBezTo>
                  <a:pt x="1298" y="0"/>
                  <a:pt x="1304" y="1"/>
                  <a:pt x="1310" y="4"/>
                </a:cubicBezTo>
                <a:cubicBezTo>
                  <a:pt x="1317" y="6"/>
                  <a:pt x="1322" y="11"/>
                  <a:pt x="1327" y="16"/>
                </a:cubicBezTo>
                <a:cubicBezTo>
                  <a:pt x="1332" y="20"/>
                  <a:pt x="1335" y="26"/>
                  <a:pt x="1338" y="32"/>
                </a:cubicBezTo>
                <a:cubicBezTo>
                  <a:pt x="1340" y="38"/>
                  <a:pt x="1342" y="45"/>
                  <a:pt x="1342" y="51"/>
                </a:cubicBezTo>
                <a:lnTo>
                  <a:pt x="1342" y="1004"/>
                </a:lnTo>
                <a:cubicBezTo>
                  <a:pt x="1342" y="1010"/>
                  <a:pt x="1340" y="1017"/>
                  <a:pt x="1338" y="1023"/>
                </a:cubicBezTo>
                <a:cubicBezTo>
                  <a:pt x="1335" y="1029"/>
                  <a:pt x="1332" y="1035"/>
                  <a:pt x="1327" y="1039"/>
                </a:cubicBezTo>
                <a:cubicBezTo>
                  <a:pt x="1322" y="1044"/>
                  <a:pt x="1317" y="1048"/>
                  <a:pt x="1310" y="1050"/>
                </a:cubicBezTo>
                <a:cubicBezTo>
                  <a:pt x="1304" y="1053"/>
                  <a:pt x="1298" y="1054"/>
                  <a:pt x="1291" y="1054"/>
                </a:cubicBezTo>
                <a:lnTo>
                  <a:pt x="51" y="1054"/>
                </a:lnTo>
                <a:cubicBezTo>
                  <a:pt x="44" y="1054"/>
                  <a:pt x="38" y="1053"/>
                  <a:pt x="31" y="1050"/>
                </a:cubicBezTo>
                <a:cubicBezTo>
                  <a:pt x="25" y="1048"/>
                  <a:pt x="20" y="1044"/>
                  <a:pt x="15" y="1039"/>
                </a:cubicBezTo>
                <a:cubicBezTo>
                  <a:pt x="10" y="1035"/>
                  <a:pt x="7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7" y="26"/>
                  <a:pt x="10" y="20"/>
                  <a:pt x="15" y="16"/>
                </a:cubicBezTo>
                <a:cubicBezTo>
                  <a:pt x="20" y="11"/>
                  <a:pt x="25" y="6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4129560" y="1961640"/>
            <a:ext cx="268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092480" y="4804920"/>
            <a:ext cx="333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566400" y="175428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0"/>
                  <a:pt x="2583" y="15"/>
                </a:cubicBezTo>
                <a:cubicBezTo>
                  <a:pt x="2588" y="19"/>
                  <a:pt x="2592" y="25"/>
                  <a:pt x="2594" y="31"/>
                </a:cubicBezTo>
                <a:cubicBezTo>
                  <a:pt x="2597" y="37"/>
                  <a:pt x="2598" y="44"/>
                  <a:pt x="2598" y="50"/>
                </a:cubicBezTo>
                <a:lnTo>
                  <a:pt x="2598" y="1004"/>
                </a:lnTo>
                <a:cubicBezTo>
                  <a:pt x="2598" y="1011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40"/>
                </a:cubicBezTo>
                <a:cubicBezTo>
                  <a:pt x="2578" y="1044"/>
                  <a:pt x="2573" y="1048"/>
                  <a:pt x="2567" y="1051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1"/>
                </a:cubicBezTo>
                <a:cubicBezTo>
                  <a:pt x="25" y="1048"/>
                  <a:pt x="19" y="1044"/>
                  <a:pt x="15" y="1040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19"/>
                  <a:pt x="15" y="15"/>
                </a:cubicBezTo>
                <a:cubicBezTo>
                  <a:pt x="19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566400" y="175428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0"/>
                  <a:pt x="2583" y="15"/>
                </a:cubicBezTo>
                <a:cubicBezTo>
                  <a:pt x="2588" y="19"/>
                  <a:pt x="2592" y="25"/>
                  <a:pt x="2594" y="31"/>
                </a:cubicBezTo>
                <a:cubicBezTo>
                  <a:pt x="2597" y="37"/>
                  <a:pt x="2598" y="44"/>
                  <a:pt x="2598" y="50"/>
                </a:cubicBezTo>
                <a:lnTo>
                  <a:pt x="2598" y="1004"/>
                </a:lnTo>
                <a:cubicBezTo>
                  <a:pt x="2598" y="1011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40"/>
                </a:cubicBezTo>
                <a:cubicBezTo>
                  <a:pt x="2578" y="1044"/>
                  <a:pt x="2573" y="1048"/>
                  <a:pt x="2567" y="1051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1"/>
                </a:cubicBezTo>
                <a:cubicBezTo>
                  <a:pt x="25" y="1048"/>
                  <a:pt x="19" y="1044"/>
                  <a:pt x="15" y="1040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1"/>
                  <a:pt x="0" y="1004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19"/>
                  <a:pt x="15" y="15"/>
                </a:cubicBezTo>
                <a:cubicBezTo>
                  <a:pt x="19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129560" y="4943520"/>
            <a:ext cx="268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617520" y="1823040"/>
            <a:ext cx="72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6566400" y="473616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1"/>
                  <a:pt x="2583" y="16"/>
                </a:cubicBezTo>
                <a:cubicBezTo>
                  <a:pt x="2588" y="20"/>
                  <a:pt x="2592" y="26"/>
                  <a:pt x="2594" y="32"/>
                </a:cubicBezTo>
                <a:cubicBezTo>
                  <a:pt x="2597" y="38"/>
                  <a:pt x="2598" y="45"/>
                  <a:pt x="2598" y="51"/>
                </a:cubicBezTo>
                <a:lnTo>
                  <a:pt x="2598" y="1004"/>
                </a:lnTo>
                <a:cubicBezTo>
                  <a:pt x="2598" y="1010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39"/>
                </a:cubicBezTo>
                <a:cubicBezTo>
                  <a:pt x="2578" y="1044"/>
                  <a:pt x="2573" y="1048"/>
                  <a:pt x="2567" y="1050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0"/>
                </a:cubicBezTo>
                <a:cubicBezTo>
                  <a:pt x="25" y="1048"/>
                  <a:pt x="19" y="1044"/>
                  <a:pt x="15" y="1039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20"/>
                  <a:pt x="15" y="16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566400" y="4736160"/>
            <a:ext cx="935280" cy="379440"/>
          </a:xfrm>
          <a:custGeom>
            <a:avLst/>
            <a:gdLst/>
            <a:ahLst/>
            <a:rect l="0" t="0" r="r" b="b"/>
            <a:pathLst>
              <a:path w="2598" h="1054">
                <a:moveTo>
                  <a:pt x="50" y="0"/>
                </a:moveTo>
                <a:lnTo>
                  <a:pt x="2547" y="0"/>
                </a:lnTo>
                <a:cubicBezTo>
                  <a:pt x="2554" y="0"/>
                  <a:pt x="2561" y="1"/>
                  <a:pt x="2567" y="4"/>
                </a:cubicBezTo>
                <a:cubicBezTo>
                  <a:pt x="2573" y="6"/>
                  <a:pt x="2578" y="11"/>
                  <a:pt x="2583" y="16"/>
                </a:cubicBezTo>
                <a:cubicBezTo>
                  <a:pt x="2588" y="20"/>
                  <a:pt x="2592" y="26"/>
                  <a:pt x="2594" y="32"/>
                </a:cubicBezTo>
                <a:cubicBezTo>
                  <a:pt x="2597" y="38"/>
                  <a:pt x="2598" y="45"/>
                  <a:pt x="2598" y="51"/>
                </a:cubicBezTo>
                <a:lnTo>
                  <a:pt x="2598" y="1004"/>
                </a:lnTo>
                <a:cubicBezTo>
                  <a:pt x="2598" y="1010"/>
                  <a:pt x="2597" y="1017"/>
                  <a:pt x="2594" y="1023"/>
                </a:cubicBezTo>
                <a:cubicBezTo>
                  <a:pt x="2592" y="1029"/>
                  <a:pt x="2588" y="1035"/>
                  <a:pt x="2583" y="1039"/>
                </a:cubicBezTo>
                <a:cubicBezTo>
                  <a:pt x="2578" y="1044"/>
                  <a:pt x="2573" y="1048"/>
                  <a:pt x="2567" y="1050"/>
                </a:cubicBezTo>
                <a:cubicBezTo>
                  <a:pt x="2561" y="1053"/>
                  <a:pt x="2554" y="1054"/>
                  <a:pt x="2547" y="1054"/>
                </a:cubicBezTo>
                <a:lnTo>
                  <a:pt x="50" y="1054"/>
                </a:lnTo>
                <a:cubicBezTo>
                  <a:pt x="44" y="1054"/>
                  <a:pt x="37" y="1053"/>
                  <a:pt x="31" y="1050"/>
                </a:cubicBezTo>
                <a:cubicBezTo>
                  <a:pt x="25" y="1048"/>
                  <a:pt x="19" y="1044"/>
                  <a:pt x="15" y="1039"/>
                </a:cubicBezTo>
                <a:cubicBezTo>
                  <a:pt x="10" y="1035"/>
                  <a:pt x="6" y="1029"/>
                  <a:pt x="4" y="1023"/>
                </a:cubicBezTo>
                <a:cubicBezTo>
                  <a:pt x="1" y="1017"/>
                  <a:pt x="0" y="1010"/>
                  <a:pt x="0" y="1004"/>
                </a:cubicBezTo>
                <a:lnTo>
                  <a:pt x="0" y="51"/>
                </a:ln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20"/>
                  <a:pt x="15" y="16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noFill/>
          <a:ln w="3600">
            <a:solidFill>
              <a:srgbClr val="00A9CE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887880" y="1961640"/>
            <a:ext cx="27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617520" y="4804920"/>
            <a:ext cx="72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819360" y="2250000"/>
            <a:ext cx="3673440" cy="582120"/>
          </a:xfrm>
          <a:custGeom>
            <a:avLst/>
            <a:gdLst/>
            <a:ahLst/>
            <a:rect l="0" t="0" r="r" b="b"/>
            <a:pathLst>
              <a:path w="10204" h="1617">
                <a:moveTo>
                  <a:pt x="0" y="1617"/>
                </a:moveTo>
                <a:lnTo>
                  <a:pt x="10204" y="1617"/>
                </a:lnTo>
                <a:lnTo>
                  <a:pt x="10204" y="202"/>
                </a:lnTo>
                <a:lnTo>
                  <a:pt x="10002" y="0"/>
                </a:lnTo>
                <a:lnTo>
                  <a:pt x="0" y="0"/>
                </a:lnTo>
                <a:lnTo>
                  <a:pt x="0" y="161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819360" y="2250000"/>
            <a:ext cx="3673440" cy="582120"/>
          </a:xfrm>
          <a:custGeom>
            <a:avLst/>
            <a:gdLst/>
            <a:ahLst/>
            <a:rect l="0" t="0" r="r" b="b"/>
            <a:pathLst>
              <a:path fill="none" w="10204" h="1617">
                <a:moveTo>
                  <a:pt x="0" y="0"/>
                </a:moveTo>
                <a:lnTo>
                  <a:pt x="0" y="1617"/>
                </a:lnTo>
                <a:lnTo>
                  <a:pt x="10204" y="1617"/>
                </a:lnTo>
                <a:lnTo>
                  <a:pt x="10204" y="202"/>
                </a:lnTo>
                <a:lnTo>
                  <a:pt x="10002" y="0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4419720" y="2250000"/>
            <a:ext cx="73080" cy="73080"/>
          </a:xfrm>
          <a:custGeom>
            <a:avLst/>
            <a:gdLst/>
            <a:ahLst/>
            <a:rect l="0" t="0" r="r" b="b"/>
            <a:pathLst>
              <a:path w="203" h="203">
                <a:moveTo>
                  <a:pt x="0" y="203"/>
                </a:moveTo>
                <a:lnTo>
                  <a:pt x="203" y="203"/>
                </a:lnTo>
                <a:lnTo>
                  <a:pt x="0" y="0"/>
                </a:lnTo>
                <a:lnTo>
                  <a:pt x="0" y="203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419720" y="2250000"/>
            <a:ext cx="73080" cy="73080"/>
          </a:xfrm>
          <a:custGeom>
            <a:avLst/>
            <a:gdLst/>
            <a:ahLst/>
            <a:rect l="0" t="0" r="r" b="b"/>
            <a:pathLst>
              <a:path fill="none" w="203" h="203">
                <a:moveTo>
                  <a:pt x="0" y="0"/>
                </a:moveTo>
                <a:lnTo>
                  <a:pt x="0" y="203"/>
                </a:lnTo>
                <a:lnTo>
                  <a:pt x="203" y="203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887880" y="4943520"/>
            <a:ext cx="274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80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218960" y="2302920"/>
            <a:ext cx="248256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Track</a:t>
            </a:r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referral's Task</a:t>
            </a:r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— Task?focus=ServiceRequest/{id} —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218960" y="2431800"/>
            <a:ext cx="22795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know whether</a:t>
            </a:r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speciﬁc request</a:t>
            </a:r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has been acted on,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218960" y="2560680"/>
            <a:ext cx="228096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 generic Slot availability. The ﬁller publishes availability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195440" y="301752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0" y="0"/>
                </a:moveTo>
                <a:lnTo>
                  <a:pt x="203" y="82"/>
                </a:lnTo>
                <a:lnTo>
                  <a:pt x="0" y="163"/>
                </a:lnTo>
                <a:lnTo>
                  <a:pt x="81" y="8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032120" y="3046680"/>
            <a:ext cx="320688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218960" y="2689560"/>
            <a:ext cx="8532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 n d e p e n d e n t l y.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739440" y="3155760"/>
            <a:ext cx="454680" cy="143640"/>
          </a:xfrm>
          <a:custGeom>
            <a:avLst/>
            <a:gdLst/>
            <a:ahLst/>
            <a:rect l="0" t="0" r="r" b="b"/>
            <a:pathLst>
              <a:path w="1263" h="399">
                <a:moveTo>
                  <a:pt x="1263" y="0"/>
                </a:moveTo>
                <a:lnTo>
                  <a:pt x="1263" y="197"/>
                </a:lnTo>
                <a:lnTo>
                  <a:pt x="1059" y="399"/>
                </a:lnTo>
                <a:lnTo>
                  <a:pt x="0" y="399"/>
                </a:lnTo>
                <a:lnTo>
                  <a:pt x="0" y="0"/>
                </a:lnTo>
                <a:lnTo>
                  <a:pt x="1263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739440" y="3155760"/>
            <a:ext cx="454680" cy="143640"/>
          </a:xfrm>
          <a:custGeom>
            <a:avLst/>
            <a:gdLst/>
            <a:ahLst/>
            <a:rect l="0" t="0" r="r" b="b"/>
            <a:pathLst>
              <a:path fill="none" w="1263" h="399">
                <a:moveTo>
                  <a:pt x="0" y="0"/>
                </a:moveTo>
                <a:lnTo>
                  <a:pt x="1263" y="0"/>
                </a:lnTo>
                <a:lnTo>
                  <a:pt x="1263" y="197"/>
                </a:lnTo>
                <a:lnTo>
                  <a:pt x="1059" y="399"/>
                </a:lnTo>
                <a:lnTo>
                  <a:pt x="0" y="399"/>
                </a:lnTo>
                <a:lnTo>
                  <a:pt x="0" y="0"/>
                </a:lnTo>
              </a:path>
            </a:pathLst>
          </a:custGeom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739440" y="3155760"/>
            <a:ext cx="6834960" cy="1464120"/>
          </a:xfrm>
          <a:custGeom>
            <a:avLst/>
            <a:gdLst/>
            <a:ahLst/>
            <a:rect l="0" t="0" r="r" b="b"/>
            <a:pathLst>
              <a:path w="18986" h="4067">
                <a:moveTo>
                  <a:pt x="0" y="0"/>
                </a:moveTo>
                <a:lnTo>
                  <a:pt x="18986" y="0"/>
                </a:lnTo>
                <a:lnTo>
                  <a:pt x="18986" y="4067"/>
                </a:lnTo>
                <a:lnTo>
                  <a:pt x="0" y="4067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000000"/>
            </a:solidFill>
            <a:miter/>
          </a:ln>
        </p:spPr>
        <p:txBody>
          <a:bodyPr lIns="5400" tIns="5400" rIns="5400" bIns="54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083240" y="2919960"/>
            <a:ext cx="21340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 (poll or subscribe)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48520" y="3179880"/>
            <a:ext cx="1537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l t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039680" y="3442680"/>
            <a:ext cx="73080" cy="58320"/>
          </a:xfrm>
          <a:custGeom>
            <a:avLst/>
            <a:gdLst/>
            <a:ahLst/>
            <a:rect l="0" t="0" r="r" b="b"/>
            <a:pathLst>
              <a:path w="203" h="162">
                <a:moveTo>
                  <a:pt x="203" y="0"/>
                </a:moveTo>
                <a:lnTo>
                  <a:pt x="0" y="81"/>
                </a:lnTo>
                <a:lnTo>
                  <a:pt x="203" y="162"/>
                </a:lnTo>
                <a:lnTo>
                  <a:pt x="122" y="81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068480" y="3467880"/>
            <a:ext cx="3207240" cy="7920"/>
          </a:xfrm>
          <a:custGeom>
            <a:avLst/>
            <a:gdLst/>
            <a:ahLst/>
            <a:rect l="0" t="0" r="r" b="b"/>
            <a:pathLst>
              <a:path w="8909" h="22">
                <a:moveTo>
                  <a:pt x="0" y="0"/>
                </a:moveTo>
                <a:lnTo>
                  <a:pt x="41" y="0"/>
                </a:lnTo>
                <a:lnTo>
                  <a:pt x="41" y="22"/>
                </a:lnTo>
                <a:lnTo>
                  <a:pt x="0" y="22"/>
                </a:lnTo>
                <a:lnTo>
                  <a:pt x="0" y="0"/>
                </a:lnTo>
                <a:moveTo>
                  <a:pt x="81" y="0"/>
                </a:moveTo>
                <a:lnTo>
                  <a:pt x="122" y="0"/>
                </a:lnTo>
                <a:lnTo>
                  <a:pt x="122" y="22"/>
                </a:lnTo>
                <a:lnTo>
                  <a:pt x="81" y="22"/>
                </a:lnTo>
                <a:lnTo>
                  <a:pt x="81" y="0"/>
                </a:lnTo>
                <a:moveTo>
                  <a:pt x="162" y="0"/>
                </a:moveTo>
                <a:lnTo>
                  <a:pt x="202" y="0"/>
                </a:lnTo>
                <a:lnTo>
                  <a:pt x="202" y="22"/>
                </a:lnTo>
                <a:lnTo>
                  <a:pt x="162" y="22"/>
                </a:lnTo>
                <a:lnTo>
                  <a:pt x="162" y="0"/>
                </a:lnTo>
                <a:moveTo>
                  <a:pt x="243" y="0"/>
                </a:moveTo>
                <a:lnTo>
                  <a:pt x="283" y="0"/>
                </a:lnTo>
                <a:lnTo>
                  <a:pt x="283" y="22"/>
                </a:lnTo>
                <a:lnTo>
                  <a:pt x="243" y="22"/>
                </a:lnTo>
                <a:lnTo>
                  <a:pt x="243" y="0"/>
                </a:lnTo>
                <a:moveTo>
                  <a:pt x="324" y="0"/>
                </a:moveTo>
                <a:lnTo>
                  <a:pt x="364" y="0"/>
                </a:lnTo>
                <a:lnTo>
                  <a:pt x="364" y="22"/>
                </a:lnTo>
                <a:lnTo>
                  <a:pt x="324" y="22"/>
                </a:lnTo>
                <a:lnTo>
                  <a:pt x="324" y="0"/>
                </a:lnTo>
                <a:moveTo>
                  <a:pt x="404" y="0"/>
                </a:moveTo>
                <a:lnTo>
                  <a:pt x="445" y="0"/>
                </a:lnTo>
                <a:lnTo>
                  <a:pt x="445" y="22"/>
                </a:lnTo>
                <a:lnTo>
                  <a:pt x="404" y="22"/>
                </a:lnTo>
                <a:lnTo>
                  <a:pt x="404" y="0"/>
                </a:lnTo>
                <a:moveTo>
                  <a:pt x="485" y="0"/>
                </a:moveTo>
                <a:lnTo>
                  <a:pt x="526" y="0"/>
                </a:lnTo>
                <a:lnTo>
                  <a:pt x="526" y="22"/>
                </a:lnTo>
                <a:lnTo>
                  <a:pt x="485" y="22"/>
                </a:lnTo>
                <a:lnTo>
                  <a:pt x="485" y="0"/>
                </a:lnTo>
                <a:moveTo>
                  <a:pt x="566" y="0"/>
                </a:moveTo>
                <a:lnTo>
                  <a:pt x="607" y="0"/>
                </a:lnTo>
                <a:lnTo>
                  <a:pt x="607" y="22"/>
                </a:lnTo>
                <a:lnTo>
                  <a:pt x="566" y="22"/>
                </a:lnTo>
                <a:lnTo>
                  <a:pt x="566" y="0"/>
                </a:lnTo>
                <a:moveTo>
                  <a:pt x="647" y="0"/>
                </a:moveTo>
                <a:lnTo>
                  <a:pt x="687" y="0"/>
                </a:lnTo>
                <a:lnTo>
                  <a:pt x="687" y="22"/>
                </a:lnTo>
                <a:lnTo>
                  <a:pt x="647" y="22"/>
                </a:lnTo>
                <a:lnTo>
                  <a:pt x="647" y="0"/>
                </a:lnTo>
                <a:moveTo>
                  <a:pt x="728" y="0"/>
                </a:moveTo>
                <a:lnTo>
                  <a:pt x="768" y="0"/>
                </a:lnTo>
                <a:lnTo>
                  <a:pt x="768" y="22"/>
                </a:lnTo>
                <a:lnTo>
                  <a:pt x="728" y="22"/>
                </a:lnTo>
                <a:lnTo>
                  <a:pt x="728" y="0"/>
                </a:lnTo>
                <a:moveTo>
                  <a:pt x="809" y="0"/>
                </a:moveTo>
                <a:lnTo>
                  <a:pt x="849" y="0"/>
                </a:lnTo>
                <a:lnTo>
                  <a:pt x="849" y="22"/>
                </a:lnTo>
                <a:lnTo>
                  <a:pt x="809" y="22"/>
                </a:lnTo>
                <a:lnTo>
                  <a:pt x="809" y="0"/>
                </a:lnTo>
                <a:moveTo>
                  <a:pt x="889" y="0"/>
                </a:moveTo>
                <a:lnTo>
                  <a:pt x="930" y="0"/>
                </a:lnTo>
                <a:lnTo>
                  <a:pt x="930" y="22"/>
                </a:lnTo>
                <a:lnTo>
                  <a:pt x="889" y="22"/>
                </a:lnTo>
                <a:lnTo>
                  <a:pt x="889" y="0"/>
                </a:lnTo>
                <a:moveTo>
                  <a:pt x="970" y="0"/>
                </a:moveTo>
                <a:lnTo>
                  <a:pt x="1011" y="0"/>
                </a:lnTo>
                <a:lnTo>
                  <a:pt x="1011" y="22"/>
                </a:lnTo>
                <a:lnTo>
                  <a:pt x="970" y="22"/>
                </a:lnTo>
                <a:lnTo>
                  <a:pt x="970" y="0"/>
                </a:lnTo>
                <a:moveTo>
                  <a:pt x="1051" y="0"/>
                </a:moveTo>
                <a:lnTo>
                  <a:pt x="1091" y="0"/>
                </a:lnTo>
                <a:lnTo>
                  <a:pt x="1091" y="22"/>
                </a:lnTo>
                <a:lnTo>
                  <a:pt x="1051" y="22"/>
                </a:lnTo>
                <a:lnTo>
                  <a:pt x="1051" y="0"/>
                </a:lnTo>
                <a:moveTo>
                  <a:pt x="1132" y="0"/>
                </a:moveTo>
                <a:lnTo>
                  <a:pt x="1172" y="0"/>
                </a:lnTo>
                <a:lnTo>
                  <a:pt x="1172" y="22"/>
                </a:lnTo>
                <a:lnTo>
                  <a:pt x="1132" y="22"/>
                </a:lnTo>
                <a:lnTo>
                  <a:pt x="1132" y="0"/>
                </a:lnTo>
                <a:moveTo>
                  <a:pt x="1213" y="0"/>
                </a:moveTo>
                <a:lnTo>
                  <a:pt x="1253" y="0"/>
                </a:lnTo>
                <a:lnTo>
                  <a:pt x="1253" y="22"/>
                </a:lnTo>
                <a:lnTo>
                  <a:pt x="1213" y="22"/>
                </a:lnTo>
                <a:lnTo>
                  <a:pt x="1213" y="0"/>
                </a:lnTo>
                <a:moveTo>
                  <a:pt x="1293" y="0"/>
                </a:moveTo>
                <a:lnTo>
                  <a:pt x="1334" y="0"/>
                </a:lnTo>
                <a:lnTo>
                  <a:pt x="1334" y="22"/>
                </a:lnTo>
                <a:lnTo>
                  <a:pt x="1293" y="22"/>
                </a:lnTo>
                <a:lnTo>
                  <a:pt x="1293" y="0"/>
                </a:lnTo>
                <a:moveTo>
                  <a:pt x="1374" y="0"/>
                </a:moveTo>
                <a:lnTo>
                  <a:pt x="1415" y="0"/>
                </a:lnTo>
                <a:lnTo>
                  <a:pt x="1415" y="22"/>
                </a:lnTo>
                <a:lnTo>
                  <a:pt x="1374" y="22"/>
                </a:lnTo>
                <a:lnTo>
                  <a:pt x="1374" y="0"/>
                </a:lnTo>
                <a:moveTo>
                  <a:pt x="1455" y="0"/>
                </a:moveTo>
                <a:lnTo>
                  <a:pt x="1496" y="0"/>
                </a:lnTo>
                <a:lnTo>
                  <a:pt x="1496" y="22"/>
                </a:lnTo>
                <a:lnTo>
                  <a:pt x="1455" y="22"/>
                </a:lnTo>
                <a:lnTo>
                  <a:pt x="1455" y="0"/>
                </a:lnTo>
                <a:moveTo>
                  <a:pt x="1537" y="0"/>
                </a:moveTo>
                <a:lnTo>
                  <a:pt x="1577" y="0"/>
                </a:lnTo>
                <a:lnTo>
                  <a:pt x="1577" y="22"/>
                </a:lnTo>
                <a:lnTo>
                  <a:pt x="1537" y="22"/>
                </a:lnTo>
                <a:lnTo>
                  <a:pt x="1537" y="0"/>
                </a:lnTo>
                <a:moveTo>
                  <a:pt x="1618" y="0"/>
                </a:moveTo>
                <a:lnTo>
                  <a:pt x="1658" y="0"/>
                </a:lnTo>
                <a:lnTo>
                  <a:pt x="1658" y="22"/>
                </a:lnTo>
                <a:lnTo>
                  <a:pt x="1618" y="22"/>
                </a:lnTo>
                <a:lnTo>
                  <a:pt x="1618" y="0"/>
                </a:lnTo>
                <a:moveTo>
                  <a:pt x="1699" y="0"/>
                </a:moveTo>
                <a:lnTo>
                  <a:pt x="1739" y="0"/>
                </a:lnTo>
                <a:lnTo>
                  <a:pt x="1739" y="22"/>
                </a:lnTo>
                <a:lnTo>
                  <a:pt x="1699" y="22"/>
                </a:lnTo>
                <a:lnTo>
                  <a:pt x="1699" y="0"/>
                </a:lnTo>
                <a:moveTo>
                  <a:pt x="1779" y="0"/>
                </a:moveTo>
                <a:lnTo>
                  <a:pt x="1820" y="0"/>
                </a:lnTo>
                <a:lnTo>
                  <a:pt x="1820" y="22"/>
                </a:lnTo>
                <a:lnTo>
                  <a:pt x="1779" y="22"/>
                </a:lnTo>
                <a:lnTo>
                  <a:pt x="1779" y="0"/>
                </a:lnTo>
                <a:moveTo>
                  <a:pt x="1860" y="0"/>
                </a:moveTo>
                <a:lnTo>
                  <a:pt x="1901" y="0"/>
                </a:lnTo>
                <a:lnTo>
                  <a:pt x="1901" y="22"/>
                </a:lnTo>
                <a:lnTo>
                  <a:pt x="1860" y="22"/>
                </a:lnTo>
                <a:lnTo>
                  <a:pt x="1860" y="0"/>
                </a:lnTo>
                <a:moveTo>
                  <a:pt x="1941" y="0"/>
                </a:moveTo>
                <a:lnTo>
                  <a:pt x="1981" y="0"/>
                </a:lnTo>
                <a:lnTo>
                  <a:pt x="1981" y="22"/>
                </a:lnTo>
                <a:lnTo>
                  <a:pt x="1941" y="22"/>
                </a:lnTo>
                <a:lnTo>
                  <a:pt x="1941" y="0"/>
                </a:lnTo>
                <a:moveTo>
                  <a:pt x="2022" y="0"/>
                </a:moveTo>
                <a:lnTo>
                  <a:pt x="2062" y="0"/>
                </a:lnTo>
                <a:lnTo>
                  <a:pt x="2062" y="22"/>
                </a:lnTo>
                <a:lnTo>
                  <a:pt x="2022" y="22"/>
                </a:lnTo>
                <a:lnTo>
                  <a:pt x="2022" y="0"/>
                </a:lnTo>
                <a:moveTo>
                  <a:pt x="2103" y="0"/>
                </a:moveTo>
                <a:lnTo>
                  <a:pt x="2143" y="0"/>
                </a:lnTo>
                <a:lnTo>
                  <a:pt x="2143" y="22"/>
                </a:lnTo>
                <a:lnTo>
                  <a:pt x="2103" y="22"/>
                </a:lnTo>
                <a:lnTo>
                  <a:pt x="2103" y="0"/>
                </a:lnTo>
                <a:moveTo>
                  <a:pt x="2183" y="0"/>
                </a:moveTo>
                <a:lnTo>
                  <a:pt x="2224" y="0"/>
                </a:lnTo>
                <a:lnTo>
                  <a:pt x="2224" y="22"/>
                </a:lnTo>
                <a:lnTo>
                  <a:pt x="2183" y="22"/>
                </a:lnTo>
                <a:lnTo>
                  <a:pt x="2183" y="0"/>
                </a:lnTo>
                <a:moveTo>
                  <a:pt x="2264" y="0"/>
                </a:moveTo>
                <a:lnTo>
                  <a:pt x="2305" y="0"/>
                </a:lnTo>
                <a:lnTo>
                  <a:pt x="2305" y="22"/>
                </a:lnTo>
                <a:lnTo>
                  <a:pt x="2264" y="22"/>
                </a:lnTo>
                <a:lnTo>
                  <a:pt x="2264" y="0"/>
                </a:lnTo>
                <a:moveTo>
                  <a:pt x="2345" y="0"/>
                </a:moveTo>
                <a:lnTo>
                  <a:pt x="2385" y="0"/>
                </a:lnTo>
                <a:lnTo>
                  <a:pt x="2385" y="22"/>
                </a:lnTo>
                <a:lnTo>
                  <a:pt x="2345" y="22"/>
                </a:lnTo>
                <a:lnTo>
                  <a:pt x="2345" y="0"/>
                </a:lnTo>
                <a:moveTo>
                  <a:pt x="2426" y="0"/>
                </a:moveTo>
                <a:lnTo>
                  <a:pt x="2466" y="0"/>
                </a:lnTo>
                <a:lnTo>
                  <a:pt x="2466" y="22"/>
                </a:lnTo>
                <a:lnTo>
                  <a:pt x="2426" y="22"/>
                </a:lnTo>
                <a:lnTo>
                  <a:pt x="2426" y="0"/>
                </a:lnTo>
                <a:moveTo>
                  <a:pt x="2507" y="0"/>
                </a:moveTo>
                <a:lnTo>
                  <a:pt x="2547" y="0"/>
                </a:lnTo>
                <a:lnTo>
                  <a:pt x="2547" y="22"/>
                </a:lnTo>
                <a:lnTo>
                  <a:pt x="2507" y="22"/>
                </a:lnTo>
                <a:lnTo>
                  <a:pt x="2507" y="0"/>
                </a:lnTo>
                <a:moveTo>
                  <a:pt x="2587" y="0"/>
                </a:moveTo>
                <a:lnTo>
                  <a:pt x="2628" y="0"/>
                </a:lnTo>
                <a:lnTo>
                  <a:pt x="2628" y="22"/>
                </a:lnTo>
                <a:lnTo>
                  <a:pt x="2587" y="22"/>
                </a:lnTo>
                <a:lnTo>
                  <a:pt x="2587" y="0"/>
                </a:lnTo>
                <a:moveTo>
                  <a:pt x="2668" y="0"/>
                </a:moveTo>
                <a:lnTo>
                  <a:pt x="2709" y="0"/>
                </a:lnTo>
                <a:lnTo>
                  <a:pt x="2709" y="22"/>
                </a:lnTo>
                <a:lnTo>
                  <a:pt x="2668" y="22"/>
                </a:lnTo>
                <a:lnTo>
                  <a:pt x="2668" y="0"/>
                </a:lnTo>
                <a:moveTo>
                  <a:pt x="2749" y="0"/>
                </a:moveTo>
                <a:lnTo>
                  <a:pt x="2790" y="0"/>
                </a:lnTo>
                <a:lnTo>
                  <a:pt x="2790" y="22"/>
                </a:lnTo>
                <a:lnTo>
                  <a:pt x="2749" y="22"/>
                </a:lnTo>
                <a:lnTo>
                  <a:pt x="2749" y="0"/>
                </a:lnTo>
                <a:moveTo>
                  <a:pt x="2830" y="0"/>
                </a:moveTo>
                <a:lnTo>
                  <a:pt x="2870" y="0"/>
                </a:lnTo>
                <a:lnTo>
                  <a:pt x="2870" y="22"/>
                </a:lnTo>
                <a:lnTo>
                  <a:pt x="2830" y="22"/>
                </a:lnTo>
                <a:lnTo>
                  <a:pt x="2830" y="0"/>
                </a:lnTo>
                <a:moveTo>
                  <a:pt x="2911" y="0"/>
                </a:moveTo>
                <a:lnTo>
                  <a:pt x="2951" y="0"/>
                </a:lnTo>
                <a:lnTo>
                  <a:pt x="2951" y="22"/>
                </a:lnTo>
                <a:lnTo>
                  <a:pt x="2911" y="22"/>
                </a:lnTo>
                <a:lnTo>
                  <a:pt x="2911" y="0"/>
                </a:lnTo>
                <a:moveTo>
                  <a:pt x="2992" y="0"/>
                </a:moveTo>
                <a:lnTo>
                  <a:pt x="3032" y="0"/>
                </a:lnTo>
                <a:lnTo>
                  <a:pt x="3032" y="22"/>
                </a:lnTo>
                <a:lnTo>
                  <a:pt x="2992" y="22"/>
                </a:lnTo>
                <a:lnTo>
                  <a:pt x="2992" y="0"/>
                </a:lnTo>
                <a:moveTo>
                  <a:pt x="3072" y="0"/>
                </a:moveTo>
                <a:lnTo>
                  <a:pt x="3113" y="0"/>
                </a:lnTo>
                <a:lnTo>
                  <a:pt x="3113" y="22"/>
                </a:lnTo>
                <a:lnTo>
                  <a:pt x="3072" y="22"/>
                </a:lnTo>
                <a:lnTo>
                  <a:pt x="3072" y="0"/>
                </a:lnTo>
                <a:moveTo>
                  <a:pt x="3153" y="0"/>
                </a:moveTo>
                <a:lnTo>
                  <a:pt x="3194" y="0"/>
                </a:lnTo>
                <a:lnTo>
                  <a:pt x="3194" y="22"/>
                </a:lnTo>
                <a:lnTo>
                  <a:pt x="3153" y="22"/>
                </a:lnTo>
                <a:lnTo>
                  <a:pt x="3153" y="0"/>
                </a:lnTo>
                <a:moveTo>
                  <a:pt x="3234" y="0"/>
                </a:moveTo>
                <a:lnTo>
                  <a:pt x="3274" y="0"/>
                </a:lnTo>
                <a:lnTo>
                  <a:pt x="3274" y="22"/>
                </a:lnTo>
                <a:lnTo>
                  <a:pt x="3234" y="22"/>
                </a:lnTo>
                <a:lnTo>
                  <a:pt x="3234" y="0"/>
                </a:lnTo>
                <a:moveTo>
                  <a:pt x="3315" y="0"/>
                </a:moveTo>
                <a:lnTo>
                  <a:pt x="3355" y="0"/>
                </a:lnTo>
                <a:lnTo>
                  <a:pt x="3355" y="22"/>
                </a:lnTo>
                <a:lnTo>
                  <a:pt x="3315" y="22"/>
                </a:lnTo>
                <a:lnTo>
                  <a:pt x="3315" y="0"/>
                </a:lnTo>
                <a:moveTo>
                  <a:pt x="3396" y="0"/>
                </a:moveTo>
                <a:lnTo>
                  <a:pt x="3436" y="0"/>
                </a:lnTo>
                <a:lnTo>
                  <a:pt x="3436" y="22"/>
                </a:lnTo>
                <a:lnTo>
                  <a:pt x="3396" y="22"/>
                </a:lnTo>
                <a:lnTo>
                  <a:pt x="3396" y="0"/>
                </a:lnTo>
                <a:moveTo>
                  <a:pt x="3476" y="0"/>
                </a:moveTo>
                <a:lnTo>
                  <a:pt x="3517" y="0"/>
                </a:lnTo>
                <a:lnTo>
                  <a:pt x="3517" y="22"/>
                </a:lnTo>
                <a:lnTo>
                  <a:pt x="3476" y="22"/>
                </a:lnTo>
                <a:lnTo>
                  <a:pt x="3476" y="0"/>
                </a:lnTo>
                <a:moveTo>
                  <a:pt x="3557" y="0"/>
                </a:moveTo>
                <a:lnTo>
                  <a:pt x="3598" y="0"/>
                </a:lnTo>
                <a:lnTo>
                  <a:pt x="3598" y="22"/>
                </a:lnTo>
                <a:lnTo>
                  <a:pt x="3557" y="22"/>
                </a:lnTo>
                <a:lnTo>
                  <a:pt x="3557" y="0"/>
                </a:lnTo>
                <a:moveTo>
                  <a:pt x="3638" y="0"/>
                </a:moveTo>
                <a:lnTo>
                  <a:pt x="3678" y="0"/>
                </a:lnTo>
                <a:lnTo>
                  <a:pt x="3678" y="22"/>
                </a:lnTo>
                <a:lnTo>
                  <a:pt x="3638" y="22"/>
                </a:lnTo>
                <a:lnTo>
                  <a:pt x="3638" y="0"/>
                </a:lnTo>
                <a:moveTo>
                  <a:pt x="3719" y="0"/>
                </a:moveTo>
                <a:lnTo>
                  <a:pt x="3759" y="0"/>
                </a:lnTo>
                <a:lnTo>
                  <a:pt x="3759" y="22"/>
                </a:lnTo>
                <a:lnTo>
                  <a:pt x="3719" y="22"/>
                </a:lnTo>
                <a:lnTo>
                  <a:pt x="3719" y="0"/>
                </a:lnTo>
                <a:moveTo>
                  <a:pt x="3800" y="0"/>
                </a:moveTo>
                <a:lnTo>
                  <a:pt x="3840" y="0"/>
                </a:lnTo>
                <a:lnTo>
                  <a:pt x="3840" y="22"/>
                </a:lnTo>
                <a:lnTo>
                  <a:pt x="3800" y="22"/>
                </a:lnTo>
                <a:lnTo>
                  <a:pt x="3800" y="0"/>
                </a:lnTo>
                <a:moveTo>
                  <a:pt x="3880" y="0"/>
                </a:moveTo>
                <a:lnTo>
                  <a:pt x="3921" y="0"/>
                </a:lnTo>
                <a:lnTo>
                  <a:pt x="3921" y="22"/>
                </a:lnTo>
                <a:lnTo>
                  <a:pt x="3880" y="22"/>
                </a:lnTo>
                <a:lnTo>
                  <a:pt x="3880" y="0"/>
                </a:lnTo>
                <a:moveTo>
                  <a:pt x="3961" y="0"/>
                </a:moveTo>
                <a:lnTo>
                  <a:pt x="4002" y="0"/>
                </a:lnTo>
                <a:lnTo>
                  <a:pt x="4002" y="22"/>
                </a:lnTo>
                <a:lnTo>
                  <a:pt x="3961" y="22"/>
                </a:lnTo>
                <a:lnTo>
                  <a:pt x="3961" y="0"/>
                </a:lnTo>
                <a:moveTo>
                  <a:pt x="4042" y="0"/>
                </a:moveTo>
                <a:lnTo>
                  <a:pt x="4083" y="0"/>
                </a:lnTo>
                <a:lnTo>
                  <a:pt x="4083" y="22"/>
                </a:lnTo>
                <a:lnTo>
                  <a:pt x="4042" y="22"/>
                </a:lnTo>
                <a:lnTo>
                  <a:pt x="4042" y="0"/>
                </a:lnTo>
                <a:moveTo>
                  <a:pt x="4123" y="0"/>
                </a:moveTo>
                <a:lnTo>
                  <a:pt x="4163" y="0"/>
                </a:lnTo>
                <a:lnTo>
                  <a:pt x="4163" y="22"/>
                </a:lnTo>
                <a:lnTo>
                  <a:pt x="4123" y="22"/>
                </a:lnTo>
                <a:lnTo>
                  <a:pt x="4123" y="0"/>
                </a:lnTo>
                <a:moveTo>
                  <a:pt x="4204" y="0"/>
                </a:moveTo>
                <a:lnTo>
                  <a:pt x="4244" y="0"/>
                </a:lnTo>
                <a:lnTo>
                  <a:pt x="4244" y="22"/>
                </a:lnTo>
                <a:lnTo>
                  <a:pt x="4204" y="22"/>
                </a:lnTo>
                <a:lnTo>
                  <a:pt x="4204" y="0"/>
                </a:lnTo>
                <a:moveTo>
                  <a:pt x="4285" y="0"/>
                </a:moveTo>
                <a:lnTo>
                  <a:pt x="4325" y="0"/>
                </a:lnTo>
                <a:lnTo>
                  <a:pt x="4325" y="22"/>
                </a:lnTo>
                <a:lnTo>
                  <a:pt x="4285" y="22"/>
                </a:lnTo>
                <a:lnTo>
                  <a:pt x="4285" y="0"/>
                </a:lnTo>
                <a:moveTo>
                  <a:pt x="4365" y="0"/>
                </a:moveTo>
                <a:lnTo>
                  <a:pt x="4406" y="0"/>
                </a:lnTo>
                <a:lnTo>
                  <a:pt x="4406" y="22"/>
                </a:lnTo>
                <a:lnTo>
                  <a:pt x="4365" y="22"/>
                </a:lnTo>
                <a:lnTo>
                  <a:pt x="4365" y="0"/>
                </a:lnTo>
                <a:moveTo>
                  <a:pt x="4446" y="0"/>
                </a:moveTo>
                <a:lnTo>
                  <a:pt x="4487" y="0"/>
                </a:lnTo>
                <a:lnTo>
                  <a:pt x="4487" y="22"/>
                </a:lnTo>
                <a:lnTo>
                  <a:pt x="4446" y="22"/>
                </a:lnTo>
                <a:lnTo>
                  <a:pt x="4446" y="0"/>
                </a:lnTo>
                <a:moveTo>
                  <a:pt x="4527" y="0"/>
                </a:moveTo>
                <a:lnTo>
                  <a:pt x="4567" y="0"/>
                </a:lnTo>
                <a:lnTo>
                  <a:pt x="4567" y="22"/>
                </a:lnTo>
                <a:lnTo>
                  <a:pt x="4527" y="22"/>
                </a:lnTo>
                <a:lnTo>
                  <a:pt x="4527" y="0"/>
                </a:lnTo>
                <a:moveTo>
                  <a:pt x="4608" y="0"/>
                </a:moveTo>
                <a:lnTo>
                  <a:pt x="4648" y="0"/>
                </a:lnTo>
                <a:lnTo>
                  <a:pt x="4648" y="22"/>
                </a:lnTo>
                <a:lnTo>
                  <a:pt x="4608" y="22"/>
                </a:lnTo>
                <a:lnTo>
                  <a:pt x="4608" y="0"/>
                </a:lnTo>
                <a:moveTo>
                  <a:pt x="4689" y="0"/>
                </a:moveTo>
                <a:lnTo>
                  <a:pt x="4729" y="0"/>
                </a:lnTo>
                <a:lnTo>
                  <a:pt x="4729" y="22"/>
                </a:lnTo>
                <a:lnTo>
                  <a:pt x="4689" y="22"/>
                </a:lnTo>
                <a:lnTo>
                  <a:pt x="4689" y="0"/>
                </a:lnTo>
                <a:moveTo>
                  <a:pt x="4769" y="0"/>
                </a:moveTo>
                <a:lnTo>
                  <a:pt x="4810" y="0"/>
                </a:lnTo>
                <a:lnTo>
                  <a:pt x="4810" y="22"/>
                </a:lnTo>
                <a:lnTo>
                  <a:pt x="4769" y="22"/>
                </a:lnTo>
                <a:lnTo>
                  <a:pt x="4769" y="0"/>
                </a:lnTo>
                <a:moveTo>
                  <a:pt x="4850" y="0"/>
                </a:moveTo>
                <a:lnTo>
                  <a:pt x="4891" y="0"/>
                </a:lnTo>
                <a:lnTo>
                  <a:pt x="4891" y="22"/>
                </a:lnTo>
                <a:lnTo>
                  <a:pt x="4850" y="22"/>
                </a:lnTo>
                <a:lnTo>
                  <a:pt x="4850" y="0"/>
                </a:lnTo>
                <a:moveTo>
                  <a:pt x="4931" y="0"/>
                </a:moveTo>
                <a:lnTo>
                  <a:pt x="4971" y="0"/>
                </a:lnTo>
                <a:lnTo>
                  <a:pt x="4971" y="22"/>
                </a:lnTo>
                <a:lnTo>
                  <a:pt x="4931" y="22"/>
                </a:lnTo>
                <a:lnTo>
                  <a:pt x="4931" y="0"/>
                </a:lnTo>
                <a:moveTo>
                  <a:pt x="5012" y="0"/>
                </a:moveTo>
                <a:lnTo>
                  <a:pt x="5052" y="0"/>
                </a:lnTo>
                <a:lnTo>
                  <a:pt x="5052" y="22"/>
                </a:lnTo>
                <a:lnTo>
                  <a:pt x="5012" y="22"/>
                </a:lnTo>
                <a:lnTo>
                  <a:pt x="5012" y="0"/>
                </a:lnTo>
                <a:moveTo>
                  <a:pt x="5093" y="0"/>
                </a:moveTo>
                <a:lnTo>
                  <a:pt x="5133" y="0"/>
                </a:lnTo>
                <a:lnTo>
                  <a:pt x="5133" y="22"/>
                </a:lnTo>
                <a:lnTo>
                  <a:pt x="5093" y="22"/>
                </a:lnTo>
                <a:lnTo>
                  <a:pt x="5093" y="0"/>
                </a:lnTo>
                <a:moveTo>
                  <a:pt x="5174" y="0"/>
                </a:moveTo>
                <a:lnTo>
                  <a:pt x="5214" y="0"/>
                </a:lnTo>
                <a:lnTo>
                  <a:pt x="5214" y="22"/>
                </a:lnTo>
                <a:lnTo>
                  <a:pt x="5174" y="22"/>
                </a:lnTo>
                <a:lnTo>
                  <a:pt x="5174" y="0"/>
                </a:lnTo>
                <a:moveTo>
                  <a:pt x="5254" y="0"/>
                </a:moveTo>
                <a:lnTo>
                  <a:pt x="5295" y="0"/>
                </a:lnTo>
                <a:lnTo>
                  <a:pt x="5295" y="22"/>
                </a:lnTo>
                <a:lnTo>
                  <a:pt x="5254" y="22"/>
                </a:lnTo>
                <a:lnTo>
                  <a:pt x="5254" y="0"/>
                </a:lnTo>
                <a:moveTo>
                  <a:pt x="5335" y="0"/>
                </a:moveTo>
                <a:lnTo>
                  <a:pt x="5376" y="0"/>
                </a:lnTo>
                <a:lnTo>
                  <a:pt x="5376" y="22"/>
                </a:lnTo>
                <a:lnTo>
                  <a:pt x="5335" y="22"/>
                </a:lnTo>
                <a:lnTo>
                  <a:pt x="5335" y="0"/>
                </a:lnTo>
                <a:moveTo>
                  <a:pt x="5416" y="0"/>
                </a:moveTo>
                <a:lnTo>
                  <a:pt x="5456" y="0"/>
                </a:lnTo>
                <a:lnTo>
                  <a:pt x="5456" y="22"/>
                </a:lnTo>
                <a:lnTo>
                  <a:pt x="5416" y="22"/>
                </a:lnTo>
                <a:lnTo>
                  <a:pt x="5416" y="0"/>
                </a:lnTo>
                <a:moveTo>
                  <a:pt x="5497" y="0"/>
                </a:moveTo>
                <a:lnTo>
                  <a:pt x="5537" y="0"/>
                </a:lnTo>
                <a:lnTo>
                  <a:pt x="5537" y="22"/>
                </a:lnTo>
                <a:lnTo>
                  <a:pt x="5497" y="22"/>
                </a:lnTo>
                <a:lnTo>
                  <a:pt x="5497" y="0"/>
                </a:lnTo>
                <a:moveTo>
                  <a:pt x="5578" y="0"/>
                </a:moveTo>
                <a:lnTo>
                  <a:pt x="5618" y="0"/>
                </a:lnTo>
                <a:lnTo>
                  <a:pt x="5618" y="22"/>
                </a:lnTo>
                <a:lnTo>
                  <a:pt x="5578" y="22"/>
                </a:lnTo>
                <a:lnTo>
                  <a:pt x="5578" y="0"/>
                </a:lnTo>
                <a:moveTo>
                  <a:pt x="5658" y="0"/>
                </a:moveTo>
                <a:lnTo>
                  <a:pt x="5699" y="0"/>
                </a:lnTo>
                <a:lnTo>
                  <a:pt x="5699" y="22"/>
                </a:lnTo>
                <a:lnTo>
                  <a:pt x="5658" y="22"/>
                </a:lnTo>
                <a:lnTo>
                  <a:pt x="5658" y="0"/>
                </a:lnTo>
                <a:moveTo>
                  <a:pt x="5739" y="0"/>
                </a:moveTo>
                <a:lnTo>
                  <a:pt x="5780" y="0"/>
                </a:lnTo>
                <a:lnTo>
                  <a:pt x="5780" y="22"/>
                </a:lnTo>
                <a:lnTo>
                  <a:pt x="5739" y="22"/>
                </a:lnTo>
                <a:lnTo>
                  <a:pt x="5739" y="0"/>
                </a:lnTo>
                <a:moveTo>
                  <a:pt x="5820" y="0"/>
                </a:moveTo>
                <a:lnTo>
                  <a:pt x="5860" y="0"/>
                </a:lnTo>
                <a:lnTo>
                  <a:pt x="5860" y="22"/>
                </a:lnTo>
                <a:lnTo>
                  <a:pt x="5820" y="22"/>
                </a:lnTo>
                <a:lnTo>
                  <a:pt x="5820" y="0"/>
                </a:lnTo>
                <a:moveTo>
                  <a:pt x="5901" y="0"/>
                </a:moveTo>
                <a:lnTo>
                  <a:pt x="5941" y="0"/>
                </a:lnTo>
                <a:lnTo>
                  <a:pt x="5941" y="22"/>
                </a:lnTo>
                <a:lnTo>
                  <a:pt x="5901" y="22"/>
                </a:lnTo>
                <a:lnTo>
                  <a:pt x="5901" y="0"/>
                </a:lnTo>
                <a:moveTo>
                  <a:pt x="5982" y="0"/>
                </a:moveTo>
                <a:lnTo>
                  <a:pt x="6022" y="0"/>
                </a:lnTo>
                <a:lnTo>
                  <a:pt x="6022" y="22"/>
                </a:lnTo>
                <a:lnTo>
                  <a:pt x="5982" y="22"/>
                </a:lnTo>
                <a:lnTo>
                  <a:pt x="5982" y="0"/>
                </a:lnTo>
                <a:moveTo>
                  <a:pt x="6062" y="0"/>
                </a:moveTo>
                <a:lnTo>
                  <a:pt x="6103" y="0"/>
                </a:lnTo>
                <a:lnTo>
                  <a:pt x="6103" y="22"/>
                </a:lnTo>
                <a:lnTo>
                  <a:pt x="6062" y="22"/>
                </a:lnTo>
                <a:lnTo>
                  <a:pt x="6062" y="0"/>
                </a:lnTo>
                <a:moveTo>
                  <a:pt x="6143" y="0"/>
                </a:moveTo>
                <a:lnTo>
                  <a:pt x="6184" y="0"/>
                </a:lnTo>
                <a:lnTo>
                  <a:pt x="6184" y="22"/>
                </a:lnTo>
                <a:lnTo>
                  <a:pt x="6143" y="22"/>
                </a:lnTo>
                <a:lnTo>
                  <a:pt x="6143" y="0"/>
                </a:lnTo>
                <a:moveTo>
                  <a:pt x="6224" y="0"/>
                </a:moveTo>
                <a:lnTo>
                  <a:pt x="6265" y="0"/>
                </a:lnTo>
                <a:lnTo>
                  <a:pt x="6265" y="22"/>
                </a:lnTo>
                <a:lnTo>
                  <a:pt x="6224" y="22"/>
                </a:lnTo>
                <a:lnTo>
                  <a:pt x="6224" y="0"/>
                </a:lnTo>
                <a:moveTo>
                  <a:pt x="6305" y="0"/>
                </a:moveTo>
                <a:lnTo>
                  <a:pt x="6345" y="0"/>
                </a:lnTo>
                <a:lnTo>
                  <a:pt x="6345" y="22"/>
                </a:lnTo>
                <a:lnTo>
                  <a:pt x="6305" y="22"/>
                </a:lnTo>
                <a:lnTo>
                  <a:pt x="6305" y="0"/>
                </a:lnTo>
                <a:moveTo>
                  <a:pt x="6386" y="0"/>
                </a:moveTo>
                <a:lnTo>
                  <a:pt x="6426" y="0"/>
                </a:lnTo>
                <a:lnTo>
                  <a:pt x="6426" y="22"/>
                </a:lnTo>
                <a:lnTo>
                  <a:pt x="6386" y="22"/>
                </a:lnTo>
                <a:lnTo>
                  <a:pt x="6386" y="0"/>
                </a:lnTo>
                <a:moveTo>
                  <a:pt x="6467" y="0"/>
                </a:moveTo>
                <a:lnTo>
                  <a:pt x="6507" y="0"/>
                </a:lnTo>
                <a:lnTo>
                  <a:pt x="6507" y="22"/>
                </a:lnTo>
                <a:lnTo>
                  <a:pt x="6467" y="22"/>
                </a:lnTo>
                <a:lnTo>
                  <a:pt x="6467" y="0"/>
                </a:lnTo>
                <a:moveTo>
                  <a:pt x="6547" y="0"/>
                </a:moveTo>
                <a:lnTo>
                  <a:pt x="6588" y="0"/>
                </a:lnTo>
                <a:lnTo>
                  <a:pt x="6588" y="22"/>
                </a:lnTo>
                <a:lnTo>
                  <a:pt x="6547" y="22"/>
                </a:lnTo>
                <a:lnTo>
                  <a:pt x="6547" y="0"/>
                </a:lnTo>
                <a:moveTo>
                  <a:pt x="6628" y="0"/>
                </a:moveTo>
                <a:lnTo>
                  <a:pt x="6669" y="0"/>
                </a:lnTo>
                <a:lnTo>
                  <a:pt x="6669" y="22"/>
                </a:lnTo>
                <a:lnTo>
                  <a:pt x="6628" y="22"/>
                </a:lnTo>
                <a:lnTo>
                  <a:pt x="6628" y="0"/>
                </a:lnTo>
                <a:moveTo>
                  <a:pt x="6709" y="0"/>
                </a:moveTo>
                <a:lnTo>
                  <a:pt x="6749" y="0"/>
                </a:lnTo>
                <a:lnTo>
                  <a:pt x="6749" y="22"/>
                </a:lnTo>
                <a:lnTo>
                  <a:pt x="6709" y="22"/>
                </a:lnTo>
                <a:lnTo>
                  <a:pt x="6709" y="0"/>
                </a:lnTo>
                <a:moveTo>
                  <a:pt x="6790" y="0"/>
                </a:moveTo>
                <a:lnTo>
                  <a:pt x="6830" y="0"/>
                </a:lnTo>
                <a:lnTo>
                  <a:pt x="6830" y="22"/>
                </a:lnTo>
                <a:lnTo>
                  <a:pt x="6790" y="22"/>
                </a:lnTo>
                <a:lnTo>
                  <a:pt x="6790" y="0"/>
                </a:lnTo>
                <a:moveTo>
                  <a:pt x="6871" y="0"/>
                </a:moveTo>
                <a:lnTo>
                  <a:pt x="6911" y="0"/>
                </a:lnTo>
                <a:lnTo>
                  <a:pt x="6911" y="22"/>
                </a:lnTo>
                <a:lnTo>
                  <a:pt x="6871" y="22"/>
                </a:lnTo>
                <a:lnTo>
                  <a:pt x="6871" y="0"/>
                </a:lnTo>
                <a:moveTo>
                  <a:pt x="6951" y="0"/>
                </a:moveTo>
                <a:lnTo>
                  <a:pt x="6992" y="0"/>
                </a:lnTo>
                <a:lnTo>
                  <a:pt x="6992" y="22"/>
                </a:lnTo>
                <a:lnTo>
                  <a:pt x="6951" y="22"/>
                </a:lnTo>
                <a:lnTo>
                  <a:pt x="6951" y="0"/>
                </a:lnTo>
                <a:moveTo>
                  <a:pt x="7032" y="0"/>
                </a:moveTo>
                <a:lnTo>
                  <a:pt x="7073" y="0"/>
                </a:lnTo>
                <a:lnTo>
                  <a:pt x="7073" y="22"/>
                </a:lnTo>
                <a:lnTo>
                  <a:pt x="7032" y="22"/>
                </a:lnTo>
                <a:lnTo>
                  <a:pt x="7032" y="0"/>
                </a:lnTo>
                <a:moveTo>
                  <a:pt x="7113" y="0"/>
                </a:moveTo>
                <a:lnTo>
                  <a:pt x="7153" y="0"/>
                </a:lnTo>
                <a:lnTo>
                  <a:pt x="7153" y="22"/>
                </a:lnTo>
                <a:lnTo>
                  <a:pt x="7113" y="22"/>
                </a:lnTo>
                <a:lnTo>
                  <a:pt x="7113" y="0"/>
                </a:lnTo>
                <a:moveTo>
                  <a:pt x="7194" y="0"/>
                </a:moveTo>
                <a:lnTo>
                  <a:pt x="7234" y="0"/>
                </a:lnTo>
                <a:lnTo>
                  <a:pt x="7234" y="22"/>
                </a:lnTo>
                <a:lnTo>
                  <a:pt x="7194" y="22"/>
                </a:lnTo>
                <a:lnTo>
                  <a:pt x="7194" y="0"/>
                </a:lnTo>
                <a:moveTo>
                  <a:pt x="7275" y="0"/>
                </a:moveTo>
                <a:lnTo>
                  <a:pt x="7315" y="0"/>
                </a:lnTo>
                <a:lnTo>
                  <a:pt x="7315" y="22"/>
                </a:lnTo>
                <a:lnTo>
                  <a:pt x="7275" y="22"/>
                </a:lnTo>
                <a:lnTo>
                  <a:pt x="7275" y="0"/>
                </a:lnTo>
                <a:moveTo>
                  <a:pt x="7356" y="0"/>
                </a:moveTo>
                <a:lnTo>
                  <a:pt x="7396" y="0"/>
                </a:lnTo>
                <a:lnTo>
                  <a:pt x="7396" y="22"/>
                </a:lnTo>
                <a:lnTo>
                  <a:pt x="7356" y="22"/>
                </a:lnTo>
                <a:lnTo>
                  <a:pt x="7356" y="0"/>
                </a:lnTo>
                <a:moveTo>
                  <a:pt x="7436" y="0"/>
                </a:moveTo>
                <a:lnTo>
                  <a:pt x="7477" y="0"/>
                </a:lnTo>
                <a:lnTo>
                  <a:pt x="7477" y="22"/>
                </a:lnTo>
                <a:lnTo>
                  <a:pt x="7436" y="22"/>
                </a:lnTo>
                <a:lnTo>
                  <a:pt x="7436" y="0"/>
                </a:lnTo>
                <a:moveTo>
                  <a:pt x="7517" y="0"/>
                </a:moveTo>
                <a:lnTo>
                  <a:pt x="7558" y="0"/>
                </a:lnTo>
                <a:lnTo>
                  <a:pt x="7558" y="22"/>
                </a:lnTo>
                <a:lnTo>
                  <a:pt x="7517" y="22"/>
                </a:lnTo>
                <a:lnTo>
                  <a:pt x="7517" y="0"/>
                </a:lnTo>
                <a:moveTo>
                  <a:pt x="7598" y="0"/>
                </a:moveTo>
                <a:lnTo>
                  <a:pt x="7638" y="0"/>
                </a:lnTo>
                <a:lnTo>
                  <a:pt x="7638" y="22"/>
                </a:lnTo>
                <a:lnTo>
                  <a:pt x="7598" y="22"/>
                </a:lnTo>
                <a:lnTo>
                  <a:pt x="7598" y="0"/>
                </a:lnTo>
                <a:moveTo>
                  <a:pt x="7679" y="0"/>
                </a:moveTo>
                <a:lnTo>
                  <a:pt x="7719" y="0"/>
                </a:lnTo>
                <a:lnTo>
                  <a:pt x="7719" y="22"/>
                </a:lnTo>
                <a:lnTo>
                  <a:pt x="7679" y="22"/>
                </a:lnTo>
                <a:lnTo>
                  <a:pt x="7679" y="0"/>
                </a:lnTo>
                <a:moveTo>
                  <a:pt x="7760" y="0"/>
                </a:moveTo>
                <a:lnTo>
                  <a:pt x="7800" y="0"/>
                </a:lnTo>
                <a:lnTo>
                  <a:pt x="7800" y="22"/>
                </a:lnTo>
                <a:lnTo>
                  <a:pt x="7760" y="22"/>
                </a:lnTo>
                <a:lnTo>
                  <a:pt x="7760" y="0"/>
                </a:lnTo>
                <a:moveTo>
                  <a:pt x="7840" y="0"/>
                </a:moveTo>
                <a:lnTo>
                  <a:pt x="7881" y="0"/>
                </a:lnTo>
                <a:lnTo>
                  <a:pt x="7881" y="22"/>
                </a:lnTo>
                <a:lnTo>
                  <a:pt x="7840" y="22"/>
                </a:lnTo>
                <a:lnTo>
                  <a:pt x="7840" y="0"/>
                </a:lnTo>
                <a:moveTo>
                  <a:pt x="7921" y="0"/>
                </a:moveTo>
                <a:lnTo>
                  <a:pt x="7962" y="0"/>
                </a:lnTo>
                <a:lnTo>
                  <a:pt x="7962" y="22"/>
                </a:lnTo>
                <a:lnTo>
                  <a:pt x="7921" y="22"/>
                </a:lnTo>
                <a:lnTo>
                  <a:pt x="7921" y="0"/>
                </a:lnTo>
                <a:moveTo>
                  <a:pt x="8002" y="0"/>
                </a:moveTo>
                <a:lnTo>
                  <a:pt x="8042" y="0"/>
                </a:lnTo>
                <a:lnTo>
                  <a:pt x="8042" y="22"/>
                </a:lnTo>
                <a:lnTo>
                  <a:pt x="8002" y="22"/>
                </a:lnTo>
                <a:lnTo>
                  <a:pt x="8002" y="0"/>
                </a:lnTo>
                <a:moveTo>
                  <a:pt x="8083" y="0"/>
                </a:moveTo>
                <a:lnTo>
                  <a:pt x="8123" y="0"/>
                </a:lnTo>
                <a:lnTo>
                  <a:pt x="8123" y="22"/>
                </a:lnTo>
                <a:lnTo>
                  <a:pt x="8083" y="22"/>
                </a:lnTo>
                <a:lnTo>
                  <a:pt x="8083" y="0"/>
                </a:lnTo>
                <a:moveTo>
                  <a:pt x="8164" y="0"/>
                </a:moveTo>
                <a:lnTo>
                  <a:pt x="8204" y="0"/>
                </a:lnTo>
                <a:lnTo>
                  <a:pt x="8204" y="22"/>
                </a:lnTo>
                <a:lnTo>
                  <a:pt x="8164" y="22"/>
                </a:lnTo>
                <a:lnTo>
                  <a:pt x="8164" y="0"/>
                </a:lnTo>
                <a:moveTo>
                  <a:pt x="8244" y="0"/>
                </a:moveTo>
                <a:lnTo>
                  <a:pt x="8285" y="0"/>
                </a:lnTo>
                <a:lnTo>
                  <a:pt x="8285" y="22"/>
                </a:lnTo>
                <a:lnTo>
                  <a:pt x="8244" y="22"/>
                </a:lnTo>
                <a:lnTo>
                  <a:pt x="8244" y="0"/>
                </a:lnTo>
                <a:moveTo>
                  <a:pt x="8325" y="0"/>
                </a:moveTo>
                <a:lnTo>
                  <a:pt x="8366" y="0"/>
                </a:lnTo>
                <a:lnTo>
                  <a:pt x="8366" y="22"/>
                </a:lnTo>
                <a:lnTo>
                  <a:pt x="8325" y="22"/>
                </a:lnTo>
                <a:lnTo>
                  <a:pt x="8325" y="0"/>
                </a:lnTo>
                <a:moveTo>
                  <a:pt x="8406" y="0"/>
                </a:moveTo>
                <a:lnTo>
                  <a:pt x="8446" y="0"/>
                </a:lnTo>
                <a:lnTo>
                  <a:pt x="8446" y="22"/>
                </a:lnTo>
                <a:lnTo>
                  <a:pt x="8406" y="22"/>
                </a:lnTo>
                <a:lnTo>
                  <a:pt x="8406" y="0"/>
                </a:lnTo>
                <a:moveTo>
                  <a:pt x="8487" y="0"/>
                </a:moveTo>
                <a:lnTo>
                  <a:pt x="8527" y="0"/>
                </a:lnTo>
                <a:lnTo>
                  <a:pt x="8527" y="22"/>
                </a:lnTo>
                <a:lnTo>
                  <a:pt x="8487" y="22"/>
                </a:lnTo>
                <a:lnTo>
                  <a:pt x="8487" y="0"/>
                </a:lnTo>
                <a:moveTo>
                  <a:pt x="8568" y="0"/>
                </a:moveTo>
                <a:lnTo>
                  <a:pt x="8608" y="0"/>
                </a:lnTo>
                <a:lnTo>
                  <a:pt x="8608" y="22"/>
                </a:lnTo>
                <a:lnTo>
                  <a:pt x="8568" y="22"/>
                </a:lnTo>
                <a:lnTo>
                  <a:pt x="8568" y="0"/>
                </a:lnTo>
                <a:moveTo>
                  <a:pt x="8649" y="0"/>
                </a:moveTo>
                <a:lnTo>
                  <a:pt x="8689" y="0"/>
                </a:lnTo>
                <a:lnTo>
                  <a:pt x="8689" y="22"/>
                </a:lnTo>
                <a:lnTo>
                  <a:pt x="8649" y="22"/>
                </a:lnTo>
                <a:lnTo>
                  <a:pt x="8649" y="0"/>
                </a:lnTo>
                <a:moveTo>
                  <a:pt x="8729" y="0"/>
                </a:moveTo>
                <a:lnTo>
                  <a:pt x="8770" y="0"/>
                </a:lnTo>
                <a:lnTo>
                  <a:pt x="8770" y="22"/>
                </a:lnTo>
                <a:lnTo>
                  <a:pt x="8729" y="22"/>
                </a:lnTo>
                <a:lnTo>
                  <a:pt x="8729" y="0"/>
                </a:lnTo>
                <a:moveTo>
                  <a:pt x="8810" y="0"/>
                </a:moveTo>
                <a:lnTo>
                  <a:pt x="8851" y="0"/>
                </a:lnTo>
                <a:lnTo>
                  <a:pt x="8851" y="22"/>
                </a:lnTo>
                <a:lnTo>
                  <a:pt x="8810" y="22"/>
                </a:lnTo>
                <a:lnTo>
                  <a:pt x="8810" y="0"/>
                </a:lnTo>
                <a:moveTo>
                  <a:pt x="8891" y="0"/>
                </a:moveTo>
                <a:lnTo>
                  <a:pt x="8909" y="0"/>
                </a:lnTo>
                <a:lnTo>
                  <a:pt x="8909" y="22"/>
                </a:lnTo>
                <a:lnTo>
                  <a:pt x="8891" y="22"/>
                </a:lnTo>
                <a:lnTo>
                  <a:pt x="889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302840" y="3184560"/>
            <a:ext cx="1707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3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[Task accepted / scheduled — request acted on]</a:t>
            </a:r>
            <a:endParaRPr lang="en-AU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195440" y="367308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0" y="0"/>
                </a:moveTo>
                <a:lnTo>
                  <a:pt x="203" y="82"/>
                </a:lnTo>
                <a:lnTo>
                  <a:pt x="0" y="163"/>
                </a:lnTo>
                <a:lnTo>
                  <a:pt x="81" y="8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032120" y="3702240"/>
            <a:ext cx="320688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155960" y="3345120"/>
            <a:ext cx="11419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+ linked Slots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290120" y="390384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203" y="0"/>
                </a:moveTo>
                <a:lnTo>
                  <a:pt x="0" y="82"/>
                </a:lnTo>
                <a:lnTo>
                  <a:pt x="203" y="163"/>
                </a:lnTo>
                <a:lnTo>
                  <a:pt x="122" y="82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318920" y="3933000"/>
            <a:ext cx="2707560" cy="0"/>
          </a:xfrm>
          <a:prstGeom prst="line">
            <a:avLst/>
          </a:prstGeom>
          <a:ln w="72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083240" y="3575520"/>
            <a:ext cx="26798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search Slot / POST Appointment (proposed, basedOn ServiceRequest)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739440" y="3994920"/>
            <a:ext cx="6822720" cy="7560"/>
          </a:xfrm>
          <a:custGeom>
            <a:avLst/>
            <a:gdLst/>
            <a:ahLst/>
            <a:rect l="0" t="0" r="r" b="b"/>
            <a:pathLst>
              <a:path w="18952" h="21">
                <a:moveTo>
                  <a:pt x="0" y="0"/>
                </a:moveTo>
                <a:lnTo>
                  <a:pt x="40" y="0"/>
                </a:lnTo>
                <a:lnTo>
                  <a:pt x="40" y="21"/>
                </a:lnTo>
                <a:lnTo>
                  <a:pt x="0" y="21"/>
                </a:lnTo>
                <a:lnTo>
                  <a:pt x="0" y="0"/>
                </a:lnTo>
                <a:moveTo>
                  <a:pt x="80" y="0"/>
                </a:moveTo>
                <a:lnTo>
                  <a:pt x="121" y="0"/>
                </a:lnTo>
                <a:lnTo>
                  <a:pt x="121" y="21"/>
                </a:lnTo>
                <a:lnTo>
                  <a:pt x="80" y="21"/>
                </a:lnTo>
                <a:lnTo>
                  <a:pt x="80" y="0"/>
                </a:lnTo>
                <a:moveTo>
                  <a:pt x="161" y="0"/>
                </a:moveTo>
                <a:lnTo>
                  <a:pt x="202" y="0"/>
                </a:lnTo>
                <a:lnTo>
                  <a:pt x="202" y="21"/>
                </a:lnTo>
                <a:lnTo>
                  <a:pt x="161" y="21"/>
                </a:lnTo>
                <a:lnTo>
                  <a:pt x="161" y="0"/>
                </a:lnTo>
                <a:moveTo>
                  <a:pt x="242" y="0"/>
                </a:moveTo>
                <a:lnTo>
                  <a:pt x="282" y="0"/>
                </a:lnTo>
                <a:lnTo>
                  <a:pt x="282" y="21"/>
                </a:lnTo>
                <a:lnTo>
                  <a:pt x="242" y="21"/>
                </a:lnTo>
                <a:lnTo>
                  <a:pt x="242" y="0"/>
                </a:lnTo>
                <a:moveTo>
                  <a:pt x="323" y="0"/>
                </a:moveTo>
                <a:lnTo>
                  <a:pt x="363" y="0"/>
                </a:lnTo>
                <a:lnTo>
                  <a:pt x="363" y="21"/>
                </a:lnTo>
                <a:lnTo>
                  <a:pt x="323" y="21"/>
                </a:lnTo>
                <a:lnTo>
                  <a:pt x="323" y="0"/>
                </a:lnTo>
                <a:moveTo>
                  <a:pt x="404" y="0"/>
                </a:moveTo>
                <a:lnTo>
                  <a:pt x="444" y="0"/>
                </a:lnTo>
                <a:lnTo>
                  <a:pt x="444" y="21"/>
                </a:lnTo>
                <a:lnTo>
                  <a:pt x="404" y="21"/>
                </a:lnTo>
                <a:lnTo>
                  <a:pt x="404" y="0"/>
                </a:lnTo>
                <a:moveTo>
                  <a:pt x="485" y="0"/>
                </a:moveTo>
                <a:lnTo>
                  <a:pt x="525" y="0"/>
                </a:lnTo>
                <a:lnTo>
                  <a:pt x="525" y="21"/>
                </a:lnTo>
                <a:lnTo>
                  <a:pt x="485" y="21"/>
                </a:lnTo>
                <a:lnTo>
                  <a:pt x="485" y="0"/>
                </a:lnTo>
                <a:moveTo>
                  <a:pt x="565" y="0"/>
                </a:moveTo>
                <a:lnTo>
                  <a:pt x="606" y="0"/>
                </a:lnTo>
                <a:lnTo>
                  <a:pt x="606" y="21"/>
                </a:lnTo>
                <a:lnTo>
                  <a:pt x="565" y="21"/>
                </a:lnTo>
                <a:lnTo>
                  <a:pt x="565" y="0"/>
                </a:lnTo>
                <a:moveTo>
                  <a:pt x="646" y="0"/>
                </a:moveTo>
                <a:lnTo>
                  <a:pt x="687" y="0"/>
                </a:lnTo>
                <a:lnTo>
                  <a:pt x="687" y="21"/>
                </a:lnTo>
                <a:lnTo>
                  <a:pt x="646" y="21"/>
                </a:lnTo>
                <a:lnTo>
                  <a:pt x="646" y="0"/>
                </a:lnTo>
                <a:moveTo>
                  <a:pt x="727" y="0"/>
                </a:moveTo>
                <a:lnTo>
                  <a:pt x="767" y="0"/>
                </a:lnTo>
                <a:lnTo>
                  <a:pt x="767" y="21"/>
                </a:lnTo>
                <a:lnTo>
                  <a:pt x="727" y="21"/>
                </a:lnTo>
                <a:lnTo>
                  <a:pt x="727" y="0"/>
                </a:lnTo>
                <a:moveTo>
                  <a:pt x="808" y="0"/>
                </a:moveTo>
                <a:lnTo>
                  <a:pt x="848" y="0"/>
                </a:lnTo>
                <a:lnTo>
                  <a:pt x="848" y="21"/>
                </a:lnTo>
                <a:lnTo>
                  <a:pt x="808" y="21"/>
                </a:lnTo>
                <a:lnTo>
                  <a:pt x="808" y="0"/>
                </a:lnTo>
                <a:moveTo>
                  <a:pt x="889" y="0"/>
                </a:moveTo>
                <a:lnTo>
                  <a:pt x="929" y="0"/>
                </a:lnTo>
                <a:lnTo>
                  <a:pt x="929" y="21"/>
                </a:lnTo>
                <a:lnTo>
                  <a:pt x="889" y="21"/>
                </a:lnTo>
                <a:lnTo>
                  <a:pt x="889" y="0"/>
                </a:lnTo>
                <a:moveTo>
                  <a:pt x="969" y="0"/>
                </a:moveTo>
                <a:lnTo>
                  <a:pt x="1010" y="0"/>
                </a:lnTo>
                <a:lnTo>
                  <a:pt x="1010" y="21"/>
                </a:lnTo>
                <a:lnTo>
                  <a:pt x="969" y="21"/>
                </a:lnTo>
                <a:lnTo>
                  <a:pt x="969" y="0"/>
                </a:lnTo>
                <a:moveTo>
                  <a:pt x="1050" y="0"/>
                </a:moveTo>
                <a:lnTo>
                  <a:pt x="1091" y="0"/>
                </a:lnTo>
                <a:lnTo>
                  <a:pt x="1091" y="21"/>
                </a:lnTo>
                <a:lnTo>
                  <a:pt x="1050" y="21"/>
                </a:lnTo>
                <a:lnTo>
                  <a:pt x="1050" y="0"/>
                </a:lnTo>
                <a:moveTo>
                  <a:pt x="1131" y="0"/>
                </a:moveTo>
                <a:lnTo>
                  <a:pt x="1171" y="0"/>
                </a:lnTo>
                <a:lnTo>
                  <a:pt x="1171" y="21"/>
                </a:lnTo>
                <a:lnTo>
                  <a:pt x="1131" y="21"/>
                </a:lnTo>
                <a:lnTo>
                  <a:pt x="1131" y="0"/>
                </a:lnTo>
                <a:moveTo>
                  <a:pt x="1212" y="0"/>
                </a:moveTo>
                <a:lnTo>
                  <a:pt x="1252" y="0"/>
                </a:lnTo>
                <a:lnTo>
                  <a:pt x="1252" y="21"/>
                </a:lnTo>
                <a:lnTo>
                  <a:pt x="1212" y="21"/>
                </a:lnTo>
                <a:lnTo>
                  <a:pt x="1212" y="0"/>
                </a:lnTo>
                <a:moveTo>
                  <a:pt x="1293" y="0"/>
                </a:moveTo>
                <a:lnTo>
                  <a:pt x="1333" y="0"/>
                </a:lnTo>
                <a:lnTo>
                  <a:pt x="1333" y="21"/>
                </a:lnTo>
                <a:lnTo>
                  <a:pt x="1293" y="21"/>
                </a:lnTo>
                <a:lnTo>
                  <a:pt x="1293" y="0"/>
                </a:lnTo>
                <a:moveTo>
                  <a:pt x="1373" y="0"/>
                </a:moveTo>
                <a:lnTo>
                  <a:pt x="1414" y="0"/>
                </a:lnTo>
                <a:lnTo>
                  <a:pt x="1414" y="21"/>
                </a:lnTo>
                <a:lnTo>
                  <a:pt x="1373" y="21"/>
                </a:lnTo>
                <a:lnTo>
                  <a:pt x="1373" y="0"/>
                </a:lnTo>
                <a:moveTo>
                  <a:pt x="1454" y="0"/>
                </a:moveTo>
                <a:lnTo>
                  <a:pt x="1495" y="0"/>
                </a:lnTo>
                <a:lnTo>
                  <a:pt x="1495" y="21"/>
                </a:lnTo>
                <a:lnTo>
                  <a:pt x="1454" y="21"/>
                </a:lnTo>
                <a:lnTo>
                  <a:pt x="1454" y="0"/>
                </a:lnTo>
                <a:moveTo>
                  <a:pt x="1535" y="0"/>
                </a:moveTo>
                <a:lnTo>
                  <a:pt x="1575" y="0"/>
                </a:lnTo>
                <a:lnTo>
                  <a:pt x="1575" y="21"/>
                </a:lnTo>
                <a:lnTo>
                  <a:pt x="1535" y="21"/>
                </a:lnTo>
                <a:lnTo>
                  <a:pt x="1535" y="0"/>
                </a:lnTo>
                <a:moveTo>
                  <a:pt x="1616" y="0"/>
                </a:moveTo>
                <a:lnTo>
                  <a:pt x="1656" y="0"/>
                </a:lnTo>
                <a:lnTo>
                  <a:pt x="1656" y="21"/>
                </a:lnTo>
                <a:lnTo>
                  <a:pt x="1616" y="21"/>
                </a:lnTo>
                <a:lnTo>
                  <a:pt x="1616" y="0"/>
                </a:lnTo>
                <a:moveTo>
                  <a:pt x="1697" y="0"/>
                </a:moveTo>
                <a:lnTo>
                  <a:pt x="1737" y="0"/>
                </a:lnTo>
                <a:lnTo>
                  <a:pt x="1737" y="21"/>
                </a:lnTo>
                <a:lnTo>
                  <a:pt x="1697" y="21"/>
                </a:lnTo>
                <a:lnTo>
                  <a:pt x="1697" y="0"/>
                </a:lnTo>
                <a:moveTo>
                  <a:pt x="1778" y="0"/>
                </a:moveTo>
                <a:lnTo>
                  <a:pt x="1818" y="0"/>
                </a:lnTo>
                <a:lnTo>
                  <a:pt x="1818" y="21"/>
                </a:lnTo>
                <a:lnTo>
                  <a:pt x="1778" y="21"/>
                </a:lnTo>
                <a:lnTo>
                  <a:pt x="1778" y="0"/>
                </a:lnTo>
                <a:moveTo>
                  <a:pt x="1858" y="0"/>
                </a:moveTo>
                <a:lnTo>
                  <a:pt x="1899" y="0"/>
                </a:lnTo>
                <a:lnTo>
                  <a:pt x="1899" y="21"/>
                </a:lnTo>
                <a:lnTo>
                  <a:pt x="1858" y="21"/>
                </a:lnTo>
                <a:lnTo>
                  <a:pt x="1858" y="0"/>
                </a:lnTo>
                <a:moveTo>
                  <a:pt x="1939" y="0"/>
                </a:moveTo>
                <a:lnTo>
                  <a:pt x="1980" y="0"/>
                </a:lnTo>
                <a:lnTo>
                  <a:pt x="1980" y="21"/>
                </a:lnTo>
                <a:lnTo>
                  <a:pt x="1939" y="21"/>
                </a:lnTo>
                <a:lnTo>
                  <a:pt x="1939" y="0"/>
                </a:lnTo>
                <a:moveTo>
                  <a:pt x="2020" y="0"/>
                </a:moveTo>
                <a:lnTo>
                  <a:pt x="2060" y="0"/>
                </a:lnTo>
                <a:lnTo>
                  <a:pt x="2060" y="21"/>
                </a:lnTo>
                <a:lnTo>
                  <a:pt x="2020" y="21"/>
                </a:lnTo>
                <a:lnTo>
                  <a:pt x="2020" y="0"/>
                </a:lnTo>
                <a:moveTo>
                  <a:pt x="2101" y="0"/>
                </a:moveTo>
                <a:lnTo>
                  <a:pt x="2141" y="0"/>
                </a:lnTo>
                <a:lnTo>
                  <a:pt x="2141" y="21"/>
                </a:lnTo>
                <a:lnTo>
                  <a:pt x="2101" y="21"/>
                </a:lnTo>
                <a:lnTo>
                  <a:pt x="2101" y="0"/>
                </a:lnTo>
                <a:moveTo>
                  <a:pt x="2182" y="0"/>
                </a:moveTo>
                <a:lnTo>
                  <a:pt x="2222" y="0"/>
                </a:lnTo>
                <a:lnTo>
                  <a:pt x="2222" y="21"/>
                </a:lnTo>
                <a:lnTo>
                  <a:pt x="2182" y="21"/>
                </a:lnTo>
                <a:lnTo>
                  <a:pt x="2182" y="0"/>
                </a:lnTo>
                <a:moveTo>
                  <a:pt x="2262" y="0"/>
                </a:moveTo>
                <a:lnTo>
                  <a:pt x="2303" y="0"/>
                </a:lnTo>
                <a:lnTo>
                  <a:pt x="2303" y="21"/>
                </a:lnTo>
                <a:lnTo>
                  <a:pt x="2262" y="21"/>
                </a:lnTo>
                <a:lnTo>
                  <a:pt x="2262" y="0"/>
                </a:lnTo>
                <a:moveTo>
                  <a:pt x="2343" y="0"/>
                </a:moveTo>
                <a:lnTo>
                  <a:pt x="2384" y="0"/>
                </a:lnTo>
                <a:lnTo>
                  <a:pt x="2384" y="21"/>
                </a:lnTo>
                <a:lnTo>
                  <a:pt x="2343" y="21"/>
                </a:lnTo>
                <a:lnTo>
                  <a:pt x="2343" y="0"/>
                </a:lnTo>
                <a:moveTo>
                  <a:pt x="2424" y="0"/>
                </a:moveTo>
                <a:lnTo>
                  <a:pt x="2464" y="0"/>
                </a:lnTo>
                <a:lnTo>
                  <a:pt x="2464" y="21"/>
                </a:lnTo>
                <a:lnTo>
                  <a:pt x="2424" y="21"/>
                </a:lnTo>
                <a:lnTo>
                  <a:pt x="2424" y="0"/>
                </a:lnTo>
                <a:moveTo>
                  <a:pt x="2505" y="0"/>
                </a:moveTo>
                <a:lnTo>
                  <a:pt x="2545" y="0"/>
                </a:lnTo>
                <a:lnTo>
                  <a:pt x="2545" y="21"/>
                </a:lnTo>
                <a:lnTo>
                  <a:pt x="2505" y="21"/>
                </a:lnTo>
                <a:lnTo>
                  <a:pt x="2505" y="0"/>
                </a:lnTo>
                <a:moveTo>
                  <a:pt x="2586" y="0"/>
                </a:moveTo>
                <a:lnTo>
                  <a:pt x="2626" y="0"/>
                </a:lnTo>
                <a:lnTo>
                  <a:pt x="2626" y="21"/>
                </a:lnTo>
                <a:lnTo>
                  <a:pt x="2586" y="21"/>
                </a:lnTo>
                <a:lnTo>
                  <a:pt x="2586" y="0"/>
                </a:lnTo>
                <a:moveTo>
                  <a:pt x="2666" y="0"/>
                </a:moveTo>
                <a:lnTo>
                  <a:pt x="2707" y="0"/>
                </a:lnTo>
                <a:lnTo>
                  <a:pt x="2707" y="21"/>
                </a:lnTo>
                <a:lnTo>
                  <a:pt x="2666" y="21"/>
                </a:lnTo>
                <a:lnTo>
                  <a:pt x="2666" y="0"/>
                </a:lnTo>
                <a:moveTo>
                  <a:pt x="2747" y="0"/>
                </a:moveTo>
                <a:lnTo>
                  <a:pt x="2788" y="0"/>
                </a:lnTo>
                <a:lnTo>
                  <a:pt x="2788" y="21"/>
                </a:lnTo>
                <a:lnTo>
                  <a:pt x="2747" y="21"/>
                </a:lnTo>
                <a:lnTo>
                  <a:pt x="2747" y="0"/>
                </a:lnTo>
                <a:moveTo>
                  <a:pt x="2828" y="0"/>
                </a:moveTo>
                <a:lnTo>
                  <a:pt x="2869" y="0"/>
                </a:lnTo>
                <a:lnTo>
                  <a:pt x="2869" y="21"/>
                </a:lnTo>
                <a:lnTo>
                  <a:pt x="2828" y="21"/>
                </a:lnTo>
                <a:lnTo>
                  <a:pt x="2828" y="0"/>
                </a:lnTo>
                <a:moveTo>
                  <a:pt x="2909" y="0"/>
                </a:moveTo>
                <a:lnTo>
                  <a:pt x="2949" y="0"/>
                </a:lnTo>
                <a:lnTo>
                  <a:pt x="2949" y="21"/>
                </a:lnTo>
                <a:lnTo>
                  <a:pt x="2909" y="21"/>
                </a:lnTo>
                <a:lnTo>
                  <a:pt x="2909" y="0"/>
                </a:lnTo>
                <a:moveTo>
                  <a:pt x="2990" y="0"/>
                </a:moveTo>
                <a:lnTo>
                  <a:pt x="3030" y="0"/>
                </a:lnTo>
                <a:lnTo>
                  <a:pt x="3030" y="21"/>
                </a:lnTo>
                <a:lnTo>
                  <a:pt x="2990" y="21"/>
                </a:lnTo>
                <a:lnTo>
                  <a:pt x="2990" y="0"/>
                </a:lnTo>
                <a:moveTo>
                  <a:pt x="3071" y="0"/>
                </a:moveTo>
                <a:lnTo>
                  <a:pt x="3111" y="0"/>
                </a:lnTo>
                <a:lnTo>
                  <a:pt x="3111" y="21"/>
                </a:lnTo>
                <a:lnTo>
                  <a:pt x="3071" y="21"/>
                </a:lnTo>
                <a:lnTo>
                  <a:pt x="3071" y="0"/>
                </a:lnTo>
                <a:moveTo>
                  <a:pt x="3151" y="0"/>
                </a:moveTo>
                <a:lnTo>
                  <a:pt x="3192" y="0"/>
                </a:lnTo>
                <a:lnTo>
                  <a:pt x="3192" y="21"/>
                </a:lnTo>
                <a:lnTo>
                  <a:pt x="3151" y="21"/>
                </a:lnTo>
                <a:lnTo>
                  <a:pt x="3151" y="0"/>
                </a:lnTo>
                <a:moveTo>
                  <a:pt x="3232" y="0"/>
                </a:moveTo>
                <a:lnTo>
                  <a:pt x="3273" y="0"/>
                </a:lnTo>
                <a:lnTo>
                  <a:pt x="3273" y="21"/>
                </a:lnTo>
                <a:lnTo>
                  <a:pt x="3232" y="21"/>
                </a:lnTo>
                <a:lnTo>
                  <a:pt x="3232" y="0"/>
                </a:lnTo>
                <a:moveTo>
                  <a:pt x="3313" y="0"/>
                </a:moveTo>
                <a:lnTo>
                  <a:pt x="3353" y="0"/>
                </a:lnTo>
                <a:lnTo>
                  <a:pt x="3353" y="21"/>
                </a:lnTo>
                <a:lnTo>
                  <a:pt x="3313" y="21"/>
                </a:lnTo>
                <a:lnTo>
                  <a:pt x="3313" y="0"/>
                </a:lnTo>
                <a:moveTo>
                  <a:pt x="3394" y="0"/>
                </a:moveTo>
                <a:lnTo>
                  <a:pt x="3434" y="0"/>
                </a:lnTo>
                <a:lnTo>
                  <a:pt x="3434" y="21"/>
                </a:lnTo>
                <a:lnTo>
                  <a:pt x="3394" y="21"/>
                </a:lnTo>
                <a:lnTo>
                  <a:pt x="3394" y="0"/>
                </a:lnTo>
                <a:moveTo>
                  <a:pt x="3475" y="0"/>
                </a:moveTo>
                <a:lnTo>
                  <a:pt x="3515" y="0"/>
                </a:lnTo>
                <a:lnTo>
                  <a:pt x="3515" y="21"/>
                </a:lnTo>
                <a:lnTo>
                  <a:pt x="3475" y="21"/>
                </a:lnTo>
                <a:lnTo>
                  <a:pt x="3475" y="0"/>
                </a:lnTo>
                <a:moveTo>
                  <a:pt x="3555" y="0"/>
                </a:moveTo>
                <a:lnTo>
                  <a:pt x="3596" y="0"/>
                </a:lnTo>
                <a:lnTo>
                  <a:pt x="3596" y="21"/>
                </a:lnTo>
                <a:lnTo>
                  <a:pt x="3555" y="21"/>
                </a:lnTo>
                <a:lnTo>
                  <a:pt x="3555" y="0"/>
                </a:lnTo>
                <a:moveTo>
                  <a:pt x="3636" y="0"/>
                </a:moveTo>
                <a:lnTo>
                  <a:pt x="3677" y="0"/>
                </a:lnTo>
                <a:lnTo>
                  <a:pt x="3677" y="21"/>
                </a:lnTo>
                <a:lnTo>
                  <a:pt x="3636" y="21"/>
                </a:lnTo>
                <a:lnTo>
                  <a:pt x="3636" y="0"/>
                </a:lnTo>
                <a:moveTo>
                  <a:pt x="3717" y="0"/>
                </a:moveTo>
                <a:lnTo>
                  <a:pt x="3757" y="0"/>
                </a:lnTo>
                <a:lnTo>
                  <a:pt x="3757" y="21"/>
                </a:lnTo>
                <a:lnTo>
                  <a:pt x="3717" y="21"/>
                </a:lnTo>
                <a:lnTo>
                  <a:pt x="3717" y="0"/>
                </a:lnTo>
                <a:moveTo>
                  <a:pt x="3798" y="0"/>
                </a:moveTo>
                <a:lnTo>
                  <a:pt x="3838" y="0"/>
                </a:lnTo>
                <a:lnTo>
                  <a:pt x="3838" y="21"/>
                </a:lnTo>
                <a:lnTo>
                  <a:pt x="3798" y="21"/>
                </a:lnTo>
                <a:lnTo>
                  <a:pt x="3798" y="0"/>
                </a:lnTo>
                <a:moveTo>
                  <a:pt x="3879" y="0"/>
                </a:moveTo>
                <a:lnTo>
                  <a:pt x="3919" y="0"/>
                </a:lnTo>
                <a:lnTo>
                  <a:pt x="3919" y="21"/>
                </a:lnTo>
                <a:lnTo>
                  <a:pt x="3879" y="21"/>
                </a:lnTo>
                <a:lnTo>
                  <a:pt x="3879" y="0"/>
                </a:lnTo>
                <a:moveTo>
                  <a:pt x="3960" y="0"/>
                </a:moveTo>
                <a:lnTo>
                  <a:pt x="4000" y="0"/>
                </a:lnTo>
                <a:lnTo>
                  <a:pt x="4000" y="21"/>
                </a:lnTo>
                <a:lnTo>
                  <a:pt x="3960" y="21"/>
                </a:lnTo>
                <a:lnTo>
                  <a:pt x="3960" y="0"/>
                </a:lnTo>
                <a:moveTo>
                  <a:pt x="4040" y="0"/>
                </a:moveTo>
                <a:lnTo>
                  <a:pt x="4081" y="0"/>
                </a:lnTo>
                <a:lnTo>
                  <a:pt x="4081" y="21"/>
                </a:lnTo>
                <a:lnTo>
                  <a:pt x="4040" y="21"/>
                </a:lnTo>
                <a:lnTo>
                  <a:pt x="4040" y="0"/>
                </a:lnTo>
                <a:moveTo>
                  <a:pt x="4121" y="0"/>
                </a:moveTo>
                <a:lnTo>
                  <a:pt x="4162" y="0"/>
                </a:lnTo>
                <a:lnTo>
                  <a:pt x="4162" y="21"/>
                </a:lnTo>
                <a:lnTo>
                  <a:pt x="4121" y="21"/>
                </a:lnTo>
                <a:lnTo>
                  <a:pt x="4121" y="0"/>
                </a:lnTo>
                <a:moveTo>
                  <a:pt x="4202" y="0"/>
                </a:moveTo>
                <a:lnTo>
                  <a:pt x="4242" y="0"/>
                </a:lnTo>
                <a:lnTo>
                  <a:pt x="4242" y="21"/>
                </a:lnTo>
                <a:lnTo>
                  <a:pt x="4202" y="21"/>
                </a:lnTo>
                <a:lnTo>
                  <a:pt x="4202" y="0"/>
                </a:lnTo>
                <a:moveTo>
                  <a:pt x="4283" y="0"/>
                </a:moveTo>
                <a:lnTo>
                  <a:pt x="4323" y="0"/>
                </a:lnTo>
                <a:lnTo>
                  <a:pt x="4323" y="21"/>
                </a:lnTo>
                <a:lnTo>
                  <a:pt x="4283" y="21"/>
                </a:lnTo>
                <a:lnTo>
                  <a:pt x="4283" y="0"/>
                </a:lnTo>
                <a:moveTo>
                  <a:pt x="4364" y="0"/>
                </a:moveTo>
                <a:lnTo>
                  <a:pt x="4404" y="0"/>
                </a:lnTo>
                <a:lnTo>
                  <a:pt x="4404" y="21"/>
                </a:lnTo>
                <a:lnTo>
                  <a:pt x="4364" y="21"/>
                </a:lnTo>
                <a:lnTo>
                  <a:pt x="4364" y="0"/>
                </a:lnTo>
                <a:moveTo>
                  <a:pt x="4444" y="0"/>
                </a:moveTo>
                <a:lnTo>
                  <a:pt x="4485" y="0"/>
                </a:lnTo>
                <a:lnTo>
                  <a:pt x="4485" y="21"/>
                </a:lnTo>
                <a:lnTo>
                  <a:pt x="4444" y="21"/>
                </a:lnTo>
                <a:lnTo>
                  <a:pt x="4444" y="0"/>
                </a:lnTo>
                <a:moveTo>
                  <a:pt x="4525" y="0"/>
                </a:moveTo>
                <a:lnTo>
                  <a:pt x="4566" y="0"/>
                </a:lnTo>
                <a:lnTo>
                  <a:pt x="4566" y="21"/>
                </a:lnTo>
                <a:lnTo>
                  <a:pt x="4525" y="21"/>
                </a:lnTo>
                <a:lnTo>
                  <a:pt x="4525" y="0"/>
                </a:lnTo>
                <a:moveTo>
                  <a:pt x="4606" y="0"/>
                </a:moveTo>
                <a:lnTo>
                  <a:pt x="4646" y="0"/>
                </a:lnTo>
                <a:lnTo>
                  <a:pt x="4646" y="21"/>
                </a:lnTo>
                <a:lnTo>
                  <a:pt x="4606" y="21"/>
                </a:lnTo>
                <a:lnTo>
                  <a:pt x="4606" y="0"/>
                </a:lnTo>
                <a:moveTo>
                  <a:pt x="4687" y="0"/>
                </a:moveTo>
                <a:lnTo>
                  <a:pt x="4727" y="0"/>
                </a:lnTo>
                <a:lnTo>
                  <a:pt x="4727" y="21"/>
                </a:lnTo>
                <a:lnTo>
                  <a:pt x="4687" y="21"/>
                </a:lnTo>
                <a:lnTo>
                  <a:pt x="4687" y="0"/>
                </a:lnTo>
                <a:moveTo>
                  <a:pt x="4768" y="0"/>
                </a:moveTo>
                <a:lnTo>
                  <a:pt x="4808" y="0"/>
                </a:lnTo>
                <a:lnTo>
                  <a:pt x="4808" y="21"/>
                </a:lnTo>
                <a:lnTo>
                  <a:pt x="4768" y="21"/>
                </a:lnTo>
                <a:lnTo>
                  <a:pt x="4768" y="0"/>
                </a:lnTo>
                <a:moveTo>
                  <a:pt x="4848" y="0"/>
                </a:moveTo>
                <a:lnTo>
                  <a:pt x="4889" y="0"/>
                </a:lnTo>
                <a:lnTo>
                  <a:pt x="4889" y="21"/>
                </a:lnTo>
                <a:lnTo>
                  <a:pt x="4848" y="21"/>
                </a:lnTo>
                <a:lnTo>
                  <a:pt x="4848" y="0"/>
                </a:lnTo>
                <a:moveTo>
                  <a:pt x="4929" y="0"/>
                </a:moveTo>
                <a:lnTo>
                  <a:pt x="4970" y="0"/>
                </a:lnTo>
                <a:lnTo>
                  <a:pt x="4970" y="21"/>
                </a:lnTo>
                <a:lnTo>
                  <a:pt x="4929" y="21"/>
                </a:lnTo>
                <a:lnTo>
                  <a:pt x="4929" y="0"/>
                </a:lnTo>
                <a:moveTo>
                  <a:pt x="5010" y="0"/>
                </a:moveTo>
                <a:lnTo>
                  <a:pt x="5051" y="0"/>
                </a:lnTo>
                <a:lnTo>
                  <a:pt x="5051" y="21"/>
                </a:lnTo>
                <a:lnTo>
                  <a:pt x="5010" y="21"/>
                </a:lnTo>
                <a:lnTo>
                  <a:pt x="5010" y="0"/>
                </a:lnTo>
                <a:moveTo>
                  <a:pt x="5091" y="0"/>
                </a:moveTo>
                <a:lnTo>
                  <a:pt x="5131" y="0"/>
                </a:lnTo>
                <a:lnTo>
                  <a:pt x="5131" y="21"/>
                </a:lnTo>
                <a:lnTo>
                  <a:pt x="5091" y="21"/>
                </a:lnTo>
                <a:lnTo>
                  <a:pt x="5091" y="0"/>
                </a:lnTo>
                <a:moveTo>
                  <a:pt x="5172" y="0"/>
                </a:moveTo>
                <a:lnTo>
                  <a:pt x="5212" y="0"/>
                </a:lnTo>
                <a:lnTo>
                  <a:pt x="5212" y="21"/>
                </a:lnTo>
                <a:lnTo>
                  <a:pt x="5172" y="21"/>
                </a:lnTo>
                <a:lnTo>
                  <a:pt x="5172" y="0"/>
                </a:lnTo>
                <a:moveTo>
                  <a:pt x="5253" y="0"/>
                </a:moveTo>
                <a:lnTo>
                  <a:pt x="5293" y="0"/>
                </a:lnTo>
                <a:lnTo>
                  <a:pt x="5293" y="21"/>
                </a:lnTo>
                <a:lnTo>
                  <a:pt x="5253" y="21"/>
                </a:lnTo>
                <a:lnTo>
                  <a:pt x="5253" y="0"/>
                </a:lnTo>
                <a:moveTo>
                  <a:pt x="5333" y="0"/>
                </a:moveTo>
                <a:lnTo>
                  <a:pt x="5374" y="0"/>
                </a:lnTo>
                <a:lnTo>
                  <a:pt x="5374" y="21"/>
                </a:lnTo>
                <a:lnTo>
                  <a:pt x="5333" y="21"/>
                </a:lnTo>
                <a:lnTo>
                  <a:pt x="5333" y="0"/>
                </a:lnTo>
                <a:moveTo>
                  <a:pt x="5414" y="0"/>
                </a:moveTo>
                <a:lnTo>
                  <a:pt x="5455" y="0"/>
                </a:lnTo>
                <a:lnTo>
                  <a:pt x="5455" y="21"/>
                </a:lnTo>
                <a:lnTo>
                  <a:pt x="5414" y="21"/>
                </a:lnTo>
                <a:lnTo>
                  <a:pt x="5414" y="0"/>
                </a:lnTo>
                <a:moveTo>
                  <a:pt x="5495" y="0"/>
                </a:moveTo>
                <a:lnTo>
                  <a:pt x="5535" y="0"/>
                </a:lnTo>
                <a:lnTo>
                  <a:pt x="5535" y="21"/>
                </a:lnTo>
                <a:lnTo>
                  <a:pt x="5495" y="21"/>
                </a:lnTo>
                <a:lnTo>
                  <a:pt x="5495" y="0"/>
                </a:lnTo>
                <a:moveTo>
                  <a:pt x="5576" y="0"/>
                </a:moveTo>
                <a:lnTo>
                  <a:pt x="5616" y="0"/>
                </a:lnTo>
                <a:lnTo>
                  <a:pt x="5616" y="21"/>
                </a:lnTo>
                <a:lnTo>
                  <a:pt x="5576" y="21"/>
                </a:lnTo>
                <a:lnTo>
                  <a:pt x="5576" y="0"/>
                </a:lnTo>
                <a:moveTo>
                  <a:pt x="5657" y="0"/>
                </a:moveTo>
                <a:lnTo>
                  <a:pt x="5697" y="0"/>
                </a:lnTo>
                <a:lnTo>
                  <a:pt x="5697" y="21"/>
                </a:lnTo>
                <a:lnTo>
                  <a:pt x="5657" y="21"/>
                </a:lnTo>
                <a:lnTo>
                  <a:pt x="5657" y="0"/>
                </a:lnTo>
                <a:moveTo>
                  <a:pt x="5737" y="0"/>
                </a:moveTo>
                <a:lnTo>
                  <a:pt x="5778" y="0"/>
                </a:lnTo>
                <a:lnTo>
                  <a:pt x="5778" y="21"/>
                </a:lnTo>
                <a:lnTo>
                  <a:pt x="5737" y="21"/>
                </a:lnTo>
                <a:lnTo>
                  <a:pt x="5737" y="0"/>
                </a:lnTo>
                <a:moveTo>
                  <a:pt x="5818" y="0"/>
                </a:moveTo>
                <a:lnTo>
                  <a:pt x="5859" y="0"/>
                </a:lnTo>
                <a:lnTo>
                  <a:pt x="5859" y="21"/>
                </a:lnTo>
                <a:lnTo>
                  <a:pt x="5818" y="21"/>
                </a:lnTo>
                <a:lnTo>
                  <a:pt x="5818" y="0"/>
                </a:lnTo>
                <a:moveTo>
                  <a:pt x="5899" y="0"/>
                </a:moveTo>
                <a:lnTo>
                  <a:pt x="5939" y="0"/>
                </a:lnTo>
                <a:lnTo>
                  <a:pt x="5939" y="21"/>
                </a:lnTo>
                <a:lnTo>
                  <a:pt x="5899" y="21"/>
                </a:lnTo>
                <a:lnTo>
                  <a:pt x="5899" y="0"/>
                </a:lnTo>
                <a:moveTo>
                  <a:pt x="5980" y="0"/>
                </a:moveTo>
                <a:lnTo>
                  <a:pt x="6020" y="0"/>
                </a:lnTo>
                <a:lnTo>
                  <a:pt x="6020" y="21"/>
                </a:lnTo>
                <a:lnTo>
                  <a:pt x="5980" y="21"/>
                </a:lnTo>
                <a:lnTo>
                  <a:pt x="5980" y="0"/>
                </a:lnTo>
                <a:moveTo>
                  <a:pt x="6061" y="0"/>
                </a:moveTo>
                <a:lnTo>
                  <a:pt x="6101" y="0"/>
                </a:lnTo>
                <a:lnTo>
                  <a:pt x="6101" y="21"/>
                </a:lnTo>
                <a:lnTo>
                  <a:pt x="6061" y="21"/>
                </a:lnTo>
                <a:lnTo>
                  <a:pt x="6061" y="0"/>
                </a:lnTo>
                <a:moveTo>
                  <a:pt x="6141" y="0"/>
                </a:moveTo>
                <a:lnTo>
                  <a:pt x="6182" y="0"/>
                </a:lnTo>
                <a:lnTo>
                  <a:pt x="6182" y="21"/>
                </a:lnTo>
                <a:lnTo>
                  <a:pt x="6141" y="21"/>
                </a:lnTo>
                <a:lnTo>
                  <a:pt x="6141" y="0"/>
                </a:lnTo>
                <a:moveTo>
                  <a:pt x="6222" y="0"/>
                </a:moveTo>
                <a:lnTo>
                  <a:pt x="6263" y="0"/>
                </a:lnTo>
                <a:lnTo>
                  <a:pt x="6263" y="21"/>
                </a:lnTo>
                <a:lnTo>
                  <a:pt x="6222" y="21"/>
                </a:lnTo>
                <a:lnTo>
                  <a:pt x="6222" y="0"/>
                </a:lnTo>
                <a:moveTo>
                  <a:pt x="6303" y="0"/>
                </a:moveTo>
                <a:lnTo>
                  <a:pt x="6344" y="0"/>
                </a:lnTo>
                <a:lnTo>
                  <a:pt x="6344" y="21"/>
                </a:lnTo>
                <a:lnTo>
                  <a:pt x="6303" y="21"/>
                </a:lnTo>
                <a:lnTo>
                  <a:pt x="6303" y="0"/>
                </a:lnTo>
                <a:moveTo>
                  <a:pt x="6384" y="0"/>
                </a:moveTo>
                <a:lnTo>
                  <a:pt x="6424" y="0"/>
                </a:lnTo>
                <a:lnTo>
                  <a:pt x="6424" y="21"/>
                </a:lnTo>
                <a:lnTo>
                  <a:pt x="6384" y="21"/>
                </a:lnTo>
                <a:lnTo>
                  <a:pt x="6384" y="0"/>
                </a:lnTo>
                <a:moveTo>
                  <a:pt x="6465" y="0"/>
                </a:moveTo>
                <a:lnTo>
                  <a:pt x="6505" y="0"/>
                </a:lnTo>
                <a:lnTo>
                  <a:pt x="6505" y="21"/>
                </a:lnTo>
                <a:lnTo>
                  <a:pt x="6465" y="21"/>
                </a:lnTo>
                <a:lnTo>
                  <a:pt x="6465" y="0"/>
                </a:lnTo>
                <a:moveTo>
                  <a:pt x="6546" y="0"/>
                </a:moveTo>
                <a:lnTo>
                  <a:pt x="6586" y="0"/>
                </a:lnTo>
                <a:lnTo>
                  <a:pt x="6586" y="21"/>
                </a:lnTo>
                <a:lnTo>
                  <a:pt x="6546" y="21"/>
                </a:lnTo>
                <a:lnTo>
                  <a:pt x="6546" y="0"/>
                </a:lnTo>
                <a:moveTo>
                  <a:pt x="6626" y="0"/>
                </a:moveTo>
                <a:lnTo>
                  <a:pt x="6667" y="0"/>
                </a:lnTo>
                <a:lnTo>
                  <a:pt x="6667" y="21"/>
                </a:lnTo>
                <a:lnTo>
                  <a:pt x="6626" y="21"/>
                </a:lnTo>
                <a:lnTo>
                  <a:pt x="6626" y="0"/>
                </a:lnTo>
                <a:moveTo>
                  <a:pt x="6707" y="0"/>
                </a:moveTo>
                <a:lnTo>
                  <a:pt x="6748" y="0"/>
                </a:lnTo>
                <a:lnTo>
                  <a:pt x="6748" y="21"/>
                </a:lnTo>
                <a:lnTo>
                  <a:pt x="6707" y="21"/>
                </a:lnTo>
                <a:lnTo>
                  <a:pt x="6707" y="0"/>
                </a:lnTo>
                <a:moveTo>
                  <a:pt x="6788" y="0"/>
                </a:moveTo>
                <a:lnTo>
                  <a:pt x="6828" y="0"/>
                </a:lnTo>
                <a:lnTo>
                  <a:pt x="6828" y="21"/>
                </a:lnTo>
                <a:lnTo>
                  <a:pt x="6788" y="21"/>
                </a:lnTo>
                <a:lnTo>
                  <a:pt x="6788" y="0"/>
                </a:lnTo>
                <a:moveTo>
                  <a:pt x="6869" y="0"/>
                </a:moveTo>
                <a:lnTo>
                  <a:pt x="6909" y="0"/>
                </a:lnTo>
                <a:lnTo>
                  <a:pt x="6909" y="21"/>
                </a:lnTo>
                <a:lnTo>
                  <a:pt x="6869" y="21"/>
                </a:lnTo>
                <a:lnTo>
                  <a:pt x="6869" y="0"/>
                </a:lnTo>
                <a:moveTo>
                  <a:pt x="6950" y="0"/>
                </a:moveTo>
                <a:lnTo>
                  <a:pt x="6990" y="0"/>
                </a:lnTo>
                <a:lnTo>
                  <a:pt x="6990" y="21"/>
                </a:lnTo>
                <a:lnTo>
                  <a:pt x="6950" y="21"/>
                </a:lnTo>
                <a:lnTo>
                  <a:pt x="6950" y="0"/>
                </a:lnTo>
                <a:moveTo>
                  <a:pt x="7030" y="0"/>
                </a:moveTo>
                <a:lnTo>
                  <a:pt x="7071" y="0"/>
                </a:lnTo>
                <a:lnTo>
                  <a:pt x="7071" y="21"/>
                </a:lnTo>
                <a:lnTo>
                  <a:pt x="7030" y="21"/>
                </a:lnTo>
                <a:lnTo>
                  <a:pt x="7030" y="0"/>
                </a:lnTo>
                <a:moveTo>
                  <a:pt x="7111" y="0"/>
                </a:moveTo>
                <a:lnTo>
                  <a:pt x="7152" y="0"/>
                </a:lnTo>
                <a:lnTo>
                  <a:pt x="7152" y="21"/>
                </a:lnTo>
                <a:lnTo>
                  <a:pt x="7111" y="21"/>
                </a:lnTo>
                <a:lnTo>
                  <a:pt x="7111" y="0"/>
                </a:lnTo>
                <a:moveTo>
                  <a:pt x="7192" y="0"/>
                </a:moveTo>
                <a:lnTo>
                  <a:pt x="7232" y="0"/>
                </a:lnTo>
                <a:lnTo>
                  <a:pt x="7232" y="21"/>
                </a:lnTo>
                <a:lnTo>
                  <a:pt x="7192" y="21"/>
                </a:lnTo>
                <a:lnTo>
                  <a:pt x="7192" y="0"/>
                </a:lnTo>
                <a:moveTo>
                  <a:pt x="7273" y="0"/>
                </a:moveTo>
                <a:lnTo>
                  <a:pt x="7313" y="0"/>
                </a:lnTo>
                <a:lnTo>
                  <a:pt x="7313" y="21"/>
                </a:lnTo>
                <a:lnTo>
                  <a:pt x="7273" y="21"/>
                </a:lnTo>
                <a:lnTo>
                  <a:pt x="7273" y="0"/>
                </a:lnTo>
                <a:moveTo>
                  <a:pt x="7354" y="0"/>
                </a:moveTo>
                <a:lnTo>
                  <a:pt x="7394" y="0"/>
                </a:lnTo>
                <a:lnTo>
                  <a:pt x="7394" y="21"/>
                </a:lnTo>
                <a:lnTo>
                  <a:pt x="7354" y="21"/>
                </a:lnTo>
                <a:lnTo>
                  <a:pt x="7354" y="0"/>
                </a:lnTo>
                <a:moveTo>
                  <a:pt x="7436" y="0"/>
                </a:moveTo>
                <a:lnTo>
                  <a:pt x="7476" y="0"/>
                </a:lnTo>
                <a:lnTo>
                  <a:pt x="7476" y="21"/>
                </a:lnTo>
                <a:lnTo>
                  <a:pt x="7436" y="21"/>
                </a:lnTo>
                <a:lnTo>
                  <a:pt x="7436" y="0"/>
                </a:lnTo>
                <a:moveTo>
                  <a:pt x="7516" y="0"/>
                </a:moveTo>
                <a:lnTo>
                  <a:pt x="7557" y="0"/>
                </a:lnTo>
                <a:lnTo>
                  <a:pt x="7557" y="21"/>
                </a:lnTo>
                <a:lnTo>
                  <a:pt x="7516" y="21"/>
                </a:lnTo>
                <a:lnTo>
                  <a:pt x="7516" y="0"/>
                </a:lnTo>
                <a:moveTo>
                  <a:pt x="7597" y="0"/>
                </a:moveTo>
                <a:lnTo>
                  <a:pt x="7638" y="0"/>
                </a:lnTo>
                <a:lnTo>
                  <a:pt x="7638" y="21"/>
                </a:lnTo>
                <a:lnTo>
                  <a:pt x="7597" y="21"/>
                </a:lnTo>
                <a:lnTo>
                  <a:pt x="7597" y="0"/>
                </a:lnTo>
                <a:moveTo>
                  <a:pt x="7678" y="0"/>
                </a:moveTo>
                <a:lnTo>
                  <a:pt x="7718" y="0"/>
                </a:lnTo>
                <a:lnTo>
                  <a:pt x="7718" y="21"/>
                </a:lnTo>
                <a:lnTo>
                  <a:pt x="7678" y="21"/>
                </a:lnTo>
                <a:lnTo>
                  <a:pt x="7678" y="0"/>
                </a:lnTo>
                <a:moveTo>
                  <a:pt x="7759" y="0"/>
                </a:moveTo>
                <a:lnTo>
                  <a:pt x="7799" y="0"/>
                </a:lnTo>
                <a:lnTo>
                  <a:pt x="7799" y="21"/>
                </a:lnTo>
                <a:lnTo>
                  <a:pt x="7759" y="21"/>
                </a:lnTo>
                <a:lnTo>
                  <a:pt x="7759" y="0"/>
                </a:lnTo>
                <a:moveTo>
                  <a:pt x="7840" y="0"/>
                </a:moveTo>
                <a:lnTo>
                  <a:pt x="7880" y="0"/>
                </a:lnTo>
                <a:lnTo>
                  <a:pt x="7880" y="21"/>
                </a:lnTo>
                <a:lnTo>
                  <a:pt x="7840" y="21"/>
                </a:lnTo>
                <a:lnTo>
                  <a:pt x="7840" y="0"/>
                </a:lnTo>
                <a:moveTo>
                  <a:pt x="7920" y="0"/>
                </a:moveTo>
                <a:lnTo>
                  <a:pt x="7961" y="0"/>
                </a:lnTo>
                <a:lnTo>
                  <a:pt x="7961" y="21"/>
                </a:lnTo>
                <a:lnTo>
                  <a:pt x="7920" y="21"/>
                </a:lnTo>
                <a:lnTo>
                  <a:pt x="7920" y="0"/>
                </a:lnTo>
                <a:moveTo>
                  <a:pt x="8001" y="0"/>
                </a:moveTo>
                <a:lnTo>
                  <a:pt x="8042" y="0"/>
                </a:lnTo>
                <a:lnTo>
                  <a:pt x="8042" y="21"/>
                </a:lnTo>
                <a:lnTo>
                  <a:pt x="8001" y="21"/>
                </a:lnTo>
                <a:lnTo>
                  <a:pt x="8001" y="0"/>
                </a:lnTo>
                <a:moveTo>
                  <a:pt x="8082" y="0"/>
                </a:moveTo>
                <a:lnTo>
                  <a:pt x="8122" y="0"/>
                </a:lnTo>
                <a:lnTo>
                  <a:pt x="8122" y="21"/>
                </a:lnTo>
                <a:lnTo>
                  <a:pt x="8082" y="21"/>
                </a:lnTo>
                <a:lnTo>
                  <a:pt x="8082" y="0"/>
                </a:lnTo>
                <a:moveTo>
                  <a:pt x="8163" y="0"/>
                </a:moveTo>
                <a:lnTo>
                  <a:pt x="8203" y="0"/>
                </a:lnTo>
                <a:lnTo>
                  <a:pt x="8203" y="21"/>
                </a:lnTo>
                <a:lnTo>
                  <a:pt x="8163" y="21"/>
                </a:lnTo>
                <a:lnTo>
                  <a:pt x="8163" y="0"/>
                </a:lnTo>
                <a:moveTo>
                  <a:pt x="8244" y="0"/>
                </a:moveTo>
                <a:lnTo>
                  <a:pt x="8284" y="0"/>
                </a:lnTo>
                <a:lnTo>
                  <a:pt x="8284" y="21"/>
                </a:lnTo>
                <a:lnTo>
                  <a:pt x="8244" y="21"/>
                </a:lnTo>
                <a:lnTo>
                  <a:pt x="8244" y="0"/>
                </a:lnTo>
                <a:moveTo>
                  <a:pt x="8324" y="0"/>
                </a:moveTo>
                <a:lnTo>
                  <a:pt x="8365" y="0"/>
                </a:lnTo>
                <a:lnTo>
                  <a:pt x="8365" y="21"/>
                </a:lnTo>
                <a:lnTo>
                  <a:pt x="8324" y="21"/>
                </a:lnTo>
                <a:lnTo>
                  <a:pt x="8324" y="0"/>
                </a:lnTo>
                <a:moveTo>
                  <a:pt x="8405" y="0"/>
                </a:moveTo>
                <a:lnTo>
                  <a:pt x="8446" y="0"/>
                </a:lnTo>
                <a:lnTo>
                  <a:pt x="8446" y="21"/>
                </a:lnTo>
                <a:lnTo>
                  <a:pt x="8405" y="21"/>
                </a:lnTo>
                <a:lnTo>
                  <a:pt x="8405" y="0"/>
                </a:lnTo>
                <a:moveTo>
                  <a:pt x="8486" y="0"/>
                </a:moveTo>
                <a:lnTo>
                  <a:pt x="8527" y="0"/>
                </a:lnTo>
                <a:lnTo>
                  <a:pt x="8527" y="21"/>
                </a:lnTo>
                <a:lnTo>
                  <a:pt x="8486" y="21"/>
                </a:lnTo>
                <a:lnTo>
                  <a:pt x="8486" y="0"/>
                </a:lnTo>
                <a:moveTo>
                  <a:pt x="8567" y="0"/>
                </a:moveTo>
                <a:lnTo>
                  <a:pt x="8607" y="0"/>
                </a:lnTo>
                <a:lnTo>
                  <a:pt x="8607" y="21"/>
                </a:lnTo>
                <a:lnTo>
                  <a:pt x="8567" y="21"/>
                </a:lnTo>
                <a:lnTo>
                  <a:pt x="8567" y="0"/>
                </a:lnTo>
                <a:moveTo>
                  <a:pt x="8648" y="0"/>
                </a:moveTo>
                <a:lnTo>
                  <a:pt x="8688" y="0"/>
                </a:lnTo>
                <a:lnTo>
                  <a:pt x="8688" y="21"/>
                </a:lnTo>
                <a:lnTo>
                  <a:pt x="8648" y="21"/>
                </a:lnTo>
                <a:lnTo>
                  <a:pt x="8648" y="0"/>
                </a:lnTo>
                <a:moveTo>
                  <a:pt x="8729" y="0"/>
                </a:moveTo>
                <a:lnTo>
                  <a:pt x="8769" y="0"/>
                </a:lnTo>
                <a:lnTo>
                  <a:pt x="8769" y="21"/>
                </a:lnTo>
                <a:lnTo>
                  <a:pt x="8729" y="21"/>
                </a:lnTo>
                <a:lnTo>
                  <a:pt x="8729" y="0"/>
                </a:lnTo>
                <a:moveTo>
                  <a:pt x="8809" y="0"/>
                </a:moveTo>
                <a:lnTo>
                  <a:pt x="8850" y="0"/>
                </a:lnTo>
                <a:lnTo>
                  <a:pt x="8850" y="21"/>
                </a:lnTo>
                <a:lnTo>
                  <a:pt x="8809" y="21"/>
                </a:lnTo>
                <a:lnTo>
                  <a:pt x="8809" y="0"/>
                </a:lnTo>
                <a:moveTo>
                  <a:pt x="8890" y="0"/>
                </a:moveTo>
                <a:lnTo>
                  <a:pt x="8931" y="0"/>
                </a:lnTo>
                <a:lnTo>
                  <a:pt x="8931" y="21"/>
                </a:lnTo>
                <a:lnTo>
                  <a:pt x="8890" y="21"/>
                </a:lnTo>
                <a:lnTo>
                  <a:pt x="8890" y="0"/>
                </a:lnTo>
                <a:moveTo>
                  <a:pt x="8971" y="0"/>
                </a:moveTo>
                <a:lnTo>
                  <a:pt x="9011" y="0"/>
                </a:lnTo>
                <a:lnTo>
                  <a:pt x="9011" y="21"/>
                </a:lnTo>
                <a:lnTo>
                  <a:pt x="8971" y="21"/>
                </a:lnTo>
                <a:lnTo>
                  <a:pt x="8971" y="0"/>
                </a:lnTo>
                <a:moveTo>
                  <a:pt x="9052" y="0"/>
                </a:moveTo>
                <a:lnTo>
                  <a:pt x="9092" y="0"/>
                </a:lnTo>
                <a:lnTo>
                  <a:pt x="9092" y="21"/>
                </a:lnTo>
                <a:lnTo>
                  <a:pt x="9052" y="21"/>
                </a:lnTo>
                <a:lnTo>
                  <a:pt x="9052" y="0"/>
                </a:lnTo>
                <a:moveTo>
                  <a:pt x="9133" y="0"/>
                </a:moveTo>
                <a:lnTo>
                  <a:pt x="9173" y="0"/>
                </a:lnTo>
                <a:lnTo>
                  <a:pt x="9173" y="21"/>
                </a:lnTo>
                <a:lnTo>
                  <a:pt x="9133" y="21"/>
                </a:lnTo>
                <a:lnTo>
                  <a:pt x="9133" y="0"/>
                </a:lnTo>
                <a:moveTo>
                  <a:pt x="9213" y="0"/>
                </a:moveTo>
                <a:lnTo>
                  <a:pt x="9254" y="0"/>
                </a:lnTo>
                <a:lnTo>
                  <a:pt x="9254" y="21"/>
                </a:lnTo>
                <a:lnTo>
                  <a:pt x="9213" y="21"/>
                </a:lnTo>
                <a:lnTo>
                  <a:pt x="9213" y="0"/>
                </a:lnTo>
                <a:moveTo>
                  <a:pt x="9294" y="0"/>
                </a:moveTo>
                <a:lnTo>
                  <a:pt x="9335" y="0"/>
                </a:lnTo>
                <a:lnTo>
                  <a:pt x="9335" y="21"/>
                </a:lnTo>
                <a:lnTo>
                  <a:pt x="9294" y="21"/>
                </a:lnTo>
                <a:lnTo>
                  <a:pt x="9294" y="0"/>
                </a:lnTo>
                <a:moveTo>
                  <a:pt x="9375" y="0"/>
                </a:moveTo>
                <a:lnTo>
                  <a:pt x="9415" y="0"/>
                </a:lnTo>
                <a:lnTo>
                  <a:pt x="9415" y="21"/>
                </a:lnTo>
                <a:lnTo>
                  <a:pt x="9375" y="21"/>
                </a:lnTo>
                <a:lnTo>
                  <a:pt x="9375" y="0"/>
                </a:lnTo>
                <a:moveTo>
                  <a:pt x="9456" y="0"/>
                </a:moveTo>
                <a:lnTo>
                  <a:pt x="9496" y="0"/>
                </a:lnTo>
                <a:lnTo>
                  <a:pt x="9496" y="21"/>
                </a:lnTo>
                <a:lnTo>
                  <a:pt x="9456" y="21"/>
                </a:lnTo>
                <a:lnTo>
                  <a:pt x="9456" y="0"/>
                </a:lnTo>
                <a:moveTo>
                  <a:pt x="9537" y="0"/>
                </a:moveTo>
                <a:lnTo>
                  <a:pt x="9577" y="0"/>
                </a:lnTo>
                <a:lnTo>
                  <a:pt x="9577" y="21"/>
                </a:lnTo>
                <a:lnTo>
                  <a:pt x="9537" y="21"/>
                </a:lnTo>
                <a:lnTo>
                  <a:pt x="9537" y="0"/>
                </a:lnTo>
                <a:moveTo>
                  <a:pt x="9618" y="0"/>
                </a:moveTo>
                <a:lnTo>
                  <a:pt x="9658" y="0"/>
                </a:lnTo>
                <a:lnTo>
                  <a:pt x="9658" y="21"/>
                </a:lnTo>
                <a:lnTo>
                  <a:pt x="9618" y="21"/>
                </a:lnTo>
                <a:lnTo>
                  <a:pt x="9618" y="0"/>
                </a:lnTo>
                <a:moveTo>
                  <a:pt x="9698" y="0"/>
                </a:moveTo>
                <a:lnTo>
                  <a:pt x="9739" y="0"/>
                </a:lnTo>
                <a:lnTo>
                  <a:pt x="9739" y="21"/>
                </a:lnTo>
                <a:lnTo>
                  <a:pt x="9698" y="21"/>
                </a:lnTo>
                <a:lnTo>
                  <a:pt x="9698" y="0"/>
                </a:lnTo>
                <a:moveTo>
                  <a:pt x="9779" y="0"/>
                </a:moveTo>
                <a:lnTo>
                  <a:pt x="9820" y="0"/>
                </a:lnTo>
                <a:lnTo>
                  <a:pt x="9820" y="21"/>
                </a:lnTo>
                <a:lnTo>
                  <a:pt x="9779" y="21"/>
                </a:lnTo>
                <a:lnTo>
                  <a:pt x="9779" y="0"/>
                </a:lnTo>
                <a:moveTo>
                  <a:pt x="9860" y="0"/>
                </a:moveTo>
                <a:lnTo>
                  <a:pt x="9900" y="0"/>
                </a:lnTo>
                <a:lnTo>
                  <a:pt x="9900" y="21"/>
                </a:lnTo>
                <a:lnTo>
                  <a:pt x="9860" y="21"/>
                </a:lnTo>
                <a:lnTo>
                  <a:pt x="9860" y="0"/>
                </a:lnTo>
                <a:moveTo>
                  <a:pt x="9941" y="0"/>
                </a:moveTo>
                <a:lnTo>
                  <a:pt x="9981" y="0"/>
                </a:lnTo>
                <a:lnTo>
                  <a:pt x="9981" y="21"/>
                </a:lnTo>
                <a:lnTo>
                  <a:pt x="9941" y="21"/>
                </a:lnTo>
                <a:lnTo>
                  <a:pt x="9941" y="0"/>
                </a:lnTo>
                <a:moveTo>
                  <a:pt x="10022" y="0"/>
                </a:moveTo>
                <a:lnTo>
                  <a:pt x="10062" y="0"/>
                </a:lnTo>
                <a:lnTo>
                  <a:pt x="10062" y="21"/>
                </a:lnTo>
                <a:lnTo>
                  <a:pt x="10022" y="21"/>
                </a:lnTo>
                <a:lnTo>
                  <a:pt x="10022" y="0"/>
                </a:lnTo>
                <a:moveTo>
                  <a:pt x="10102" y="0"/>
                </a:moveTo>
                <a:lnTo>
                  <a:pt x="10143" y="0"/>
                </a:lnTo>
                <a:lnTo>
                  <a:pt x="10143" y="21"/>
                </a:lnTo>
                <a:lnTo>
                  <a:pt x="10102" y="21"/>
                </a:lnTo>
                <a:lnTo>
                  <a:pt x="10102" y="0"/>
                </a:lnTo>
                <a:moveTo>
                  <a:pt x="10183" y="0"/>
                </a:moveTo>
                <a:lnTo>
                  <a:pt x="10224" y="0"/>
                </a:lnTo>
                <a:lnTo>
                  <a:pt x="10224" y="21"/>
                </a:lnTo>
                <a:lnTo>
                  <a:pt x="10183" y="21"/>
                </a:lnTo>
                <a:lnTo>
                  <a:pt x="10183" y="0"/>
                </a:lnTo>
                <a:moveTo>
                  <a:pt x="10264" y="0"/>
                </a:moveTo>
                <a:lnTo>
                  <a:pt x="10304" y="0"/>
                </a:lnTo>
                <a:lnTo>
                  <a:pt x="10304" y="21"/>
                </a:lnTo>
                <a:lnTo>
                  <a:pt x="10264" y="21"/>
                </a:lnTo>
                <a:lnTo>
                  <a:pt x="10264" y="0"/>
                </a:lnTo>
                <a:moveTo>
                  <a:pt x="10345" y="0"/>
                </a:moveTo>
                <a:lnTo>
                  <a:pt x="10385" y="0"/>
                </a:lnTo>
                <a:lnTo>
                  <a:pt x="10385" y="21"/>
                </a:lnTo>
                <a:lnTo>
                  <a:pt x="10345" y="21"/>
                </a:lnTo>
                <a:lnTo>
                  <a:pt x="10345" y="0"/>
                </a:lnTo>
                <a:moveTo>
                  <a:pt x="10426" y="0"/>
                </a:moveTo>
                <a:lnTo>
                  <a:pt x="10466" y="0"/>
                </a:lnTo>
                <a:lnTo>
                  <a:pt x="10466" y="21"/>
                </a:lnTo>
                <a:lnTo>
                  <a:pt x="10426" y="21"/>
                </a:lnTo>
                <a:lnTo>
                  <a:pt x="10426" y="0"/>
                </a:lnTo>
                <a:moveTo>
                  <a:pt x="10506" y="0"/>
                </a:moveTo>
                <a:lnTo>
                  <a:pt x="10547" y="0"/>
                </a:lnTo>
                <a:lnTo>
                  <a:pt x="10547" y="21"/>
                </a:lnTo>
                <a:lnTo>
                  <a:pt x="10506" y="21"/>
                </a:lnTo>
                <a:lnTo>
                  <a:pt x="10506" y="0"/>
                </a:lnTo>
                <a:moveTo>
                  <a:pt x="10587" y="0"/>
                </a:moveTo>
                <a:lnTo>
                  <a:pt x="10628" y="0"/>
                </a:lnTo>
                <a:lnTo>
                  <a:pt x="10628" y="21"/>
                </a:lnTo>
                <a:lnTo>
                  <a:pt x="10587" y="21"/>
                </a:lnTo>
                <a:lnTo>
                  <a:pt x="10587" y="0"/>
                </a:lnTo>
                <a:moveTo>
                  <a:pt x="10668" y="0"/>
                </a:moveTo>
                <a:lnTo>
                  <a:pt x="10708" y="0"/>
                </a:lnTo>
                <a:lnTo>
                  <a:pt x="10708" y="21"/>
                </a:lnTo>
                <a:lnTo>
                  <a:pt x="10668" y="21"/>
                </a:lnTo>
                <a:lnTo>
                  <a:pt x="10668" y="0"/>
                </a:lnTo>
                <a:moveTo>
                  <a:pt x="10749" y="0"/>
                </a:moveTo>
                <a:lnTo>
                  <a:pt x="10789" y="0"/>
                </a:lnTo>
                <a:lnTo>
                  <a:pt x="10789" y="21"/>
                </a:lnTo>
                <a:lnTo>
                  <a:pt x="10749" y="21"/>
                </a:lnTo>
                <a:lnTo>
                  <a:pt x="10749" y="0"/>
                </a:lnTo>
                <a:moveTo>
                  <a:pt x="10830" y="0"/>
                </a:moveTo>
                <a:lnTo>
                  <a:pt x="10870" y="0"/>
                </a:lnTo>
                <a:lnTo>
                  <a:pt x="10870" y="21"/>
                </a:lnTo>
                <a:lnTo>
                  <a:pt x="10830" y="21"/>
                </a:lnTo>
                <a:lnTo>
                  <a:pt x="10830" y="0"/>
                </a:lnTo>
                <a:moveTo>
                  <a:pt x="10911" y="0"/>
                </a:moveTo>
                <a:lnTo>
                  <a:pt x="10951" y="0"/>
                </a:lnTo>
                <a:lnTo>
                  <a:pt x="10951" y="21"/>
                </a:lnTo>
                <a:lnTo>
                  <a:pt x="10911" y="21"/>
                </a:lnTo>
                <a:lnTo>
                  <a:pt x="10911" y="0"/>
                </a:lnTo>
                <a:moveTo>
                  <a:pt x="10991" y="0"/>
                </a:moveTo>
                <a:lnTo>
                  <a:pt x="11032" y="0"/>
                </a:lnTo>
                <a:lnTo>
                  <a:pt x="11032" y="21"/>
                </a:lnTo>
                <a:lnTo>
                  <a:pt x="10991" y="21"/>
                </a:lnTo>
                <a:lnTo>
                  <a:pt x="10991" y="0"/>
                </a:lnTo>
                <a:moveTo>
                  <a:pt x="11072" y="0"/>
                </a:moveTo>
                <a:lnTo>
                  <a:pt x="11113" y="0"/>
                </a:lnTo>
                <a:lnTo>
                  <a:pt x="11113" y="21"/>
                </a:lnTo>
                <a:lnTo>
                  <a:pt x="11072" y="21"/>
                </a:lnTo>
                <a:lnTo>
                  <a:pt x="11072" y="0"/>
                </a:lnTo>
                <a:moveTo>
                  <a:pt x="11153" y="0"/>
                </a:moveTo>
                <a:lnTo>
                  <a:pt x="11193" y="0"/>
                </a:lnTo>
                <a:lnTo>
                  <a:pt x="11193" y="21"/>
                </a:lnTo>
                <a:lnTo>
                  <a:pt x="11153" y="21"/>
                </a:lnTo>
                <a:lnTo>
                  <a:pt x="11153" y="0"/>
                </a:lnTo>
                <a:moveTo>
                  <a:pt x="11234" y="0"/>
                </a:moveTo>
                <a:lnTo>
                  <a:pt x="11274" y="0"/>
                </a:lnTo>
                <a:lnTo>
                  <a:pt x="11274" y="21"/>
                </a:lnTo>
                <a:lnTo>
                  <a:pt x="11234" y="21"/>
                </a:lnTo>
                <a:lnTo>
                  <a:pt x="11234" y="0"/>
                </a:lnTo>
                <a:moveTo>
                  <a:pt x="11315" y="0"/>
                </a:moveTo>
                <a:lnTo>
                  <a:pt x="11355" y="0"/>
                </a:lnTo>
                <a:lnTo>
                  <a:pt x="11355" y="21"/>
                </a:lnTo>
                <a:lnTo>
                  <a:pt x="11315" y="21"/>
                </a:lnTo>
                <a:lnTo>
                  <a:pt x="11315" y="0"/>
                </a:lnTo>
                <a:moveTo>
                  <a:pt x="11395" y="0"/>
                </a:moveTo>
                <a:lnTo>
                  <a:pt x="11436" y="0"/>
                </a:lnTo>
                <a:lnTo>
                  <a:pt x="11436" y="21"/>
                </a:lnTo>
                <a:lnTo>
                  <a:pt x="11395" y="21"/>
                </a:lnTo>
                <a:lnTo>
                  <a:pt x="11395" y="0"/>
                </a:lnTo>
                <a:moveTo>
                  <a:pt x="11476" y="0"/>
                </a:moveTo>
                <a:lnTo>
                  <a:pt x="11517" y="0"/>
                </a:lnTo>
                <a:lnTo>
                  <a:pt x="11517" y="21"/>
                </a:lnTo>
                <a:lnTo>
                  <a:pt x="11476" y="21"/>
                </a:lnTo>
                <a:lnTo>
                  <a:pt x="11476" y="0"/>
                </a:lnTo>
                <a:moveTo>
                  <a:pt x="11557" y="0"/>
                </a:moveTo>
                <a:lnTo>
                  <a:pt x="11597" y="0"/>
                </a:lnTo>
                <a:lnTo>
                  <a:pt x="11597" y="21"/>
                </a:lnTo>
                <a:lnTo>
                  <a:pt x="11557" y="21"/>
                </a:lnTo>
                <a:lnTo>
                  <a:pt x="11557" y="0"/>
                </a:lnTo>
                <a:moveTo>
                  <a:pt x="11638" y="0"/>
                </a:moveTo>
                <a:lnTo>
                  <a:pt x="11678" y="0"/>
                </a:lnTo>
                <a:lnTo>
                  <a:pt x="11678" y="21"/>
                </a:lnTo>
                <a:lnTo>
                  <a:pt x="11638" y="21"/>
                </a:lnTo>
                <a:lnTo>
                  <a:pt x="11638" y="0"/>
                </a:lnTo>
                <a:moveTo>
                  <a:pt x="11719" y="0"/>
                </a:moveTo>
                <a:lnTo>
                  <a:pt x="11759" y="0"/>
                </a:lnTo>
                <a:lnTo>
                  <a:pt x="11759" y="21"/>
                </a:lnTo>
                <a:lnTo>
                  <a:pt x="11719" y="21"/>
                </a:lnTo>
                <a:lnTo>
                  <a:pt x="11719" y="0"/>
                </a:lnTo>
                <a:moveTo>
                  <a:pt x="11799" y="0"/>
                </a:moveTo>
                <a:lnTo>
                  <a:pt x="11840" y="0"/>
                </a:lnTo>
                <a:lnTo>
                  <a:pt x="11840" y="21"/>
                </a:lnTo>
                <a:lnTo>
                  <a:pt x="11799" y="21"/>
                </a:lnTo>
                <a:lnTo>
                  <a:pt x="11799" y="0"/>
                </a:lnTo>
                <a:moveTo>
                  <a:pt x="11880" y="0"/>
                </a:moveTo>
                <a:lnTo>
                  <a:pt x="11921" y="0"/>
                </a:lnTo>
                <a:lnTo>
                  <a:pt x="11921" y="21"/>
                </a:lnTo>
                <a:lnTo>
                  <a:pt x="11880" y="21"/>
                </a:lnTo>
                <a:lnTo>
                  <a:pt x="11880" y="0"/>
                </a:lnTo>
                <a:moveTo>
                  <a:pt x="11961" y="0"/>
                </a:moveTo>
                <a:lnTo>
                  <a:pt x="12002" y="0"/>
                </a:lnTo>
                <a:lnTo>
                  <a:pt x="12002" y="21"/>
                </a:lnTo>
                <a:lnTo>
                  <a:pt x="11961" y="21"/>
                </a:lnTo>
                <a:lnTo>
                  <a:pt x="11961" y="0"/>
                </a:lnTo>
                <a:moveTo>
                  <a:pt x="12042" y="0"/>
                </a:moveTo>
                <a:lnTo>
                  <a:pt x="12082" y="0"/>
                </a:lnTo>
                <a:lnTo>
                  <a:pt x="12082" y="21"/>
                </a:lnTo>
                <a:lnTo>
                  <a:pt x="12042" y="21"/>
                </a:lnTo>
                <a:lnTo>
                  <a:pt x="12042" y="0"/>
                </a:lnTo>
                <a:moveTo>
                  <a:pt x="12123" y="0"/>
                </a:moveTo>
                <a:lnTo>
                  <a:pt x="12163" y="0"/>
                </a:lnTo>
                <a:lnTo>
                  <a:pt x="12163" y="21"/>
                </a:lnTo>
                <a:lnTo>
                  <a:pt x="12123" y="21"/>
                </a:lnTo>
                <a:lnTo>
                  <a:pt x="12123" y="0"/>
                </a:lnTo>
                <a:moveTo>
                  <a:pt x="12204" y="0"/>
                </a:moveTo>
                <a:lnTo>
                  <a:pt x="12244" y="0"/>
                </a:lnTo>
                <a:lnTo>
                  <a:pt x="12244" y="21"/>
                </a:lnTo>
                <a:lnTo>
                  <a:pt x="12204" y="21"/>
                </a:lnTo>
                <a:lnTo>
                  <a:pt x="12204" y="0"/>
                </a:lnTo>
                <a:moveTo>
                  <a:pt x="12284" y="0"/>
                </a:moveTo>
                <a:lnTo>
                  <a:pt x="12325" y="0"/>
                </a:lnTo>
                <a:lnTo>
                  <a:pt x="12325" y="21"/>
                </a:lnTo>
                <a:lnTo>
                  <a:pt x="12284" y="21"/>
                </a:lnTo>
                <a:lnTo>
                  <a:pt x="12284" y="0"/>
                </a:lnTo>
                <a:moveTo>
                  <a:pt x="12365" y="0"/>
                </a:moveTo>
                <a:lnTo>
                  <a:pt x="12406" y="0"/>
                </a:lnTo>
                <a:lnTo>
                  <a:pt x="12406" y="21"/>
                </a:lnTo>
                <a:lnTo>
                  <a:pt x="12365" y="21"/>
                </a:lnTo>
                <a:lnTo>
                  <a:pt x="12365" y="0"/>
                </a:lnTo>
                <a:moveTo>
                  <a:pt x="12446" y="0"/>
                </a:moveTo>
                <a:lnTo>
                  <a:pt x="12486" y="0"/>
                </a:lnTo>
                <a:lnTo>
                  <a:pt x="12486" y="21"/>
                </a:lnTo>
                <a:lnTo>
                  <a:pt x="12446" y="21"/>
                </a:lnTo>
                <a:lnTo>
                  <a:pt x="12446" y="0"/>
                </a:lnTo>
                <a:moveTo>
                  <a:pt x="12527" y="0"/>
                </a:moveTo>
                <a:lnTo>
                  <a:pt x="12567" y="0"/>
                </a:lnTo>
                <a:lnTo>
                  <a:pt x="12567" y="21"/>
                </a:lnTo>
                <a:lnTo>
                  <a:pt x="12527" y="21"/>
                </a:lnTo>
                <a:lnTo>
                  <a:pt x="12527" y="0"/>
                </a:lnTo>
                <a:moveTo>
                  <a:pt x="12608" y="0"/>
                </a:moveTo>
                <a:lnTo>
                  <a:pt x="12648" y="0"/>
                </a:lnTo>
                <a:lnTo>
                  <a:pt x="12648" y="21"/>
                </a:lnTo>
                <a:lnTo>
                  <a:pt x="12608" y="21"/>
                </a:lnTo>
                <a:lnTo>
                  <a:pt x="12608" y="0"/>
                </a:lnTo>
                <a:moveTo>
                  <a:pt x="12688" y="0"/>
                </a:moveTo>
                <a:lnTo>
                  <a:pt x="12729" y="0"/>
                </a:lnTo>
                <a:lnTo>
                  <a:pt x="12729" y="21"/>
                </a:lnTo>
                <a:lnTo>
                  <a:pt x="12688" y="21"/>
                </a:lnTo>
                <a:lnTo>
                  <a:pt x="12688" y="0"/>
                </a:lnTo>
                <a:moveTo>
                  <a:pt x="12769" y="0"/>
                </a:moveTo>
                <a:lnTo>
                  <a:pt x="12810" y="0"/>
                </a:lnTo>
                <a:lnTo>
                  <a:pt x="12810" y="21"/>
                </a:lnTo>
                <a:lnTo>
                  <a:pt x="12769" y="21"/>
                </a:lnTo>
                <a:lnTo>
                  <a:pt x="12769" y="0"/>
                </a:lnTo>
                <a:moveTo>
                  <a:pt x="12850" y="0"/>
                </a:moveTo>
                <a:lnTo>
                  <a:pt x="12890" y="0"/>
                </a:lnTo>
                <a:lnTo>
                  <a:pt x="12890" y="21"/>
                </a:lnTo>
                <a:lnTo>
                  <a:pt x="12850" y="21"/>
                </a:lnTo>
                <a:lnTo>
                  <a:pt x="12850" y="0"/>
                </a:lnTo>
                <a:moveTo>
                  <a:pt x="12931" y="0"/>
                </a:moveTo>
                <a:lnTo>
                  <a:pt x="12971" y="0"/>
                </a:lnTo>
                <a:lnTo>
                  <a:pt x="12971" y="21"/>
                </a:lnTo>
                <a:lnTo>
                  <a:pt x="12931" y="21"/>
                </a:lnTo>
                <a:lnTo>
                  <a:pt x="12931" y="0"/>
                </a:lnTo>
                <a:moveTo>
                  <a:pt x="13012" y="0"/>
                </a:moveTo>
                <a:lnTo>
                  <a:pt x="13052" y="0"/>
                </a:lnTo>
                <a:lnTo>
                  <a:pt x="13052" y="21"/>
                </a:lnTo>
                <a:lnTo>
                  <a:pt x="13012" y="21"/>
                </a:lnTo>
                <a:lnTo>
                  <a:pt x="13012" y="0"/>
                </a:lnTo>
                <a:moveTo>
                  <a:pt x="13093" y="0"/>
                </a:moveTo>
                <a:lnTo>
                  <a:pt x="13133" y="0"/>
                </a:lnTo>
                <a:lnTo>
                  <a:pt x="13133" y="21"/>
                </a:lnTo>
                <a:lnTo>
                  <a:pt x="13093" y="21"/>
                </a:lnTo>
                <a:lnTo>
                  <a:pt x="13093" y="0"/>
                </a:lnTo>
                <a:moveTo>
                  <a:pt x="13173" y="0"/>
                </a:moveTo>
                <a:lnTo>
                  <a:pt x="13214" y="0"/>
                </a:lnTo>
                <a:lnTo>
                  <a:pt x="13214" y="21"/>
                </a:lnTo>
                <a:lnTo>
                  <a:pt x="13173" y="21"/>
                </a:lnTo>
                <a:lnTo>
                  <a:pt x="13173" y="0"/>
                </a:lnTo>
                <a:moveTo>
                  <a:pt x="13254" y="0"/>
                </a:moveTo>
                <a:lnTo>
                  <a:pt x="13295" y="0"/>
                </a:lnTo>
                <a:lnTo>
                  <a:pt x="13295" y="21"/>
                </a:lnTo>
                <a:lnTo>
                  <a:pt x="13254" y="21"/>
                </a:lnTo>
                <a:lnTo>
                  <a:pt x="13254" y="0"/>
                </a:lnTo>
                <a:moveTo>
                  <a:pt x="13335" y="0"/>
                </a:moveTo>
                <a:lnTo>
                  <a:pt x="13375" y="0"/>
                </a:lnTo>
                <a:lnTo>
                  <a:pt x="13375" y="21"/>
                </a:lnTo>
                <a:lnTo>
                  <a:pt x="13335" y="21"/>
                </a:lnTo>
                <a:lnTo>
                  <a:pt x="13335" y="0"/>
                </a:lnTo>
                <a:moveTo>
                  <a:pt x="13416" y="0"/>
                </a:moveTo>
                <a:lnTo>
                  <a:pt x="13456" y="0"/>
                </a:lnTo>
                <a:lnTo>
                  <a:pt x="13456" y="21"/>
                </a:lnTo>
                <a:lnTo>
                  <a:pt x="13416" y="21"/>
                </a:lnTo>
                <a:lnTo>
                  <a:pt x="13416" y="0"/>
                </a:lnTo>
                <a:moveTo>
                  <a:pt x="13497" y="0"/>
                </a:moveTo>
                <a:lnTo>
                  <a:pt x="13537" y="0"/>
                </a:lnTo>
                <a:lnTo>
                  <a:pt x="13537" y="21"/>
                </a:lnTo>
                <a:lnTo>
                  <a:pt x="13497" y="21"/>
                </a:lnTo>
                <a:lnTo>
                  <a:pt x="13497" y="0"/>
                </a:lnTo>
                <a:moveTo>
                  <a:pt x="13577" y="0"/>
                </a:moveTo>
                <a:lnTo>
                  <a:pt x="13618" y="0"/>
                </a:lnTo>
                <a:lnTo>
                  <a:pt x="13618" y="21"/>
                </a:lnTo>
                <a:lnTo>
                  <a:pt x="13577" y="21"/>
                </a:lnTo>
                <a:lnTo>
                  <a:pt x="13577" y="0"/>
                </a:lnTo>
                <a:moveTo>
                  <a:pt x="13658" y="0"/>
                </a:moveTo>
                <a:lnTo>
                  <a:pt x="13699" y="0"/>
                </a:lnTo>
                <a:lnTo>
                  <a:pt x="13699" y="21"/>
                </a:lnTo>
                <a:lnTo>
                  <a:pt x="13658" y="21"/>
                </a:lnTo>
                <a:lnTo>
                  <a:pt x="13658" y="0"/>
                </a:lnTo>
                <a:moveTo>
                  <a:pt x="13739" y="0"/>
                </a:moveTo>
                <a:lnTo>
                  <a:pt x="13779" y="0"/>
                </a:lnTo>
                <a:lnTo>
                  <a:pt x="13779" y="21"/>
                </a:lnTo>
                <a:lnTo>
                  <a:pt x="13739" y="21"/>
                </a:lnTo>
                <a:lnTo>
                  <a:pt x="13739" y="0"/>
                </a:lnTo>
                <a:moveTo>
                  <a:pt x="13820" y="0"/>
                </a:moveTo>
                <a:lnTo>
                  <a:pt x="13860" y="0"/>
                </a:lnTo>
                <a:lnTo>
                  <a:pt x="13860" y="21"/>
                </a:lnTo>
                <a:lnTo>
                  <a:pt x="13820" y="21"/>
                </a:lnTo>
                <a:lnTo>
                  <a:pt x="13820" y="0"/>
                </a:lnTo>
                <a:moveTo>
                  <a:pt x="13901" y="0"/>
                </a:moveTo>
                <a:lnTo>
                  <a:pt x="13941" y="0"/>
                </a:lnTo>
                <a:lnTo>
                  <a:pt x="13941" y="21"/>
                </a:lnTo>
                <a:lnTo>
                  <a:pt x="13901" y="21"/>
                </a:lnTo>
                <a:lnTo>
                  <a:pt x="13901" y="0"/>
                </a:lnTo>
                <a:moveTo>
                  <a:pt x="13981" y="0"/>
                </a:moveTo>
                <a:lnTo>
                  <a:pt x="14022" y="0"/>
                </a:lnTo>
                <a:lnTo>
                  <a:pt x="14022" y="21"/>
                </a:lnTo>
                <a:lnTo>
                  <a:pt x="13981" y="21"/>
                </a:lnTo>
                <a:lnTo>
                  <a:pt x="13981" y="0"/>
                </a:lnTo>
                <a:moveTo>
                  <a:pt x="14062" y="0"/>
                </a:moveTo>
                <a:lnTo>
                  <a:pt x="14103" y="0"/>
                </a:lnTo>
                <a:lnTo>
                  <a:pt x="14103" y="21"/>
                </a:lnTo>
                <a:lnTo>
                  <a:pt x="14062" y="21"/>
                </a:lnTo>
                <a:lnTo>
                  <a:pt x="14062" y="0"/>
                </a:lnTo>
                <a:moveTo>
                  <a:pt x="14143" y="0"/>
                </a:moveTo>
                <a:lnTo>
                  <a:pt x="14184" y="0"/>
                </a:lnTo>
                <a:lnTo>
                  <a:pt x="14184" y="21"/>
                </a:lnTo>
                <a:lnTo>
                  <a:pt x="14143" y="21"/>
                </a:lnTo>
                <a:lnTo>
                  <a:pt x="14143" y="0"/>
                </a:lnTo>
                <a:moveTo>
                  <a:pt x="14224" y="0"/>
                </a:moveTo>
                <a:lnTo>
                  <a:pt x="14264" y="0"/>
                </a:lnTo>
                <a:lnTo>
                  <a:pt x="14264" y="21"/>
                </a:lnTo>
                <a:lnTo>
                  <a:pt x="14224" y="21"/>
                </a:lnTo>
                <a:lnTo>
                  <a:pt x="14224" y="0"/>
                </a:lnTo>
                <a:moveTo>
                  <a:pt x="14305" y="0"/>
                </a:moveTo>
                <a:lnTo>
                  <a:pt x="14345" y="0"/>
                </a:lnTo>
                <a:lnTo>
                  <a:pt x="14345" y="21"/>
                </a:lnTo>
                <a:lnTo>
                  <a:pt x="14305" y="21"/>
                </a:lnTo>
                <a:lnTo>
                  <a:pt x="14305" y="0"/>
                </a:lnTo>
                <a:moveTo>
                  <a:pt x="14386" y="0"/>
                </a:moveTo>
                <a:lnTo>
                  <a:pt x="14426" y="0"/>
                </a:lnTo>
                <a:lnTo>
                  <a:pt x="14426" y="21"/>
                </a:lnTo>
                <a:lnTo>
                  <a:pt x="14386" y="21"/>
                </a:lnTo>
                <a:lnTo>
                  <a:pt x="14386" y="0"/>
                </a:lnTo>
                <a:moveTo>
                  <a:pt x="14466" y="0"/>
                </a:moveTo>
                <a:lnTo>
                  <a:pt x="14507" y="0"/>
                </a:lnTo>
                <a:lnTo>
                  <a:pt x="14507" y="21"/>
                </a:lnTo>
                <a:lnTo>
                  <a:pt x="14466" y="21"/>
                </a:lnTo>
                <a:lnTo>
                  <a:pt x="14466" y="0"/>
                </a:lnTo>
                <a:moveTo>
                  <a:pt x="14547" y="0"/>
                </a:moveTo>
                <a:lnTo>
                  <a:pt x="14588" y="0"/>
                </a:lnTo>
                <a:lnTo>
                  <a:pt x="14588" y="21"/>
                </a:lnTo>
                <a:lnTo>
                  <a:pt x="14547" y="21"/>
                </a:lnTo>
                <a:lnTo>
                  <a:pt x="14547" y="0"/>
                </a:lnTo>
                <a:moveTo>
                  <a:pt x="14628" y="0"/>
                </a:moveTo>
                <a:lnTo>
                  <a:pt x="14668" y="0"/>
                </a:lnTo>
                <a:lnTo>
                  <a:pt x="14668" y="21"/>
                </a:lnTo>
                <a:lnTo>
                  <a:pt x="14628" y="21"/>
                </a:lnTo>
                <a:lnTo>
                  <a:pt x="14628" y="0"/>
                </a:lnTo>
                <a:moveTo>
                  <a:pt x="14709" y="0"/>
                </a:moveTo>
                <a:lnTo>
                  <a:pt x="14749" y="0"/>
                </a:lnTo>
                <a:lnTo>
                  <a:pt x="14749" y="21"/>
                </a:lnTo>
                <a:lnTo>
                  <a:pt x="14709" y="21"/>
                </a:lnTo>
                <a:lnTo>
                  <a:pt x="14709" y="0"/>
                </a:lnTo>
                <a:moveTo>
                  <a:pt x="14790" y="0"/>
                </a:moveTo>
                <a:lnTo>
                  <a:pt x="14830" y="0"/>
                </a:lnTo>
                <a:lnTo>
                  <a:pt x="14830" y="21"/>
                </a:lnTo>
                <a:lnTo>
                  <a:pt x="14790" y="21"/>
                </a:lnTo>
                <a:lnTo>
                  <a:pt x="14790" y="0"/>
                </a:lnTo>
                <a:moveTo>
                  <a:pt x="14870" y="0"/>
                </a:moveTo>
                <a:lnTo>
                  <a:pt x="14911" y="0"/>
                </a:lnTo>
                <a:lnTo>
                  <a:pt x="14911" y="21"/>
                </a:lnTo>
                <a:lnTo>
                  <a:pt x="14870" y="21"/>
                </a:lnTo>
                <a:lnTo>
                  <a:pt x="14870" y="0"/>
                </a:lnTo>
                <a:moveTo>
                  <a:pt x="14951" y="0"/>
                </a:moveTo>
                <a:lnTo>
                  <a:pt x="14992" y="0"/>
                </a:lnTo>
                <a:lnTo>
                  <a:pt x="14992" y="21"/>
                </a:lnTo>
                <a:lnTo>
                  <a:pt x="14951" y="21"/>
                </a:lnTo>
                <a:lnTo>
                  <a:pt x="14951" y="0"/>
                </a:lnTo>
                <a:moveTo>
                  <a:pt x="15032" y="0"/>
                </a:moveTo>
                <a:lnTo>
                  <a:pt x="15072" y="0"/>
                </a:lnTo>
                <a:lnTo>
                  <a:pt x="15072" y="21"/>
                </a:lnTo>
                <a:lnTo>
                  <a:pt x="15032" y="21"/>
                </a:lnTo>
                <a:lnTo>
                  <a:pt x="15032" y="0"/>
                </a:lnTo>
                <a:moveTo>
                  <a:pt x="15113" y="0"/>
                </a:moveTo>
                <a:lnTo>
                  <a:pt x="15153" y="0"/>
                </a:lnTo>
                <a:lnTo>
                  <a:pt x="15153" y="21"/>
                </a:lnTo>
                <a:lnTo>
                  <a:pt x="15113" y="21"/>
                </a:lnTo>
                <a:lnTo>
                  <a:pt x="15113" y="0"/>
                </a:lnTo>
                <a:moveTo>
                  <a:pt x="15194" y="0"/>
                </a:moveTo>
                <a:lnTo>
                  <a:pt x="15234" y="0"/>
                </a:lnTo>
                <a:lnTo>
                  <a:pt x="15234" y="21"/>
                </a:lnTo>
                <a:lnTo>
                  <a:pt x="15194" y="21"/>
                </a:lnTo>
                <a:lnTo>
                  <a:pt x="15194" y="0"/>
                </a:lnTo>
                <a:moveTo>
                  <a:pt x="15274" y="0"/>
                </a:moveTo>
                <a:lnTo>
                  <a:pt x="15315" y="0"/>
                </a:lnTo>
                <a:lnTo>
                  <a:pt x="15315" y="21"/>
                </a:lnTo>
                <a:lnTo>
                  <a:pt x="15274" y="21"/>
                </a:lnTo>
                <a:lnTo>
                  <a:pt x="15274" y="0"/>
                </a:lnTo>
                <a:moveTo>
                  <a:pt x="15355" y="0"/>
                </a:moveTo>
                <a:lnTo>
                  <a:pt x="15396" y="0"/>
                </a:lnTo>
                <a:lnTo>
                  <a:pt x="15396" y="21"/>
                </a:lnTo>
                <a:lnTo>
                  <a:pt x="15355" y="21"/>
                </a:lnTo>
                <a:lnTo>
                  <a:pt x="15355" y="0"/>
                </a:lnTo>
                <a:moveTo>
                  <a:pt x="15436" y="0"/>
                </a:moveTo>
                <a:lnTo>
                  <a:pt x="15477" y="0"/>
                </a:lnTo>
                <a:lnTo>
                  <a:pt x="15477" y="21"/>
                </a:lnTo>
                <a:lnTo>
                  <a:pt x="15436" y="21"/>
                </a:lnTo>
                <a:lnTo>
                  <a:pt x="15436" y="0"/>
                </a:lnTo>
                <a:moveTo>
                  <a:pt x="15517" y="0"/>
                </a:moveTo>
                <a:lnTo>
                  <a:pt x="15557" y="0"/>
                </a:lnTo>
                <a:lnTo>
                  <a:pt x="15557" y="21"/>
                </a:lnTo>
                <a:lnTo>
                  <a:pt x="15517" y="21"/>
                </a:lnTo>
                <a:lnTo>
                  <a:pt x="15517" y="0"/>
                </a:lnTo>
                <a:moveTo>
                  <a:pt x="15598" y="0"/>
                </a:moveTo>
                <a:lnTo>
                  <a:pt x="15638" y="0"/>
                </a:lnTo>
                <a:lnTo>
                  <a:pt x="15638" y="21"/>
                </a:lnTo>
                <a:lnTo>
                  <a:pt x="15598" y="21"/>
                </a:lnTo>
                <a:lnTo>
                  <a:pt x="15598" y="0"/>
                </a:lnTo>
                <a:moveTo>
                  <a:pt x="15679" y="0"/>
                </a:moveTo>
                <a:lnTo>
                  <a:pt x="15719" y="0"/>
                </a:lnTo>
                <a:lnTo>
                  <a:pt x="15719" y="21"/>
                </a:lnTo>
                <a:lnTo>
                  <a:pt x="15679" y="21"/>
                </a:lnTo>
                <a:lnTo>
                  <a:pt x="15679" y="0"/>
                </a:lnTo>
                <a:moveTo>
                  <a:pt x="15759" y="0"/>
                </a:moveTo>
                <a:lnTo>
                  <a:pt x="15800" y="0"/>
                </a:lnTo>
                <a:lnTo>
                  <a:pt x="15800" y="21"/>
                </a:lnTo>
                <a:lnTo>
                  <a:pt x="15759" y="21"/>
                </a:lnTo>
                <a:lnTo>
                  <a:pt x="15759" y="0"/>
                </a:lnTo>
                <a:moveTo>
                  <a:pt x="15840" y="0"/>
                </a:moveTo>
                <a:lnTo>
                  <a:pt x="15881" y="0"/>
                </a:lnTo>
                <a:lnTo>
                  <a:pt x="15881" y="21"/>
                </a:lnTo>
                <a:lnTo>
                  <a:pt x="15840" y="21"/>
                </a:lnTo>
                <a:lnTo>
                  <a:pt x="15840" y="0"/>
                </a:lnTo>
                <a:moveTo>
                  <a:pt x="15921" y="0"/>
                </a:moveTo>
                <a:lnTo>
                  <a:pt x="15961" y="0"/>
                </a:lnTo>
                <a:lnTo>
                  <a:pt x="15961" y="21"/>
                </a:lnTo>
                <a:lnTo>
                  <a:pt x="15921" y="21"/>
                </a:lnTo>
                <a:lnTo>
                  <a:pt x="15921" y="0"/>
                </a:lnTo>
                <a:moveTo>
                  <a:pt x="16002" y="0"/>
                </a:moveTo>
                <a:lnTo>
                  <a:pt x="16042" y="0"/>
                </a:lnTo>
                <a:lnTo>
                  <a:pt x="16042" y="21"/>
                </a:lnTo>
                <a:lnTo>
                  <a:pt x="16002" y="21"/>
                </a:lnTo>
                <a:lnTo>
                  <a:pt x="16002" y="0"/>
                </a:lnTo>
                <a:moveTo>
                  <a:pt x="16083" y="0"/>
                </a:moveTo>
                <a:lnTo>
                  <a:pt x="16123" y="0"/>
                </a:lnTo>
                <a:lnTo>
                  <a:pt x="16123" y="21"/>
                </a:lnTo>
                <a:lnTo>
                  <a:pt x="16083" y="21"/>
                </a:lnTo>
                <a:lnTo>
                  <a:pt x="16083" y="0"/>
                </a:lnTo>
                <a:moveTo>
                  <a:pt x="16163" y="0"/>
                </a:moveTo>
                <a:lnTo>
                  <a:pt x="16204" y="0"/>
                </a:lnTo>
                <a:lnTo>
                  <a:pt x="16204" y="21"/>
                </a:lnTo>
                <a:lnTo>
                  <a:pt x="16163" y="21"/>
                </a:lnTo>
                <a:lnTo>
                  <a:pt x="16163" y="0"/>
                </a:lnTo>
                <a:moveTo>
                  <a:pt x="16244" y="0"/>
                </a:moveTo>
                <a:lnTo>
                  <a:pt x="16285" y="0"/>
                </a:lnTo>
                <a:lnTo>
                  <a:pt x="16285" y="21"/>
                </a:lnTo>
                <a:lnTo>
                  <a:pt x="16244" y="21"/>
                </a:lnTo>
                <a:lnTo>
                  <a:pt x="16244" y="0"/>
                </a:lnTo>
                <a:moveTo>
                  <a:pt x="16325" y="0"/>
                </a:moveTo>
                <a:lnTo>
                  <a:pt x="16365" y="0"/>
                </a:lnTo>
                <a:lnTo>
                  <a:pt x="16365" y="21"/>
                </a:lnTo>
                <a:lnTo>
                  <a:pt x="16325" y="21"/>
                </a:lnTo>
                <a:lnTo>
                  <a:pt x="16325" y="0"/>
                </a:lnTo>
                <a:moveTo>
                  <a:pt x="16406" y="0"/>
                </a:moveTo>
                <a:lnTo>
                  <a:pt x="16446" y="0"/>
                </a:lnTo>
                <a:lnTo>
                  <a:pt x="16446" y="21"/>
                </a:lnTo>
                <a:lnTo>
                  <a:pt x="16406" y="21"/>
                </a:lnTo>
                <a:lnTo>
                  <a:pt x="16406" y="0"/>
                </a:lnTo>
                <a:moveTo>
                  <a:pt x="16487" y="0"/>
                </a:moveTo>
                <a:lnTo>
                  <a:pt x="16527" y="0"/>
                </a:lnTo>
                <a:lnTo>
                  <a:pt x="16527" y="21"/>
                </a:lnTo>
                <a:lnTo>
                  <a:pt x="16487" y="21"/>
                </a:lnTo>
                <a:lnTo>
                  <a:pt x="16487" y="0"/>
                </a:lnTo>
                <a:moveTo>
                  <a:pt x="16568" y="0"/>
                </a:moveTo>
                <a:lnTo>
                  <a:pt x="16608" y="0"/>
                </a:lnTo>
                <a:lnTo>
                  <a:pt x="16608" y="21"/>
                </a:lnTo>
                <a:lnTo>
                  <a:pt x="16568" y="21"/>
                </a:lnTo>
                <a:lnTo>
                  <a:pt x="16568" y="0"/>
                </a:lnTo>
                <a:moveTo>
                  <a:pt x="16648" y="0"/>
                </a:moveTo>
                <a:lnTo>
                  <a:pt x="16689" y="0"/>
                </a:lnTo>
                <a:lnTo>
                  <a:pt x="16689" y="21"/>
                </a:lnTo>
                <a:lnTo>
                  <a:pt x="16648" y="21"/>
                </a:lnTo>
                <a:lnTo>
                  <a:pt x="16648" y="0"/>
                </a:lnTo>
                <a:moveTo>
                  <a:pt x="16729" y="0"/>
                </a:moveTo>
                <a:lnTo>
                  <a:pt x="16770" y="0"/>
                </a:lnTo>
                <a:lnTo>
                  <a:pt x="16770" y="21"/>
                </a:lnTo>
                <a:lnTo>
                  <a:pt x="16729" y="21"/>
                </a:lnTo>
                <a:lnTo>
                  <a:pt x="16729" y="0"/>
                </a:lnTo>
                <a:moveTo>
                  <a:pt x="16810" y="0"/>
                </a:moveTo>
                <a:lnTo>
                  <a:pt x="16850" y="0"/>
                </a:lnTo>
                <a:lnTo>
                  <a:pt x="16850" y="21"/>
                </a:lnTo>
                <a:lnTo>
                  <a:pt x="16810" y="21"/>
                </a:lnTo>
                <a:lnTo>
                  <a:pt x="16810" y="0"/>
                </a:lnTo>
                <a:moveTo>
                  <a:pt x="16891" y="0"/>
                </a:moveTo>
                <a:lnTo>
                  <a:pt x="16931" y="0"/>
                </a:lnTo>
                <a:lnTo>
                  <a:pt x="16931" y="21"/>
                </a:lnTo>
                <a:lnTo>
                  <a:pt x="16891" y="21"/>
                </a:lnTo>
                <a:lnTo>
                  <a:pt x="16891" y="0"/>
                </a:lnTo>
                <a:moveTo>
                  <a:pt x="16972" y="0"/>
                </a:moveTo>
                <a:lnTo>
                  <a:pt x="17012" y="0"/>
                </a:lnTo>
                <a:lnTo>
                  <a:pt x="17012" y="21"/>
                </a:lnTo>
                <a:lnTo>
                  <a:pt x="16972" y="21"/>
                </a:lnTo>
                <a:lnTo>
                  <a:pt x="16972" y="0"/>
                </a:lnTo>
                <a:moveTo>
                  <a:pt x="17052" y="0"/>
                </a:moveTo>
                <a:lnTo>
                  <a:pt x="17093" y="0"/>
                </a:lnTo>
                <a:lnTo>
                  <a:pt x="17093" y="21"/>
                </a:lnTo>
                <a:lnTo>
                  <a:pt x="17052" y="21"/>
                </a:lnTo>
                <a:lnTo>
                  <a:pt x="17052" y="0"/>
                </a:lnTo>
                <a:moveTo>
                  <a:pt x="17133" y="0"/>
                </a:moveTo>
                <a:lnTo>
                  <a:pt x="17174" y="0"/>
                </a:lnTo>
                <a:lnTo>
                  <a:pt x="17174" y="21"/>
                </a:lnTo>
                <a:lnTo>
                  <a:pt x="17133" y="21"/>
                </a:lnTo>
                <a:lnTo>
                  <a:pt x="17133" y="0"/>
                </a:lnTo>
                <a:moveTo>
                  <a:pt x="17214" y="0"/>
                </a:moveTo>
                <a:lnTo>
                  <a:pt x="17254" y="0"/>
                </a:lnTo>
                <a:lnTo>
                  <a:pt x="17254" y="21"/>
                </a:lnTo>
                <a:lnTo>
                  <a:pt x="17214" y="21"/>
                </a:lnTo>
                <a:lnTo>
                  <a:pt x="17214" y="0"/>
                </a:lnTo>
                <a:moveTo>
                  <a:pt x="17295" y="0"/>
                </a:moveTo>
                <a:lnTo>
                  <a:pt x="17335" y="0"/>
                </a:lnTo>
                <a:lnTo>
                  <a:pt x="17335" y="21"/>
                </a:lnTo>
                <a:lnTo>
                  <a:pt x="17295" y="21"/>
                </a:lnTo>
                <a:lnTo>
                  <a:pt x="17295" y="0"/>
                </a:lnTo>
                <a:moveTo>
                  <a:pt x="17376" y="0"/>
                </a:moveTo>
                <a:lnTo>
                  <a:pt x="17416" y="0"/>
                </a:lnTo>
                <a:lnTo>
                  <a:pt x="17416" y="21"/>
                </a:lnTo>
                <a:lnTo>
                  <a:pt x="17376" y="21"/>
                </a:lnTo>
                <a:lnTo>
                  <a:pt x="17376" y="0"/>
                </a:lnTo>
                <a:moveTo>
                  <a:pt x="17456" y="0"/>
                </a:moveTo>
                <a:lnTo>
                  <a:pt x="17497" y="0"/>
                </a:lnTo>
                <a:lnTo>
                  <a:pt x="17497" y="21"/>
                </a:lnTo>
                <a:lnTo>
                  <a:pt x="17456" y="21"/>
                </a:lnTo>
                <a:lnTo>
                  <a:pt x="17456" y="0"/>
                </a:lnTo>
                <a:moveTo>
                  <a:pt x="17537" y="0"/>
                </a:moveTo>
                <a:lnTo>
                  <a:pt x="17578" y="0"/>
                </a:lnTo>
                <a:lnTo>
                  <a:pt x="17578" y="21"/>
                </a:lnTo>
                <a:lnTo>
                  <a:pt x="17537" y="21"/>
                </a:lnTo>
                <a:lnTo>
                  <a:pt x="17537" y="0"/>
                </a:lnTo>
                <a:moveTo>
                  <a:pt x="17618" y="0"/>
                </a:moveTo>
                <a:lnTo>
                  <a:pt x="17659" y="0"/>
                </a:lnTo>
                <a:lnTo>
                  <a:pt x="17659" y="21"/>
                </a:lnTo>
                <a:lnTo>
                  <a:pt x="17618" y="21"/>
                </a:lnTo>
                <a:lnTo>
                  <a:pt x="17618" y="0"/>
                </a:lnTo>
                <a:moveTo>
                  <a:pt x="17699" y="0"/>
                </a:moveTo>
                <a:lnTo>
                  <a:pt x="17739" y="0"/>
                </a:lnTo>
                <a:lnTo>
                  <a:pt x="17739" y="21"/>
                </a:lnTo>
                <a:lnTo>
                  <a:pt x="17699" y="21"/>
                </a:lnTo>
                <a:lnTo>
                  <a:pt x="17699" y="0"/>
                </a:lnTo>
                <a:moveTo>
                  <a:pt x="17780" y="0"/>
                </a:moveTo>
                <a:lnTo>
                  <a:pt x="17820" y="0"/>
                </a:lnTo>
                <a:lnTo>
                  <a:pt x="17820" y="21"/>
                </a:lnTo>
                <a:lnTo>
                  <a:pt x="17780" y="21"/>
                </a:lnTo>
                <a:lnTo>
                  <a:pt x="17780" y="0"/>
                </a:lnTo>
                <a:moveTo>
                  <a:pt x="17861" y="0"/>
                </a:moveTo>
                <a:lnTo>
                  <a:pt x="17901" y="0"/>
                </a:lnTo>
                <a:lnTo>
                  <a:pt x="17901" y="21"/>
                </a:lnTo>
                <a:lnTo>
                  <a:pt x="17861" y="21"/>
                </a:lnTo>
                <a:lnTo>
                  <a:pt x="17861" y="0"/>
                </a:lnTo>
                <a:moveTo>
                  <a:pt x="17941" y="0"/>
                </a:moveTo>
                <a:lnTo>
                  <a:pt x="17982" y="0"/>
                </a:lnTo>
                <a:lnTo>
                  <a:pt x="17982" y="21"/>
                </a:lnTo>
                <a:lnTo>
                  <a:pt x="17941" y="21"/>
                </a:lnTo>
                <a:lnTo>
                  <a:pt x="17941" y="0"/>
                </a:lnTo>
                <a:moveTo>
                  <a:pt x="18022" y="0"/>
                </a:moveTo>
                <a:lnTo>
                  <a:pt x="18063" y="0"/>
                </a:lnTo>
                <a:lnTo>
                  <a:pt x="18063" y="21"/>
                </a:lnTo>
                <a:lnTo>
                  <a:pt x="18022" y="21"/>
                </a:lnTo>
                <a:lnTo>
                  <a:pt x="18022" y="0"/>
                </a:lnTo>
                <a:moveTo>
                  <a:pt x="18103" y="0"/>
                </a:moveTo>
                <a:lnTo>
                  <a:pt x="18143" y="0"/>
                </a:lnTo>
                <a:lnTo>
                  <a:pt x="18143" y="21"/>
                </a:lnTo>
                <a:lnTo>
                  <a:pt x="18103" y="21"/>
                </a:lnTo>
                <a:lnTo>
                  <a:pt x="18103" y="0"/>
                </a:lnTo>
                <a:moveTo>
                  <a:pt x="18184" y="0"/>
                </a:moveTo>
                <a:lnTo>
                  <a:pt x="18224" y="0"/>
                </a:lnTo>
                <a:lnTo>
                  <a:pt x="18224" y="21"/>
                </a:lnTo>
                <a:lnTo>
                  <a:pt x="18184" y="21"/>
                </a:lnTo>
                <a:lnTo>
                  <a:pt x="18184" y="0"/>
                </a:lnTo>
                <a:moveTo>
                  <a:pt x="18265" y="0"/>
                </a:moveTo>
                <a:lnTo>
                  <a:pt x="18305" y="0"/>
                </a:lnTo>
                <a:lnTo>
                  <a:pt x="18305" y="21"/>
                </a:lnTo>
                <a:lnTo>
                  <a:pt x="18265" y="21"/>
                </a:lnTo>
                <a:lnTo>
                  <a:pt x="18265" y="0"/>
                </a:lnTo>
                <a:moveTo>
                  <a:pt x="18345" y="0"/>
                </a:moveTo>
                <a:lnTo>
                  <a:pt x="18386" y="0"/>
                </a:lnTo>
                <a:lnTo>
                  <a:pt x="18386" y="21"/>
                </a:lnTo>
                <a:lnTo>
                  <a:pt x="18345" y="21"/>
                </a:lnTo>
                <a:lnTo>
                  <a:pt x="18345" y="0"/>
                </a:lnTo>
                <a:moveTo>
                  <a:pt x="18426" y="0"/>
                </a:moveTo>
                <a:lnTo>
                  <a:pt x="18467" y="0"/>
                </a:lnTo>
                <a:lnTo>
                  <a:pt x="18467" y="21"/>
                </a:lnTo>
                <a:lnTo>
                  <a:pt x="18426" y="21"/>
                </a:lnTo>
                <a:lnTo>
                  <a:pt x="18426" y="0"/>
                </a:lnTo>
                <a:moveTo>
                  <a:pt x="18507" y="0"/>
                </a:moveTo>
                <a:lnTo>
                  <a:pt x="18547" y="0"/>
                </a:lnTo>
                <a:lnTo>
                  <a:pt x="18547" y="21"/>
                </a:lnTo>
                <a:lnTo>
                  <a:pt x="18507" y="21"/>
                </a:lnTo>
                <a:lnTo>
                  <a:pt x="18507" y="0"/>
                </a:lnTo>
                <a:moveTo>
                  <a:pt x="18588" y="0"/>
                </a:moveTo>
                <a:lnTo>
                  <a:pt x="18628" y="0"/>
                </a:lnTo>
                <a:lnTo>
                  <a:pt x="18628" y="21"/>
                </a:lnTo>
                <a:lnTo>
                  <a:pt x="18588" y="21"/>
                </a:lnTo>
                <a:lnTo>
                  <a:pt x="18588" y="0"/>
                </a:lnTo>
                <a:moveTo>
                  <a:pt x="18669" y="0"/>
                </a:moveTo>
                <a:lnTo>
                  <a:pt x="18709" y="0"/>
                </a:lnTo>
                <a:lnTo>
                  <a:pt x="18709" y="21"/>
                </a:lnTo>
                <a:lnTo>
                  <a:pt x="18669" y="21"/>
                </a:lnTo>
                <a:lnTo>
                  <a:pt x="18669" y="0"/>
                </a:lnTo>
                <a:moveTo>
                  <a:pt x="18750" y="0"/>
                </a:moveTo>
                <a:lnTo>
                  <a:pt x="18790" y="0"/>
                </a:lnTo>
                <a:lnTo>
                  <a:pt x="18790" y="21"/>
                </a:lnTo>
                <a:lnTo>
                  <a:pt x="18750" y="21"/>
                </a:lnTo>
                <a:lnTo>
                  <a:pt x="18750" y="0"/>
                </a:lnTo>
                <a:moveTo>
                  <a:pt x="18830" y="0"/>
                </a:moveTo>
                <a:lnTo>
                  <a:pt x="18871" y="0"/>
                </a:lnTo>
                <a:lnTo>
                  <a:pt x="18871" y="21"/>
                </a:lnTo>
                <a:lnTo>
                  <a:pt x="18830" y="21"/>
                </a:lnTo>
                <a:lnTo>
                  <a:pt x="18830" y="0"/>
                </a:lnTo>
                <a:moveTo>
                  <a:pt x="18911" y="0"/>
                </a:moveTo>
                <a:lnTo>
                  <a:pt x="18952" y="0"/>
                </a:lnTo>
                <a:lnTo>
                  <a:pt x="18952" y="21"/>
                </a:lnTo>
                <a:lnTo>
                  <a:pt x="18911" y="21"/>
                </a:lnTo>
                <a:lnTo>
                  <a:pt x="1891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406400" y="3806280"/>
            <a:ext cx="224712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conﬁrm: Appointment booked, Slot busy, Task in-progress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039680" y="4258080"/>
            <a:ext cx="73080" cy="58680"/>
          </a:xfrm>
          <a:custGeom>
            <a:avLst/>
            <a:gdLst/>
            <a:ahLst/>
            <a:rect l="0" t="0" r="r" b="b"/>
            <a:pathLst>
              <a:path w="203" h="163">
                <a:moveTo>
                  <a:pt x="203" y="0"/>
                </a:moveTo>
                <a:lnTo>
                  <a:pt x="0" y="82"/>
                </a:lnTo>
                <a:lnTo>
                  <a:pt x="203" y="163"/>
                </a:lnTo>
                <a:lnTo>
                  <a:pt x="122" y="82"/>
                </a:lnTo>
                <a:lnTo>
                  <a:pt x="203" y="0"/>
                </a:lnTo>
                <a:close/>
              </a:path>
            </a:pathLst>
          </a:custGeom>
          <a:solidFill>
            <a:srgbClr val="001D34"/>
          </a:solidFill>
          <a:ln w="7200">
            <a:solidFill>
              <a:srgbClr val="001D34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068480" y="4283640"/>
            <a:ext cx="3207240" cy="7560"/>
          </a:xfrm>
          <a:custGeom>
            <a:avLst/>
            <a:gdLst/>
            <a:ahLst/>
            <a:rect l="0" t="0" r="r" b="b"/>
            <a:pathLst>
              <a:path w="8909" h="21">
                <a:moveTo>
                  <a:pt x="0" y="0"/>
                </a:moveTo>
                <a:lnTo>
                  <a:pt x="41" y="0"/>
                </a:lnTo>
                <a:lnTo>
                  <a:pt x="41" y="21"/>
                </a:lnTo>
                <a:lnTo>
                  <a:pt x="0" y="21"/>
                </a:lnTo>
                <a:lnTo>
                  <a:pt x="0" y="0"/>
                </a:lnTo>
                <a:moveTo>
                  <a:pt x="81" y="0"/>
                </a:moveTo>
                <a:lnTo>
                  <a:pt x="122" y="0"/>
                </a:lnTo>
                <a:lnTo>
                  <a:pt x="122" y="21"/>
                </a:lnTo>
                <a:lnTo>
                  <a:pt x="81" y="21"/>
                </a:lnTo>
                <a:lnTo>
                  <a:pt x="81" y="0"/>
                </a:lnTo>
                <a:moveTo>
                  <a:pt x="162" y="0"/>
                </a:moveTo>
                <a:lnTo>
                  <a:pt x="202" y="0"/>
                </a:lnTo>
                <a:lnTo>
                  <a:pt x="202" y="21"/>
                </a:lnTo>
                <a:lnTo>
                  <a:pt x="162" y="21"/>
                </a:lnTo>
                <a:lnTo>
                  <a:pt x="162" y="0"/>
                </a:lnTo>
                <a:moveTo>
                  <a:pt x="243" y="0"/>
                </a:moveTo>
                <a:lnTo>
                  <a:pt x="283" y="0"/>
                </a:lnTo>
                <a:lnTo>
                  <a:pt x="283" y="21"/>
                </a:lnTo>
                <a:lnTo>
                  <a:pt x="243" y="21"/>
                </a:lnTo>
                <a:lnTo>
                  <a:pt x="243" y="0"/>
                </a:lnTo>
                <a:moveTo>
                  <a:pt x="324" y="0"/>
                </a:moveTo>
                <a:lnTo>
                  <a:pt x="364" y="0"/>
                </a:lnTo>
                <a:lnTo>
                  <a:pt x="364" y="21"/>
                </a:lnTo>
                <a:lnTo>
                  <a:pt x="324" y="21"/>
                </a:lnTo>
                <a:lnTo>
                  <a:pt x="324" y="0"/>
                </a:lnTo>
                <a:moveTo>
                  <a:pt x="404" y="0"/>
                </a:moveTo>
                <a:lnTo>
                  <a:pt x="445" y="0"/>
                </a:lnTo>
                <a:lnTo>
                  <a:pt x="445" y="21"/>
                </a:lnTo>
                <a:lnTo>
                  <a:pt x="404" y="21"/>
                </a:lnTo>
                <a:lnTo>
                  <a:pt x="404" y="0"/>
                </a:lnTo>
                <a:moveTo>
                  <a:pt x="485" y="0"/>
                </a:moveTo>
                <a:lnTo>
                  <a:pt x="526" y="0"/>
                </a:lnTo>
                <a:lnTo>
                  <a:pt x="526" y="21"/>
                </a:lnTo>
                <a:lnTo>
                  <a:pt x="485" y="21"/>
                </a:lnTo>
                <a:lnTo>
                  <a:pt x="485" y="0"/>
                </a:lnTo>
                <a:moveTo>
                  <a:pt x="566" y="0"/>
                </a:moveTo>
                <a:lnTo>
                  <a:pt x="607" y="0"/>
                </a:lnTo>
                <a:lnTo>
                  <a:pt x="607" y="21"/>
                </a:lnTo>
                <a:lnTo>
                  <a:pt x="566" y="21"/>
                </a:lnTo>
                <a:lnTo>
                  <a:pt x="566" y="0"/>
                </a:lnTo>
                <a:moveTo>
                  <a:pt x="647" y="0"/>
                </a:moveTo>
                <a:lnTo>
                  <a:pt x="687" y="0"/>
                </a:lnTo>
                <a:lnTo>
                  <a:pt x="687" y="21"/>
                </a:lnTo>
                <a:lnTo>
                  <a:pt x="647" y="21"/>
                </a:lnTo>
                <a:lnTo>
                  <a:pt x="647" y="0"/>
                </a:lnTo>
                <a:moveTo>
                  <a:pt x="728" y="0"/>
                </a:moveTo>
                <a:lnTo>
                  <a:pt x="768" y="0"/>
                </a:lnTo>
                <a:lnTo>
                  <a:pt x="768" y="21"/>
                </a:lnTo>
                <a:lnTo>
                  <a:pt x="728" y="21"/>
                </a:lnTo>
                <a:lnTo>
                  <a:pt x="728" y="0"/>
                </a:lnTo>
                <a:moveTo>
                  <a:pt x="809" y="0"/>
                </a:moveTo>
                <a:lnTo>
                  <a:pt x="849" y="0"/>
                </a:lnTo>
                <a:lnTo>
                  <a:pt x="849" y="21"/>
                </a:lnTo>
                <a:lnTo>
                  <a:pt x="809" y="21"/>
                </a:lnTo>
                <a:lnTo>
                  <a:pt x="809" y="0"/>
                </a:lnTo>
                <a:moveTo>
                  <a:pt x="889" y="0"/>
                </a:moveTo>
                <a:lnTo>
                  <a:pt x="930" y="0"/>
                </a:lnTo>
                <a:lnTo>
                  <a:pt x="930" y="21"/>
                </a:lnTo>
                <a:lnTo>
                  <a:pt x="889" y="21"/>
                </a:lnTo>
                <a:lnTo>
                  <a:pt x="889" y="0"/>
                </a:lnTo>
                <a:moveTo>
                  <a:pt x="970" y="0"/>
                </a:moveTo>
                <a:lnTo>
                  <a:pt x="1011" y="0"/>
                </a:lnTo>
                <a:lnTo>
                  <a:pt x="1011" y="21"/>
                </a:lnTo>
                <a:lnTo>
                  <a:pt x="970" y="21"/>
                </a:lnTo>
                <a:lnTo>
                  <a:pt x="970" y="0"/>
                </a:lnTo>
                <a:moveTo>
                  <a:pt x="1051" y="0"/>
                </a:moveTo>
                <a:lnTo>
                  <a:pt x="1091" y="0"/>
                </a:lnTo>
                <a:lnTo>
                  <a:pt x="1091" y="21"/>
                </a:lnTo>
                <a:lnTo>
                  <a:pt x="1051" y="21"/>
                </a:lnTo>
                <a:lnTo>
                  <a:pt x="1051" y="0"/>
                </a:lnTo>
                <a:moveTo>
                  <a:pt x="1132" y="0"/>
                </a:moveTo>
                <a:lnTo>
                  <a:pt x="1172" y="0"/>
                </a:lnTo>
                <a:lnTo>
                  <a:pt x="1172" y="21"/>
                </a:lnTo>
                <a:lnTo>
                  <a:pt x="1132" y="21"/>
                </a:lnTo>
                <a:lnTo>
                  <a:pt x="1132" y="0"/>
                </a:lnTo>
                <a:moveTo>
                  <a:pt x="1213" y="0"/>
                </a:moveTo>
                <a:lnTo>
                  <a:pt x="1253" y="0"/>
                </a:lnTo>
                <a:lnTo>
                  <a:pt x="1253" y="21"/>
                </a:lnTo>
                <a:lnTo>
                  <a:pt x="1213" y="21"/>
                </a:lnTo>
                <a:lnTo>
                  <a:pt x="1213" y="0"/>
                </a:lnTo>
                <a:moveTo>
                  <a:pt x="1293" y="0"/>
                </a:moveTo>
                <a:lnTo>
                  <a:pt x="1334" y="0"/>
                </a:lnTo>
                <a:lnTo>
                  <a:pt x="1334" y="21"/>
                </a:lnTo>
                <a:lnTo>
                  <a:pt x="1293" y="21"/>
                </a:lnTo>
                <a:lnTo>
                  <a:pt x="1293" y="0"/>
                </a:lnTo>
                <a:moveTo>
                  <a:pt x="1374" y="0"/>
                </a:moveTo>
                <a:lnTo>
                  <a:pt x="1415" y="0"/>
                </a:lnTo>
                <a:lnTo>
                  <a:pt x="1415" y="21"/>
                </a:lnTo>
                <a:lnTo>
                  <a:pt x="1374" y="21"/>
                </a:lnTo>
                <a:lnTo>
                  <a:pt x="1374" y="0"/>
                </a:lnTo>
                <a:moveTo>
                  <a:pt x="1455" y="0"/>
                </a:moveTo>
                <a:lnTo>
                  <a:pt x="1496" y="0"/>
                </a:lnTo>
                <a:lnTo>
                  <a:pt x="1496" y="21"/>
                </a:lnTo>
                <a:lnTo>
                  <a:pt x="1455" y="21"/>
                </a:lnTo>
                <a:lnTo>
                  <a:pt x="1455" y="0"/>
                </a:lnTo>
                <a:moveTo>
                  <a:pt x="1537" y="0"/>
                </a:moveTo>
                <a:lnTo>
                  <a:pt x="1577" y="0"/>
                </a:lnTo>
                <a:lnTo>
                  <a:pt x="1577" y="21"/>
                </a:lnTo>
                <a:lnTo>
                  <a:pt x="1537" y="21"/>
                </a:lnTo>
                <a:lnTo>
                  <a:pt x="1537" y="0"/>
                </a:lnTo>
                <a:moveTo>
                  <a:pt x="1618" y="0"/>
                </a:moveTo>
                <a:lnTo>
                  <a:pt x="1658" y="0"/>
                </a:lnTo>
                <a:lnTo>
                  <a:pt x="1658" y="21"/>
                </a:lnTo>
                <a:lnTo>
                  <a:pt x="1618" y="21"/>
                </a:lnTo>
                <a:lnTo>
                  <a:pt x="1618" y="0"/>
                </a:lnTo>
                <a:moveTo>
                  <a:pt x="1699" y="0"/>
                </a:moveTo>
                <a:lnTo>
                  <a:pt x="1739" y="0"/>
                </a:lnTo>
                <a:lnTo>
                  <a:pt x="1739" y="21"/>
                </a:lnTo>
                <a:lnTo>
                  <a:pt x="1699" y="21"/>
                </a:lnTo>
                <a:lnTo>
                  <a:pt x="1699" y="0"/>
                </a:lnTo>
                <a:moveTo>
                  <a:pt x="1779" y="0"/>
                </a:moveTo>
                <a:lnTo>
                  <a:pt x="1820" y="0"/>
                </a:lnTo>
                <a:lnTo>
                  <a:pt x="1820" y="21"/>
                </a:lnTo>
                <a:lnTo>
                  <a:pt x="1779" y="21"/>
                </a:lnTo>
                <a:lnTo>
                  <a:pt x="1779" y="0"/>
                </a:lnTo>
                <a:moveTo>
                  <a:pt x="1860" y="0"/>
                </a:moveTo>
                <a:lnTo>
                  <a:pt x="1901" y="0"/>
                </a:lnTo>
                <a:lnTo>
                  <a:pt x="1901" y="21"/>
                </a:lnTo>
                <a:lnTo>
                  <a:pt x="1860" y="21"/>
                </a:lnTo>
                <a:lnTo>
                  <a:pt x="1860" y="0"/>
                </a:lnTo>
                <a:moveTo>
                  <a:pt x="1941" y="0"/>
                </a:moveTo>
                <a:lnTo>
                  <a:pt x="1981" y="0"/>
                </a:lnTo>
                <a:lnTo>
                  <a:pt x="1981" y="21"/>
                </a:lnTo>
                <a:lnTo>
                  <a:pt x="1941" y="21"/>
                </a:lnTo>
                <a:lnTo>
                  <a:pt x="1941" y="0"/>
                </a:lnTo>
                <a:moveTo>
                  <a:pt x="2022" y="0"/>
                </a:moveTo>
                <a:lnTo>
                  <a:pt x="2062" y="0"/>
                </a:lnTo>
                <a:lnTo>
                  <a:pt x="2062" y="21"/>
                </a:lnTo>
                <a:lnTo>
                  <a:pt x="2022" y="21"/>
                </a:lnTo>
                <a:lnTo>
                  <a:pt x="2022" y="0"/>
                </a:lnTo>
                <a:moveTo>
                  <a:pt x="2103" y="0"/>
                </a:moveTo>
                <a:lnTo>
                  <a:pt x="2143" y="0"/>
                </a:lnTo>
                <a:lnTo>
                  <a:pt x="2143" y="21"/>
                </a:lnTo>
                <a:lnTo>
                  <a:pt x="2103" y="21"/>
                </a:lnTo>
                <a:lnTo>
                  <a:pt x="2103" y="0"/>
                </a:lnTo>
                <a:moveTo>
                  <a:pt x="2183" y="0"/>
                </a:moveTo>
                <a:lnTo>
                  <a:pt x="2224" y="0"/>
                </a:lnTo>
                <a:lnTo>
                  <a:pt x="2224" y="21"/>
                </a:lnTo>
                <a:lnTo>
                  <a:pt x="2183" y="21"/>
                </a:lnTo>
                <a:lnTo>
                  <a:pt x="2183" y="0"/>
                </a:lnTo>
                <a:moveTo>
                  <a:pt x="2264" y="0"/>
                </a:moveTo>
                <a:lnTo>
                  <a:pt x="2305" y="0"/>
                </a:lnTo>
                <a:lnTo>
                  <a:pt x="2305" y="21"/>
                </a:lnTo>
                <a:lnTo>
                  <a:pt x="2264" y="21"/>
                </a:lnTo>
                <a:lnTo>
                  <a:pt x="2264" y="0"/>
                </a:lnTo>
                <a:moveTo>
                  <a:pt x="2345" y="0"/>
                </a:moveTo>
                <a:lnTo>
                  <a:pt x="2385" y="0"/>
                </a:lnTo>
                <a:lnTo>
                  <a:pt x="2385" y="21"/>
                </a:lnTo>
                <a:lnTo>
                  <a:pt x="2345" y="21"/>
                </a:lnTo>
                <a:lnTo>
                  <a:pt x="2345" y="0"/>
                </a:lnTo>
                <a:moveTo>
                  <a:pt x="2426" y="0"/>
                </a:moveTo>
                <a:lnTo>
                  <a:pt x="2466" y="0"/>
                </a:lnTo>
                <a:lnTo>
                  <a:pt x="2466" y="21"/>
                </a:lnTo>
                <a:lnTo>
                  <a:pt x="2426" y="21"/>
                </a:lnTo>
                <a:lnTo>
                  <a:pt x="2426" y="0"/>
                </a:lnTo>
                <a:moveTo>
                  <a:pt x="2507" y="0"/>
                </a:moveTo>
                <a:lnTo>
                  <a:pt x="2547" y="0"/>
                </a:lnTo>
                <a:lnTo>
                  <a:pt x="2547" y="21"/>
                </a:lnTo>
                <a:lnTo>
                  <a:pt x="2507" y="21"/>
                </a:lnTo>
                <a:lnTo>
                  <a:pt x="2507" y="0"/>
                </a:lnTo>
                <a:moveTo>
                  <a:pt x="2587" y="0"/>
                </a:moveTo>
                <a:lnTo>
                  <a:pt x="2628" y="0"/>
                </a:lnTo>
                <a:lnTo>
                  <a:pt x="2628" y="21"/>
                </a:lnTo>
                <a:lnTo>
                  <a:pt x="2587" y="21"/>
                </a:lnTo>
                <a:lnTo>
                  <a:pt x="2587" y="0"/>
                </a:lnTo>
                <a:moveTo>
                  <a:pt x="2668" y="0"/>
                </a:moveTo>
                <a:lnTo>
                  <a:pt x="2709" y="0"/>
                </a:lnTo>
                <a:lnTo>
                  <a:pt x="2709" y="21"/>
                </a:lnTo>
                <a:lnTo>
                  <a:pt x="2668" y="21"/>
                </a:lnTo>
                <a:lnTo>
                  <a:pt x="2668" y="0"/>
                </a:lnTo>
                <a:moveTo>
                  <a:pt x="2749" y="0"/>
                </a:moveTo>
                <a:lnTo>
                  <a:pt x="2790" y="0"/>
                </a:lnTo>
                <a:lnTo>
                  <a:pt x="2790" y="21"/>
                </a:lnTo>
                <a:lnTo>
                  <a:pt x="2749" y="21"/>
                </a:lnTo>
                <a:lnTo>
                  <a:pt x="2749" y="0"/>
                </a:lnTo>
                <a:moveTo>
                  <a:pt x="2830" y="0"/>
                </a:moveTo>
                <a:lnTo>
                  <a:pt x="2870" y="0"/>
                </a:lnTo>
                <a:lnTo>
                  <a:pt x="2870" y="21"/>
                </a:lnTo>
                <a:lnTo>
                  <a:pt x="2830" y="21"/>
                </a:lnTo>
                <a:lnTo>
                  <a:pt x="2830" y="0"/>
                </a:lnTo>
                <a:moveTo>
                  <a:pt x="2911" y="0"/>
                </a:moveTo>
                <a:lnTo>
                  <a:pt x="2951" y="0"/>
                </a:lnTo>
                <a:lnTo>
                  <a:pt x="2951" y="21"/>
                </a:lnTo>
                <a:lnTo>
                  <a:pt x="2911" y="21"/>
                </a:lnTo>
                <a:lnTo>
                  <a:pt x="2911" y="0"/>
                </a:lnTo>
                <a:moveTo>
                  <a:pt x="2992" y="0"/>
                </a:moveTo>
                <a:lnTo>
                  <a:pt x="3032" y="0"/>
                </a:lnTo>
                <a:lnTo>
                  <a:pt x="3032" y="21"/>
                </a:lnTo>
                <a:lnTo>
                  <a:pt x="2992" y="21"/>
                </a:lnTo>
                <a:lnTo>
                  <a:pt x="2992" y="0"/>
                </a:lnTo>
                <a:moveTo>
                  <a:pt x="3072" y="0"/>
                </a:moveTo>
                <a:lnTo>
                  <a:pt x="3113" y="0"/>
                </a:lnTo>
                <a:lnTo>
                  <a:pt x="3113" y="21"/>
                </a:lnTo>
                <a:lnTo>
                  <a:pt x="3072" y="21"/>
                </a:lnTo>
                <a:lnTo>
                  <a:pt x="3072" y="0"/>
                </a:lnTo>
                <a:moveTo>
                  <a:pt x="3153" y="0"/>
                </a:moveTo>
                <a:lnTo>
                  <a:pt x="3194" y="0"/>
                </a:lnTo>
                <a:lnTo>
                  <a:pt x="3194" y="21"/>
                </a:lnTo>
                <a:lnTo>
                  <a:pt x="3153" y="21"/>
                </a:lnTo>
                <a:lnTo>
                  <a:pt x="3153" y="0"/>
                </a:lnTo>
                <a:moveTo>
                  <a:pt x="3234" y="0"/>
                </a:moveTo>
                <a:lnTo>
                  <a:pt x="3274" y="0"/>
                </a:lnTo>
                <a:lnTo>
                  <a:pt x="3274" y="21"/>
                </a:lnTo>
                <a:lnTo>
                  <a:pt x="3234" y="21"/>
                </a:lnTo>
                <a:lnTo>
                  <a:pt x="3234" y="0"/>
                </a:lnTo>
                <a:moveTo>
                  <a:pt x="3315" y="0"/>
                </a:moveTo>
                <a:lnTo>
                  <a:pt x="3355" y="0"/>
                </a:lnTo>
                <a:lnTo>
                  <a:pt x="3355" y="21"/>
                </a:lnTo>
                <a:lnTo>
                  <a:pt x="3315" y="21"/>
                </a:lnTo>
                <a:lnTo>
                  <a:pt x="3315" y="0"/>
                </a:lnTo>
                <a:moveTo>
                  <a:pt x="3396" y="0"/>
                </a:moveTo>
                <a:lnTo>
                  <a:pt x="3436" y="0"/>
                </a:lnTo>
                <a:lnTo>
                  <a:pt x="3436" y="21"/>
                </a:lnTo>
                <a:lnTo>
                  <a:pt x="3396" y="21"/>
                </a:lnTo>
                <a:lnTo>
                  <a:pt x="3396" y="0"/>
                </a:lnTo>
                <a:moveTo>
                  <a:pt x="3476" y="0"/>
                </a:moveTo>
                <a:lnTo>
                  <a:pt x="3517" y="0"/>
                </a:lnTo>
                <a:lnTo>
                  <a:pt x="3517" y="21"/>
                </a:lnTo>
                <a:lnTo>
                  <a:pt x="3476" y="21"/>
                </a:lnTo>
                <a:lnTo>
                  <a:pt x="3476" y="0"/>
                </a:lnTo>
                <a:moveTo>
                  <a:pt x="3557" y="0"/>
                </a:moveTo>
                <a:lnTo>
                  <a:pt x="3598" y="0"/>
                </a:lnTo>
                <a:lnTo>
                  <a:pt x="3598" y="21"/>
                </a:lnTo>
                <a:lnTo>
                  <a:pt x="3557" y="21"/>
                </a:lnTo>
                <a:lnTo>
                  <a:pt x="3557" y="0"/>
                </a:lnTo>
                <a:moveTo>
                  <a:pt x="3638" y="0"/>
                </a:moveTo>
                <a:lnTo>
                  <a:pt x="3678" y="0"/>
                </a:lnTo>
                <a:lnTo>
                  <a:pt x="3678" y="21"/>
                </a:lnTo>
                <a:lnTo>
                  <a:pt x="3638" y="21"/>
                </a:lnTo>
                <a:lnTo>
                  <a:pt x="3638" y="0"/>
                </a:lnTo>
                <a:moveTo>
                  <a:pt x="3719" y="0"/>
                </a:moveTo>
                <a:lnTo>
                  <a:pt x="3759" y="0"/>
                </a:lnTo>
                <a:lnTo>
                  <a:pt x="3759" y="21"/>
                </a:lnTo>
                <a:lnTo>
                  <a:pt x="3719" y="21"/>
                </a:lnTo>
                <a:lnTo>
                  <a:pt x="3719" y="0"/>
                </a:lnTo>
                <a:moveTo>
                  <a:pt x="3800" y="0"/>
                </a:moveTo>
                <a:lnTo>
                  <a:pt x="3840" y="0"/>
                </a:lnTo>
                <a:lnTo>
                  <a:pt x="3840" y="21"/>
                </a:lnTo>
                <a:lnTo>
                  <a:pt x="3800" y="21"/>
                </a:lnTo>
                <a:lnTo>
                  <a:pt x="3800" y="0"/>
                </a:lnTo>
                <a:moveTo>
                  <a:pt x="3880" y="0"/>
                </a:moveTo>
                <a:lnTo>
                  <a:pt x="3921" y="0"/>
                </a:lnTo>
                <a:lnTo>
                  <a:pt x="3921" y="21"/>
                </a:lnTo>
                <a:lnTo>
                  <a:pt x="3880" y="21"/>
                </a:lnTo>
                <a:lnTo>
                  <a:pt x="3880" y="0"/>
                </a:lnTo>
                <a:moveTo>
                  <a:pt x="3961" y="0"/>
                </a:moveTo>
                <a:lnTo>
                  <a:pt x="4002" y="0"/>
                </a:lnTo>
                <a:lnTo>
                  <a:pt x="4002" y="21"/>
                </a:lnTo>
                <a:lnTo>
                  <a:pt x="3961" y="21"/>
                </a:lnTo>
                <a:lnTo>
                  <a:pt x="3961" y="0"/>
                </a:lnTo>
                <a:moveTo>
                  <a:pt x="4042" y="0"/>
                </a:moveTo>
                <a:lnTo>
                  <a:pt x="4083" y="0"/>
                </a:lnTo>
                <a:lnTo>
                  <a:pt x="4083" y="21"/>
                </a:lnTo>
                <a:lnTo>
                  <a:pt x="4042" y="21"/>
                </a:lnTo>
                <a:lnTo>
                  <a:pt x="4042" y="0"/>
                </a:lnTo>
                <a:moveTo>
                  <a:pt x="4123" y="0"/>
                </a:moveTo>
                <a:lnTo>
                  <a:pt x="4163" y="0"/>
                </a:lnTo>
                <a:lnTo>
                  <a:pt x="4163" y="21"/>
                </a:lnTo>
                <a:lnTo>
                  <a:pt x="4123" y="21"/>
                </a:lnTo>
                <a:lnTo>
                  <a:pt x="4123" y="0"/>
                </a:lnTo>
                <a:moveTo>
                  <a:pt x="4204" y="0"/>
                </a:moveTo>
                <a:lnTo>
                  <a:pt x="4244" y="0"/>
                </a:lnTo>
                <a:lnTo>
                  <a:pt x="4244" y="21"/>
                </a:lnTo>
                <a:lnTo>
                  <a:pt x="4204" y="21"/>
                </a:lnTo>
                <a:lnTo>
                  <a:pt x="4204" y="0"/>
                </a:lnTo>
                <a:moveTo>
                  <a:pt x="4285" y="0"/>
                </a:moveTo>
                <a:lnTo>
                  <a:pt x="4325" y="0"/>
                </a:lnTo>
                <a:lnTo>
                  <a:pt x="4325" y="21"/>
                </a:lnTo>
                <a:lnTo>
                  <a:pt x="4285" y="21"/>
                </a:lnTo>
                <a:lnTo>
                  <a:pt x="4285" y="0"/>
                </a:lnTo>
                <a:moveTo>
                  <a:pt x="4365" y="0"/>
                </a:moveTo>
                <a:lnTo>
                  <a:pt x="4406" y="0"/>
                </a:lnTo>
                <a:lnTo>
                  <a:pt x="4406" y="21"/>
                </a:lnTo>
                <a:lnTo>
                  <a:pt x="4365" y="21"/>
                </a:lnTo>
                <a:lnTo>
                  <a:pt x="4365" y="0"/>
                </a:lnTo>
                <a:moveTo>
                  <a:pt x="4446" y="0"/>
                </a:moveTo>
                <a:lnTo>
                  <a:pt x="4487" y="0"/>
                </a:lnTo>
                <a:lnTo>
                  <a:pt x="4487" y="21"/>
                </a:lnTo>
                <a:lnTo>
                  <a:pt x="4446" y="21"/>
                </a:lnTo>
                <a:lnTo>
                  <a:pt x="4446" y="0"/>
                </a:lnTo>
                <a:moveTo>
                  <a:pt x="4527" y="0"/>
                </a:moveTo>
                <a:lnTo>
                  <a:pt x="4567" y="0"/>
                </a:lnTo>
                <a:lnTo>
                  <a:pt x="4567" y="21"/>
                </a:lnTo>
                <a:lnTo>
                  <a:pt x="4527" y="21"/>
                </a:lnTo>
                <a:lnTo>
                  <a:pt x="4527" y="0"/>
                </a:lnTo>
                <a:moveTo>
                  <a:pt x="4608" y="0"/>
                </a:moveTo>
                <a:lnTo>
                  <a:pt x="4648" y="0"/>
                </a:lnTo>
                <a:lnTo>
                  <a:pt x="4648" y="21"/>
                </a:lnTo>
                <a:lnTo>
                  <a:pt x="4608" y="21"/>
                </a:lnTo>
                <a:lnTo>
                  <a:pt x="4608" y="0"/>
                </a:lnTo>
                <a:moveTo>
                  <a:pt x="4689" y="0"/>
                </a:moveTo>
                <a:lnTo>
                  <a:pt x="4729" y="0"/>
                </a:lnTo>
                <a:lnTo>
                  <a:pt x="4729" y="21"/>
                </a:lnTo>
                <a:lnTo>
                  <a:pt x="4689" y="21"/>
                </a:lnTo>
                <a:lnTo>
                  <a:pt x="4689" y="0"/>
                </a:lnTo>
                <a:moveTo>
                  <a:pt x="4769" y="0"/>
                </a:moveTo>
                <a:lnTo>
                  <a:pt x="4810" y="0"/>
                </a:lnTo>
                <a:lnTo>
                  <a:pt x="4810" y="21"/>
                </a:lnTo>
                <a:lnTo>
                  <a:pt x="4769" y="21"/>
                </a:lnTo>
                <a:lnTo>
                  <a:pt x="4769" y="0"/>
                </a:lnTo>
                <a:moveTo>
                  <a:pt x="4850" y="0"/>
                </a:moveTo>
                <a:lnTo>
                  <a:pt x="4891" y="0"/>
                </a:lnTo>
                <a:lnTo>
                  <a:pt x="4891" y="21"/>
                </a:lnTo>
                <a:lnTo>
                  <a:pt x="4850" y="21"/>
                </a:lnTo>
                <a:lnTo>
                  <a:pt x="4850" y="0"/>
                </a:lnTo>
                <a:moveTo>
                  <a:pt x="4931" y="0"/>
                </a:moveTo>
                <a:lnTo>
                  <a:pt x="4971" y="0"/>
                </a:lnTo>
                <a:lnTo>
                  <a:pt x="4971" y="21"/>
                </a:lnTo>
                <a:lnTo>
                  <a:pt x="4931" y="21"/>
                </a:lnTo>
                <a:lnTo>
                  <a:pt x="4931" y="0"/>
                </a:lnTo>
                <a:moveTo>
                  <a:pt x="5012" y="0"/>
                </a:moveTo>
                <a:lnTo>
                  <a:pt x="5052" y="0"/>
                </a:lnTo>
                <a:lnTo>
                  <a:pt x="5052" y="21"/>
                </a:lnTo>
                <a:lnTo>
                  <a:pt x="5012" y="21"/>
                </a:lnTo>
                <a:lnTo>
                  <a:pt x="5012" y="0"/>
                </a:lnTo>
                <a:moveTo>
                  <a:pt x="5093" y="0"/>
                </a:moveTo>
                <a:lnTo>
                  <a:pt x="5133" y="0"/>
                </a:lnTo>
                <a:lnTo>
                  <a:pt x="5133" y="21"/>
                </a:lnTo>
                <a:lnTo>
                  <a:pt x="5093" y="21"/>
                </a:lnTo>
                <a:lnTo>
                  <a:pt x="5093" y="0"/>
                </a:lnTo>
                <a:moveTo>
                  <a:pt x="5174" y="0"/>
                </a:moveTo>
                <a:lnTo>
                  <a:pt x="5214" y="0"/>
                </a:lnTo>
                <a:lnTo>
                  <a:pt x="5214" y="21"/>
                </a:lnTo>
                <a:lnTo>
                  <a:pt x="5174" y="21"/>
                </a:lnTo>
                <a:lnTo>
                  <a:pt x="5174" y="0"/>
                </a:lnTo>
                <a:moveTo>
                  <a:pt x="5254" y="0"/>
                </a:moveTo>
                <a:lnTo>
                  <a:pt x="5295" y="0"/>
                </a:lnTo>
                <a:lnTo>
                  <a:pt x="5295" y="21"/>
                </a:lnTo>
                <a:lnTo>
                  <a:pt x="5254" y="21"/>
                </a:lnTo>
                <a:lnTo>
                  <a:pt x="5254" y="0"/>
                </a:lnTo>
                <a:moveTo>
                  <a:pt x="5335" y="0"/>
                </a:moveTo>
                <a:lnTo>
                  <a:pt x="5376" y="0"/>
                </a:lnTo>
                <a:lnTo>
                  <a:pt x="5376" y="21"/>
                </a:lnTo>
                <a:lnTo>
                  <a:pt x="5335" y="21"/>
                </a:lnTo>
                <a:lnTo>
                  <a:pt x="5335" y="0"/>
                </a:lnTo>
                <a:moveTo>
                  <a:pt x="5416" y="0"/>
                </a:moveTo>
                <a:lnTo>
                  <a:pt x="5456" y="0"/>
                </a:lnTo>
                <a:lnTo>
                  <a:pt x="5456" y="21"/>
                </a:lnTo>
                <a:lnTo>
                  <a:pt x="5416" y="21"/>
                </a:lnTo>
                <a:lnTo>
                  <a:pt x="5416" y="0"/>
                </a:lnTo>
                <a:moveTo>
                  <a:pt x="5497" y="0"/>
                </a:moveTo>
                <a:lnTo>
                  <a:pt x="5537" y="0"/>
                </a:lnTo>
                <a:lnTo>
                  <a:pt x="5537" y="21"/>
                </a:lnTo>
                <a:lnTo>
                  <a:pt x="5497" y="21"/>
                </a:lnTo>
                <a:lnTo>
                  <a:pt x="5497" y="0"/>
                </a:lnTo>
                <a:moveTo>
                  <a:pt x="5578" y="0"/>
                </a:moveTo>
                <a:lnTo>
                  <a:pt x="5618" y="0"/>
                </a:lnTo>
                <a:lnTo>
                  <a:pt x="5618" y="21"/>
                </a:lnTo>
                <a:lnTo>
                  <a:pt x="5578" y="21"/>
                </a:lnTo>
                <a:lnTo>
                  <a:pt x="5578" y="0"/>
                </a:lnTo>
                <a:moveTo>
                  <a:pt x="5658" y="0"/>
                </a:moveTo>
                <a:lnTo>
                  <a:pt x="5699" y="0"/>
                </a:lnTo>
                <a:lnTo>
                  <a:pt x="5699" y="21"/>
                </a:lnTo>
                <a:lnTo>
                  <a:pt x="5658" y="21"/>
                </a:lnTo>
                <a:lnTo>
                  <a:pt x="5658" y="0"/>
                </a:lnTo>
                <a:moveTo>
                  <a:pt x="5739" y="0"/>
                </a:moveTo>
                <a:lnTo>
                  <a:pt x="5780" y="0"/>
                </a:lnTo>
                <a:lnTo>
                  <a:pt x="5780" y="21"/>
                </a:lnTo>
                <a:lnTo>
                  <a:pt x="5739" y="21"/>
                </a:lnTo>
                <a:lnTo>
                  <a:pt x="5739" y="0"/>
                </a:lnTo>
                <a:moveTo>
                  <a:pt x="5820" y="0"/>
                </a:moveTo>
                <a:lnTo>
                  <a:pt x="5860" y="0"/>
                </a:lnTo>
                <a:lnTo>
                  <a:pt x="5860" y="21"/>
                </a:lnTo>
                <a:lnTo>
                  <a:pt x="5820" y="21"/>
                </a:lnTo>
                <a:lnTo>
                  <a:pt x="5820" y="0"/>
                </a:lnTo>
                <a:moveTo>
                  <a:pt x="5901" y="0"/>
                </a:moveTo>
                <a:lnTo>
                  <a:pt x="5941" y="0"/>
                </a:lnTo>
                <a:lnTo>
                  <a:pt x="5941" y="21"/>
                </a:lnTo>
                <a:lnTo>
                  <a:pt x="5901" y="21"/>
                </a:lnTo>
                <a:lnTo>
                  <a:pt x="5901" y="0"/>
                </a:lnTo>
                <a:moveTo>
                  <a:pt x="5982" y="0"/>
                </a:moveTo>
                <a:lnTo>
                  <a:pt x="6022" y="0"/>
                </a:lnTo>
                <a:lnTo>
                  <a:pt x="6022" y="21"/>
                </a:lnTo>
                <a:lnTo>
                  <a:pt x="5982" y="21"/>
                </a:lnTo>
                <a:lnTo>
                  <a:pt x="5982" y="0"/>
                </a:lnTo>
                <a:moveTo>
                  <a:pt x="6062" y="0"/>
                </a:moveTo>
                <a:lnTo>
                  <a:pt x="6103" y="0"/>
                </a:lnTo>
                <a:lnTo>
                  <a:pt x="6103" y="21"/>
                </a:lnTo>
                <a:lnTo>
                  <a:pt x="6062" y="21"/>
                </a:lnTo>
                <a:lnTo>
                  <a:pt x="6062" y="0"/>
                </a:lnTo>
                <a:moveTo>
                  <a:pt x="6143" y="0"/>
                </a:moveTo>
                <a:lnTo>
                  <a:pt x="6184" y="0"/>
                </a:lnTo>
                <a:lnTo>
                  <a:pt x="6184" y="21"/>
                </a:lnTo>
                <a:lnTo>
                  <a:pt x="6143" y="21"/>
                </a:lnTo>
                <a:lnTo>
                  <a:pt x="6143" y="0"/>
                </a:lnTo>
                <a:moveTo>
                  <a:pt x="6224" y="0"/>
                </a:moveTo>
                <a:lnTo>
                  <a:pt x="6265" y="0"/>
                </a:lnTo>
                <a:lnTo>
                  <a:pt x="6265" y="21"/>
                </a:lnTo>
                <a:lnTo>
                  <a:pt x="6224" y="21"/>
                </a:lnTo>
                <a:lnTo>
                  <a:pt x="6224" y="0"/>
                </a:lnTo>
                <a:moveTo>
                  <a:pt x="6305" y="0"/>
                </a:moveTo>
                <a:lnTo>
                  <a:pt x="6345" y="0"/>
                </a:lnTo>
                <a:lnTo>
                  <a:pt x="6345" y="21"/>
                </a:lnTo>
                <a:lnTo>
                  <a:pt x="6305" y="21"/>
                </a:lnTo>
                <a:lnTo>
                  <a:pt x="6305" y="0"/>
                </a:lnTo>
                <a:moveTo>
                  <a:pt x="6386" y="0"/>
                </a:moveTo>
                <a:lnTo>
                  <a:pt x="6426" y="0"/>
                </a:lnTo>
                <a:lnTo>
                  <a:pt x="6426" y="21"/>
                </a:lnTo>
                <a:lnTo>
                  <a:pt x="6386" y="21"/>
                </a:lnTo>
                <a:lnTo>
                  <a:pt x="6386" y="0"/>
                </a:lnTo>
                <a:moveTo>
                  <a:pt x="6467" y="0"/>
                </a:moveTo>
                <a:lnTo>
                  <a:pt x="6507" y="0"/>
                </a:lnTo>
                <a:lnTo>
                  <a:pt x="6507" y="21"/>
                </a:lnTo>
                <a:lnTo>
                  <a:pt x="6467" y="21"/>
                </a:lnTo>
                <a:lnTo>
                  <a:pt x="6467" y="0"/>
                </a:lnTo>
                <a:moveTo>
                  <a:pt x="6547" y="0"/>
                </a:moveTo>
                <a:lnTo>
                  <a:pt x="6588" y="0"/>
                </a:lnTo>
                <a:lnTo>
                  <a:pt x="6588" y="21"/>
                </a:lnTo>
                <a:lnTo>
                  <a:pt x="6547" y="21"/>
                </a:lnTo>
                <a:lnTo>
                  <a:pt x="6547" y="0"/>
                </a:lnTo>
                <a:moveTo>
                  <a:pt x="6628" y="0"/>
                </a:moveTo>
                <a:lnTo>
                  <a:pt x="6669" y="0"/>
                </a:lnTo>
                <a:lnTo>
                  <a:pt x="6669" y="21"/>
                </a:lnTo>
                <a:lnTo>
                  <a:pt x="6628" y="21"/>
                </a:lnTo>
                <a:lnTo>
                  <a:pt x="6628" y="0"/>
                </a:lnTo>
                <a:moveTo>
                  <a:pt x="6709" y="0"/>
                </a:moveTo>
                <a:lnTo>
                  <a:pt x="6749" y="0"/>
                </a:lnTo>
                <a:lnTo>
                  <a:pt x="6749" y="21"/>
                </a:lnTo>
                <a:lnTo>
                  <a:pt x="6709" y="21"/>
                </a:lnTo>
                <a:lnTo>
                  <a:pt x="6709" y="0"/>
                </a:lnTo>
                <a:moveTo>
                  <a:pt x="6790" y="0"/>
                </a:moveTo>
                <a:lnTo>
                  <a:pt x="6830" y="0"/>
                </a:lnTo>
                <a:lnTo>
                  <a:pt x="6830" y="21"/>
                </a:lnTo>
                <a:lnTo>
                  <a:pt x="6790" y="21"/>
                </a:lnTo>
                <a:lnTo>
                  <a:pt x="6790" y="0"/>
                </a:lnTo>
                <a:moveTo>
                  <a:pt x="6871" y="0"/>
                </a:moveTo>
                <a:lnTo>
                  <a:pt x="6911" y="0"/>
                </a:lnTo>
                <a:lnTo>
                  <a:pt x="6911" y="21"/>
                </a:lnTo>
                <a:lnTo>
                  <a:pt x="6871" y="21"/>
                </a:lnTo>
                <a:lnTo>
                  <a:pt x="6871" y="0"/>
                </a:lnTo>
                <a:moveTo>
                  <a:pt x="6951" y="0"/>
                </a:moveTo>
                <a:lnTo>
                  <a:pt x="6992" y="0"/>
                </a:lnTo>
                <a:lnTo>
                  <a:pt x="6992" y="21"/>
                </a:lnTo>
                <a:lnTo>
                  <a:pt x="6951" y="21"/>
                </a:lnTo>
                <a:lnTo>
                  <a:pt x="6951" y="0"/>
                </a:lnTo>
                <a:moveTo>
                  <a:pt x="7032" y="0"/>
                </a:moveTo>
                <a:lnTo>
                  <a:pt x="7073" y="0"/>
                </a:lnTo>
                <a:lnTo>
                  <a:pt x="7073" y="21"/>
                </a:lnTo>
                <a:lnTo>
                  <a:pt x="7032" y="21"/>
                </a:lnTo>
                <a:lnTo>
                  <a:pt x="7032" y="0"/>
                </a:lnTo>
                <a:moveTo>
                  <a:pt x="7113" y="0"/>
                </a:moveTo>
                <a:lnTo>
                  <a:pt x="7153" y="0"/>
                </a:lnTo>
                <a:lnTo>
                  <a:pt x="7153" y="21"/>
                </a:lnTo>
                <a:lnTo>
                  <a:pt x="7113" y="21"/>
                </a:lnTo>
                <a:lnTo>
                  <a:pt x="7113" y="0"/>
                </a:lnTo>
                <a:moveTo>
                  <a:pt x="7194" y="0"/>
                </a:moveTo>
                <a:lnTo>
                  <a:pt x="7234" y="0"/>
                </a:lnTo>
                <a:lnTo>
                  <a:pt x="7234" y="21"/>
                </a:lnTo>
                <a:lnTo>
                  <a:pt x="7194" y="21"/>
                </a:lnTo>
                <a:lnTo>
                  <a:pt x="7194" y="0"/>
                </a:lnTo>
                <a:moveTo>
                  <a:pt x="7275" y="0"/>
                </a:moveTo>
                <a:lnTo>
                  <a:pt x="7315" y="0"/>
                </a:lnTo>
                <a:lnTo>
                  <a:pt x="7315" y="21"/>
                </a:lnTo>
                <a:lnTo>
                  <a:pt x="7275" y="21"/>
                </a:lnTo>
                <a:lnTo>
                  <a:pt x="7275" y="0"/>
                </a:lnTo>
                <a:moveTo>
                  <a:pt x="7356" y="0"/>
                </a:moveTo>
                <a:lnTo>
                  <a:pt x="7396" y="0"/>
                </a:lnTo>
                <a:lnTo>
                  <a:pt x="7396" y="21"/>
                </a:lnTo>
                <a:lnTo>
                  <a:pt x="7356" y="21"/>
                </a:lnTo>
                <a:lnTo>
                  <a:pt x="7356" y="0"/>
                </a:lnTo>
                <a:moveTo>
                  <a:pt x="7436" y="0"/>
                </a:moveTo>
                <a:lnTo>
                  <a:pt x="7477" y="0"/>
                </a:lnTo>
                <a:lnTo>
                  <a:pt x="7477" y="21"/>
                </a:lnTo>
                <a:lnTo>
                  <a:pt x="7436" y="21"/>
                </a:lnTo>
                <a:lnTo>
                  <a:pt x="7436" y="0"/>
                </a:lnTo>
                <a:moveTo>
                  <a:pt x="7517" y="0"/>
                </a:moveTo>
                <a:lnTo>
                  <a:pt x="7558" y="0"/>
                </a:lnTo>
                <a:lnTo>
                  <a:pt x="7558" y="21"/>
                </a:lnTo>
                <a:lnTo>
                  <a:pt x="7517" y="21"/>
                </a:lnTo>
                <a:lnTo>
                  <a:pt x="7517" y="0"/>
                </a:lnTo>
                <a:moveTo>
                  <a:pt x="7598" y="0"/>
                </a:moveTo>
                <a:lnTo>
                  <a:pt x="7638" y="0"/>
                </a:lnTo>
                <a:lnTo>
                  <a:pt x="7638" y="21"/>
                </a:lnTo>
                <a:lnTo>
                  <a:pt x="7598" y="21"/>
                </a:lnTo>
                <a:lnTo>
                  <a:pt x="7598" y="0"/>
                </a:lnTo>
                <a:moveTo>
                  <a:pt x="7679" y="0"/>
                </a:moveTo>
                <a:lnTo>
                  <a:pt x="7719" y="0"/>
                </a:lnTo>
                <a:lnTo>
                  <a:pt x="7719" y="21"/>
                </a:lnTo>
                <a:lnTo>
                  <a:pt x="7679" y="21"/>
                </a:lnTo>
                <a:lnTo>
                  <a:pt x="7679" y="0"/>
                </a:lnTo>
                <a:moveTo>
                  <a:pt x="7760" y="0"/>
                </a:moveTo>
                <a:lnTo>
                  <a:pt x="7800" y="0"/>
                </a:lnTo>
                <a:lnTo>
                  <a:pt x="7800" y="21"/>
                </a:lnTo>
                <a:lnTo>
                  <a:pt x="7760" y="21"/>
                </a:lnTo>
                <a:lnTo>
                  <a:pt x="7760" y="0"/>
                </a:lnTo>
                <a:moveTo>
                  <a:pt x="7840" y="0"/>
                </a:moveTo>
                <a:lnTo>
                  <a:pt x="7881" y="0"/>
                </a:lnTo>
                <a:lnTo>
                  <a:pt x="7881" y="21"/>
                </a:lnTo>
                <a:lnTo>
                  <a:pt x="7840" y="21"/>
                </a:lnTo>
                <a:lnTo>
                  <a:pt x="7840" y="0"/>
                </a:lnTo>
                <a:moveTo>
                  <a:pt x="7921" y="0"/>
                </a:moveTo>
                <a:lnTo>
                  <a:pt x="7962" y="0"/>
                </a:lnTo>
                <a:lnTo>
                  <a:pt x="7962" y="21"/>
                </a:lnTo>
                <a:lnTo>
                  <a:pt x="7921" y="21"/>
                </a:lnTo>
                <a:lnTo>
                  <a:pt x="7921" y="0"/>
                </a:lnTo>
                <a:moveTo>
                  <a:pt x="8002" y="0"/>
                </a:moveTo>
                <a:lnTo>
                  <a:pt x="8042" y="0"/>
                </a:lnTo>
                <a:lnTo>
                  <a:pt x="8042" y="21"/>
                </a:lnTo>
                <a:lnTo>
                  <a:pt x="8002" y="21"/>
                </a:lnTo>
                <a:lnTo>
                  <a:pt x="8002" y="0"/>
                </a:lnTo>
                <a:moveTo>
                  <a:pt x="8083" y="0"/>
                </a:moveTo>
                <a:lnTo>
                  <a:pt x="8123" y="0"/>
                </a:lnTo>
                <a:lnTo>
                  <a:pt x="8123" y="21"/>
                </a:lnTo>
                <a:lnTo>
                  <a:pt x="8083" y="21"/>
                </a:lnTo>
                <a:lnTo>
                  <a:pt x="8083" y="0"/>
                </a:lnTo>
                <a:moveTo>
                  <a:pt x="8164" y="0"/>
                </a:moveTo>
                <a:lnTo>
                  <a:pt x="8204" y="0"/>
                </a:lnTo>
                <a:lnTo>
                  <a:pt x="8204" y="21"/>
                </a:lnTo>
                <a:lnTo>
                  <a:pt x="8164" y="21"/>
                </a:lnTo>
                <a:lnTo>
                  <a:pt x="8164" y="0"/>
                </a:lnTo>
                <a:moveTo>
                  <a:pt x="8244" y="0"/>
                </a:moveTo>
                <a:lnTo>
                  <a:pt x="8285" y="0"/>
                </a:lnTo>
                <a:lnTo>
                  <a:pt x="8285" y="21"/>
                </a:lnTo>
                <a:lnTo>
                  <a:pt x="8244" y="21"/>
                </a:lnTo>
                <a:lnTo>
                  <a:pt x="8244" y="0"/>
                </a:lnTo>
                <a:moveTo>
                  <a:pt x="8325" y="0"/>
                </a:moveTo>
                <a:lnTo>
                  <a:pt x="8366" y="0"/>
                </a:lnTo>
                <a:lnTo>
                  <a:pt x="8366" y="21"/>
                </a:lnTo>
                <a:lnTo>
                  <a:pt x="8325" y="21"/>
                </a:lnTo>
                <a:lnTo>
                  <a:pt x="8325" y="0"/>
                </a:lnTo>
                <a:moveTo>
                  <a:pt x="8406" y="0"/>
                </a:moveTo>
                <a:lnTo>
                  <a:pt x="8446" y="0"/>
                </a:lnTo>
                <a:lnTo>
                  <a:pt x="8446" y="21"/>
                </a:lnTo>
                <a:lnTo>
                  <a:pt x="8406" y="21"/>
                </a:lnTo>
                <a:lnTo>
                  <a:pt x="8406" y="0"/>
                </a:lnTo>
                <a:moveTo>
                  <a:pt x="8487" y="0"/>
                </a:moveTo>
                <a:lnTo>
                  <a:pt x="8527" y="0"/>
                </a:lnTo>
                <a:lnTo>
                  <a:pt x="8527" y="21"/>
                </a:lnTo>
                <a:lnTo>
                  <a:pt x="8487" y="21"/>
                </a:lnTo>
                <a:lnTo>
                  <a:pt x="8487" y="0"/>
                </a:lnTo>
                <a:moveTo>
                  <a:pt x="8568" y="0"/>
                </a:moveTo>
                <a:lnTo>
                  <a:pt x="8608" y="0"/>
                </a:lnTo>
                <a:lnTo>
                  <a:pt x="8608" y="21"/>
                </a:lnTo>
                <a:lnTo>
                  <a:pt x="8568" y="21"/>
                </a:lnTo>
                <a:lnTo>
                  <a:pt x="8568" y="0"/>
                </a:lnTo>
                <a:moveTo>
                  <a:pt x="8649" y="0"/>
                </a:moveTo>
                <a:lnTo>
                  <a:pt x="8689" y="0"/>
                </a:lnTo>
                <a:lnTo>
                  <a:pt x="8689" y="21"/>
                </a:lnTo>
                <a:lnTo>
                  <a:pt x="8649" y="21"/>
                </a:lnTo>
                <a:lnTo>
                  <a:pt x="8649" y="0"/>
                </a:lnTo>
                <a:moveTo>
                  <a:pt x="8729" y="0"/>
                </a:moveTo>
                <a:lnTo>
                  <a:pt x="8770" y="0"/>
                </a:lnTo>
                <a:lnTo>
                  <a:pt x="8770" y="21"/>
                </a:lnTo>
                <a:lnTo>
                  <a:pt x="8729" y="21"/>
                </a:lnTo>
                <a:lnTo>
                  <a:pt x="8729" y="0"/>
                </a:lnTo>
                <a:moveTo>
                  <a:pt x="8810" y="0"/>
                </a:moveTo>
                <a:lnTo>
                  <a:pt x="8851" y="0"/>
                </a:lnTo>
                <a:lnTo>
                  <a:pt x="8851" y="21"/>
                </a:lnTo>
                <a:lnTo>
                  <a:pt x="8810" y="21"/>
                </a:lnTo>
                <a:lnTo>
                  <a:pt x="8810" y="0"/>
                </a:lnTo>
                <a:moveTo>
                  <a:pt x="8891" y="0"/>
                </a:moveTo>
                <a:lnTo>
                  <a:pt x="8909" y="0"/>
                </a:lnTo>
                <a:lnTo>
                  <a:pt x="8909" y="21"/>
                </a:lnTo>
                <a:lnTo>
                  <a:pt x="8891" y="21"/>
                </a:lnTo>
                <a:lnTo>
                  <a:pt x="889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75800" y="4012560"/>
            <a:ext cx="1789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63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[Task still requested / on-hold — not yet acted on]</a:t>
            </a:r>
            <a:endParaRPr lang="en-AU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066680" y="4381560"/>
            <a:ext cx="2116800" cy="196920"/>
          </a:xfrm>
          <a:custGeom>
            <a:avLst/>
            <a:gdLst/>
            <a:ahLst/>
            <a:rect l="0" t="0" r="r" b="b"/>
            <a:pathLst>
              <a:path w="5880" h="547">
                <a:moveTo>
                  <a:pt x="0" y="547"/>
                </a:moveTo>
                <a:lnTo>
                  <a:pt x="5880" y="547"/>
                </a:lnTo>
                <a:lnTo>
                  <a:pt x="5880" y="204"/>
                </a:lnTo>
                <a:lnTo>
                  <a:pt x="5677" y="0"/>
                </a:lnTo>
                <a:lnTo>
                  <a:pt x="0" y="0"/>
                </a:lnTo>
                <a:lnTo>
                  <a:pt x="0" y="54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066680" y="4381560"/>
            <a:ext cx="2116800" cy="196920"/>
          </a:xfrm>
          <a:custGeom>
            <a:avLst/>
            <a:gdLst/>
            <a:ahLst/>
            <a:rect l="0" t="0" r="r" b="b"/>
            <a:pathLst>
              <a:path fill="none" w="5880" h="547">
                <a:moveTo>
                  <a:pt x="0" y="0"/>
                </a:moveTo>
                <a:lnTo>
                  <a:pt x="0" y="547"/>
                </a:lnTo>
                <a:lnTo>
                  <a:pt x="5880" y="547"/>
                </a:lnTo>
                <a:lnTo>
                  <a:pt x="5880" y="204"/>
                </a:lnTo>
                <a:lnTo>
                  <a:pt x="5677" y="0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3110400" y="4381560"/>
            <a:ext cx="73080" cy="73440"/>
          </a:xfrm>
          <a:custGeom>
            <a:avLst/>
            <a:gdLst/>
            <a:ahLst/>
            <a:rect l="0" t="0" r="r" b="b"/>
            <a:pathLst>
              <a:path w="203" h="204">
                <a:moveTo>
                  <a:pt x="0" y="204"/>
                </a:moveTo>
                <a:lnTo>
                  <a:pt x="203" y="204"/>
                </a:lnTo>
                <a:lnTo>
                  <a:pt x="0" y="0"/>
                </a:lnTo>
                <a:lnTo>
                  <a:pt x="0" y="204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110400" y="4381560"/>
            <a:ext cx="73080" cy="73440"/>
          </a:xfrm>
          <a:custGeom>
            <a:avLst/>
            <a:gdLst/>
            <a:ahLst/>
            <a:rect l="0" t="0" r="r" b="b"/>
            <a:pathLst>
              <a:path fill="none" w="203" h="204">
                <a:moveTo>
                  <a:pt x="0" y="0"/>
                </a:moveTo>
                <a:lnTo>
                  <a:pt x="0" y="204"/>
                </a:lnTo>
                <a:lnTo>
                  <a:pt x="203" y="204"/>
                </a:lnTo>
                <a:lnTo>
                  <a:pt x="0" y="0"/>
                </a:lnTo>
              </a:path>
            </a:pathLst>
          </a:custGeom>
          <a:ln w="3600">
            <a:solidFill>
              <a:srgbClr val="181818"/>
            </a:solidFill>
            <a:miter/>
          </a:ln>
        </p:spPr>
        <p:txBody>
          <a:bodyPr lIns="1800" tIns="1800" rIns="1800" bIns="18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155960" y="4160520"/>
            <a:ext cx="1562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(requested / on-hold, statusReason)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110240" y="4434840"/>
            <a:ext cx="171540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keep watching the Task; retry once accepted</a:t>
            </a:r>
            <a:endParaRPr lang="en-AU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66720" y="5788800"/>
            <a:ext cx="78267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Monitor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this referral's Task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to know when it has been acted on, then book.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666720" y="116172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715320" y="1928880"/>
            <a:ext cx="2084760" cy="879480"/>
          </a:xfrm>
          <a:custGeom>
            <a:avLst/>
            <a:gdLst/>
            <a:ahLst/>
            <a:rect l="0" t="0" r="r" b="b"/>
            <a:pathLst>
              <a:path w="5791" h="2443">
                <a:moveTo>
                  <a:pt x="0" y="0"/>
                </a:moveTo>
                <a:lnTo>
                  <a:pt x="5791" y="0"/>
                </a:lnTo>
                <a:lnTo>
                  <a:pt x="5791" y="2443"/>
                </a:lnTo>
                <a:lnTo>
                  <a:pt x="0" y="2443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63920" y="2059200"/>
            <a:ext cx="1987560" cy="405720"/>
          </a:xfrm>
          <a:custGeom>
            <a:avLst/>
            <a:gdLst/>
            <a:ahLst/>
            <a:rect l="0" t="0" r="r" b="b"/>
            <a:pathLst>
              <a:path w="5521" h="1127">
                <a:moveTo>
                  <a:pt x="0" y="0"/>
                </a:moveTo>
                <a:lnTo>
                  <a:pt x="5521" y="0"/>
                </a:lnTo>
                <a:lnTo>
                  <a:pt x="5521" y="1127"/>
                </a:lnTo>
                <a:lnTo>
                  <a:pt x="0" y="1127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63920" y="2876400"/>
            <a:ext cx="1987560" cy="1252440"/>
          </a:xfrm>
          <a:custGeom>
            <a:avLst/>
            <a:gdLst/>
            <a:ahLst/>
            <a:rect l="0" t="0" r="r" b="b"/>
            <a:pathLst>
              <a:path w="5521" h="3479">
                <a:moveTo>
                  <a:pt x="0" y="0"/>
                </a:moveTo>
                <a:lnTo>
                  <a:pt x="5521" y="0"/>
                </a:lnTo>
                <a:lnTo>
                  <a:pt x="5521" y="3479"/>
                </a:lnTo>
                <a:lnTo>
                  <a:pt x="0" y="3479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40680" y="1846080"/>
            <a:ext cx="39240" cy="1608840"/>
          </a:xfrm>
          <a:custGeom>
            <a:avLst/>
            <a:gdLst/>
            <a:ahLst/>
            <a:rect l="0" t="0" r="r" b="b"/>
            <a:pathLst>
              <a:path w="109" h="4469">
                <a:moveTo>
                  <a:pt x="0" y="0"/>
                </a:moveTo>
                <a:lnTo>
                  <a:pt x="109" y="0"/>
                </a:lnTo>
                <a:lnTo>
                  <a:pt x="109" y="4469"/>
                </a:lnTo>
                <a:lnTo>
                  <a:pt x="0" y="44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957600" y="1846080"/>
            <a:ext cx="3240" cy="1585800"/>
          </a:xfrm>
          <a:custGeom>
            <a:avLst/>
            <a:gdLst/>
            <a:ahLst/>
            <a:rect l="0" t="0" r="r" b="b"/>
            <a:pathLst>
              <a:path w="9" h="4405">
                <a:moveTo>
                  <a:pt x="9" y="0"/>
                </a:moveTo>
                <a:lnTo>
                  <a:pt x="9" y="67"/>
                </a:lnTo>
                <a:lnTo>
                  <a:pt x="0" y="67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8"/>
                </a:lnTo>
                <a:lnTo>
                  <a:pt x="0" y="338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1"/>
                </a:moveTo>
                <a:lnTo>
                  <a:pt x="9" y="1559"/>
                </a:lnTo>
                <a:lnTo>
                  <a:pt x="0" y="1559"/>
                </a:lnTo>
                <a:lnTo>
                  <a:pt x="0" y="1491"/>
                </a:lnTo>
                <a:lnTo>
                  <a:pt x="9" y="1491"/>
                </a:lnTo>
                <a:moveTo>
                  <a:pt x="9" y="1627"/>
                </a:moveTo>
                <a:lnTo>
                  <a:pt x="9" y="1695"/>
                </a:lnTo>
                <a:lnTo>
                  <a:pt x="0" y="1695"/>
                </a:lnTo>
                <a:lnTo>
                  <a:pt x="0" y="1627"/>
                </a:lnTo>
                <a:lnTo>
                  <a:pt x="9" y="1627"/>
                </a:lnTo>
                <a:moveTo>
                  <a:pt x="9" y="1762"/>
                </a:moveTo>
                <a:lnTo>
                  <a:pt x="9" y="1830"/>
                </a:lnTo>
                <a:lnTo>
                  <a:pt x="0" y="1830"/>
                </a:lnTo>
                <a:lnTo>
                  <a:pt x="0" y="1762"/>
                </a:lnTo>
                <a:lnTo>
                  <a:pt x="9" y="1762"/>
                </a:lnTo>
                <a:moveTo>
                  <a:pt x="9" y="1898"/>
                </a:moveTo>
                <a:lnTo>
                  <a:pt x="9" y="1966"/>
                </a:lnTo>
                <a:lnTo>
                  <a:pt x="0" y="1966"/>
                </a:lnTo>
                <a:lnTo>
                  <a:pt x="0" y="1898"/>
                </a:lnTo>
                <a:lnTo>
                  <a:pt x="9" y="1898"/>
                </a:lnTo>
                <a:moveTo>
                  <a:pt x="9" y="2033"/>
                </a:moveTo>
                <a:lnTo>
                  <a:pt x="9" y="2101"/>
                </a:lnTo>
                <a:lnTo>
                  <a:pt x="0" y="2101"/>
                </a:lnTo>
                <a:lnTo>
                  <a:pt x="0" y="2033"/>
                </a:lnTo>
                <a:lnTo>
                  <a:pt x="9" y="2033"/>
                </a:lnTo>
                <a:moveTo>
                  <a:pt x="9" y="2169"/>
                </a:moveTo>
                <a:lnTo>
                  <a:pt x="9" y="2237"/>
                </a:lnTo>
                <a:lnTo>
                  <a:pt x="0" y="2237"/>
                </a:lnTo>
                <a:lnTo>
                  <a:pt x="0" y="2169"/>
                </a:lnTo>
                <a:lnTo>
                  <a:pt x="9" y="2169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5"/>
                </a:moveTo>
                <a:lnTo>
                  <a:pt x="9" y="2643"/>
                </a:lnTo>
                <a:lnTo>
                  <a:pt x="0" y="2643"/>
                </a:lnTo>
                <a:lnTo>
                  <a:pt x="0" y="2575"/>
                </a:lnTo>
                <a:lnTo>
                  <a:pt x="9" y="2575"/>
                </a:lnTo>
                <a:moveTo>
                  <a:pt x="9" y="2711"/>
                </a:moveTo>
                <a:lnTo>
                  <a:pt x="9" y="2779"/>
                </a:lnTo>
                <a:lnTo>
                  <a:pt x="0" y="2779"/>
                </a:lnTo>
                <a:lnTo>
                  <a:pt x="0" y="2711"/>
                </a:lnTo>
                <a:lnTo>
                  <a:pt x="9" y="2711"/>
                </a:lnTo>
                <a:moveTo>
                  <a:pt x="9" y="2846"/>
                </a:moveTo>
                <a:lnTo>
                  <a:pt x="9" y="2914"/>
                </a:lnTo>
                <a:lnTo>
                  <a:pt x="0" y="2914"/>
                </a:lnTo>
                <a:lnTo>
                  <a:pt x="0" y="2846"/>
                </a:lnTo>
                <a:lnTo>
                  <a:pt x="9" y="2846"/>
                </a:lnTo>
                <a:moveTo>
                  <a:pt x="9" y="2982"/>
                </a:moveTo>
                <a:lnTo>
                  <a:pt x="9" y="3050"/>
                </a:lnTo>
                <a:lnTo>
                  <a:pt x="0" y="3050"/>
                </a:lnTo>
                <a:lnTo>
                  <a:pt x="0" y="2982"/>
                </a:lnTo>
                <a:lnTo>
                  <a:pt x="9" y="2982"/>
                </a:lnTo>
                <a:moveTo>
                  <a:pt x="9" y="3117"/>
                </a:moveTo>
                <a:lnTo>
                  <a:pt x="9" y="3185"/>
                </a:lnTo>
                <a:lnTo>
                  <a:pt x="0" y="3185"/>
                </a:lnTo>
                <a:lnTo>
                  <a:pt x="0" y="3117"/>
                </a:lnTo>
                <a:lnTo>
                  <a:pt x="9" y="3117"/>
                </a:lnTo>
                <a:moveTo>
                  <a:pt x="9" y="3253"/>
                </a:moveTo>
                <a:lnTo>
                  <a:pt x="9" y="3321"/>
                </a:lnTo>
                <a:lnTo>
                  <a:pt x="0" y="3321"/>
                </a:lnTo>
                <a:lnTo>
                  <a:pt x="0" y="3253"/>
                </a:lnTo>
                <a:lnTo>
                  <a:pt x="9" y="3253"/>
                </a:lnTo>
                <a:moveTo>
                  <a:pt x="9" y="3388"/>
                </a:moveTo>
                <a:lnTo>
                  <a:pt x="9" y="3456"/>
                </a:lnTo>
                <a:lnTo>
                  <a:pt x="0" y="3456"/>
                </a:lnTo>
                <a:lnTo>
                  <a:pt x="0" y="3388"/>
                </a:lnTo>
                <a:lnTo>
                  <a:pt x="9" y="3388"/>
                </a:lnTo>
                <a:moveTo>
                  <a:pt x="9" y="3524"/>
                </a:moveTo>
                <a:lnTo>
                  <a:pt x="9" y="3592"/>
                </a:lnTo>
                <a:lnTo>
                  <a:pt x="0" y="3592"/>
                </a:lnTo>
                <a:lnTo>
                  <a:pt x="0" y="3524"/>
                </a:lnTo>
                <a:lnTo>
                  <a:pt x="9" y="3524"/>
                </a:lnTo>
                <a:moveTo>
                  <a:pt x="9" y="3659"/>
                </a:moveTo>
                <a:lnTo>
                  <a:pt x="9" y="3727"/>
                </a:lnTo>
                <a:lnTo>
                  <a:pt x="0" y="3727"/>
                </a:lnTo>
                <a:lnTo>
                  <a:pt x="0" y="3659"/>
                </a:lnTo>
                <a:lnTo>
                  <a:pt x="9" y="3659"/>
                </a:lnTo>
                <a:moveTo>
                  <a:pt x="9" y="3795"/>
                </a:moveTo>
                <a:lnTo>
                  <a:pt x="9" y="3863"/>
                </a:lnTo>
                <a:lnTo>
                  <a:pt x="0" y="3863"/>
                </a:lnTo>
                <a:lnTo>
                  <a:pt x="0" y="3795"/>
                </a:lnTo>
                <a:lnTo>
                  <a:pt x="9" y="3795"/>
                </a:lnTo>
                <a:moveTo>
                  <a:pt x="9" y="3931"/>
                </a:moveTo>
                <a:lnTo>
                  <a:pt x="9" y="3998"/>
                </a:lnTo>
                <a:lnTo>
                  <a:pt x="0" y="3998"/>
                </a:lnTo>
                <a:lnTo>
                  <a:pt x="0" y="3931"/>
                </a:lnTo>
                <a:lnTo>
                  <a:pt x="9" y="3931"/>
                </a:lnTo>
                <a:moveTo>
                  <a:pt x="9" y="4066"/>
                </a:moveTo>
                <a:lnTo>
                  <a:pt x="9" y="4134"/>
                </a:lnTo>
                <a:lnTo>
                  <a:pt x="0" y="4134"/>
                </a:lnTo>
                <a:lnTo>
                  <a:pt x="0" y="4066"/>
                </a:lnTo>
                <a:lnTo>
                  <a:pt x="9" y="4066"/>
                </a:lnTo>
                <a:moveTo>
                  <a:pt x="9" y="4202"/>
                </a:moveTo>
                <a:lnTo>
                  <a:pt x="9" y="4269"/>
                </a:lnTo>
                <a:lnTo>
                  <a:pt x="0" y="4269"/>
                </a:lnTo>
                <a:lnTo>
                  <a:pt x="0" y="4202"/>
                </a:lnTo>
                <a:lnTo>
                  <a:pt x="9" y="4202"/>
                </a:lnTo>
                <a:moveTo>
                  <a:pt x="9" y="4337"/>
                </a:moveTo>
                <a:lnTo>
                  <a:pt x="9" y="4405"/>
                </a:lnTo>
                <a:lnTo>
                  <a:pt x="0" y="4405"/>
                </a:lnTo>
                <a:lnTo>
                  <a:pt x="0" y="4337"/>
                </a:lnTo>
                <a:lnTo>
                  <a:pt x="9" y="4337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957600" y="3454560"/>
            <a:ext cx="3240" cy="200520"/>
          </a:xfrm>
          <a:custGeom>
            <a:avLst/>
            <a:gdLst/>
            <a:ahLst/>
            <a:rect l="0" t="0" r="r" b="b"/>
            <a:pathLst>
              <a:path w="9" h="557">
                <a:moveTo>
                  <a:pt x="9" y="0"/>
                </a:moveTo>
                <a:lnTo>
                  <a:pt x="9" y="14"/>
                </a:lnTo>
                <a:lnTo>
                  <a:pt x="0" y="14"/>
                </a:lnTo>
                <a:lnTo>
                  <a:pt x="0" y="0"/>
                </a:lnTo>
                <a:lnTo>
                  <a:pt x="9" y="0"/>
                </a:lnTo>
                <a:moveTo>
                  <a:pt x="9" y="68"/>
                </a:moveTo>
                <a:lnTo>
                  <a:pt x="9" y="82"/>
                </a:lnTo>
                <a:lnTo>
                  <a:pt x="0" y="82"/>
                </a:lnTo>
                <a:lnTo>
                  <a:pt x="0" y="68"/>
                </a:lnTo>
                <a:lnTo>
                  <a:pt x="9" y="68"/>
                </a:lnTo>
                <a:moveTo>
                  <a:pt x="9" y="137"/>
                </a:moveTo>
                <a:lnTo>
                  <a:pt x="9" y="150"/>
                </a:lnTo>
                <a:lnTo>
                  <a:pt x="0" y="150"/>
                </a:lnTo>
                <a:lnTo>
                  <a:pt x="0" y="137"/>
                </a:lnTo>
                <a:lnTo>
                  <a:pt x="9" y="137"/>
                </a:lnTo>
                <a:moveTo>
                  <a:pt x="9" y="205"/>
                </a:moveTo>
                <a:lnTo>
                  <a:pt x="9" y="218"/>
                </a:lnTo>
                <a:lnTo>
                  <a:pt x="0" y="218"/>
                </a:lnTo>
                <a:lnTo>
                  <a:pt x="0" y="205"/>
                </a:lnTo>
                <a:lnTo>
                  <a:pt x="9" y="205"/>
                </a:lnTo>
                <a:moveTo>
                  <a:pt x="9" y="272"/>
                </a:moveTo>
                <a:lnTo>
                  <a:pt x="9" y="286"/>
                </a:lnTo>
                <a:lnTo>
                  <a:pt x="0" y="286"/>
                </a:lnTo>
                <a:lnTo>
                  <a:pt x="0" y="272"/>
                </a:lnTo>
                <a:lnTo>
                  <a:pt x="9" y="272"/>
                </a:lnTo>
                <a:moveTo>
                  <a:pt x="9" y="340"/>
                </a:moveTo>
                <a:lnTo>
                  <a:pt x="9" y="354"/>
                </a:lnTo>
                <a:lnTo>
                  <a:pt x="0" y="354"/>
                </a:lnTo>
                <a:lnTo>
                  <a:pt x="0" y="340"/>
                </a:lnTo>
                <a:lnTo>
                  <a:pt x="9" y="340"/>
                </a:lnTo>
                <a:moveTo>
                  <a:pt x="9" y="408"/>
                </a:moveTo>
                <a:lnTo>
                  <a:pt x="9" y="421"/>
                </a:lnTo>
                <a:lnTo>
                  <a:pt x="0" y="421"/>
                </a:lnTo>
                <a:lnTo>
                  <a:pt x="0" y="408"/>
                </a:lnTo>
                <a:lnTo>
                  <a:pt x="9" y="408"/>
                </a:lnTo>
                <a:moveTo>
                  <a:pt x="9" y="476"/>
                </a:moveTo>
                <a:lnTo>
                  <a:pt x="9" y="489"/>
                </a:lnTo>
                <a:lnTo>
                  <a:pt x="0" y="489"/>
                </a:lnTo>
                <a:lnTo>
                  <a:pt x="0" y="476"/>
                </a:lnTo>
                <a:lnTo>
                  <a:pt x="9" y="476"/>
                </a:lnTo>
                <a:moveTo>
                  <a:pt x="9" y="543"/>
                </a:moveTo>
                <a:lnTo>
                  <a:pt x="9" y="557"/>
                </a:lnTo>
                <a:lnTo>
                  <a:pt x="0" y="557"/>
                </a:lnTo>
                <a:lnTo>
                  <a:pt x="0" y="543"/>
                </a:lnTo>
                <a:lnTo>
                  <a:pt x="9" y="54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940680" y="3664440"/>
            <a:ext cx="39240" cy="990360"/>
          </a:xfrm>
          <a:custGeom>
            <a:avLst/>
            <a:gdLst/>
            <a:ahLst/>
            <a:rect l="0" t="0" r="r" b="b"/>
            <a:pathLst>
              <a:path w="109" h="2751">
                <a:moveTo>
                  <a:pt x="0" y="0"/>
                </a:moveTo>
                <a:lnTo>
                  <a:pt x="109" y="0"/>
                </a:lnTo>
                <a:lnTo>
                  <a:pt x="109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957600" y="3664440"/>
            <a:ext cx="3240" cy="990360"/>
          </a:xfrm>
          <a:custGeom>
            <a:avLst/>
            <a:gdLst/>
            <a:ahLst/>
            <a:rect l="0" t="0" r="r" b="b"/>
            <a:pathLst>
              <a:path w="9" h="2751">
                <a:moveTo>
                  <a:pt x="9" y="0"/>
                </a:moveTo>
                <a:lnTo>
                  <a:pt x="9" y="68"/>
                </a:lnTo>
                <a:lnTo>
                  <a:pt x="0" y="68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9"/>
                </a:lnTo>
                <a:lnTo>
                  <a:pt x="0" y="339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0"/>
                </a:moveTo>
                <a:lnTo>
                  <a:pt x="9" y="1558"/>
                </a:lnTo>
                <a:lnTo>
                  <a:pt x="0" y="1558"/>
                </a:lnTo>
                <a:lnTo>
                  <a:pt x="0" y="1490"/>
                </a:lnTo>
                <a:lnTo>
                  <a:pt x="9" y="1490"/>
                </a:lnTo>
                <a:moveTo>
                  <a:pt x="9" y="1626"/>
                </a:moveTo>
                <a:lnTo>
                  <a:pt x="9" y="1694"/>
                </a:lnTo>
                <a:lnTo>
                  <a:pt x="0" y="1694"/>
                </a:lnTo>
                <a:lnTo>
                  <a:pt x="0" y="1626"/>
                </a:lnTo>
                <a:lnTo>
                  <a:pt x="9" y="1626"/>
                </a:lnTo>
                <a:moveTo>
                  <a:pt x="9" y="1761"/>
                </a:moveTo>
                <a:lnTo>
                  <a:pt x="9" y="1829"/>
                </a:lnTo>
                <a:lnTo>
                  <a:pt x="0" y="1829"/>
                </a:lnTo>
                <a:lnTo>
                  <a:pt x="0" y="1761"/>
                </a:lnTo>
                <a:lnTo>
                  <a:pt x="9" y="1761"/>
                </a:lnTo>
                <a:moveTo>
                  <a:pt x="9" y="1897"/>
                </a:moveTo>
                <a:lnTo>
                  <a:pt x="9" y="1965"/>
                </a:lnTo>
                <a:lnTo>
                  <a:pt x="0" y="1965"/>
                </a:lnTo>
                <a:lnTo>
                  <a:pt x="0" y="1897"/>
                </a:lnTo>
                <a:lnTo>
                  <a:pt x="9" y="1897"/>
                </a:lnTo>
                <a:moveTo>
                  <a:pt x="9" y="2032"/>
                </a:moveTo>
                <a:lnTo>
                  <a:pt x="9" y="2100"/>
                </a:lnTo>
                <a:lnTo>
                  <a:pt x="0" y="2100"/>
                </a:lnTo>
                <a:lnTo>
                  <a:pt x="0" y="2032"/>
                </a:lnTo>
                <a:lnTo>
                  <a:pt x="9" y="2032"/>
                </a:lnTo>
                <a:moveTo>
                  <a:pt x="9" y="2168"/>
                </a:moveTo>
                <a:lnTo>
                  <a:pt x="9" y="2237"/>
                </a:lnTo>
                <a:lnTo>
                  <a:pt x="0" y="2237"/>
                </a:lnTo>
                <a:lnTo>
                  <a:pt x="0" y="2168"/>
                </a:lnTo>
                <a:lnTo>
                  <a:pt x="9" y="2168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6"/>
                </a:moveTo>
                <a:lnTo>
                  <a:pt x="9" y="2643"/>
                </a:lnTo>
                <a:lnTo>
                  <a:pt x="0" y="2643"/>
                </a:lnTo>
                <a:lnTo>
                  <a:pt x="0" y="2576"/>
                </a:lnTo>
                <a:lnTo>
                  <a:pt x="9" y="2576"/>
                </a:lnTo>
                <a:moveTo>
                  <a:pt x="9" y="2711"/>
                </a:moveTo>
                <a:lnTo>
                  <a:pt x="9" y="2751"/>
                </a:lnTo>
                <a:lnTo>
                  <a:pt x="0" y="2751"/>
                </a:lnTo>
                <a:lnTo>
                  <a:pt x="0" y="2711"/>
                </a:lnTo>
                <a:lnTo>
                  <a:pt x="9" y="271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2521080" y="1846080"/>
            <a:ext cx="39600" cy="1608840"/>
          </a:xfrm>
          <a:custGeom>
            <a:avLst/>
            <a:gdLst/>
            <a:ahLst/>
            <a:rect l="0" t="0" r="r" b="b"/>
            <a:pathLst>
              <a:path w="110" h="4469">
                <a:moveTo>
                  <a:pt x="0" y="0"/>
                </a:moveTo>
                <a:lnTo>
                  <a:pt x="110" y="0"/>
                </a:lnTo>
                <a:lnTo>
                  <a:pt x="110" y="4469"/>
                </a:lnTo>
                <a:lnTo>
                  <a:pt x="0" y="44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538720" y="1846080"/>
            <a:ext cx="3240" cy="1585800"/>
          </a:xfrm>
          <a:custGeom>
            <a:avLst/>
            <a:gdLst/>
            <a:ahLst/>
            <a:rect l="0" t="0" r="r" b="b"/>
            <a:pathLst>
              <a:path w="9" h="4405">
                <a:moveTo>
                  <a:pt x="9" y="0"/>
                </a:moveTo>
                <a:lnTo>
                  <a:pt x="9" y="67"/>
                </a:lnTo>
                <a:lnTo>
                  <a:pt x="0" y="67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8"/>
                </a:lnTo>
                <a:lnTo>
                  <a:pt x="0" y="338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1"/>
                </a:moveTo>
                <a:lnTo>
                  <a:pt x="9" y="1559"/>
                </a:lnTo>
                <a:lnTo>
                  <a:pt x="0" y="1559"/>
                </a:lnTo>
                <a:lnTo>
                  <a:pt x="0" y="1491"/>
                </a:lnTo>
                <a:lnTo>
                  <a:pt x="9" y="1491"/>
                </a:lnTo>
                <a:moveTo>
                  <a:pt x="9" y="1627"/>
                </a:moveTo>
                <a:lnTo>
                  <a:pt x="9" y="1695"/>
                </a:lnTo>
                <a:lnTo>
                  <a:pt x="0" y="1695"/>
                </a:lnTo>
                <a:lnTo>
                  <a:pt x="0" y="1627"/>
                </a:lnTo>
                <a:lnTo>
                  <a:pt x="9" y="1627"/>
                </a:lnTo>
                <a:moveTo>
                  <a:pt x="9" y="1762"/>
                </a:moveTo>
                <a:lnTo>
                  <a:pt x="9" y="1830"/>
                </a:lnTo>
                <a:lnTo>
                  <a:pt x="0" y="1830"/>
                </a:lnTo>
                <a:lnTo>
                  <a:pt x="0" y="1762"/>
                </a:lnTo>
                <a:lnTo>
                  <a:pt x="9" y="1762"/>
                </a:lnTo>
                <a:moveTo>
                  <a:pt x="9" y="1898"/>
                </a:moveTo>
                <a:lnTo>
                  <a:pt x="9" y="1966"/>
                </a:lnTo>
                <a:lnTo>
                  <a:pt x="0" y="1966"/>
                </a:lnTo>
                <a:lnTo>
                  <a:pt x="0" y="1898"/>
                </a:lnTo>
                <a:lnTo>
                  <a:pt x="9" y="1898"/>
                </a:lnTo>
                <a:moveTo>
                  <a:pt x="9" y="2033"/>
                </a:moveTo>
                <a:lnTo>
                  <a:pt x="9" y="2101"/>
                </a:lnTo>
                <a:lnTo>
                  <a:pt x="0" y="2101"/>
                </a:lnTo>
                <a:lnTo>
                  <a:pt x="0" y="2033"/>
                </a:lnTo>
                <a:lnTo>
                  <a:pt x="9" y="2033"/>
                </a:lnTo>
                <a:moveTo>
                  <a:pt x="9" y="2169"/>
                </a:moveTo>
                <a:lnTo>
                  <a:pt x="9" y="2237"/>
                </a:lnTo>
                <a:lnTo>
                  <a:pt x="0" y="2237"/>
                </a:lnTo>
                <a:lnTo>
                  <a:pt x="0" y="2169"/>
                </a:lnTo>
                <a:lnTo>
                  <a:pt x="9" y="2169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5"/>
                </a:moveTo>
                <a:lnTo>
                  <a:pt x="9" y="2643"/>
                </a:lnTo>
                <a:lnTo>
                  <a:pt x="0" y="2643"/>
                </a:lnTo>
                <a:lnTo>
                  <a:pt x="0" y="2575"/>
                </a:lnTo>
                <a:lnTo>
                  <a:pt x="9" y="2575"/>
                </a:lnTo>
                <a:moveTo>
                  <a:pt x="9" y="2711"/>
                </a:moveTo>
                <a:lnTo>
                  <a:pt x="9" y="2779"/>
                </a:lnTo>
                <a:lnTo>
                  <a:pt x="0" y="2779"/>
                </a:lnTo>
                <a:lnTo>
                  <a:pt x="0" y="2711"/>
                </a:lnTo>
                <a:lnTo>
                  <a:pt x="9" y="2711"/>
                </a:lnTo>
                <a:moveTo>
                  <a:pt x="9" y="2846"/>
                </a:moveTo>
                <a:lnTo>
                  <a:pt x="9" y="2914"/>
                </a:lnTo>
                <a:lnTo>
                  <a:pt x="0" y="2914"/>
                </a:lnTo>
                <a:lnTo>
                  <a:pt x="0" y="2846"/>
                </a:lnTo>
                <a:lnTo>
                  <a:pt x="9" y="2846"/>
                </a:lnTo>
                <a:moveTo>
                  <a:pt x="9" y="2982"/>
                </a:moveTo>
                <a:lnTo>
                  <a:pt x="9" y="3050"/>
                </a:lnTo>
                <a:lnTo>
                  <a:pt x="0" y="3050"/>
                </a:lnTo>
                <a:lnTo>
                  <a:pt x="0" y="2982"/>
                </a:lnTo>
                <a:lnTo>
                  <a:pt x="9" y="2982"/>
                </a:lnTo>
                <a:moveTo>
                  <a:pt x="9" y="3117"/>
                </a:moveTo>
                <a:lnTo>
                  <a:pt x="9" y="3185"/>
                </a:lnTo>
                <a:lnTo>
                  <a:pt x="0" y="3185"/>
                </a:lnTo>
                <a:lnTo>
                  <a:pt x="0" y="3117"/>
                </a:lnTo>
                <a:lnTo>
                  <a:pt x="9" y="3117"/>
                </a:lnTo>
                <a:moveTo>
                  <a:pt x="9" y="3253"/>
                </a:moveTo>
                <a:lnTo>
                  <a:pt x="9" y="3321"/>
                </a:lnTo>
                <a:lnTo>
                  <a:pt x="0" y="3321"/>
                </a:lnTo>
                <a:lnTo>
                  <a:pt x="0" y="3253"/>
                </a:lnTo>
                <a:lnTo>
                  <a:pt x="9" y="3253"/>
                </a:lnTo>
                <a:moveTo>
                  <a:pt x="9" y="3388"/>
                </a:moveTo>
                <a:lnTo>
                  <a:pt x="9" y="3456"/>
                </a:lnTo>
                <a:lnTo>
                  <a:pt x="0" y="3456"/>
                </a:lnTo>
                <a:lnTo>
                  <a:pt x="0" y="3388"/>
                </a:lnTo>
                <a:lnTo>
                  <a:pt x="9" y="3388"/>
                </a:lnTo>
                <a:moveTo>
                  <a:pt x="9" y="3524"/>
                </a:moveTo>
                <a:lnTo>
                  <a:pt x="9" y="3592"/>
                </a:lnTo>
                <a:lnTo>
                  <a:pt x="0" y="3592"/>
                </a:lnTo>
                <a:lnTo>
                  <a:pt x="0" y="3524"/>
                </a:lnTo>
                <a:lnTo>
                  <a:pt x="9" y="3524"/>
                </a:lnTo>
                <a:moveTo>
                  <a:pt x="9" y="3659"/>
                </a:moveTo>
                <a:lnTo>
                  <a:pt x="9" y="3727"/>
                </a:lnTo>
                <a:lnTo>
                  <a:pt x="0" y="3727"/>
                </a:lnTo>
                <a:lnTo>
                  <a:pt x="0" y="3659"/>
                </a:lnTo>
                <a:lnTo>
                  <a:pt x="9" y="3659"/>
                </a:lnTo>
                <a:moveTo>
                  <a:pt x="9" y="3795"/>
                </a:moveTo>
                <a:lnTo>
                  <a:pt x="9" y="3863"/>
                </a:lnTo>
                <a:lnTo>
                  <a:pt x="0" y="3863"/>
                </a:lnTo>
                <a:lnTo>
                  <a:pt x="0" y="3795"/>
                </a:lnTo>
                <a:lnTo>
                  <a:pt x="9" y="3795"/>
                </a:lnTo>
                <a:moveTo>
                  <a:pt x="9" y="3931"/>
                </a:moveTo>
                <a:lnTo>
                  <a:pt x="9" y="3998"/>
                </a:lnTo>
                <a:lnTo>
                  <a:pt x="0" y="3998"/>
                </a:lnTo>
                <a:lnTo>
                  <a:pt x="0" y="3931"/>
                </a:lnTo>
                <a:lnTo>
                  <a:pt x="9" y="3931"/>
                </a:lnTo>
                <a:moveTo>
                  <a:pt x="9" y="4066"/>
                </a:moveTo>
                <a:lnTo>
                  <a:pt x="9" y="4134"/>
                </a:lnTo>
                <a:lnTo>
                  <a:pt x="0" y="4134"/>
                </a:lnTo>
                <a:lnTo>
                  <a:pt x="0" y="4066"/>
                </a:lnTo>
                <a:lnTo>
                  <a:pt x="9" y="4066"/>
                </a:lnTo>
                <a:moveTo>
                  <a:pt x="9" y="4202"/>
                </a:moveTo>
                <a:lnTo>
                  <a:pt x="9" y="4269"/>
                </a:lnTo>
                <a:lnTo>
                  <a:pt x="0" y="4269"/>
                </a:lnTo>
                <a:lnTo>
                  <a:pt x="0" y="4202"/>
                </a:lnTo>
                <a:lnTo>
                  <a:pt x="9" y="4202"/>
                </a:lnTo>
                <a:moveTo>
                  <a:pt x="9" y="4337"/>
                </a:moveTo>
                <a:lnTo>
                  <a:pt x="9" y="4405"/>
                </a:lnTo>
                <a:lnTo>
                  <a:pt x="0" y="4405"/>
                </a:lnTo>
                <a:lnTo>
                  <a:pt x="0" y="4337"/>
                </a:lnTo>
                <a:lnTo>
                  <a:pt x="9" y="4337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538720" y="3454560"/>
            <a:ext cx="3240" cy="200520"/>
          </a:xfrm>
          <a:custGeom>
            <a:avLst/>
            <a:gdLst/>
            <a:ahLst/>
            <a:rect l="0" t="0" r="r" b="b"/>
            <a:pathLst>
              <a:path w="9" h="557">
                <a:moveTo>
                  <a:pt x="9" y="0"/>
                </a:moveTo>
                <a:lnTo>
                  <a:pt x="9" y="14"/>
                </a:lnTo>
                <a:lnTo>
                  <a:pt x="0" y="14"/>
                </a:lnTo>
                <a:lnTo>
                  <a:pt x="0" y="0"/>
                </a:lnTo>
                <a:lnTo>
                  <a:pt x="9" y="0"/>
                </a:lnTo>
                <a:moveTo>
                  <a:pt x="9" y="68"/>
                </a:moveTo>
                <a:lnTo>
                  <a:pt x="9" y="82"/>
                </a:lnTo>
                <a:lnTo>
                  <a:pt x="0" y="82"/>
                </a:lnTo>
                <a:lnTo>
                  <a:pt x="0" y="68"/>
                </a:lnTo>
                <a:lnTo>
                  <a:pt x="9" y="68"/>
                </a:lnTo>
                <a:moveTo>
                  <a:pt x="9" y="137"/>
                </a:moveTo>
                <a:lnTo>
                  <a:pt x="9" y="150"/>
                </a:lnTo>
                <a:lnTo>
                  <a:pt x="0" y="150"/>
                </a:lnTo>
                <a:lnTo>
                  <a:pt x="0" y="137"/>
                </a:lnTo>
                <a:lnTo>
                  <a:pt x="9" y="137"/>
                </a:lnTo>
                <a:moveTo>
                  <a:pt x="9" y="205"/>
                </a:moveTo>
                <a:lnTo>
                  <a:pt x="9" y="218"/>
                </a:lnTo>
                <a:lnTo>
                  <a:pt x="0" y="218"/>
                </a:lnTo>
                <a:lnTo>
                  <a:pt x="0" y="205"/>
                </a:lnTo>
                <a:lnTo>
                  <a:pt x="9" y="205"/>
                </a:lnTo>
                <a:moveTo>
                  <a:pt x="9" y="272"/>
                </a:moveTo>
                <a:lnTo>
                  <a:pt x="9" y="286"/>
                </a:lnTo>
                <a:lnTo>
                  <a:pt x="0" y="286"/>
                </a:lnTo>
                <a:lnTo>
                  <a:pt x="0" y="272"/>
                </a:lnTo>
                <a:lnTo>
                  <a:pt x="9" y="272"/>
                </a:lnTo>
                <a:moveTo>
                  <a:pt x="9" y="340"/>
                </a:moveTo>
                <a:lnTo>
                  <a:pt x="9" y="354"/>
                </a:lnTo>
                <a:lnTo>
                  <a:pt x="0" y="354"/>
                </a:lnTo>
                <a:lnTo>
                  <a:pt x="0" y="340"/>
                </a:lnTo>
                <a:lnTo>
                  <a:pt x="9" y="340"/>
                </a:lnTo>
                <a:moveTo>
                  <a:pt x="9" y="408"/>
                </a:moveTo>
                <a:lnTo>
                  <a:pt x="9" y="421"/>
                </a:lnTo>
                <a:lnTo>
                  <a:pt x="0" y="421"/>
                </a:lnTo>
                <a:lnTo>
                  <a:pt x="0" y="408"/>
                </a:lnTo>
                <a:lnTo>
                  <a:pt x="9" y="408"/>
                </a:lnTo>
                <a:moveTo>
                  <a:pt x="9" y="476"/>
                </a:moveTo>
                <a:lnTo>
                  <a:pt x="9" y="489"/>
                </a:lnTo>
                <a:lnTo>
                  <a:pt x="0" y="489"/>
                </a:lnTo>
                <a:lnTo>
                  <a:pt x="0" y="476"/>
                </a:lnTo>
                <a:lnTo>
                  <a:pt x="9" y="476"/>
                </a:lnTo>
                <a:moveTo>
                  <a:pt x="9" y="543"/>
                </a:moveTo>
                <a:lnTo>
                  <a:pt x="9" y="557"/>
                </a:lnTo>
                <a:lnTo>
                  <a:pt x="0" y="557"/>
                </a:lnTo>
                <a:lnTo>
                  <a:pt x="0" y="543"/>
                </a:lnTo>
                <a:lnTo>
                  <a:pt x="9" y="543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521080" y="3664440"/>
            <a:ext cx="39600" cy="990360"/>
          </a:xfrm>
          <a:custGeom>
            <a:avLst/>
            <a:gdLst/>
            <a:ahLst/>
            <a:rect l="0" t="0" r="r" b="b"/>
            <a:pathLst>
              <a:path w="110" h="2751">
                <a:moveTo>
                  <a:pt x="0" y="0"/>
                </a:moveTo>
                <a:lnTo>
                  <a:pt x="110" y="0"/>
                </a:lnTo>
                <a:lnTo>
                  <a:pt x="110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538720" y="3664440"/>
            <a:ext cx="3240" cy="990360"/>
          </a:xfrm>
          <a:custGeom>
            <a:avLst/>
            <a:gdLst/>
            <a:ahLst/>
            <a:rect l="0" t="0" r="r" b="b"/>
            <a:pathLst>
              <a:path w="9" h="2751">
                <a:moveTo>
                  <a:pt x="9" y="0"/>
                </a:moveTo>
                <a:lnTo>
                  <a:pt x="9" y="68"/>
                </a:lnTo>
                <a:lnTo>
                  <a:pt x="0" y="68"/>
                </a:lnTo>
                <a:lnTo>
                  <a:pt x="0" y="0"/>
                </a:lnTo>
                <a:lnTo>
                  <a:pt x="9" y="0"/>
                </a:lnTo>
                <a:moveTo>
                  <a:pt x="9" y="135"/>
                </a:moveTo>
                <a:lnTo>
                  <a:pt x="9" y="203"/>
                </a:lnTo>
                <a:lnTo>
                  <a:pt x="0" y="203"/>
                </a:lnTo>
                <a:lnTo>
                  <a:pt x="0" y="135"/>
                </a:lnTo>
                <a:lnTo>
                  <a:pt x="9" y="135"/>
                </a:lnTo>
                <a:moveTo>
                  <a:pt x="9" y="271"/>
                </a:moveTo>
                <a:lnTo>
                  <a:pt x="9" y="339"/>
                </a:lnTo>
                <a:lnTo>
                  <a:pt x="0" y="339"/>
                </a:lnTo>
                <a:lnTo>
                  <a:pt x="0" y="271"/>
                </a:lnTo>
                <a:lnTo>
                  <a:pt x="9" y="271"/>
                </a:lnTo>
                <a:moveTo>
                  <a:pt x="9" y="406"/>
                </a:moveTo>
                <a:lnTo>
                  <a:pt x="9" y="474"/>
                </a:lnTo>
                <a:lnTo>
                  <a:pt x="0" y="474"/>
                </a:lnTo>
                <a:lnTo>
                  <a:pt x="0" y="406"/>
                </a:lnTo>
                <a:lnTo>
                  <a:pt x="9" y="406"/>
                </a:lnTo>
                <a:moveTo>
                  <a:pt x="9" y="542"/>
                </a:moveTo>
                <a:lnTo>
                  <a:pt x="9" y="610"/>
                </a:lnTo>
                <a:lnTo>
                  <a:pt x="0" y="610"/>
                </a:lnTo>
                <a:lnTo>
                  <a:pt x="0" y="542"/>
                </a:lnTo>
                <a:lnTo>
                  <a:pt x="9" y="542"/>
                </a:lnTo>
                <a:moveTo>
                  <a:pt x="9" y="677"/>
                </a:moveTo>
                <a:lnTo>
                  <a:pt x="9" y="745"/>
                </a:lnTo>
                <a:lnTo>
                  <a:pt x="0" y="745"/>
                </a:lnTo>
                <a:lnTo>
                  <a:pt x="0" y="677"/>
                </a:lnTo>
                <a:lnTo>
                  <a:pt x="9" y="677"/>
                </a:lnTo>
                <a:moveTo>
                  <a:pt x="9" y="813"/>
                </a:moveTo>
                <a:lnTo>
                  <a:pt x="9" y="881"/>
                </a:lnTo>
                <a:lnTo>
                  <a:pt x="0" y="881"/>
                </a:lnTo>
                <a:lnTo>
                  <a:pt x="0" y="813"/>
                </a:lnTo>
                <a:lnTo>
                  <a:pt x="9" y="813"/>
                </a:lnTo>
                <a:moveTo>
                  <a:pt x="9" y="948"/>
                </a:moveTo>
                <a:lnTo>
                  <a:pt x="9" y="1016"/>
                </a:lnTo>
                <a:lnTo>
                  <a:pt x="0" y="1016"/>
                </a:lnTo>
                <a:lnTo>
                  <a:pt x="0" y="948"/>
                </a:lnTo>
                <a:lnTo>
                  <a:pt x="9" y="948"/>
                </a:lnTo>
                <a:moveTo>
                  <a:pt x="9" y="1084"/>
                </a:moveTo>
                <a:lnTo>
                  <a:pt x="9" y="1152"/>
                </a:lnTo>
                <a:lnTo>
                  <a:pt x="0" y="1152"/>
                </a:lnTo>
                <a:lnTo>
                  <a:pt x="0" y="1084"/>
                </a:lnTo>
                <a:lnTo>
                  <a:pt x="9" y="1084"/>
                </a:lnTo>
                <a:moveTo>
                  <a:pt x="9" y="1219"/>
                </a:moveTo>
                <a:lnTo>
                  <a:pt x="9" y="1287"/>
                </a:lnTo>
                <a:lnTo>
                  <a:pt x="0" y="1287"/>
                </a:lnTo>
                <a:lnTo>
                  <a:pt x="0" y="1219"/>
                </a:lnTo>
                <a:lnTo>
                  <a:pt x="9" y="1219"/>
                </a:lnTo>
                <a:moveTo>
                  <a:pt x="9" y="1355"/>
                </a:moveTo>
                <a:lnTo>
                  <a:pt x="9" y="1423"/>
                </a:lnTo>
                <a:lnTo>
                  <a:pt x="0" y="1423"/>
                </a:lnTo>
                <a:lnTo>
                  <a:pt x="0" y="1355"/>
                </a:lnTo>
                <a:lnTo>
                  <a:pt x="9" y="1355"/>
                </a:lnTo>
                <a:moveTo>
                  <a:pt x="9" y="1490"/>
                </a:moveTo>
                <a:lnTo>
                  <a:pt x="9" y="1558"/>
                </a:lnTo>
                <a:lnTo>
                  <a:pt x="0" y="1558"/>
                </a:lnTo>
                <a:lnTo>
                  <a:pt x="0" y="1490"/>
                </a:lnTo>
                <a:lnTo>
                  <a:pt x="9" y="1490"/>
                </a:lnTo>
                <a:moveTo>
                  <a:pt x="9" y="1626"/>
                </a:moveTo>
                <a:lnTo>
                  <a:pt x="9" y="1694"/>
                </a:lnTo>
                <a:lnTo>
                  <a:pt x="0" y="1694"/>
                </a:lnTo>
                <a:lnTo>
                  <a:pt x="0" y="1626"/>
                </a:lnTo>
                <a:lnTo>
                  <a:pt x="9" y="1626"/>
                </a:lnTo>
                <a:moveTo>
                  <a:pt x="9" y="1761"/>
                </a:moveTo>
                <a:lnTo>
                  <a:pt x="9" y="1829"/>
                </a:lnTo>
                <a:lnTo>
                  <a:pt x="0" y="1829"/>
                </a:lnTo>
                <a:lnTo>
                  <a:pt x="0" y="1761"/>
                </a:lnTo>
                <a:lnTo>
                  <a:pt x="9" y="1761"/>
                </a:lnTo>
                <a:moveTo>
                  <a:pt x="9" y="1897"/>
                </a:moveTo>
                <a:lnTo>
                  <a:pt x="9" y="1965"/>
                </a:lnTo>
                <a:lnTo>
                  <a:pt x="0" y="1965"/>
                </a:lnTo>
                <a:lnTo>
                  <a:pt x="0" y="1897"/>
                </a:lnTo>
                <a:lnTo>
                  <a:pt x="9" y="1897"/>
                </a:lnTo>
                <a:moveTo>
                  <a:pt x="9" y="2032"/>
                </a:moveTo>
                <a:lnTo>
                  <a:pt x="9" y="2100"/>
                </a:lnTo>
                <a:lnTo>
                  <a:pt x="0" y="2100"/>
                </a:lnTo>
                <a:lnTo>
                  <a:pt x="0" y="2032"/>
                </a:lnTo>
                <a:lnTo>
                  <a:pt x="9" y="2032"/>
                </a:lnTo>
                <a:moveTo>
                  <a:pt x="9" y="2168"/>
                </a:moveTo>
                <a:lnTo>
                  <a:pt x="9" y="2237"/>
                </a:lnTo>
                <a:lnTo>
                  <a:pt x="0" y="2237"/>
                </a:lnTo>
                <a:lnTo>
                  <a:pt x="0" y="2168"/>
                </a:lnTo>
                <a:lnTo>
                  <a:pt x="9" y="2168"/>
                </a:lnTo>
                <a:moveTo>
                  <a:pt x="9" y="2304"/>
                </a:moveTo>
                <a:lnTo>
                  <a:pt x="9" y="2372"/>
                </a:lnTo>
                <a:lnTo>
                  <a:pt x="0" y="2372"/>
                </a:lnTo>
                <a:lnTo>
                  <a:pt x="0" y="2304"/>
                </a:lnTo>
                <a:lnTo>
                  <a:pt x="9" y="2304"/>
                </a:lnTo>
                <a:moveTo>
                  <a:pt x="9" y="2440"/>
                </a:moveTo>
                <a:lnTo>
                  <a:pt x="9" y="2508"/>
                </a:lnTo>
                <a:lnTo>
                  <a:pt x="0" y="2508"/>
                </a:lnTo>
                <a:lnTo>
                  <a:pt x="0" y="2440"/>
                </a:lnTo>
                <a:lnTo>
                  <a:pt x="9" y="2440"/>
                </a:lnTo>
                <a:moveTo>
                  <a:pt x="9" y="2576"/>
                </a:moveTo>
                <a:lnTo>
                  <a:pt x="9" y="2643"/>
                </a:lnTo>
                <a:lnTo>
                  <a:pt x="0" y="2643"/>
                </a:lnTo>
                <a:lnTo>
                  <a:pt x="0" y="2576"/>
                </a:lnTo>
                <a:lnTo>
                  <a:pt x="9" y="2576"/>
                </a:lnTo>
                <a:moveTo>
                  <a:pt x="9" y="2711"/>
                </a:moveTo>
                <a:lnTo>
                  <a:pt x="9" y="2751"/>
                </a:lnTo>
                <a:lnTo>
                  <a:pt x="0" y="2751"/>
                </a:lnTo>
                <a:lnTo>
                  <a:pt x="0" y="2711"/>
                </a:lnTo>
                <a:lnTo>
                  <a:pt x="9" y="2711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666720" y="720000"/>
            <a:ext cx="40233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Tracking: poll vs subscribe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812880" y="1672200"/>
            <a:ext cx="2300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921240" y="1369800"/>
            <a:ext cx="78120" cy="78120"/>
          </a:xfrm>
          <a:custGeom>
            <a:avLst/>
            <a:gdLst/>
            <a:ahLst/>
            <a:rect l="0" t="0" r="r" b="b"/>
            <a:pathLst>
              <a:path w="217" h="217">
                <a:moveTo>
                  <a:pt x="217" y="108"/>
                </a:moveTo>
                <a:cubicBezTo>
                  <a:pt x="217" y="122"/>
                  <a:pt x="214" y="136"/>
                  <a:pt x="209" y="150"/>
                </a:cubicBezTo>
                <a:cubicBezTo>
                  <a:pt x="203" y="163"/>
                  <a:pt x="196" y="175"/>
                  <a:pt x="186" y="185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7"/>
                  <a:pt x="108" y="217"/>
                </a:cubicBezTo>
                <a:cubicBezTo>
                  <a:pt x="94" y="217"/>
                  <a:pt x="80" y="215"/>
                  <a:pt x="67" y="209"/>
                </a:cubicBezTo>
                <a:cubicBezTo>
                  <a:pt x="53" y="204"/>
                  <a:pt x="42" y="196"/>
                  <a:pt x="31" y="185"/>
                </a:cubicBezTo>
                <a:cubicBezTo>
                  <a:pt x="21" y="175"/>
                  <a:pt x="13" y="163"/>
                  <a:pt x="8" y="150"/>
                </a:cubicBezTo>
                <a:cubicBezTo>
                  <a:pt x="3" y="136"/>
                  <a:pt x="0" y="122"/>
                  <a:pt x="0" y="108"/>
                </a:cubicBezTo>
                <a:cubicBezTo>
                  <a:pt x="0" y="94"/>
                  <a:pt x="3" y="80"/>
                  <a:pt x="8" y="67"/>
                </a:cubicBezTo>
                <a:cubicBezTo>
                  <a:pt x="13" y="53"/>
                  <a:pt x="21" y="42"/>
                  <a:pt x="31" y="31"/>
                </a:cubicBezTo>
                <a:cubicBezTo>
                  <a:pt x="42" y="21"/>
                  <a:pt x="53" y="13"/>
                  <a:pt x="67" y="8"/>
                </a:cubicBezTo>
                <a:cubicBezTo>
                  <a:pt x="80" y="2"/>
                  <a:pt x="94" y="0"/>
                  <a:pt x="108" y="0"/>
                </a:cubicBezTo>
                <a:cubicBezTo>
                  <a:pt x="122" y="0"/>
                  <a:pt x="136" y="2"/>
                  <a:pt x="150" y="8"/>
                </a:cubicBezTo>
                <a:cubicBezTo>
                  <a:pt x="164" y="13"/>
                  <a:pt x="175" y="21"/>
                  <a:pt x="186" y="31"/>
                </a:cubicBezTo>
                <a:cubicBezTo>
                  <a:pt x="196" y="42"/>
                  <a:pt x="203" y="53"/>
                  <a:pt x="209" y="67"/>
                </a:cubicBezTo>
                <a:cubicBezTo>
                  <a:pt x="214" y="80"/>
                  <a:pt x="217" y="94"/>
                  <a:pt x="217" y="108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921240" y="1369800"/>
            <a:ext cx="78120" cy="78120"/>
          </a:xfrm>
          <a:custGeom>
            <a:avLst/>
            <a:gdLst/>
            <a:ahLst/>
            <a:rect l="0" t="0" r="r" b="b"/>
            <a:pathLst>
              <a:path w="217" h="217">
                <a:moveTo>
                  <a:pt x="217" y="108"/>
                </a:moveTo>
                <a:cubicBezTo>
                  <a:pt x="217" y="122"/>
                  <a:pt x="214" y="136"/>
                  <a:pt x="209" y="150"/>
                </a:cubicBezTo>
                <a:cubicBezTo>
                  <a:pt x="203" y="163"/>
                  <a:pt x="196" y="175"/>
                  <a:pt x="186" y="185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7"/>
                  <a:pt x="108" y="217"/>
                </a:cubicBezTo>
                <a:cubicBezTo>
                  <a:pt x="94" y="217"/>
                  <a:pt x="80" y="215"/>
                  <a:pt x="67" y="209"/>
                </a:cubicBezTo>
                <a:cubicBezTo>
                  <a:pt x="53" y="204"/>
                  <a:pt x="42" y="196"/>
                  <a:pt x="31" y="185"/>
                </a:cubicBezTo>
                <a:cubicBezTo>
                  <a:pt x="21" y="175"/>
                  <a:pt x="13" y="163"/>
                  <a:pt x="8" y="150"/>
                </a:cubicBezTo>
                <a:cubicBezTo>
                  <a:pt x="3" y="136"/>
                  <a:pt x="0" y="122"/>
                  <a:pt x="0" y="108"/>
                </a:cubicBezTo>
                <a:cubicBezTo>
                  <a:pt x="0" y="94"/>
                  <a:pt x="3" y="80"/>
                  <a:pt x="8" y="67"/>
                </a:cubicBezTo>
                <a:cubicBezTo>
                  <a:pt x="13" y="53"/>
                  <a:pt x="21" y="42"/>
                  <a:pt x="31" y="31"/>
                </a:cubicBezTo>
                <a:cubicBezTo>
                  <a:pt x="42" y="21"/>
                  <a:pt x="53" y="13"/>
                  <a:pt x="67" y="8"/>
                </a:cubicBezTo>
                <a:cubicBezTo>
                  <a:pt x="80" y="2"/>
                  <a:pt x="94" y="0"/>
                  <a:pt x="108" y="0"/>
                </a:cubicBezTo>
                <a:cubicBezTo>
                  <a:pt x="122" y="0"/>
                  <a:pt x="136" y="2"/>
                  <a:pt x="150" y="8"/>
                </a:cubicBezTo>
                <a:cubicBezTo>
                  <a:pt x="164" y="13"/>
                  <a:pt x="175" y="21"/>
                  <a:pt x="186" y="31"/>
                </a:cubicBezTo>
                <a:cubicBezTo>
                  <a:pt x="196" y="42"/>
                  <a:pt x="203" y="53"/>
                  <a:pt x="209" y="67"/>
                </a:cubicBezTo>
                <a:cubicBezTo>
                  <a:pt x="214" y="80"/>
                  <a:pt x="217" y="94"/>
                  <a:pt x="217" y="108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896760" y="1447560"/>
            <a:ext cx="127080" cy="205560"/>
          </a:xfrm>
          <a:custGeom>
            <a:avLst/>
            <a:gdLst/>
            <a:ahLst/>
            <a:rect l="0" t="0" r="r" b="b"/>
            <a:pathLst>
              <a:path fill="none" w="353" h="571">
                <a:moveTo>
                  <a:pt x="177" y="0"/>
                </a:moveTo>
                <a:lnTo>
                  <a:pt x="177" y="367"/>
                </a:lnTo>
                <a:moveTo>
                  <a:pt x="0" y="109"/>
                </a:moveTo>
                <a:lnTo>
                  <a:pt x="353" y="109"/>
                </a:lnTo>
                <a:moveTo>
                  <a:pt x="177" y="367"/>
                </a:moveTo>
                <a:lnTo>
                  <a:pt x="0" y="571"/>
                </a:lnTo>
                <a:moveTo>
                  <a:pt x="177" y="367"/>
                </a:moveTo>
                <a:lnTo>
                  <a:pt x="353" y="571"/>
                </a:lnTo>
              </a:path>
            </a:pathLst>
          </a:custGeom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26920" y="1765080"/>
            <a:ext cx="2134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812880" y="4661640"/>
            <a:ext cx="2300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921240" y="4838040"/>
            <a:ext cx="78120" cy="78480"/>
          </a:xfrm>
          <a:custGeom>
            <a:avLst/>
            <a:gdLst/>
            <a:ahLst/>
            <a:rect l="0" t="0" r="r" b="b"/>
            <a:pathLst>
              <a:path w="217" h="218">
                <a:moveTo>
                  <a:pt x="217" y="109"/>
                </a:moveTo>
                <a:cubicBezTo>
                  <a:pt x="217" y="124"/>
                  <a:pt x="214" y="138"/>
                  <a:pt x="209" y="151"/>
                </a:cubicBezTo>
                <a:cubicBezTo>
                  <a:pt x="203" y="164"/>
                  <a:pt x="196" y="176"/>
                  <a:pt x="186" y="186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8"/>
                  <a:pt x="108" y="218"/>
                </a:cubicBezTo>
                <a:cubicBezTo>
                  <a:pt x="94" y="218"/>
                  <a:pt x="80" y="215"/>
                  <a:pt x="67" y="209"/>
                </a:cubicBezTo>
                <a:cubicBezTo>
                  <a:pt x="53" y="204"/>
                  <a:pt x="42" y="196"/>
                  <a:pt x="31" y="186"/>
                </a:cubicBezTo>
                <a:cubicBezTo>
                  <a:pt x="21" y="176"/>
                  <a:pt x="13" y="164"/>
                  <a:pt x="8" y="151"/>
                </a:cubicBezTo>
                <a:cubicBezTo>
                  <a:pt x="3" y="138"/>
                  <a:pt x="0" y="124"/>
                  <a:pt x="0" y="109"/>
                </a:cubicBezTo>
                <a:cubicBezTo>
                  <a:pt x="0" y="95"/>
                  <a:pt x="3" y="81"/>
                  <a:pt x="8" y="68"/>
                </a:cubicBezTo>
                <a:cubicBezTo>
                  <a:pt x="13" y="54"/>
                  <a:pt x="21" y="42"/>
                  <a:pt x="31" y="32"/>
                </a:cubicBezTo>
                <a:cubicBezTo>
                  <a:pt x="42" y="21"/>
                  <a:pt x="53" y="14"/>
                  <a:pt x="67" y="8"/>
                </a:cubicBezTo>
                <a:cubicBezTo>
                  <a:pt x="80" y="3"/>
                  <a:pt x="94" y="0"/>
                  <a:pt x="108" y="0"/>
                </a:cubicBezTo>
                <a:cubicBezTo>
                  <a:pt x="122" y="0"/>
                  <a:pt x="136" y="3"/>
                  <a:pt x="150" y="8"/>
                </a:cubicBezTo>
                <a:cubicBezTo>
                  <a:pt x="164" y="14"/>
                  <a:pt x="175" y="21"/>
                  <a:pt x="186" y="32"/>
                </a:cubicBezTo>
                <a:cubicBezTo>
                  <a:pt x="196" y="42"/>
                  <a:pt x="203" y="54"/>
                  <a:pt x="209" y="68"/>
                </a:cubicBezTo>
                <a:cubicBezTo>
                  <a:pt x="214" y="81"/>
                  <a:pt x="217" y="95"/>
                  <a:pt x="217" y="109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921240" y="4838040"/>
            <a:ext cx="78120" cy="78480"/>
          </a:xfrm>
          <a:custGeom>
            <a:avLst/>
            <a:gdLst/>
            <a:ahLst/>
            <a:rect l="0" t="0" r="r" b="b"/>
            <a:pathLst>
              <a:path w="217" h="218">
                <a:moveTo>
                  <a:pt x="217" y="109"/>
                </a:moveTo>
                <a:cubicBezTo>
                  <a:pt x="217" y="124"/>
                  <a:pt x="214" y="138"/>
                  <a:pt x="209" y="151"/>
                </a:cubicBezTo>
                <a:cubicBezTo>
                  <a:pt x="203" y="164"/>
                  <a:pt x="196" y="176"/>
                  <a:pt x="186" y="186"/>
                </a:cubicBezTo>
                <a:cubicBezTo>
                  <a:pt x="175" y="196"/>
                  <a:pt x="164" y="204"/>
                  <a:pt x="150" y="209"/>
                </a:cubicBezTo>
                <a:cubicBezTo>
                  <a:pt x="136" y="215"/>
                  <a:pt x="122" y="218"/>
                  <a:pt x="108" y="218"/>
                </a:cubicBezTo>
                <a:cubicBezTo>
                  <a:pt x="94" y="218"/>
                  <a:pt x="80" y="215"/>
                  <a:pt x="67" y="209"/>
                </a:cubicBezTo>
                <a:cubicBezTo>
                  <a:pt x="53" y="204"/>
                  <a:pt x="42" y="196"/>
                  <a:pt x="31" y="186"/>
                </a:cubicBezTo>
                <a:cubicBezTo>
                  <a:pt x="21" y="176"/>
                  <a:pt x="13" y="164"/>
                  <a:pt x="8" y="151"/>
                </a:cubicBezTo>
                <a:cubicBezTo>
                  <a:pt x="3" y="138"/>
                  <a:pt x="0" y="124"/>
                  <a:pt x="0" y="109"/>
                </a:cubicBezTo>
                <a:cubicBezTo>
                  <a:pt x="0" y="95"/>
                  <a:pt x="3" y="81"/>
                  <a:pt x="8" y="68"/>
                </a:cubicBezTo>
                <a:cubicBezTo>
                  <a:pt x="13" y="54"/>
                  <a:pt x="21" y="42"/>
                  <a:pt x="31" y="32"/>
                </a:cubicBezTo>
                <a:cubicBezTo>
                  <a:pt x="42" y="21"/>
                  <a:pt x="53" y="14"/>
                  <a:pt x="67" y="8"/>
                </a:cubicBezTo>
                <a:cubicBezTo>
                  <a:pt x="80" y="3"/>
                  <a:pt x="94" y="0"/>
                  <a:pt x="108" y="0"/>
                </a:cubicBezTo>
                <a:cubicBezTo>
                  <a:pt x="122" y="0"/>
                  <a:pt x="136" y="3"/>
                  <a:pt x="150" y="8"/>
                </a:cubicBezTo>
                <a:cubicBezTo>
                  <a:pt x="164" y="14"/>
                  <a:pt x="175" y="21"/>
                  <a:pt x="186" y="32"/>
                </a:cubicBezTo>
                <a:cubicBezTo>
                  <a:pt x="196" y="42"/>
                  <a:pt x="203" y="54"/>
                  <a:pt x="209" y="68"/>
                </a:cubicBezTo>
                <a:cubicBezTo>
                  <a:pt x="214" y="81"/>
                  <a:pt x="217" y="95"/>
                  <a:pt x="217" y="109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96760" y="4916160"/>
            <a:ext cx="127080" cy="205200"/>
          </a:xfrm>
          <a:custGeom>
            <a:avLst/>
            <a:gdLst/>
            <a:ahLst/>
            <a:rect l="0" t="0" r="r" b="b"/>
            <a:pathLst>
              <a:path fill="none" w="353" h="570">
                <a:moveTo>
                  <a:pt x="177" y="0"/>
                </a:moveTo>
                <a:lnTo>
                  <a:pt x="177" y="367"/>
                </a:lnTo>
                <a:moveTo>
                  <a:pt x="0" y="108"/>
                </a:moveTo>
                <a:lnTo>
                  <a:pt x="353" y="108"/>
                </a:lnTo>
                <a:moveTo>
                  <a:pt x="177" y="367"/>
                </a:moveTo>
                <a:lnTo>
                  <a:pt x="0" y="570"/>
                </a:lnTo>
                <a:moveTo>
                  <a:pt x="177" y="367"/>
                </a:moveTo>
                <a:lnTo>
                  <a:pt x="353" y="570"/>
                </a:lnTo>
              </a:path>
            </a:pathLst>
          </a:custGeom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379240" y="1586880"/>
            <a:ext cx="323280" cy="254520"/>
          </a:xfrm>
          <a:custGeom>
            <a:avLst/>
            <a:gdLst/>
            <a:ahLst/>
            <a:rect l="0" t="0" r="r" b="b"/>
            <a:pathLst>
              <a:path w="898" h="707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3"/>
                  <a:pt x="888" y="10"/>
                </a:cubicBezTo>
                <a:cubicBezTo>
                  <a:pt x="895" y="16"/>
                  <a:pt x="898" y="24"/>
                  <a:pt x="898" y="34"/>
                </a:cubicBezTo>
                <a:lnTo>
                  <a:pt x="898" y="673"/>
                </a:lnTo>
                <a:cubicBezTo>
                  <a:pt x="898" y="683"/>
                  <a:pt x="895" y="691"/>
                  <a:pt x="888" y="697"/>
                </a:cubicBezTo>
                <a:cubicBezTo>
                  <a:pt x="882" y="704"/>
                  <a:pt x="874" y="707"/>
                  <a:pt x="864" y="707"/>
                </a:cubicBezTo>
                <a:lnTo>
                  <a:pt x="34" y="707"/>
                </a:lnTo>
                <a:cubicBezTo>
                  <a:pt x="24" y="707"/>
                  <a:pt x="16" y="704"/>
                  <a:pt x="10" y="697"/>
                </a:cubicBezTo>
                <a:cubicBezTo>
                  <a:pt x="3" y="691"/>
                  <a:pt x="0" y="683"/>
                  <a:pt x="0" y="673"/>
                </a:cubicBezTo>
                <a:lnTo>
                  <a:pt x="0" y="34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379240" y="1586880"/>
            <a:ext cx="323280" cy="254520"/>
          </a:xfrm>
          <a:custGeom>
            <a:avLst/>
            <a:gdLst/>
            <a:ahLst/>
            <a:rect l="0" t="0" r="r" b="b"/>
            <a:pathLst>
              <a:path w="898" h="707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3"/>
                  <a:pt x="888" y="10"/>
                </a:cubicBezTo>
                <a:cubicBezTo>
                  <a:pt x="895" y="16"/>
                  <a:pt x="898" y="24"/>
                  <a:pt x="898" y="34"/>
                </a:cubicBezTo>
                <a:lnTo>
                  <a:pt x="898" y="673"/>
                </a:lnTo>
                <a:cubicBezTo>
                  <a:pt x="898" y="683"/>
                  <a:pt x="895" y="691"/>
                  <a:pt x="888" y="697"/>
                </a:cubicBezTo>
                <a:cubicBezTo>
                  <a:pt x="882" y="704"/>
                  <a:pt x="874" y="707"/>
                  <a:pt x="864" y="707"/>
                </a:cubicBezTo>
                <a:lnTo>
                  <a:pt x="34" y="707"/>
                </a:lnTo>
                <a:cubicBezTo>
                  <a:pt x="24" y="707"/>
                  <a:pt x="16" y="704"/>
                  <a:pt x="10" y="697"/>
                </a:cubicBezTo>
                <a:cubicBezTo>
                  <a:pt x="3" y="691"/>
                  <a:pt x="0" y="683"/>
                  <a:pt x="0" y="673"/>
                </a:cubicBezTo>
                <a:lnTo>
                  <a:pt x="0" y="34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4" y="0"/>
                  <a:pt x="34" y="0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826920" y="4754520"/>
            <a:ext cx="2134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2413440" y="1632960"/>
            <a:ext cx="2239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379240" y="4649400"/>
            <a:ext cx="323280" cy="254880"/>
          </a:xfrm>
          <a:custGeom>
            <a:avLst/>
            <a:gdLst/>
            <a:ahLst/>
            <a:rect l="0" t="0" r="r" b="b"/>
            <a:pathLst>
              <a:path w="898" h="708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4"/>
                  <a:pt x="888" y="10"/>
                </a:cubicBezTo>
                <a:cubicBezTo>
                  <a:pt x="895" y="17"/>
                  <a:pt x="898" y="25"/>
                  <a:pt x="898" y="34"/>
                </a:cubicBezTo>
                <a:lnTo>
                  <a:pt x="898" y="674"/>
                </a:lnTo>
                <a:cubicBezTo>
                  <a:pt x="898" y="683"/>
                  <a:pt x="895" y="691"/>
                  <a:pt x="888" y="698"/>
                </a:cubicBezTo>
                <a:cubicBezTo>
                  <a:pt x="882" y="705"/>
                  <a:pt x="874" y="708"/>
                  <a:pt x="864" y="708"/>
                </a:cubicBezTo>
                <a:lnTo>
                  <a:pt x="34" y="708"/>
                </a:lnTo>
                <a:cubicBezTo>
                  <a:pt x="24" y="708"/>
                  <a:pt x="16" y="705"/>
                  <a:pt x="10" y="698"/>
                </a:cubicBezTo>
                <a:cubicBezTo>
                  <a:pt x="3" y="691"/>
                  <a:pt x="0" y="683"/>
                  <a:pt x="0" y="674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4"/>
                  <a:pt x="24" y="0"/>
                  <a:pt x="3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379240" y="4649400"/>
            <a:ext cx="323280" cy="254880"/>
          </a:xfrm>
          <a:custGeom>
            <a:avLst/>
            <a:gdLst/>
            <a:ahLst/>
            <a:rect l="0" t="0" r="r" b="b"/>
            <a:pathLst>
              <a:path w="898" h="708">
                <a:moveTo>
                  <a:pt x="34" y="0"/>
                </a:moveTo>
                <a:lnTo>
                  <a:pt x="864" y="0"/>
                </a:lnTo>
                <a:cubicBezTo>
                  <a:pt x="874" y="0"/>
                  <a:pt x="882" y="4"/>
                  <a:pt x="888" y="10"/>
                </a:cubicBezTo>
                <a:cubicBezTo>
                  <a:pt x="895" y="17"/>
                  <a:pt x="898" y="25"/>
                  <a:pt x="898" y="34"/>
                </a:cubicBezTo>
                <a:lnTo>
                  <a:pt x="898" y="674"/>
                </a:lnTo>
                <a:cubicBezTo>
                  <a:pt x="898" y="683"/>
                  <a:pt x="895" y="691"/>
                  <a:pt x="888" y="698"/>
                </a:cubicBezTo>
                <a:cubicBezTo>
                  <a:pt x="882" y="705"/>
                  <a:pt x="874" y="708"/>
                  <a:pt x="864" y="708"/>
                </a:cubicBezTo>
                <a:lnTo>
                  <a:pt x="34" y="708"/>
                </a:lnTo>
                <a:cubicBezTo>
                  <a:pt x="24" y="708"/>
                  <a:pt x="16" y="705"/>
                  <a:pt x="10" y="698"/>
                </a:cubicBezTo>
                <a:cubicBezTo>
                  <a:pt x="3" y="691"/>
                  <a:pt x="0" y="683"/>
                  <a:pt x="0" y="674"/>
                </a:cubicBezTo>
                <a:lnTo>
                  <a:pt x="0" y="34"/>
                </a:lnTo>
                <a:cubicBezTo>
                  <a:pt x="0" y="25"/>
                  <a:pt x="3" y="17"/>
                  <a:pt x="10" y="10"/>
                </a:cubicBezTo>
                <a:cubicBezTo>
                  <a:pt x="16" y="4"/>
                  <a:pt x="24" y="0"/>
                  <a:pt x="34" y="0"/>
                </a:cubicBezTo>
                <a:close/>
              </a:path>
            </a:pathLst>
          </a:custGeom>
          <a:noFill/>
          <a:ln w="2160">
            <a:solidFill>
              <a:srgbClr val="00A9CE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438280" y="1725840"/>
            <a:ext cx="180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413440" y="4695840"/>
            <a:ext cx="2239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715320" y="1928880"/>
            <a:ext cx="815400" cy="96480"/>
          </a:xfrm>
          <a:custGeom>
            <a:avLst/>
            <a:gdLst/>
            <a:ahLst/>
            <a:rect l="0" t="0" r="r" b="b"/>
            <a:pathLst>
              <a:path w="2265" h="268">
                <a:moveTo>
                  <a:pt x="2265" y="0"/>
                </a:moveTo>
                <a:lnTo>
                  <a:pt x="2265" y="133"/>
                </a:lnTo>
                <a:lnTo>
                  <a:pt x="2130" y="268"/>
                </a:lnTo>
                <a:lnTo>
                  <a:pt x="0" y="268"/>
                </a:lnTo>
                <a:lnTo>
                  <a:pt x="0" y="0"/>
                </a:lnTo>
                <a:lnTo>
                  <a:pt x="2265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715320" y="1928880"/>
            <a:ext cx="815400" cy="96480"/>
          </a:xfrm>
          <a:custGeom>
            <a:avLst/>
            <a:gdLst/>
            <a:ahLst/>
            <a:rect l="0" t="0" r="r" b="b"/>
            <a:pathLst>
              <a:path fill="none" w="2265" h="268">
                <a:moveTo>
                  <a:pt x="0" y="0"/>
                </a:moveTo>
                <a:lnTo>
                  <a:pt x="2265" y="0"/>
                </a:lnTo>
                <a:lnTo>
                  <a:pt x="2265" y="133"/>
                </a:lnTo>
                <a:lnTo>
                  <a:pt x="2130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715320" y="1928880"/>
            <a:ext cx="2084760" cy="879480"/>
          </a:xfrm>
          <a:custGeom>
            <a:avLst/>
            <a:gdLst/>
            <a:ahLst/>
            <a:rect l="0" t="0" r="r" b="b"/>
            <a:pathLst>
              <a:path w="5791" h="2443">
                <a:moveTo>
                  <a:pt x="0" y="0"/>
                </a:moveTo>
                <a:lnTo>
                  <a:pt x="5791" y="0"/>
                </a:lnTo>
                <a:lnTo>
                  <a:pt x="5791" y="2443"/>
                </a:lnTo>
                <a:lnTo>
                  <a:pt x="0" y="2443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438280" y="4788720"/>
            <a:ext cx="180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4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763920" y="2059200"/>
            <a:ext cx="357480" cy="96480"/>
          </a:xfrm>
          <a:custGeom>
            <a:avLst/>
            <a:gdLst/>
            <a:ahLst/>
            <a:rect l="0" t="0" r="r" b="b"/>
            <a:pathLst>
              <a:path w="993" h="268">
                <a:moveTo>
                  <a:pt x="993" y="0"/>
                </a:moveTo>
                <a:lnTo>
                  <a:pt x="993" y="133"/>
                </a:lnTo>
                <a:lnTo>
                  <a:pt x="857" y="268"/>
                </a:lnTo>
                <a:lnTo>
                  <a:pt x="0" y="268"/>
                </a:lnTo>
                <a:lnTo>
                  <a:pt x="0" y="0"/>
                </a:lnTo>
                <a:lnTo>
                  <a:pt x="993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763920" y="2059200"/>
            <a:ext cx="357480" cy="96480"/>
          </a:xfrm>
          <a:custGeom>
            <a:avLst/>
            <a:gdLst/>
            <a:ahLst/>
            <a:rect l="0" t="0" r="r" b="b"/>
            <a:pathLst>
              <a:path fill="none" w="993" h="268">
                <a:moveTo>
                  <a:pt x="0" y="0"/>
                </a:moveTo>
                <a:lnTo>
                  <a:pt x="993" y="0"/>
                </a:lnTo>
                <a:lnTo>
                  <a:pt x="993" y="133"/>
                </a:lnTo>
                <a:lnTo>
                  <a:pt x="857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763920" y="2059200"/>
            <a:ext cx="1987560" cy="405720"/>
          </a:xfrm>
          <a:custGeom>
            <a:avLst/>
            <a:gdLst/>
            <a:ahLst/>
            <a:rect l="0" t="0" r="r" b="b"/>
            <a:pathLst>
              <a:path w="5521" h="1127">
                <a:moveTo>
                  <a:pt x="0" y="0"/>
                </a:moveTo>
                <a:lnTo>
                  <a:pt x="5521" y="0"/>
                </a:lnTo>
                <a:lnTo>
                  <a:pt x="5521" y="1127"/>
                </a:lnTo>
                <a:lnTo>
                  <a:pt x="0" y="1127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88400" y="1945080"/>
            <a:ext cx="5425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Polling — baseline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837000" y="2075400"/>
            <a:ext cx="1738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 o o p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482200" y="22514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0" y="0"/>
                </a:moveTo>
                <a:lnTo>
                  <a:pt x="136" y="54"/>
                </a:lnTo>
                <a:lnTo>
                  <a:pt x="0" y="109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960120" y="227088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94120" y="2078640"/>
            <a:ext cx="523440" cy="69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19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[until status changes]</a:t>
            </a:r>
            <a:endParaRPr lang="en-AU" sz="41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965160" y="24062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984600" y="242316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94320" y="2185920"/>
            <a:ext cx="960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482200" y="259488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0" y="0"/>
                </a:moveTo>
                <a:lnTo>
                  <a:pt x="136" y="54"/>
                </a:lnTo>
                <a:lnTo>
                  <a:pt x="0" y="110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960120" y="261432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042920" y="2340720"/>
            <a:ext cx="5425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(still requested)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965160" y="274968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984600" y="276660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994320" y="2529720"/>
            <a:ext cx="960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Task?focus=ServiceRequest/{id}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63920" y="2876400"/>
            <a:ext cx="1579680" cy="96480"/>
          </a:xfrm>
          <a:custGeom>
            <a:avLst/>
            <a:gdLst/>
            <a:ahLst/>
            <a:rect l="0" t="0" r="r" b="b"/>
            <a:pathLst>
              <a:path w="4388" h="268">
                <a:moveTo>
                  <a:pt x="4388" y="0"/>
                </a:moveTo>
                <a:lnTo>
                  <a:pt x="4388" y="132"/>
                </a:lnTo>
                <a:lnTo>
                  <a:pt x="4253" y="268"/>
                </a:lnTo>
                <a:lnTo>
                  <a:pt x="0" y="268"/>
                </a:lnTo>
                <a:lnTo>
                  <a:pt x="0" y="0"/>
                </a:lnTo>
                <a:lnTo>
                  <a:pt x="4388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763920" y="2876400"/>
            <a:ext cx="1579680" cy="96480"/>
          </a:xfrm>
          <a:custGeom>
            <a:avLst/>
            <a:gdLst/>
            <a:ahLst/>
            <a:rect l="0" t="0" r="r" b="b"/>
            <a:pathLst>
              <a:path fill="none" w="4388" h="268">
                <a:moveTo>
                  <a:pt x="0" y="0"/>
                </a:moveTo>
                <a:lnTo>
                  <a:pt x="4388" y="0"/>
                </a:lnTo>
                <a:lnTo>
                  <a:pt x="4388" y="132"/>
                </a:lnTo>
                <a:lnTo>
                  <a:pt x="4253" y="268"/>
                </a:lnTo>
                <a:lnTo>
                  <a:pt x="0" y="268"/>
                </a:lnTo>
                <a:lnTo>
                  <a:pt x="0" y="0"/>
                </a:lnTo>
              </a:path>
            </a:pathLst>
          </a:custGeom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763920" y="2876400"/>
            <a:ext cx="1987560" cy="1252440"/>
          </a:xfrm>
          <a:custGeom>
            <a:avLst/>
            <a:gdLst/>
            <a:ahLst/>
            <a:rect l="0" t="0" r="r" b="b"/>
            <a:pathLst>
              <a:path w="5521" h="3479">
                <a:moveTo>
                  <a:pt x="0" y="0"/>
                </a:moveTo>
                <a:lnTo>
                  <a:pt x="5521" y="0"/>
                </a:lnTo>
                <a:lnTo>
                  <a:pt x="5521" y="3479"/>
                </a:lnTo>
                <a:lnTo>
                  <a:pt x="0" y="3479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000000"/>
            </a:solidFill>
            <a:miter/>
          </a:ln>
        </p:spPr>
        <p:txBody>
          <a:bodyPr lIns="3600" tIns="3600" rIns="3600" bIns="360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042920" y="2684160"/>
            <a:ext cx="7426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— now book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482200" y="324144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0" y="0"/>
                </a:moveTo>
                <a:lnTo>
                  <a:pt x="136" y="55"/>
                </a:lnTo>
                <a:lnTo>
                  <a:pt x="0" y="110"/>
                </a:lnTo>
                <a:lnTo>
                  <a:pt x="54" y="55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960120" y="326088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837000" y="2892600"/>
            <a:ext cx="12747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FHIR Subscription — stretch (R4 rest-hook)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994320" y="3003480"/>
            <a:ext cx="4924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POST Subscription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994320" y="3089880"/>
            <a:ext cx="107712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(criteria: Task?focus=ServiceRequest/{id},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965160" y="339624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5"/>
                </a:lnTo>
                <a:lnTo>
                  <a:pt x="136" y="109"/>
                </a:lnTo>
                <a:lnTo>
                  <a:pt x="81" y="55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984600" y="3413160"/>
            <a:ext cx="1548720" cy="5400"/>
          </a:xfrm>
          <a:custGeom>
            <a:avLst/>
            <a:gdLst/>
            <a:ahLst/>
            <a:rect l="0" t="0" r="r" b="b"/>
            <a:pathLst>
              <a:path w="4302" h="15">
                <a:moveTo>
                  <a:pt x="0" y="0"/>
                </a:moveTo>
                <a:lnTo>
                  <a:pt x="27" y="0"/>
                </a:lnTo>
                <a:lnTo>
                  <a:pt x="27" y="15"/>
                </a:lnTo>
                <a:lnTo>
                  <a:pt x="0" y="15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5"/>
                </a:lnTo>
                <a:lnTo>
                  <a:pt x="54" y="15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5"/>
                </a:lnTo>
                <a:lnTo>
                  <a:pt x="108" y="15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5"/>
                </a:lnTo>
                <a:lnTo>
                  <a:pt x="162" y="15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5"/>
                </a:lnTo>
                <a:lnTo>
                  <a:pt x="216" y="15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5"/>
                </a:lnTo>
                <a:lnTo>
                  <a:pt x="270" y="15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5"/>
                </a:lnTo>
                <a:lnTo>
                  <a:pt x="324" y="15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5"/>
                </a:lnTo>
                <a:lnTo>
                  <a:pt x="378" y="15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5"/>
                </a:lnTo>
                <a:lnTo>
                  <a:pt x="432" y="15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5"/>
                </a:lnTo>
                <a:lnTo>
                  <a:pt x="487" y="15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5"/>
                </a:lnTo>
                <a:lnTo>
                  <a:pt x="541" y="15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5"/>
                </a:lnTo>
                <a:lnTo>
                  <a:pt x="595" y="15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5"/>
                </a:lnTo>
                <a:lnTo>
                  <a:pt x="649" y="15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5"/>
                </a:lnTo>
                <a:lnTo>
                  <a:pt x="703" y="15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5"/>
                </a:lnTo>
                <a:lnTo>
                  <a:pt x="757" y="15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5"/>
                </a:lnTo>
                <a:lnTo>
                  <a:pt x="811" y="15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5"/>
                </a:lnTo>
                <a:lnTo>
                  <a:pt x="865" y="15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5"/>
                </a:lnTo>
                <a:lnTo>
                  <a:pt x="919" y="15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5"/>
                </a:lnTo>
                <a:lnTo>
                  <a:pt x="974" y="15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5"/>
                </a:lnTo>
                <a:lnTo>
                  <a:pt x="1028" y="15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5"/>
                </a:lnTo>
                <a:lnTo>
                  <a:pt x="1082" y="15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5"/>
                </a:lnTo>
                <a:lnTo>
                  <a:pt x="1136" y="15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5"/>
                </a:lnTo>
                <a:lnTo>
                  <a:pt x="1190" y="15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5"/>
                </a:lnTo>
                <a:lnTo>
                  <a:pt x="1244" y="15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5"/>
                </a:lnTo>
                <a:lnTo>
                  <a:pt x="1298" y="15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5"/>
                </a:lnTo>
                <a:lnTo>
                  <a:pt x="1352" y="15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5"/>
                </a:lnTo>
                <a:lnTo>
                  <a:pt x="1406" y="15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5"/>
                </a:lnTo>
                <a:lnTo>
                  <a:pt x="1461" y="15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5"/>
                </a:lnTo>
                <a:lnTo>
                  <a:pt x="1515" y="15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5"/>
                </a:lnTo>
                <a:lnTo>
                  <a:pt x="1569" y="15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5"/>
                </a:lnTo>
                <a:lnTo>
                  <a:pt x="1623" y="15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5"/>
                </a:lnTo>
                <a:lnTo>
                  <a:pt x="1677" y="15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5"/>
                </a:lnTo>
                <a:lnTo>
                  <a:pt x="1731" y="15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5"/>
                </a:lnTo>
                <a:lnTo>
                  <a:pt x="1785" y="15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5"/>
                </a:lnTo>
                <a:lnTo>
                  <a:pt x="1839" y="15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5"/>
                </a:lnTo>
                <a:lnTo>
                  <a:pt x="1893" y="15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5"/>
                </a:lnTo>
                <a:lnTo>
                  <a:pt x="1948" y="15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5"/>
                </a:lnTo>
                <a:lnTo>
                  <a:pt x="2002" y="15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5"/>
                </a:lnTo>
                <a:lnTo>
                  <a:pt x="2056" y="15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5"/>
                </a:lnTo>
                <a:lnTo>
                  <a:pt x="2110" y="15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5"/>
                </a:lnTo>
                <a:lnTo>
                  <a:pt x="2164" y="15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5"/>
                </a:lnTo>
                <a:lnTo>
                  <a:pt x="2218" y="15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5"/>
                </a:lnTo>
                <a:lnTo>
                  <a:pt x="2272" y="15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5"/>
                </a:lnTo>
                <a:lnTo>
                  <a:pt x="2326" y="15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5"/>
                </a:lnTo>
                <a:lnTo>
                  <a:pt x="2380" y="15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5"/>
                </a:lnTo>
                <a:lnTo>
                  <a:pt x="2435" y="15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5"/>
                </a:lnTo>
                <a:lnTo>
                  <a:pt x="2489" y="15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5"/>
                </a:lnTo>
                <a:lnTo>
                  <a:pt x="2543" y="15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5"/>
                </a:lnTo>
                <a:lnTo>
                  <a:pt x="2597" y="15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5"/>
                </a:lnTo>
                <a:lnTo>
                  <a:pt x="2651" y="15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5"/>
                </a:lnTo>
                <a:lnTo>
                  <a:pt x="2705" y="15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5"/>
                </a:lnTo>
                <a:lnTo>
                  <a:pt x="2759" y="15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5"/>
                </a:lnTo>
                <a:lnTo>
                  <a:pt x="2813" y="15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5"/>
                </a:lnTo>
                <a:lnTo>
                  <a:pt x="2867" y="15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5"/>
                </a:lnTo>
                <a:lnTo>
                  <a:pt x="2921" y="15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5"/>
                </a:lnTo>
                <a:lnTo>
                  <a:pt x="2976" y="15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5"/>
                </a:lnTo>
                <a:lnTo>
                  <a:pt x="3030" y="15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5"/>
                </a:lnTo>
                <a:lnTo>
                  <a:pt x="3084" y="15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5"/>
                </a:lnTo>
                <a:lnTo>
                  <a:pt x="3138" y="15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5"/>
                </a:lnTo>
                <a:lnTo>
                  <a:pt x="3192" y="15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5"/>
                </a:lnTo>
                <a:lnTo>
                  <a:pt x="3246" y="15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5"/>
                </a:lnTo>
                <a:lnTo>
                  <a:pt x="3300" y="15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5"/>
                </a:lnTo>
                <a:lnTo>
                  <a:pt x="3354" y="15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5"/>
                </a:lnTo>
                <a:lnTo>
                  <a:pt x="3408" y="15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5"/>
                </a:lnTo>
                <a:lnTo>
                  <a:pt x="3463" y="15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5"/>
                </a:lnTo>
                <a:lnTo>
                  <a:pt x="3517" y="15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5"/>
                </a:lnTo>
                <a:lnTo>
                  <a:pt x="3571" y="15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5"/>
                </a:lnTo>
                <a:lnTo>
                  <a:pt x="3625" y="15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5"/>
                </a:lnTo>
                <a:lnTo>
                  <a:pt x="3679" y="15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5"/>
                </a:lnTo>
                <a:lnTo>
                  <a:pt x="3734" y="15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5"/>
                </a:lnTo>
                <a:lnTo>
                  <a:pt x="3788" y="15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5"/>
                </a:lnTo>
                <a:lnTo>
                  <a:pt x="3842" y="15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5"/>
                </a:lnTo>
                <a:lnTo>
                  <a:pt x="3896" y="15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5"/>
                </a:lnTo>
                <a:lnTo>
                  <a:pt x="3951" y="15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5"/>
                </a:lnTo>
                <a:lnTo>
                  <a:pt x="4005" y="15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5"/>
                </a:lnTo>
                <a:lnTo>
                  <a:pt x="4059" y="15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5"/>
                </a:lnTo>
                <a:lnTo>
                  <a:pt x="4113" y="15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5"/>
                </a:lnTo>
                <a:lnTo>
                  <a:pt x="4167" y="15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5"/>
                </a:lnTo>
                <a:lnTo>
                  <a:pt x="4221" y="15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5"/>
                </a:lnTo>
                <a:lnTo>
                  <a:pt x="4275" y="15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994320" y="3176280"/>
            <a:ext cx="5076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channel: rest-hook)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042920" y="3330720"/>
            <a:ext cx="8604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201 Created (requested -&gt; active)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965160" y="376056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136" y="0"/>
                </a:moveTo>
                <a:lnTo>
                  <a:pt x="0" y="54"/>
                </a:lnTo>
                <a:lnTo>
                  <a:pt x="136" y="109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984600" y="378000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485000" y="3532320"/>
            <a:ext cx="4672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1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ﬁller acts on the Task</a:t>
            </a:r>
            <a:endParaRPr lang="en-AU" sz="41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482200" y="3915360"/>
            <a:ext cx="48960" cy="39240"/>
          </a:xfrm>
          <a:custGeom>
            <a:avLst/>
            <a:gdLst/>
            <a:ahLst/>
            <a:rect l="0" t="0" r="r" b="b"/>
            <a:pathLst>
              <a:path w="136" h="109">
                <a:moveTo>
                  <a:pt x="0" y="0"/>
                </a:moveTo>
                <a:lnTo>
                  <a:pt x="136" y="54"/>
                </a:lnTo>
                <a:lnTo>
                  <a:pt x="0" y="109"/>
                </a:lnTo>
                <a:lnTo>
                  <a:pt x="54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60120" y="3934800"/>
            <a:ext cx="1551240" cy="0"/>
          </a:xfrm>
          <a:prstGeom prst="line">
            <a:avLst/>
          </a:prstGeom>
          <a:ln w="468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042920" y="3695400"/>
            <a:ext cx="12978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notiﬁcation (rest-hook POST) — matching change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965160" y="4069800"/>
            <a:ext cx="48960" cy="39600"/>
          </a:xfrm>
          <a:custGeom>
            <a:avLst/>
            <a:gdLst/>
            <a:ahLst/>
            <a:rect l="0" t="0" r="r" b="b"/>
            <a:pathLst>
              <a:path w="136" h="110">
                <a:moveTo>
                  <a:pt x="136" y="0"/>
                </a:moveTo>
                <a:lnTo>
                  <a:pt x="0" y="54"/>
                </a:lnTo>
                <a:lnTo>
                  <a:pt x="136" y="110"/>
                </a:lnTo>
                <a:lnTo>
                  <a:pt x="81" y="54"/>
                </a:lnTo>
                <a:lnTo>
                  <a:pt x="136" y="0"/>
                </a:lnTo>
                <a:close/>
              </a:path>
            </a:pathLst>
          </a:custGeom>
          <a:solidFill>
            <a:srgbClr val="001D34"/>
          </a:solidFill>
          <a:ln w="4680">
            <a:solidFill>
              <a:srgbClr val="001D34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984600" y="4087080"/>
            <a:ext cx="1548720" cy="5040"/>
          </a:xfrm>
          <a:custGeom>
            <a:avLst/>
            <a:gdLst/>
            <a:ahLst/>
            <a:rect l="0" t="0" r="r" b="b"/>
            <a:pathLst>
              <a:path w="4302" h="14">
                <a:moveTo>
                  <a:pt x="0" y="0"/>
                </a:moveTo>
                <a:lnTo>
                  <a:pt x="27" y="0"/>
                </a:lnTo>
                <a:lnTo>
                  <a:pt x="27" y="14"/>
                </a:lnTo>
                <a:lnTo>
                  <a:pt x="0" y="14"/>
                </a:lnTo>
                <a:lnTo>
                  <a:pt x="0" y="0"/>
                </a:lnTo>
                <a:moveTo>
                  <a:pt x="54" y="0"/>
                </a:moveTo>
                <a:lnTo>
                  <a:pt x="81" y="0"/>
                </a:lnTo>
                <a:lnTo>
                  <a:pt x="81" y="14"/>
                </a:lnTo>
                <a:lnTo>
                  <a:pt x="54" y="14"/>
                </a:lnTo>
                <a:lnTo>
                  <a:pt x="54" y="0"/>
                </a:lnTo>
                <a:moveTo>
                  <a:pt x="108" y="0"/>
                </a:moveTo>
                <a:lnTo>
                  <a:pt x="135" y="0"/>
                </a:lnTo>
                <a:lnTo>
                  <a:pt x="135" y="14"/>
                </a:lnTo>
                <a:lnTo>
                  <a:pt x="108" y="14"/>
                </a:lnTo>
                <a:lnTo>
                  <a:pt x="108" y="0"/>
                </a:lnTo>
                <a:moveTo>
                  <a:pt x="162" y="0"/>
                </a:moveTo>
                <a:lnTo>
                  <a:pt x="189" y="0"/>
                </a:lnTo>
                <a:lnTo>
                  <a:pt x="189" y="14"/>
                </a:lnTo>
                <a:lnTo>
                  <a:pt x="162" y="14"/>
                </a:lnTo>
                <a:lnTo>
                  <a:pt x="162" y="0"/>
                </a:lnTo>
                <a:moveTo>
                  <a:pt x="216" y="0"/>
                </a:moveTo>
                <a:lnTo>
                  <a:pt x="243" y="0"/>
                </a:lnTo>
                <a:lnTo>
                  <a:pt x="243" y="14"/>
                </a:lnTo>
                <a:lnTo>
                  <a:pt x="216" y="14"/>
                </a:lnTo>
                <a:lnTo>
                  <a:pt x="216" y="0"/>
                </a:lnTo>
                <a:moveTo>
                  <a:pt x="270" y="0"/>
                </a:moveTo>
                <a:lnTo>
                  <a:pt x="297" y="0"/>
                </a:lnTo>
                <a:lnTo>
                  <a:pt x="297" y="14"/>
                </a:lnTo>
                <a:lnTo>
                  <a:pt x="270" y="14"/>
                </a:lnTo>
                <a:lnTo>
                  <a:pt x="270" y="0"/>
                </a:lnTo>
                <a:moveTo>
                  <a:pt x="324" y="0"/>
                </a:moveTo>
                <a:lnTo>
                  <a:pt x="351" y="0"/>
                </a:lnTo>
                <a:lnTo>
                  <a:pt x="351" y="14"/>
                </a:lnTo>
                <a:lnTo>
                  <a:pt x="324" y="14"/>
                </a:lnTo>
                <a:lnTo>
                  <a:pt x="324" y="0"/>
                </a:lnTo>
                <a:moveTo>
                  <a:pt x="378" y="0"/>
                </a:moveTo>
                <a:lnTo>
                  <a:pt x="405" y="0"/>
                </a:lnTo>
                <a:lnTo>
                  <a:pt x="405" y="14"/>
                </a:lnTo>
                <a:lnTo>
                  <a:pt x="378" y="14"/>
                </a:lnTo>
                <a:lnTo>
                  <a:pt x="378" y="0"/>
                </a:lnTo>
                <a:moveTo>
                  <a:pt x="432" y="0"/>
                </a:moveTo>
                <a:lnTo>
                  <a:pt x="460" y="0"/>
                </a:lnTo>
                <a:lnTo>
                  <a:pt x="460" y="14"/>
                </a:lnTo>
                <a:lnTo>
                  <a:pt x="432" y="14"/>
                </a:lnTo>
                <a:lnTo>
                  <a:pt x="432" y="0"/>
                </a:lnTo>
                <a:moveTo>
                  <a:pt x="487" y="0"/>
                </a:moveTo>
                <a:lnTo>
                  <a:pt x="514" y="0"/>
                </a:lnTo>
                <a:lnTo>
                  <a:pt x="514" y="14"/>
                </a:lnTo>
                <a:lnTo>
                  <a:pt x="487" y="14"/>
                </a:lnTo>
                <a:lnTo>
                  <a:pt x="487" y="0"/>
                </a:lnTo>
                <a:moveTo>
                  <a:pt x="541" y="0"/>
                </a:moveTo>
                <a:lnTo>
                  <a:pt x="568" y="0"/>
                </a:lnTo>
                <a:lnTo>
                  <a:pt x="568" y="14"/>
                </a:lnTo>
                <a:lnTo>
                  <a:pt x="541" y="14"/>
                </a:lnTo>
                <a:lnTo>
                  <a:pt x="541" y="0"/>
                </a:lnTo>
                <a:moveTo>
                  <a:pt x="595" y="0"/>
                </a:moveTo>
                <a:lnTo>
                  <a:pt x="622" y="0"/>
                </a:lnTo>
                <a:lnTo>
                  <a:pt x="622" y="14"/>
                </a:lnTo>
                <a:lnTo>
                  <a:pt x="595" y="14"/>
                </a:lnTo>
                <a:lnTo>
                  <a:pt x="595" y="0"/>
                </a:lnTo>
                <a:moveTo>
                  <a:pt x="649" y="0"/>
                </a:moveTo>
                <a:lnTo>
                  <a:pt x="676" y="0"/>
                </a:lnTo>
                <a:lnTo>
                  <a:pt x="676" y="14"/>
                </a:lnTo>
                <a:lnTo>
                  <a:pt x="649" y="14"/>
                </a:lnTo>
                <a:lnTo>
                  <a:pt x="649" y="0"/>
                </a:lnTo>
                <a:moveTo>
                  <a:pt x="703" y="0"/>
                </a:moveTo>
                <a:lnTo>
                  <a:pt x="730" y="0"/>
                </a:lnTo>
                <a:lnTo>
                  <a:pt x="730" y="14"/>
                </a:lnTo>
                <a:lnTo>
                  <a:pt x="703" y="14"/>
                </a:lnTo>
                <a:lnTo>
                  <a:pt x="703" y="0"/>
                </a:lnTo>
                <a:moveTo>
                  <a:pt x="757" y="0"/>
                </a:moveTo>
                <a:lnTo>
                  <a:pt x="784" y="0"/>
                </a:lnTo>
                <a:lnTo>
                  <a:pt x="784" y="14"/>
                </a:lnTo>
                <a:lnTo>
                  <a:pt x="757" y="14"/>
                </a:lnTo>
                <a:lnTo>
                  <a:pt x="757" y="0"/>
                </a:lnTo>
                <a:moveTo>
                  <a:pt x="811" y="0"/>
                </a:moveTo>
                <a:lnTo>
                  <a:pt x="838" y="0"/>
                </a:lnTo>
                <a:lnTo>
                  <a:pt x="838" y="14"/>
                </a:lnTo>
                <a:lnTo>
                  <a:pt x="811" y="14"/>
                </a:lnTo>
                <a:lnTo>
                  <a:pt x="811" y="0"/>
                </a:lnTo>
                <a:moveTo>
                  <a:pt x="865" y="0"/>
                </a:moveTo>
                <a:lnTo>
                  <a:pt x="892" y="0"/>
                </a:lnTo>
                <a:lnTo>
                  <a:pt x="892" y="14"/>
                </a:lnTo>
                <a:lnTo>
                  <a:pt x="865" y="14"/>
                </a:lnTo>
                <a:lnTo>
                  <a:pt x="865" y="0"/>
                </a:lnTo>
                <a:moveTo>
                  <a:pt x="919" y="0"/>
                </a:moveTo>
                <a:lnTo>
                  <a:pt x="947" y="0"/>
                </a:lnTo>
                <a:lnTo>
                  <a:pt x="947" y="14"/>
                </a:lnTo>
                <a:lnTo>
                  <a:pt x="919" y="14"/>
                </a:lnTo>
                <a:lnTo>
                  <a:pt x="919" y="0"/>
                </a:lnTo>
                <a:moveTo>
                  <a:pt x="974" y="0"/>
                </a:moveTo>
                <a:lnTo>
                  <a:pt x="1001" y="0"/>
                </a:lnTo>
                <a:lnTo>
                  <a:pt x="1001" y="14"/>
                </a:lnTo>
                <a:lnTo>
                  <a:pt x="974" y="14"/>
                </a:lnTo>
                <a:lnTo>
                  <a:pt x="974" y="0"/>
                </a:lnTo>
                <a:moveTo>
                  <a:pt x="1028" y="0"/>
                </a:moveTo>
                <a:lnTo>
                  <a:pt x="1055" y="0"/>
                </a:lnTo>
                <a:lnTo>
                  <a:pt x="1055" y="14"/>
                </a:lnTo>
                <a:lnTo>
                  <a:pt x="1028" y="14"/>
                </a:lnTo>
                <a:lnTo>
                  <a:pt x="1028" y="0"/>
                </a:lnTo>
                <a:moveTo>
                  <a:pt x="1082" y="0"/>
                </a:moveTo>
                <a:lnTo>
                  <a:pt x="1109" y="0"/>
                </a:lnTo>
                <a:lnTo>
                  <a:pt x="1109" y="14"/>
                </a:lnTo>
                <a:lnTo>
                  <a:pt x="1082" y="14"/>
                </a:lnTo>
                <a:lnTo>
                  <a:pt x="1082" y="0"/>
                </a:lnTo>
                <a:moveTo>
                  <a:pt x="1136" y="0"/>
                </a:moveTo>
                <a:lnTo>
                  <a:pt x="1163" y="0"/>
                </a:lnTo>
                <a:lnTo>
                  <a:pt x="1163" y="14"/>
                </a:lnTo>
                <a:lnTo>
                  <a:pt x="1136" y="14"/>
                </a:lnTo>
                <a:lnTo>
                  <a:pt x="1136" y="0"/>
                </a:lnTo>
                <a:moveTo>
                  <a:pt x="1190" y="0"/>
                </a:moveTo>
                <a:lnTo>
                  <a:pt x="1217" y="0"/>
                </a:lnTo>
                <a:lnTo>
                  <a:pt x="1217" y="14"/>
                </a:lnTo>
                <a:lnTo>
                  <a:pt x="1190" y="14"/>
                </a:lnTo>
                <a:lnTo>
                  <a:pt x="1190" y="0"/>
                </a:lnTo>
                <a:moveTo>
                  <a:pt x="1244" y="0"/>
                </a:moveTo>
                <a:lnTo>
                  <a:pt x="1271" y="0"/>
                </a:lnTo>
                <a:lnTo>
                  <a:pt x="1271" y="14"/>
                </a:lnTo>
                <a:lnTo>
                  <a:pt x="1244" y="14"/>
                </a:lnTo>
                <a:lnTo>
                  <a:pt x="1244" y="0"/>
                </a:lnTo>
                <a:moveTo>
                  <a:pt x="1298" y="0"/>
                </a:moveTo>
                <a:lnTo>
                  <a:pt x="1325" y="0"/>
                </a:lnTo>
                <a:lnTo>
                  <a:pt x="1325" y="14"/>
                </a:lnTo>
                <a:lnTo>
                  <a:pt x="1298" y="14"/>
                </a:lnTo>
                <a:lnTo>
                  <a:pt x="1298" y="0"/>
                </a:lnTo>
                <a:moveTo>
                  <a:pt x="1352" y="0"/>
                </a:moveTo>
                <a:lnTo>
                  <a:pt x="1379" y="0"/>
                </a:lnTo>
                <a:lnTo>
                  <a:pt x="1379" y="14"/>
                </a:lnTo>
                <a:lnTo>
                  <a:pt x="1352" y="14"/>
                </a:lnTo>
                <a:lnTo>
                  <a:pt x="1352" y="0"/>
                </a:lnTo>
                <a:moveTo>
                  <a:pt x="1406" y="0"/>
                </a:moveTo>
                <a:lnTo>
                  <a:pt x="1433" y="0"/>
                </a:lnTo>
                <a:lnTo>
                  <a:pt x="1433" y="14"/>
                </a:lnTo>
                <a:lnTo>
                  <a:pt x="1406" y="14"/>
                </a:lnTo>
                <a:lnTo>
                  <a:pt x="1406" y="0"/>
                </a:lnTo>
                <a:moveTo>
                  <a:pt x="1461" y="0"/>
                </a:moveTo>
                <a:lnTo>
                  <a:pt x="1488" y="0"/>
                </a:lnTo>
                <a:lnTo>
                  <a:pt x="1488" y="14"/>
                </a:lnTo>
                <a:lnTo>
                  <a:pt x="1461" y="14"/>
                </a:lnTo>
                <a:lnTo>
                  <a:pt x="1461" y="0"/>
                </a:lnTo>
                <a:moveTo>
                  <a:pt x="1515" y="0"/>
                </a:moveTo>
                <a:lnTo>
                  <a:pt x="1542" y="0"/>
                </a:lnTo>
                <a:lnTo>
                  <a:pt x="1542" y="14"/>
                </a:lnTo>
                <a:lnTo>
                  <a:pt x="1515" y="14"/>
                </a:lnTo>
                <a:lnTo>
                  <a:pt x="1515" y="0"/>
                </a:lnTo>
                <a:moveTo>
                  <a:pt x="1569" y="0"/>
                </a:moveTo>
                <a:lnTo>
                  <a:pt x="1596" y="0"/>
                </a:lnTo>
                <a:lnTo>
                  <a:pt x="1596" y="14"/>
                </a:lnTo>
                <a:lnTo>
                  <a:pt x="1569" y="14"/>
                </a:lnTo>
                <a:lnTo>
                  <a:pt x="1569" y="0"/>
                </a:lnTo>
                <a:moveTo>
                  <a:pt x="1623" y="0"/>
                </a:moveTo>
                <a:lnTo>
                  <a:pt x="1650" y="0"/>
                </a:lnTo>
                <a:lnTo>
                  <a:pt x="1650" y="14"/>
                </a:lnTo>
                <a:lnTo>
                  <a:pt x="1623" y="14"/>
                </a:lnTo>
                <a:lnTo>
                  <a:pt x="1623" y="0"/>
                </a:lnTo>
                <a:moveTo>
                  <a:pt x="1677" y="0"/>
                </a:moveTo>
                <a:lnTo>
                  <a:pt x="1704" y="0"/>
                </a:lnTo>
                <a:lnTo>
                  <a:pt x="1704" y="14"/>
                </a:lnTo>
                <a:lnTo>
                  <a:pt x="1677" y="14"/>
                </a:lnTo>
                <a:lnTo>
                  <a:pt x="1677" y="0"/>
                </a:lnTo>
                <a:moveTo>
                  <a:pt x="1731" y="0"/>
                </a:moveTo>
                <a:lnTo>
                  <a:pt x="1758" y="0"/>
                </a:lnTo>
                <a:lnTo>
                  <a:pt x="1758" y="14"/>
                </a:lnTo>
                <a:lnTo>
                  <a:pt x="1731" y="14"/>
                </a:lnTo>
                <a:lnTo>
                  <a:pt x="1731" y="0"/>
                </a:lnTo>
                <a:moveTo>
                  <a:pt x="1785" y="0"/>
                </a:moveTo>
                <a:lnTo>
                  <a:pt x="1812" y="0"/>
                </a:lnTo>
                <a:lnTo>
                  <a:pt x="1812" y="14"/>
                </a:lnTo>
                <a:lnTo>
                  <a:pt x="1785" y="14"/>
                </a:lnTo>
                <a:lnTo>
                  <a:pt x="1785" y="0"/>
                </a:lnTo>
                <a:moveTo>
                  <a:pt x="1839" y="0"/>
                </a:moveTo>
                <a:lnTo>
                  <a:pt x="1866" y="0"/>
                </a:lnTo>
                <a:lnTo>
                  <a:pt x="1866" y="14"/>
                </a:lnTo>
                <a:lnTo>
                  <a:pt x="1839" y="14"/>
                </a:lnTo>
                <a:lnTo>
                  <a:pt x="1839" y="0"/>
                </a:lnTo>
                <a:moveTo>
                  <a:pt x="1893" y="0"/>
                </a:moveTo>
                <a:lnTo>
                  <a:pt x="1920" y="0"/>
                </a:lnTo>
                <a:lnTo>
                  <a:pt x="1920" y="14"/>
                </a:lnTo>
                <a:lnTo>
                  <a:pt x="1893" y="14"/>
                </a:lnTo>
                <a:lnTo>
                  <a:pt x="1893" y="0"/>
                </a:lnTo>
                <a:moveTo>
                  <a:pt x="1948" y="0"/>
                </a:moveTo>
                <a:lnTo>
                  <a:pt x="1975" y="0"/>
                </a:lnTo>
                <a:lnTo>
                  <a:pt x="1975" y="14"/>
                </a:lnTo>
                <a:lnTo>
                  <a:pt x="1948" y="14"/>
                </a:lnTo>
                <a:lnTo>
                  <a:pt x="1948" y="0"/>
                </a:lnTo>
                <a:moveTo>
                  <a:pt x="2002" y="0"/>
                </a:moveTo>
                <a:lnTo>
                  <a:pt x="2029" y="0"/>
                </a:lnTo>
                <a:lnTo>
                  <a:pt x="2029" y="14"/>
                </a:lnTo>
                <a:lnTo>
                  <a:pt x="2002" y="14"/>
                </a:lnTo>
                <a:lnTo>
                  <a:pt x="2002" y="0"/>
                </a:lnTo>
                <a:moveTo>
                  <a:pt x="2056" y="0"/>
                </a:moveTo>
                <a:lnTo>
                  <a:pt x="2083" y="0"/>
                </a:lnTo>
                <a:lnTo>
                  <a:pt x="2083" y="14"/>
                </a:lnTo>
                <a:lnTo>
                  <a:pt x="2056" y="14"/>
                </a:lnTo>
                <a:lnTo>
                  <a:pt x="2056" y="0"/>
                </a:lnTo>
                <a:moveTo>
                  <a:pt x="2110" y="0"/>
                </a:moveTo>
                <a:lnTo>
                  <a:pt x="2137" y="0"/>
                </a:lnTo>
                <a:lnTo>
                  <a:pt x="2137" y="14"/>
                </a:lnTo>
                <a:lnTo>
                  <a:pt x="2110" y="14"/>
                </a:lnTo>
                <a:lnTo>
                  <a:pt x="2110" y="0"/>
                </a:lnTo>
                <a:moveTo>
                  <a:pt x="2164" y="0"/>
                </a:moveTo>
                <a:lnTo>
                  <a:pt x="2191" y="0"/>
                </a:lnTo>
                <a:lnTo>
                  <a:pt x="2191" y="14"/>
                </a:lnTo>
                <a:lnTo>
                  <a:pt x="2164" y="14"/>
                </a:lnTo>
                <a:lnTo>
                  <a:pt x="2164" y="0"/>
                </a:lnTo>
                <a:moveTo>
                  <a:pt x="2218" y="0"/>
                </a:moveTo>
                <a:lnTo>
                  <a:pt x="2245" y="0"/>
                </a:lnTo>
                <a:lnTo>
                  <a:pt x="2245" y="14"/>
                </a:lnTo>
                <a:lnTo>
                  <a:pt x="2218" y="14"/>
                </a:lnTo>
                <a:lnTo>
                  <a:pt x="2218" y="0"/>
                </a:lnTo>
                <a:moveTo>
                  <a:pt x="2272" y="0"/>
                </a:moveTo>
                <a:lnTo>
                  <a:pt x="2299" y="0"/>
                </a:lnTo>
                <a:lnTo>
                  <a:pt x="2299" y="14"/>
                </a:lnTo>
                <a:lnTo>
                  <a:pt x="2272" y="14"/>
                </a:lnTo>
                <a:lnTo>
                  <a:pt x="2272" y="0"/>
                </a:lnTo>
                <a:moveTo>
                  <a:pt x="2326" y="0"/>
                </a:moveTo>
                <a:lnTo>
                  <a:pt x="2353" y="0"/>
                </a:lnTo>
                <a:lnTo>
                  <a:pt x="2353" y="14"/>
                </a:lnTo>
                <a:lnTo>
                  <a:pt x="2326" y="14"/>
                </a:lnTo>
                <a:lnTo>
                  <a:pt x="2326" y="0"/>
                </a:lnTo>
                <a:moveTo>
                  <a:pt x="2380" y="0"/>
                </a:moveTo>
                <a:lnTo>
                  <a:pt x="2407" y="0"/>
                </a:lnTo>
                <a:lnTo>
                  <a:pt x="2407" y="14"/>
                </a:lnTo>
                <a:lnTo>
                  <a:pt x="2380" y="14"/>
                </a:lnTo>
                <a:lnTo>
                  <a:pt x="2380" y="0"/>
                </a:lnTo>
                <a:moveTo>
                  <a:pt x="2435" y="0"/>
                </a:moveTo>
                <a:lnTo>
                  <a:pt x="2462" y="0"/>
                </a:lnTo>
                <a:lnTo>
                  <a:pt x="2462" y="14"/>
                </a:lnTo>
                <a:lnTo>
                  <a:pt x="2435" y="14"/>
                </a:lnTo>
                <a:lnTo>
                  <a:pt x="2435" y="0"/>
                </a:lnTo>
                <a:moveTo>
                  <a:pt x="2489" y="0"/>
                </a:moveTo>
                <a:lnTo>
                  <a:pt x="2516" y="0"/>
                </a:lnTo>
                <a:lnTo>
                  <a:pt x="2516" y="14"/>
                </a:lnTo>
                <a:lnTo>
                  <a:pt x="2489" y="14"/>
                </a:lnTo>
                <a:lnTo>
                  <a:pt x="2489" y="0"/>
                </a:lnTo>
                <a:moveTo>
                  <a:pt x="2543" y="0"/>
                </a:moveTo>
                <a:lnTo>
                  <a:pt x="2570" y="0"/>
                </a:lnTo>
                <a:lnTo>
                  <a:pt x="2570" y="14"/>
                </a:lnTo>
                <a:lnTo>
                  <a:pt x="2543" y="14"/>
                </a:lnTo>
                <a:lnTo>
                  <a:pt x="2543" y="0"/>
                </a:lnTo>
                <a:moveTo>
                  <a:pt x="2597" y="0"/>
                </a:moveTo>
                <a:lnTo>
                  <a:pt x="2624" y="0"/>
                </a:lnTo>
                <a:lnTo>
                  <a:pt x="2624" y="14"/>
                </a:lnTo>
                <a:lnTo>
                  <a:pt x="2597" y="14"/>
                </a:lnTo>
                <a:lnTo>
                  <a:pt x="2597" y="0"/>
                </a:lnTo>
                <a:moveTo>
                  <a:pt x="2651" y="0"/>
                </a:moveTo>
                <a:lnTo>
                  <a:pt x="2678" y="0"/>
                </a:lnTo>
                <a:lnTo>
                  <a:pt x="2678" y="14"/>
                </a:lnTo>
                <a:lnTo>
                  <a:pt x="2651" y="14"/>
                </a:lnTo>
                <a:lnTo>
                  <a:pt x="2651" y="0"/>
                </a:lnTo>
                <a:moveTo>
                  <a:pt x="2705" y="0"/>
                </a:moveTo>
                <a:lnTo>
                  <a:pt x="2732" y="0"/>
                </a:lnTo>
                <a:lnTo>
                  <a:pt x="2732" y="14"/>
                </a:lnTo>
                <a:lnTo>
                  <a:pt x="2705" y="14"/>
                </a:lnTo>
                <a:lnTo>
                  <a:pt x="2705" y="0"/>
                </a:lnTo>
                <a:moveTo>
                  <a:pt x="2759" y="0"/>
                </a:moveTo>
                <a:lnTo>
                  <a:pt x="2786" y="0"/>
                </a:lnTo>
                <a:lnTo>
                  <a:pt x="2786" y="14"/>
                </a:lnTo>
                <a:lnTo>
                  <a:pt x="2759" y="14"/>
                </a:lnTo>
                <a:lnTo>
                  <a:pt x="2759" y="0"/>
                </a:lnTo>
                <a:moveTo>
                  <a:pt x="2813" y="0"/>
                </a:moveTo>
                <a:lnTo>
                  <a:pt x="2840" y="0"/>
                </a:lnTo>
                <a:lnTo>
                  <a:pt x="2840" y="14"/>
                </a:lnTo>
                <a:lnTo>
                  <a:pt x="2813" y="14"/>
                </a:lnTo>
                <a:lnTo>
                  <a:pt x="2813" y="0"/>
                </a:lnTo>
                <a:moveTo>
                  <a:pt x="2867" y="0"/>
                </a:moveTo>
                <a:lnTo>
                  <a:pt x="2894" y="0"/>
                </a:lnTo>
                <a:lnTo>
                  <a:pt x="2894" y="14"/>
                </a:lnTo>
                <a:lnTo>
                  <a:pt x="2867" y="14"/>
                </a:lnTo>
                <a:lnTo>
                  <a:pt x="2867" y="0"/>
                </a:lnTo>
                <a:moveTo>
                  <a:pt x="2921" y="0"/>
                </a:moveTo>
                <a:lnTo>
                  <a:pt x="2949" y="0"/>
                </a:lnTo>
                <a:lnTo>
                  <a:pt x="2949" y="14"/>
                </a:lnTo>
                <a:lnTo>
                  <a:pt x="2921" y="14"/>
                </a:lnTo>
                <a:lnTo>
                  <a:pt x="2921" y="0"/>
                </a:lnTo>
                <a:moveTo>
                  <a:pt x="2976" y="0"/>
                </a:moveTo>
                <a:lnTo>
                  <a:pt x="3003" y="0"/>
                </a:lnTo>
                <a:lnTo>
                  <a:pt x="3003" y="14"/>
                </a:lnTo>
                <a:lnTo>
                  <a:pt x="2976" y="14"/>
                </a:lnTo>
                <a:lnTo>
                  <a:pt x="2976" y="0"/>
                </a:lnTo>
                <a:moveTo>
                  <a:pt x="3030" y="0"/>
                </a:moveTo>
                <a:lnTo>
                  <a:pt x="3057" y="0"/>
                </a:lnTo>
                <a:lnTo>
                  <a:pt x="3057" y="14"/>
                </a:lnTo>
                <a:lnTo>
                  <a:pt x="3030" y="14"/>
                </a:lnTo>
                <a:lnTo>
                  <a:pt x="3030" y="0"/>
                </a:lnTo>
                <a:moveTo>
                  <a:pt x="3084" y="0"/>
                </a:moveTo>
                <a:lnTo>
                  <a:pt x="3111" y="0"/>
                </a:lnTo>
                <a:lnTo>
                  <a:pt x="3111" y="14"/>
                </a:lnTo>
                <a:lnTo>
                  <a:pt x="3084" y="14"/>
                </a:lnTo>
                <a:lnTo>
                  <a:pt x="3084" y="0"/>
                </a:lnTo>
                <a:moveTo>
                  <a:pt x="3138" y="0"/>
                </a:moveTo>
                <a:lnTo>
                  <a:pt x="3165" y="0"/>
                </a:lnTo>
                <a:lnTo>
                  <a:pt x="3165" y="14"/>
                </a:lnTo>
                <a:lnTo>
                  <a:pt x="3138" y="14"/>
                </a:lnTo>
                <a:lnTo>
                  <a:pt x="3138" y="0"/>
                </a:lnTo>
                <a:moveTo>
                  <a:pt x="3192" y="0"/>
                </a:moveTo>
                <a:lnTo>
                  <a:pt x="3219" y="0"/>
                </a:lnTo>
                <a:lnTo>
                  <a:pt x="3219" y="14"/>
                </a:lnTo>
                <a:lnTo>
                  <a:pt x="3192" y="14"/>
                </a:lnTo>
                <a:lnTo>
                  <a:pt x="3192" y="0"/>
                </a:lnTo>
                <a:moveTo>
                  <a:pt x="3246" y="0"/>
                </a:moveTo>
                <a:lnTo>
                  <a:pt x="3273" y="0"/>
                </a:lnTo>
                <a:lnTo>
                  <a:pt x="3273" y="14"/>
                </a:lnTo>
                <a:lnTo>
                  <a:pt x="3246" y="14"/>
                </a:lnTo>
                <a:lnTo>
                  <a:pt x="3246" y="0"/>
                </a:lnTo>
                <a:moveTo>
                  <a:pt x="3300" y="0"/>
                </a:moveTo>
                <a:lnTo>
                  <a:pt x="3327" y="0"/>
                </a:lnTo>
                <a:lnTo>
                  <a:pt x="3327" y="14"/>
                </a:lnTo>
                <a:lnTo>
                  <a:pt x="3300" y="14"/>
                </a:lnTo>
                <a:lnTo>
                  <a:pt x="3300" y="0"/>
                </a:lnTo>
                <a:moveTo>
                  <a:pt x="3354" y="0"/>
                </a:moveTo>
                <a:lnTo>
                  <a:pt x="3381" y="0"/>
                </a:lnTo>
                <a:lnTo>
                  <a:pt x="3381" y="14"/>
                </a:lnTo>
                <a:lnTo>
                  <a:pt x="3354" y="14"/>
                </a:lnTo>
                <a:lnTo>
                  <a:pt x="3354" y="0"/>
                </a:lnTo>
                <a:moveTo>
                  <a:pt x="3408" y="0"/>
                </a:moveTo>
                <a:lnTo>
                  <a:pt x="3436" y="0"/>
                </a:lnTo>
                <a:lnTo>
                  <a:pt x="3436" y="14"/>
                </a:lnTo>
                <a:lnTo>
                  <a:pt x="3408" y="14"/>
                </a:lnTo>
                <a:lnTo>
                  <a:pt x="3408" y="0"/>
                </a:lnTo>
                <a:moveTo>
                  <a:pt x="3463" y="0"/>
                </a:moveTo>
                <a:lnTo>
                  <a:pt x="3490" y="0"/>
                </a:lnTo>
                <a:lnTo>
                  <a:pt x="3490" y="14"/>
                </a:lnTo>
                <a:lnTo>
                  <a:pt x="3463" y="14"/>
                </a:lnTo>
                <a:lnTo>
                  <a:pt x="3463" y="0"/>
                </a:lnTo>
                <a:moveTo>
                  <a:pt x="3517" y="0"/>
                </a:moveTo>
                <a:lnTo>
                  <a:pt x="3544" y="0"/>
                </a:lnTo>
                <a:lnTo>
                  <a:pt x="3544" y="14"/>
                </a:lnTo>
                <a:lnTo>
                  <a:pt x="3517" y="14"/>
                </a:lnTo>
                <a:lnTo>
                  <a:pt x="3517" y="0"/>
                </a:lnTo>
                <a:moveTo>
                  <a:pt x="3571" y="0"/>
                </a:moveTo>
                <a:lnTo>
                  <a:pt x="3598" y="0"/>
                </a:lnTo>
                <a:lnTo>
                  <a:pt x="3598" y="14"/>
                </a:lnTo>
                <a:lnTo>
                  <a:pt x="3571" y="14"/>
                </a:lnTo>
                <a:lnTo>
                  <a:pt x="3571" y="0"/>
                </a:lnTo>
                <a:moveTo>
                  <a:pt x="3625" y="0"/>
                </a:moveTo>
                <a:lnTo>
                  <a:pt x="3652" y="0"/>
                </a:lnTo>
                <a:lnTo>
                  <a:pt x="3652" y="14"/>
                </a:lnTo>
                <a:lnTo>
                  <a:pt x="3625" y="14"/>
                </a:lnTo>
                <a:lnTo>
                  <a:pt x="3625" y="0"/>
                </a:lnTo>
                <a:moveTo>
                  <a:pt x="3679" y="0"/>
                </a:moveTo>
                <a:lnTo>
                  <a:pt x="3706" y="0"/>
                </a:lnTo>
                <a:lnTo>
                  <a:pt x="3706" y="14"/>
                </a:lnTo>
                <a:lnTo>
                  <a:pt x="3679" y="14"/>
                </a:lnTo>
                <a:lnTo>
                  <a:pt x="3679" y="0"/>
                </a:lnTo>
                <a:moveTo>
                  <a:pt x="3734" y="0"/>
                </a:moveTo>
                <a:lnTo>
                  <a:pt x="3761" y="0"/>
                </a:lnTo>
                <a:lnTo>
                  <a:pt x="3761" y="14"/>
                </a:lnTo>
                <a:lnTo>
                  <a:pt x="3734" y="14"/>
                </a:lnTo>
                <a:lnTo>
                  <a:pt x="3734" y="0"/>
                </a:lnTo>
                <a:moveTo>
                  <a:pt x="3788" y="0"/>
                </a:moveTo>
                <a:lnTo>
                  <a:pt x="3815" y="0"/>
                </a:lnTo>
                <a:lnTo>
                  <a:pt x="3815" y="14"/>
                </a:lnTo>
                <a:lnTo>
                  <a:pt x="3788" y="14"/>
                </a:lnTo>
                <a:lnTo>
                  <a:pt x="3788" y="0"/>
                </a:lnTo>
                <a:moveTo>
                  <a:pt x="3842" y="0"/>
                </a:moveTo>
                <a:lnTo>
                  <a:pt x="3869" y="0"/>
                </a:lnTo>
                <a:lnTo>
                  <a:pt x="3869" y="14"/>
                </a:lnTo>
                <a:lnTo>
                  <a:pt x="3842" y="14"/>
                </a:lnTo>
                <a:lnTo>
                  <a:pt x="3842" y="0"/>
                </a:lnTo>
                <a:moveTo>
                  <a:pt x="3896" y="0"/>
                </a:moveTo>
                <a:lnTo>
                  <a:pt x="3923" y="0"/>
                </a:lnTo>
                <a:lnTo>
                  <a:pt x="3923" y="14"/>
                </a:lnTo>
                <a:lnTo>
                  <a:pt x="3896" y="14"/>
                </a:lnTo>
                <a:lnTo>
                  <a:pt x="3896" y="0"/>
                </a:lnTo>
                <a:moveTo>
                  <a:pt x="3951" y="0"/>
                </a:moveTo>
                <a:lnTo>
                  <a:pt x="3978" y="0"/>
                </a:lnTo>
                <a:lnTo>
                  <a:pt x="3978" y="14"/>
                </a:lnTo>
                <a:lnTo>
                  <a:pt x="3951" y="14"/>
                </a:lnTo>
                <a:lnTo>
                  <a:pt x="3951" y="0"/>
                </a:lnTo>
                <a:moveTo>
                  <a:pt x="4005" y="0"/>
                </a:moveTo>
                <a:lnTo>
                  <a:pt x="4032" y="0"/>
                </a:lnTo>
                <a:lnTo>
                  <a:pt x="4032" y="14"/>
                </a:lnTo>
                <a:lnTo>
                  <a:pt x="4005" y="14"/>
                </a:lnTo>
                <a:lnTo>
                  <a:pt x="4005" y="0"/>
                </a:lnTo>
                <a:moveTo>
                  <a:pt x="4059" y="0"/>
                </a:moveTo>
                <a:lnTo>
                  <a:pt x="4086" y="0"/>
                </a:lnTo>
                <a:lnTo>
                  <a:pt x="4086" y="14"/>
                </a:lnTo>
                <a:lnTo>
                  <a:pt x="4059" y="14"/>
                </a:lnTo>
                <a:lnTo>
                  <a:pt x="4059" y="0"/>
                </a:lnTo>
                <a:moveTo>
                  <a:pt x="4113" y="0"/>
                </a:moveTo>
                <a:lnTo>
                  <a:pt x="4140" y="0"/>
                </a:lnTo>
                <a:lnTo>
                  <a:pt x="4140" y="14"/>
                </a:lnTo>
                <a:lnTo>
                  <a:pt x="4113" y="14"/>
                </a:lnTo>
                <a:lnTo>
                  <a:pt x="4113" y="0"/>
                </a:lnTo>
                <a:moveTo>
                  <a:pt x="4167" y="0"/>
                </a:moveTo>
                <a:lnTo>
                  <a:pt x="4194" y="0"/>
                </a:lnTo>
                <a:lnTo>
                  <a:pt x="4194" y="14"/>
                </a:lnTo>
                <a:lnTo>
                  <a:pt x="4167" y="14"/>
                </a:lnTo>
                <a:lnTo>
                  <a:pt x="4167" y="0"/>
                </a:lnTo>
                <a:moveTo>
                  <a:pt x="4221" y="0"/>
                </a:moveTo>
                <a:lnTo>
                  <a:pt x="4248" y="0"/>
                </a:lnTo>
                <a:lnTo>
                  <a:pt x="4248" y="14"/>
                </a:lnTo>
                <a:lnTo>
                  <a:pt x="4221" y="14"/>
                </a:lnTo>
                <a:lnTo>
                  <a:pt x="4221" y="0"/>
                </a:lnTo>
                <a:moveTo>
                  <a:pt x="4275" y="0"/>
                </a:moveTo>
                <a:lnTo>
                  <a:pt x="4302" y="0"/>
                </a:lnTo>
                <a:lnTo>
                  <a:pt x="4302" y="14"/>
                </a:lnTo>
                <a:lnTo>
                  <a:pt x="4275" y="14"/>
                </a:lnTo>
                <a:lnTo>
                  <a:pt x="4275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94320" y="3849840"/>
            <a:ext cx="36216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GET Task/{id}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817560" y="4186800"/>
            <a:ext cx="1865520" cy="390600"/>
          </a:xfrm>
          <a:custGeom>
            <a:avLst/>
            <a:gdLst/>
            <a:ahLst/>
            <a:rect l="0" t="0" r="r" b="b"/>
            <a:pathLst>
              <a:path w="5182" h="1085">
                <a:moveTo>
                  <a:pt x="0" y="1085"/>
                </a:moveTo>
                <a:lnTo>
                  <a:pt x="5182" y="1085"/>
                </a:lnTo>
                <a:lnTo>
                  <a:pt x="5182" y="136"/>
                </a:lnTo>
                <a:lnTo>
                  <a:pt x="5047" y="0"/>
                </a:lnTo>
                <a:lnTo>
                  <a:pt x="0" y="0"/>
                </a:lnTo>
                <a:lnTo>
                  <a:pt x="0" y="1085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817560" y="4186800"/>
            <a:ext cx="1865520" cy="390600"/>
          </a:xfrm>
          <a:custGeom>
            <a:avLst/>
            <a:gdLst/>
            <a:ahLst/>
            <a:rect l="0" t="0" r="r" b="b"/>
            <a:pathLst>
              <a:path fill="none" w="5182" h="1085">
                <a:moveTo>
                  <a:pt x="0" y="0"/>
                </a:moveTo>
                <a:lnTo>
                  <a:pt x="0" y="1085"/>
                </a:lnTo>
                <a:lnTo>
                  <a:pt x="5182" y="1085"/>
                </a:lnTo>
                <a:lnTo>
                  <a:pt x="5182" y="136"/>
                </a:lnTo>
                <a:lnTo>
                  <a:pt x="5047" y="0"/>
                </a:lnTo>
                <a:lnTo>
                  <a:pt x="0" y="0"/>
                </a:lnTo>
              </a:path>
            </a:pathLst>
          </a:custGeom>
          <a:ln w="2160">
            <a:solidFill>
              <a:srgbClr val="181818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634120" y="4186800"/>
            <a:ext cx="48960" cy="49320"/>
          </a:xfrm>
          <a:custGeom>
            <a:avLst/>
            <a:gdLst/>
            <a:ahLst/>
            <a:rect l="0" t="0" r="r" b="b"/>
            <a:pathLst>
              <a:path w="136" h="137">
                <a:moveTo>
                  <a:pt x="0" y="137"/>
                </a:moveTo>
                <a:lnTo>
                  <a:pt x="136" y="137"/>
                </a:lnTo>
                <a:lnTo>
                  <a:pt x="0" y="0"/>
                </a:lnTo>
                <a:lnTo>
                  <a:pt x="0" y="137"/>
                </a:lnTo>
                <a:close/>
              </a:path>
            </a:pathLst>
          </a:custGeom>
          <a:solidFill>
            <a:srgbClr val="FEFF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634120" y="4186800"/>
            <a:ext cx="48960" cy="49320"/>
          </a:xfrm>
          <a:custGeom>
            <a:avLst/>
            <a:gdLst/>
            <a:ahLst/>
            <a:rect l="0" t="0" r="r" b="b"/>
            <a:pathLst>
              <a:path fill="none" w="136" h="137">
                <a:moveTo>
                  <a:pt x="0" y="0"/>
                </a:moveTo>
                <a:lnTo>
                  <a:pt x="0" y="137"/>
                </a:lnTo>
                <a:lnTo>
                  <a:pt x="136" y="137"/>
                </a:lnTo>
                <a:lnTo>
                  <a:pt x="0" y="0"/>
                </a:lnTo>
              </a:path>
            </a:pathLst>
          </a:custGeom>
          <a:ln w="2160">
            <a:solidFill>
              <a:srgbClr val="181818"/>
            </a:solidFill>
            <a:miter/>
          </a:ln>
        </p:spPr>
        <p:txBody>
          <a:bodyPr lIns="1080" tIns="1080" rIns="1080" bIns="10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1042920" y="4004640"/>
            <a:ext cx="7426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(accepted) — now book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045080" y="4222440"/>
            <a:ext cx="105408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Baseline: poll the Task for</a:t>
            </a:r>
            <a:r>
              <a:rPr lang="en-AU" sz="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this request</a:t>
            </a:r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45080" y="4308840"/>
            <a:ext cx="115200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Stretch: subscribe and be notiﬁed on change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045080" y="4395240"/>
            <a:ext cx="120888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(R4 rest-hook; topic-based / R5 backport is the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045080" y="4481640"/>
            <a:ext cx="501840" cy="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direction of travel).</a:t>
            </a:r>
            <a:endParaRPr lang="en-AU" sz="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66720" y="5455440"/>
            <a:ext cx="7137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Baseline: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poll the Task for this request.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Stretch: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a FHIR Subscription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666720" y="5826960"/>
            <a:ext cx="61178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(R4 rest-hook) pushes a notiﬁcation on change — no polling.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66720" y="13525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757800" y="3206520"/>
            <a:ext cx="6297480" cy="1046880"/>
          </a:xfrm>
          <a:custGeom>
            <a:avLst/>
            <a:gdLst/>
            <a:ahLst/>
            <a:rect l="0" t="0" r="r" b="b"/>
            <a:pathLst>
              <a:path w="17493" h="2908">
                <a:moveTo>
                  <a:pt x="0" y="0"/>
                </a:moveTo>
                <a:lnTo>
                  <a:pt x="17493" y="0"/>
                </a:lnTo>
                <a:lnTo>
                  <a:pt x="17493" y="2908"/>
                </a:lnTo>
                <a:lnTo>
                  <a:pt x="0" y="2908"/>
                </a:lnTo>
                <a:lnTo>
                  <a:pt x="0" y="0"/>
                </a:lnTo>
                <a:close/>
              </a:path>
            </a:pathLst>
          </a:custGeom>
          <a:noFill/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088640" y="2473560"/>
            <a:ext cx="73440" cy="1934640"/>
          </a:xfrm>
          <a:custGeom>
            <a:avLst/>
            <a:gdLst/>
            <a:ahLst/>
            <a:rect l="0" t="0" r="r" b="b"/>
            <a:pathLst>
              <a:path w="204" h="5374">
                <a:moveTo>
                  <a:pt x="0" y="0"/>
                </a:moveTo>
                <a:lnTo>
                  <a:pt x="204" y="0"/>
                </a:lnTo>
                <a:lnTo>
                  <a:pt x="204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12032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3055680" y="2473560"/>
            <a:ext cx="73080" cy="1934640"/>
          </a:xfrm>
          <a:custGeom>
            <a:avLst/>
            <a:gdLst/>
            <a:ahLst/>
            <a:rect l="0" t="0" r="r" b="b"/>
            <a:pathLst>
              <a:path w="203" h="5374">
                <a:moveTo>
                  <a:pt x="0" y="0"/>
                </a:moveTo>
                <a:lnTo>
                  <a:pt x="203" y="0"/>
                </a:lnTo>
                <a:lnTo>
                  <a:pt x="203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308808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6341040" y="2473560"/>
            <a:ext cx="73440" cy="1934640"/>
          </a:xfrm>
          <a:custGeom>
            <a:avLst/>
            <a:gdLst/>
            <a:ahLst/>
            <a:rect l="0" t="0" r="r" b="b"/>
            <a:pathLst>
              <a:path w="204" h="5374">
                <a:moveTo>
                  <a:pt x="0" y="0"/>
                </a:moveTo>
                <a:lnTo>
                  <a:pt x="204" y="0"/>
                </a:lnTo>
                <a:lnTo>
                  <a:pt x="204" y="5374"/>
                </a:lnTo>
                <a:lnTo>
                  <a:pt x="0" y="53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372720" y="2473560"/>
            <a:ext cx="5040" cy="1934640"/>
          </a:xfrm>
          <a:custGeom>
            <a:avLst/>
            <a:gdLst/>
            <a:ahLst/>
            <a:rect l="0" t="0" r="r" b="b"/>
            <a:pathLst>
              <a:path w="14" h="5374">
                <a:moveTo>
                  <a:pt x="14" y="0"/>
                </a:moveTo>
                <a:lnTo>
                  <a:pt x="14" y="126"/>
                </a:lnTo>
                <a:lnTo>
                  <a:pt x="0" y="126"/>
                </a:lnTo>
                <a:lnTo>
                  <a:pt x="0" y="0"/>
                </a:lnTo>
                <a:lnTo>
                  <a:pt x="14" y="0"/>
                </a:lnTo>
                <a:moveTo>
                  <a:pt x="14" y="253"/>
                </a:moveTo>
                <a:lnTo>
                  <a:pt x="14" y="379"/>
                </a:lnTo>
                <a:lnTo>
                  <a:pt x="0" y="379"/>
                </a:lnTo>
                <a:lnTo>
                  <a:pt x="0" y="253"/>
                </a:lnTo>
                <a:lnTo>
                  <a:pt x="14" y="253"/>
                </a:lnTo>
                <a:moveTo>
                  <a:pt x="14" y="506"/>
                </a:moveTo>
                <a:lnTo>
                  <a:pt x="14" y="633"/>
                </a:lnTo>
                <a:lnTo>
                  <a:pt x="0" y="633"/>
                </a:lnTo>
                <a:lnTo>
                  <a:pt x="0" y="506"/>
                </a:lnTo>
                <a:lnTo>
                  <a:pt x="14" y="506"/>
                </a:lnTo>
                <a:moveTo>
                  <a:pt x="14" y="759"/>
                </a:moveTo>
                <a:lnTo>
                  <a:pt x="14" y="886"/>
                </a:lnTo>
                <a:lnTo>
                  <a:pt x="0" y="886"/>
                </a:lnTo>
                <a:lnTo>
                  <a:pt x="0" y="759"/>
                </a:lnTo>
                <a:lnTo>
                  <a:pt x="14" y="759"/>
                </a:lnTo>
                <a:moveTo>
                  <a:pt x="14" y="1012"/>
                </a:moveTo>
                <a:lnTo>
                  <a:pt x="14" y="1139"/>
                </a:lnTo>
                <a:lnTo>
                  <a:pt x="0" y="1139"/>
                </a:lnTo>
                <a:lnTo>
                  <a:pt x="0" y="1012"/>
                </a:lnTo>
                <a:lnTo>
                  <a:pt x="14" y="1012"/>
                </a:lnTo>
                <a:moveTo>
                  <a:pt x="14" y="1267"/>
                </a:moveTo>
                <a:lnTo>
                  <a:pt x="14" y="1393"/>
                </a:lnTo>
                <a:lnTo>
                  <a:pt x="0" y="1393"/>
                </a:lnTo>
                <a:lnTo>
                  <a:pt x="0" y="1267"/>
                </a:lnTo>
                <a:lnTo>
                  <a:pt x="14" y="1267"/>
                </a:lnTo>
                <a:moveTo>
                  <a:pt x="14" y="1520"/>
                </a:moveTo>
                <a:lnTo>
                  <a:pt x="14" y="1646"/>
                </a:lnTo>
                <a:lnTo>
                  <a:pt x="0" y="1646"/>
                </a:lnTo>
                <a:lnTo>
                  <a:pt x="0" y="1520"/>
                </a:lnTo>
                <a:lnTo>
                  <a:pt x="14" y="1520"/>
                </a:lnTo>
                <a:moveTo>
                  <a:pt x="14" y="1773"/>
                </a:moveTo>
                <a:lnTo>
                  <a:pt x="14" y="1900"/>
                </a:lnTo>
                <a:lnTo>
                  <a:pt x="0" y="1900"/>
                </a:lnTo>
                <a:lnTo>
                  <a:pt x="0" y="1773"/>
                </a:lnTo>
                <a:lnTo>
                  <a:pt x="14" y="1773"/>
                </a:lnTo>
                <a:moveTo>
                  <a:pt x="14" y="2026"/>
                </a:moveTo>
                <a:lnTo>
                  <a:pt x="14" y="2153"/>
                </a:lnTo>
                <a:lnTo>
                  <a:pt x="0" y="2153"/>
                </a:lnTo>
                <a:lnTo>
                  <a:pt x="0" y="2026"/>
                </a:lnTo>
                <a:lnTo>
                  <a:pt x="14" y="2026"/>
                </a:lnTo>
                <a:moveTo>
                  <a:pt x="14" y="2279"/>
                </a:moveTo>
                <a:lnTo>
                  <a:pt x="14" y="2406"/>
                </a:lnTo>
                <a:lnTo>
                  <a:pt x="0" y="2406"/>
                </a:lnTo>
                <a:lnTo>
                  <a:pt x="0" y="2279"/>
                </a:lnTo>
                <a:lnTo>
                  <a:pt x="14" y="2279"/>
                </a:lnTo>
                <a:moveTo>
                  <a:pt x="14" y="2532"/>
                </a:moveTo>
                <a:lnTo>
                  <a:pt x="14" y="2659"/>
                </a:lnTo>
                <a:lnTo>
                  <a:pt x="0" y="2659"/>
                </a:lnTo>
                <a:lnTo>
                  <a:pt x="0" y="2532"/>
                </a:lnTo>
                <a:lnTo>
                  <a:pt x="14" y="2532"/>
                </a:lnTo>
                <a:moveTo>
                  <a:pt x="14" y="2786"/>
                </a:moveTo>
                <a:lnTo>
                  <a:pt x="14" y="2912"/>
                </a:lnTo>
                <a:lnTo>
                  <a:pt x="0" y="2912"/>
                </a:lnTo>
                <a:lnTo>
                  <a:pt x="0" y="2786"/>
                </a:lnTo>
                <a:lnTo>
                  <a:pt x="14" y="2786"/>
                </a:lnTo>
                <a:moveTo>
                  <a:pt x="14" y="3039"/>
                </a:moveTo>
                <a:lnTo>
                  <a:pt x="14" y="3165"/>
                </a:lnTo>
                <a:lnTo>
                  <a:pt x="0" y="3165"/>
                </a:lnTo>
                <a:lnTo>
                  <a:pt x="0" y="3039"/>
                </a:lnTo>
                <a:lnTo>
                  <a:pt x="14" y="3039"/>
                </a:lnTo>
                <a:moveTo>
                  <a:pt x="14" y="3292"/>
                </a:moveTo>
                <a:lnTo>
                  <a:pt x="14" y="3419"/>
                </a:lnTo>
                <a:lnTo>
                  <a:pt x="0" y="3419"/>
                </a:lnTo>
                <a:lnTo>
                  <a:pt x="0" y="3292"/>
                </a:lnTo>
                <a:lnTo>
                  <a:pt x="14" y="3292"/>
                </a:lnTo>
                <a:moveTo>
                  <a:pt x="14" y="3545"/>
                </a:moveTo>
                <a:lnTo>
                  <a:pt x="14" y="3672"/>
                </a:lnTo>
                <a:lnTo>
                  <a:pt x="0" y="3672"/>
                </a:lnTo>
                <a:lnTo>
                  <a:pt x="0" y="3545"/>
                </a:lnTo>
                <a:lnTo>
                  <a:pt x="14" y="3545"/>
                </a:lnTo>
                <a:moveTo>
                  <a:pt x="14" y="3798"/>
                </a:moveTo>
                <a:lnTo>
                  <a:pt x="14" y="3925"/>
                </a:lnTo>
                <a:lnTo>
                  <a:pt x="0" y="3925"/>
                </a:lnTo>
                <a:lnTo>
                  <a:pt x="0" y="3798"/>
                </a:lnTo>
                <a:lnTo>
                  <a:pt x="14" y="3798"/>
                </a:lnTo>
                <a:moveTo>
                  <a:pt x="14" y="4052"/>
                </a:moveTo>
                <a:lnTo>
                  <a:pt x="14" y="4178"/>
                </a:lnTo>
                <a:lnTo>
                  <a:pt x="0" y="4178"/>
                </a:lnTo>
                <a:lnTo>
                  <a:pt x="0" y="4052"/>
                </a:lnTo>
                <a:lnTo>
                  <a:pt x="14" y="4052"/>
                </a:lnTo>
                <a:moveTo>
                  <a:pt x="14" y="4305"/>
                </a:moveTo>
                <a:lnTo>
                  <a:pt x="14" y="4431"/>
                </a:lnTo>
                <a:lnTo>
                  <a:pt x="0" y="4431"/>
                </a:lnTo>
                <a:lnTo>
                  <a:pt x="0" y="4305"/>
                </a:lnTo>
                <a:lnTo>
                  <a:pt x="14" y="4305"/>
                </a:lnTo>
                <a:moveTo>
                  <a:pt x="14" y="4558"/>
                </a:moveTo>
                <a:lnTo>
                  <a:pt x="14" y="4685"/>
                </a:lnTo>
                <a:lnTo>
                  <a:pt x="0" y="4685"/>
                </a:lnTo>
                <a:lnTo>
                  <a:pt x="0" y="4558"/>
                </a:lnTo>
                <a:lnTo>
                  <a:pt x="14" y="4558"/>
                </a:lnTo>
                <a:moveTo>
                  <a:pt x="14" y="4811"/>
                </a:moveTo>
                <a:lnTo>
                  <a:pt x="14" y="4938"/>
                </a:lnTo>
                <a:lnTo>
                  <a:pt x="0" y="4938"/>
                </a:lnTo>
                <a:lnTo>
                  <a:pt x="0" y="4811"/>
                </a:lnTo>
                <a:lnTo>
                  <a:pt x="14" y="4811"/>
                </a:lnTo>
                <a:moveTo>
                  <a:pt x="14" y="5064"/>
                </a:moveTo>
                <a:lnTo>
                  <a:pt x="14" y="5191"/>
                </a:lnTo>
                <a:lnTo>
                  <a:pt x="0" y="5191"/>
                </a:lnTo>
                <a:lnTo>
                  <a:pt x="0" y="5064"/>
                </a:lnTo>
                <a:lnTo>
                  <a:pt x="14" y="5064"/>
                </a:lnTo>
                <a:moveTo>
                  <a:pt x="14" y="5318"/>
                </a:moveTo>
                <a:lnTo>
                  <a:pt x="14" y="5374"/>
                </a:lnTo>
                <a:lnTo>
                  <a:pt x="0" y="5374"/>
                </a:lnTo>
                <a:lnTo>
                  <a:pt x="0" y="5318"/>
                </a:lnTo>
                <a:lnTo>
                  <a:pt x="14" y="5318"/>
                </a:lnTo>
                <a:close/>
              </a:path>
            </a:pathLst>
          </a:custGeom>
          <a:solidFill>
            <a:srgbClr val="7575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66720" y="901080"/>
            <a:ext cx="50713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The ﬂow — 3. Conﬁrm &amp; complete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848880" y="2148480"/>
            <a:ext cx="4291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052280" y="158364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2"/>
                </a:moveTo>
                <a:cubicBezTo>
                  <a:pt x="406" y="215"/>
                  <a:pt x="405" y="229"/>
                  <a:pt x="402" y="242"/>
                </a:cubicBezTo>
                <a:cubicBezTo>
                  <a:pt x="400" y="255"/>
                  <a:pt x="396" y="268"/>
                  <a:pt x="391" y="281"/>
                </a:cubicBezTo>
                <a:cubicBezTo>
                  <a:pt x="386" y="293"/>
                  <a:pt x="379" y="305"/>
                  <a:pt x="372" y="316"/>
                </a:cubicBezTo>
                <a:cubicBezTo>
                  <a:pt x="364" y="327"/>
                  <a:pt x="356" y="337"/>
                  <a:pt x="347" y="346"/>
                </a:cubicBezTo>
                <a:cubicBezTo>
                  <a:pt x="337" y="356"/>
                  <a:pt x="327" y="364"/>
                  <a:pt x="316" y="372"/>
                </a:cubicBezTo>
                <a:cubicBezTo>
                  <a:pt x="305" y="379"/>
                  <a:pt x="293" y="385"/>
                  <a:pt x="281" y="390"/>
                </a:cubicBezTo>
                <a:cubicBezTo>
                  <a:pt x="269" y="395"/>
                  <a:pt x="256" y="399"/>
                  <a:pt x="243" y="402"/>
                </a:cubicBezTo>
                <a:cubicBezTo>
                  <a:pt x="230" y="404"/>
                  <a:pt x="217" y="406"/>
                  <a:pt x="203" y="406"/>
                </a:cubicBezTo>
                <a:cubicBezTo>
                  <a:pt x="190" y="406"/>
                  <a:pt x="177" y="404"/>
                  <a:pt x="164" y="402"/>
                </a:cubicBezTo>
                <a:cubicBezTo>
                  <a:pt x="151" y="399"/>
                  <a:pt x="138" y="395"/>
                  <a:pt x="126" y="390"/>
                </a:cubicBezTo>
                <a:cubicBezTo>
                  <a:pt x="112" y="385"/>
                  <a:pt x="101" y="379"/>
                  <a:pt x="90" y="372"/>
                </a:cubicBezTo>
                <a:cubicBezTo>
                  <a:pt x="79" y="364"/>
                  <a:pt x="68" y="356"/>
                  <a:pt x="59" y="346"/>
                </a:cubicBezTo>
                <a:cubicBezTo>
                  <a:pt x="50" y="337"/>
                  <a:pt x="41" y="327"/>
                  <a:pt x="34" y="316"/>
                </a:cubicBezTo>
                <a:cubicBezTo>
                  <a:pt x="26" y="305"/>
                  <a:pt x="20" y="293"/>
                  <a:pt x="15" y="281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5"/>
                  <a:pt x="0" y="202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2"/>
                  <a:pt x="26" y="101"/>
                  <a:pt x="34" y="90"/>
                </a:cubicBezTo>
                <a:cubicBezTo>
                  <a:pt x="41" y="79"/>
                  <a:pt x="50" y="68"/>
                  <a:pt x="59" y="59"/>
                </a:cubicBezTo>
                <a:cubicBezTo>
                  <a:pt x="68" y="49"/>
                  <a:pt x="79" y="41"/>
                  <a:pt x="90" y="34"/>
                </a:cubicBezTo>
                <a:cubicBezTo>
                  <a:pt x="101" y="26"/>
                  <a:pt x="112" y="20"/>
                  <a:pt x="126" y="15"/>
                </a:cubicBezTo>
                <a:cubicBezTo>
                  <a:pt x="138" y="10"/>
                  <a:pt x="151" y="6"/>
                  <a:pt x="164" y="3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3"/>
                </a:cubicBezTo>
                <a:cubicBezTo>
                  <a:pt x="256" y="6"/>
                  <a:pt x="269" y="10"/>
                  <a:pt x="281" y="15"/>
                </a:cubicBezTo>
                <a:cubicBezTo>
                  <a:pt x="293" y="20"/>
                  <a:pt x="305" y="26"/>
                  <a:pt x="316" y="34"/>
                </a:cubicBezTo>
                <a:cubicBezTo>
                  <a:pt x="327" y="41"/>
                  <a:pt x="337" y="49"/>
                  <a:pt x="347" y="59"/>
                </a:cubicBezTo>
                <a:cubicBezTo>
                  <a:pt x="356" y="68"/>
                  <a:pt x="364" y="79"/>
                  <a:pt x="372" y="90"/>
                </a:cubicBezTo>
                <a:cubicBezTo>
                  <a:pt x="379" y="101"/>
                  <a:pt x="386" y="112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2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1052280" y="158364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2"/>
                </a:moveTo>
                <a:cubicBezTo>
                  <a:pt x="406" y="215"/>
                  <a:pt x="405" y="229"/>
                  <a:pt x="402" y="242"/>
                </a:cubicBezTo>
                <a:cubicBezTo>
                  <a:pt x="400" y="255"/>
                  <a:pt x="396" y="268"/>
                  <a:pt x="391" y="281"/>
                </a:cubicBezTo>
                <a:cubicBezTo>
                  <a:pt x="386" y="293"/>
                  <a:pt x="379" y="305"/>
                  <a:pt x="372" y="316"/>
                </a:cubicBezTo>
                <a:cubicBezTo>
                  <a:pt x="364" y="327"/>
                  <a:pt x="356" y="337"/>
                  <a:pt x="347" y="346"/>
                </a:cubicBezTo>
                <a:cubicBezTo>
                  <a:pt x="337" y="356"/>
                  <a:pt x="327" y="364"/>
                  <a:pt x="316" y="372"/>
                </a:cubicBezTo>
                <a:cubicBezTo>
                  <a:pt x="305" y="379"/>
                  <a:pt x="293" y="385"/>
                  <a:pt x="281" y="390"/>
                </a:cubicBezTo>
                <a:cubicBezTo>
                  <a:pt x="269" y="395"/>
                  <a:pt x="256" y="399"/>
                  <a:pt x="243" y="402"/>
                </a:cubicBezTo>
                <a:cubicBezTo>
                  <a:pt x="230" y="404"/>
                  <a:pt x="217" y="406"/>
                  <a:pt x="203" y="406"/>
                </a:cubicBezTo>
                <a:cubicBezTo>
                  <a:pt x="190" y="406"/>
                  <a:pt x="177" y="404"/>
                  <a:pt x="164" y="402"/>
                </a:cubicBezTo>
                <a:cubicBezTo>
                  <a:pt x="151" y="399"/>
                  <a:pt x="138" y="395"/>
                  <a:pt x="126" y="390"/>
                </a:cubicBezTo>
                <a:cubicBezTo>
                  <a:pt x="112" y="385"/>
                  <a:pt x="101" y="379"/>
                  <a:pt x="90" y="372"/>
                </a:cubicBezTo>
                <a:cubicBezTo>
                  <a:pt x="79" y="364"/>
                  <a:pt x="68" y="356"/>
                  <a:pt x="59" y="346"/>
                </a:cubicBezTo>
                <a:cubicBezTo>
                  <a:pt x="50" y="337"/>
                  <a:pt x="41" y="327"/>
                  <a:pt x="34" y="316"/>
                </a:cubicBezTo>
                <a:cubicBezTo>
                  <a:pt x="26" y="305"/>
                  <a:pt x="20" y="293"/>
                  <a:pt x="15" y="281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5"/>
                  <a:pt x="0" y="202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2"/>
                  <a:pt x="26" y="101"/>
                  <a:pt x="34" y="90"/>
                </a:cubicBezTo>
                <a:cubicBezTo>
                  <a:pt x="41" y="79"/>
                  <a:pt x="50" y="68"/>
                  <a:pt x="59" y="59"/>
                </a:cubicBezTo>
                <a:cubicBezTo>
                  <a:pt x="68" y="49"/>
                  <a:pt x="79" y="41"/>
                  <a:pt x="90" y="34"/>
                </a:cubicBezTo>
                <a:cubicBezTo>
                  <a:pt x="101" y="26"/>
                  <a:pt x="112" y="20"/>
                  <a:pt x="126" y="15"/>
                </a:cubicBezTo>
                <a:cubicBezTo>
                  <a:pt x="138" y="10"/>
                  <a:pt x="151" y="6"/>
                  <a:pt x="164" y="3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3"/>
                </a:cubicBezTo>
                <a:cubicBezTo>
                  <a:pt x="256" y="6"/>
                  <a:pt x="269" y="10"/>
                  <a:pt x="281" y="15"/>
                </a:cubicBezTo>
                <a:cubicBezTo>
                  <a:pt x="293" y="20"/>
                  <a:pt x="305" y="26"/>
                  <a:pt x="316" y="34"/>
                </a:cubicBezTo>
                <a:cubicBezTo>
                  <a:pt x="327" y="41"/>
                  <a:pt x="337" y="49"/>
                  <a:pt x="347" y="59"/>
                </a:cubicBezTo>
                <a:cubicBezTo>
                  <a:pt x="356" y="68"/>
                  <a:pt x="364" y="79"/>
                  <a:pt x="372" y="90"/>
                </a:cubicBezTo>
                <a:cubicBezTo>
                  <a:pt x="379" y="101"/>
                  <a:pt x="386" y="112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2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006560" y="1729440"/>
            <a:ext cx="237600" cy="383040"/>
          </a:xfrm>
          <a:custGeom>
            <a:avLst/>
            <a:gdLst/>
            <a:ahLst/>
            <a:rect l="0" t="0" r="r" b="b"/>
            <a:pathLst>
              <a:path fill="none" w="660" h="1064">
                <a:moveTo>
                  <a:pt x="330" y="0"/>
                </a:moveTo>
                <a:lnTo>
                  <a:pt x="330" y="683"/>
                </a:lnTo>
                <a:moveTo>
                  <a:pt x="0" y="202"/>
                </a:moveTo>
                <a:lnTo>
                  <a:pt x="660" y="202"/>
                </a:lnTo>
                <a:moveTo>
                  <a:pt x="330" y="683"/>
                </a:moveTo>
                <a:lnTo>
                  <a:pt x="0" y="1064"/>
                </a:lnTo>
                <a:moveTo>
                  <a:pt x="330" y="683"/>
                </a:moveTo>
                <a:lnTo>
                  <a:pt x="660" y="1064"/>
                </a:lnTo>
              </a:path>
            </a:pathLst>
          </a:custGeom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875520" y="2322000"/>
            <a:ext cx="397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848880" y="4421160"/>
            <a:ext cx="4291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Referrer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052280" y="475092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3"/>
                </a:moveTo>
                <a:cubicBezTo>
                  <a:pt x="406" y="216"/>
                  <a:pt x="405" y="229"/>
                  <a:pt x="402" y="242"/>
                </a:cubicBezTo>
                <a:cubicBezTo>
                  <a:pt x="400" y="255"/>
                  <a:pt x="396" y="268"/>
                  <a:pt x="391" y="280"/>
                </a:cubicBezTo>
                <a:cubicBezTo>
                  <a:pt x="386" y="292"/>
                  <a:pt x="379" y="304"/>
                  <a:pt x="372" y="315"/>
                </a:cubicBezTo>
                <a:cubicBezTo>
                  <a:pt x="364" y="326"/>
                  <a:pt x="356" y="336"/>
                  <a:pt x="347" y="346"/>
                </a:cubicBezTo>
                <a:cubicBezTo>
                  <a:pt x="337" y="355"/>
                  <a:pt x="327" y="364"/>
                  <a:pt x="316" y="372"/>
                </a:cubicBezTo>
                <a:cubicBezTo>
                  <a:pt x="305" y="379"/>
                  <a:pt x="293" y="386"/>
                  <a:pt x="281" y="391"/>
                </a:cubicBezTo>
                <a:cubicBezTo>
                  <a:pt x="269" y="396"/>
                  <a:pt x="256" y="400"/>
                  <a:pt x="243" y="402"/>
                </a:cubicBezTo>
                <a:cubicBezTo>
                  <a:pt x="230" y="405"/>
                  <a:pt x="217" y="406"/>
                  <a:pt x="203" y="406"/>
                </a:cubicBezTo>
                <a:cubicBezTo>
                  <a:pt x="190" y="406"/>
                  <a:pt x="177" y="405"/>
                  <a:pt x="164" y="402"/>
                </a:cubicBezTo>
                <a:cubicBezTo>
                  <a:pt x="151" y="400"/>
                  <a:pt x="138" y="396"/>
                  <a:pt x="126" y="391"/>
                </a:cubicBezTo>
                <a:cubicBezTo>
                  <a:pt x="112" y="386"/>
                  <a:pt x="101" y="379"/>
                  <a:pt x="90" y="372"/>
                </a:cubicBezTo>
                <a:cubicBezTo>
                  <a:pt x="79" y="364"/>
                  <a:pt x="68" y="355"/>
                  <a:pt x="59" y="346"/>
                </a:cubicBezTo>
                <a:cubicBezTo>
                  <a:pt x="50" y="336"/>
                  <a:pt x="41" y="326"/>
                  <a:pt x="34" y="315"/>
                </a:cubicBezTo>
                <a:cubicBezTo>
                  <a:pt x="26" y="304"/>
                  <a:pt x="20" y="292"/>
                  <a:pt x="15" y="280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6"/>
                  <a:pt x="0" y="203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3"/>
                  <a:pt x="26" y="101"/>
                  <a:pt x="34" y="90"/>
                </a:cubicBezTo>
                <a:cubicBezTo>
                  <a:pt x="41" y="79"/>
                  <a:pt x="50" y="69"/>
                  <a:pt x="59" y="59"/>
                </a:cubicBezTo>
                <a:cubicBezTo>
                  <a:pt x="68" y="50"/>
                  <a:pt x="79" y="42"/>
                  <a:pt x="90" y="34"/>
                </a:cubicBezTo>
                <a:cubicBezTo>
                  <a:pt x="101" y="27"/>
                  <a:pt x="112" y="21"/>
                  <a:pt x="126" y="16"/>
                </a:cubicBezTo>
                <a:cubicBezTo>
                  <a:pt x="138" y="10"/>
                  <a:pt x="151" y="7"/>
                  <a:pt x="164" y="4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4"/>
                </a:cubicBezTo>
                <a:cubicBezTo>
                  <a:pt x="256" y="7"/>
                  <a:pt x="269" y="10"/>
                  <a:pt x="281" y="16"/>
                </a:cubicBezTo>
                <a:cubicBezTo>
                  <a:pt x="293" y="21"/>
                  <a:pt x="305" y="27"/>
                  <a:pt x="316" y="34"/>
                </a:cubicBezTo>
                <a:cubicBezTo>
                  <a:pt x="327" y="42"/>
                  <a:pt x="337" y="50"/>
                  <a:pt x="347" y="59"/>
                </a:cubicBezTo>
                <a:cubicBezTo>
                  <a:pt x="356" y="69"/>
                  <a:pt x="364" y="79"/>
                  <a:pt x="372" y="90"/>
                </a:cubicBezTo>
                <a:cubicBezTo>
                  <a:pt x="379" y="101"/>
                  <a:pt x="386" y="113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3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052280" y="4750920"/>
            <a:ext cx="146160" cy="146160"/>
          </a:xfrm>
          <a:custGeom>
            <a:avLst/>
            <a:gdLst/>
            <a:ahLst/>
            <a:rect l="0" t="0" r="r" b="b"/>
            <a:pathLst>
              <a:path w="406" h="406">
                <a:moveTo>
                  <a:pt x="406" y="203"/>
                </a:moveTo>
                <a:cubicBezTo>
                  <a:pt x="406" y="216"/>
                  <a:pt x="405" y="229"/>
                  <a:pt x="402" y="242"/>
                </a:cubicBezTo>
                <a:cubicBezTo>
                  <a:pt x="400" y="255"/>
                  <a:pt x="396" y="268"/>
                  <a:pt x="391" y="280"/>
                </a:cubicBezTo>
                <a:cubicBezTo>
                  <a:pt x="386" y="292"/>
                  <a:pt x="379" y="304"/>
                  <a:pt x="372" y="315"/>
                </a:cubicBezTo>
                <a:cubicBezTo>
                  <a:pt x="364" y="326"/>
                  <a:pt x="356" y="336"/>
                  <a:pt x="347" y="346"/>
                </a:cubicBezTo>
                <a:cubicBezTo>
                  <a:pt x="337" y="355"/>
                  <a:pt x="327" y="364"/>
                  <a:pt x="316" y="372"/>
                </a:cubicBezTo>
                <a:cubicBezTo>
                  <a:pt x="305" y="379"/>
                  <a:pt x="293" y="386"/>
                  <a:pt x="281" y="391"/>
                </a:cubicBezTo>
                <a:cubicBezTo>
                  <a:pt x="269" y="396"/>
                  <a:pt x="256" y="400"/>
                  <a:pt x="243" y="402"/>
                </a:cubicBezTo>
                <a:cubicBezTo>
                  <a:pt x="230" y="405"/>
                  <a:pt x="217" y="406"/>
                  <a:pt x="203" y="406"/>
                </a:cubicBezTo>
                <a:cubicBezTo>
                  <a:pt x="190" y="406"/>
                  <a:pt x="177" y="405"/>
                  <a:pt x="164" y="402"/>
                </a:cubicBezTo>
                <a:cubicBezTo>
                  <a:pt x="151" y="400"/>
                  <a:pt x="138" y="396"/>
                  <a:pt x="126" y="391"/>
                </a:cubicBezTo>
                <a:cubicBezTo>
                  <a:pt x="112" y="386"/>
                  <a:pt x="101" y="379"/>
                  <a:pt x="90" y="372"/>
                </a:cubicBezTo>
                <a:cubicBezTo>
                  <a:pt x="79" y="364"/>
                  <a:pt x="68" y="355"/>
                  <a:pt x="59" y="346"/>
                </a:cubicBezTo>
                <a:cubicBezTo>
                  <a:pt x="50" y="336"/>
                  <a:pt x="41" y="326"/>
                  <a:pt x="34" y="315"/>
                </a:cubicBezTo>
                <a:cubicBezTo>
                  <a:pt x="26" y="304"/>
                  <a:pt x="20" y="292"/>
                  <a:pt x="15" y="280"/>
                </a:cubicBezTo>
                <a:cubicBezTo>
                  <a:pt x="10" y="268"/>
                  <a:pt x="6" y="255"/>
                  <a:pt x="4" y="242"/>
                </a:cubicBezTo>
                <a:cubicBezTo>
                  <a:pt x="1" y="229"/>
                  <a:pt x="0" y="216"/>
                  <a:pt x="0" y="203"/>
                </a:cubicBezTo>
                <a:cubicBezTo>
                  <a:pt x="0" y="189"/>
                  <a:pt x="1" y="176"/>
                  <a:pt x="4" y="163"/>
                </a:cubicBezTo>
                <a:cubicBezTo>
                  <a:pt x="6" y="150"/>
                  <a:pt x="10" y="137"/>
                  <a:pt x="15" y="125"/>
                </a:cubicBezTo>
                <a:cubicBezTo>
                  <a:pt x="20" y="113"/>
                  <a:pt x="26" y="101"/>
                  <a:pt x="34" y="90"/>
                </a:cubicBezTo>
                <a:cubicBezTo>
                  <a:pt x="41" y="79"/>
                  <a:pt x="50" y="69"/>
                  <a:pt x="59" y="59"/>
                </a:cubicBezTo>
                <a:cubicBezTo>
                  <a:pt x="68" y="50"/>
                  <a:pt x="79" y="42"/>
                  <a:pt x="90" y="34"/>
                </a:cubicBezTo>
                <a:cubicBezTo>
                  <a:pt x="101" y="27"/>
                  <a:pt x="112" y="21"/>
                  <a:pt x="126" y="16"/>
                </a:cubicBezTo>
                <a:cubicBezTo>
                  <a:pt x="138" y="10"/>
                  <a:pt x="151" y="7"/>
                  <a:pt x="164" y="4"/>
                </a:cubicBezTo>
                <a:cubicBezTo>
                  <a:pt x="177" y="1"/>
                  <a:pt x="190" y="0"/>
                  <a:pt x="203" y="0"/>
                </a:cubicBezTo>
                <a:cubicBezTo>
                  <a:pt x="217" y="0"/>
                  <a:pt x="230" y="1"/>
                  <a:pt x="243" y="4"/>
                </a:cubicBezTo>
                <a:cubicBezTo>
                  <a:pt x="256" y="7"/>
                  <a:pt x="269" y="10"/>
                  <a:pt x="281" y="16"/>
                </a:cubicBezTo>
                <a:cubicBezTo>
                  <a:pt x="293" y="21"/>
                  <a:pt x="305" y="27"/>
                  <a:pt x="316" y="34"/>
                </a:cubicBezTo>
                <a:cubicBezTo>
                  <a:pt x="327" y="42"/>
                  <a:pt x="337" y="50"/>
                  <a:pt x="347" y="59"/>
                </a:cubicBezTo>
                <a:cubicBezTo>
                  <a:pt x="356" y="69"/>
                  <a:pt x="364" y="79"/>
                  <a:pt x="372" y="90"/>
                </a:cubicBezTo>
                <a:cubicBezTo>
                  <a:pt x="379" y="101"/>
                  <a:pt x="386" y="113"/>
                  <a:pt x="391" y="125"/>
                </a:cubicBezTo>
                <a:cubicBezTo>
                  <a:pt x="396" y="137"/>
                  <a:pt x="400" y="150"/>
                  <a:pt x="402" y="163"/>
                </a:cubicBezTo>
                <a:cubicBezTo>
                  <a:pt x="405" y="176"/>
                  <a:pt x="406" y="189"/>
                  <a:pt x="406" y="203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006560" y="4896720"/>
            <a:ext cx="237600" cy="383400"/>
          </a:xfrm>
          <a:custGeom>
            <a:avLst/>
            <a:gdLst/>
            <a:ahLst/>
            <a:rect l="0" t="0" r="r" b="b"/>
            <a:pathLst>
              <a:path fill="none" w="660" h="1065">
                <a:moveTo>
                  <a:pt x="330" y="0"/>
                </a:moveTo>
                <a:lnTo>
                  <a:pt x="330" y="684"/>
                </a:lnTo>
                <a:moveTo>
                  <a:pt x="0" y="203"/>
                </a:moveTo>
                <a:lnTo>
                  <a:pt x="660" y="203"/>
                </a:lnTo>
                <a:moveTo>
                  <a:pt x="330" y="684"/>
                </a:moveTo>
                <a:lnTo>
                  <a:pt x="0" y="1065"/>
                </a:lnTo>
                <a:moveTo>
                  <a:pt x="330" y="684"/>
                </a:moveTo>
                <a:lnTo>
                  <a:pt x="660" y="1065"/>
                </a:lnTo>
              </a:path>
            </a:pathLst>
          </a:custGeom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789280" y="198900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2"/>
                  <a:pt x="1643" y="5"/>
                </a:cubicBezTo>
                <a:cubicBezTo>
                  <a:pt x="1651" y="8"/>
                  <a:pt x="1658" y="13"/>
                  <a:pt x="1664" y="19"/>
                </a:cubicBezTo>
                <a:cubicBezTo>
                  <a:pt x="1670" y="25"/>
                  <a:pt x="1674" y="32"/>
                  <a:pt x="1677" y="39"/>
                </a:cubicBezTo>
                <a:cubicBezTo>
                  <a:pt x="1681" y="47"/>
                  <a:pt x="1682" y="55"/>
                  <a:pt x="1682" y="64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7"/>
                  <a:pt x="1664" y="1303"/>
                </a:cubicBezTo>
                <a:cubicBezTo>
                  <a:pt x="1658" y="1309"/>
                  <a:pt x="1651" y="1313"/>
                  <a:pt x="1643" y="1316"/>
                </a:cubicBezTo>
                <a:cubicBezTo>
                  <a:pt x="1635" y="1320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40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9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2789280" y="198900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2"/>
                  <a:pt x="1643" y="5"/>
                </a:cubicBezTo>
                <a:cubicBezTo>
                  <a:pt x="1651" y="8"/>
                  <a:pt x="1658" y="13"/>
                  <a:pt x="1664" y="19"/>
                </a:cubicBezTo>
                <a:cubicBezTo>
                  <a:pt x="1670" y="25"/>
                  <a:pt x="1674" y="32"/>
                  <a:pt x="1677" y="39"/>
                </a:cubicBezTo>
                <a:cubicBezTo>
                  <a:pt x="1681" y="47"/>
                  <a:pt x="1682" y="55"/>
                  <a:pt x="1682" y="64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7"/>
                  <a:pt x="1664" y="1303"/>
                </a:cubicBezTo>
                <a:cubicBezTo>
                  <a:pt x="1658" y="1309"/>
                  <a:pt x="1651" y="1313"/>
                  <a:pt x="1643" y="1316"/>
                </a:cubicBezTo>
                <a:cubicBezTo>
                  <a:pt x="1635" y="1320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40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9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75520" y="4595040"/>
            <a:ext cx="397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(Placer)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853360" y="2075400"/>
            <a:ext cx="41760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2789280" y="439884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1"/>
                  <a:pt x="1643" y="5"/>
                </a:cubicBezTo>
                <a:cubicBezTo>
                  <a:pt x="1651" y="8"/>
                  <a:pt x="1658" y="12"/>
                  <a:pt x="1664" y="18"/>
                </a:cubicBezTo>
                <a:cubicBezTo>
                  <a:pt x="1670" y="24"/>
                  <a:pt x="1674" y="31"/>
                  <a:pt x="1677" y="39"/>
                </a:cubicBezTo>
                <a:cubicBezTo>
                  <a:pt x="1681" y="47"/>
                  <a:pt x="1682" y="55"/>
                  <a:pt x="1682" y="63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6"/>
                  <a:pt x="1664" y="1302"/>
                </a:cubicBezTo>
                <a:cubicBezTo>
                  <a:pt x="1658" y="1308"/>
                  <a:pt x="1651" y="1313"/>
                  <a:pt x="1643" y="1316"/>
                </a:cubicBezTo>
                <a:cubicBezTo>
                  <a:pt x="1635" y="1319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40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9" y="31"/>
                  <a:pt x="13" y="24"/>
                  <a:pt x="19" y="18"/>
                </a:cubicBezTo>
                <a:cubicBezTo>
                  <a:pt x="25" y="12"/>
                  <a:pt x="32" y="8"/>
                  <a:pt x="40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789280" y="4398840"/>
            <a:ext cx="605520" cy="475560"/>
          </a:xfrm>
          <a:custGeom>
            <a:avLst/>
            <a:gdLst/>
            <a:ahLst/>
            <a:rect l="0" t="0" r="r" b="b"/>
            <a:pathLst>
              <a:path w="1682" h="1321">
                <a:moveTo>
                  <a:pt x="64" y="0"/>
                </a:moveTo>
                <a:lnTo>
                  <a:pt x="1619" y="0"/>
                </a:lnTo>
                <a:cubicBezTo>
                  <a:pt x="1627" y="0"/>
                  <a:pt x="1635" y="1"/>
                  <a:pt x="1643" y="5"/>
                </a:cubicBezTo>
                <a:cubicBezTo>
                  <a:pt x="1651" y="8"/>
                  <a:pt x="1658" y="12"/>
                  <a:pt x="1664" y="18"/>
                </a:cubicBezTo>
                <a:cubicBezTo>
                  <a:pt x="1670" y="24"/>
                  <a:pt x="1674" y="31"/>
                  <a:pt x="1677" y="39"/>
                </a:cubicBezTo>
                <a:cubicBezTo>
                  <a:pt x="1681" y="47"/>
                  <a:pt x="1682" y="55"/>
                  <a:pt x="1682" y="63"/>
                </a:cubicBezTo>
                <a:lnTo>
                  <a:pt x="1682" y="1258"/>
                </a:lnTo>
                <a:cubicBezTo>
                  <a:pt x="1682" y="1266"/>
                  <a:pt x="1681" y="1274"/>
                  <a:pt x="1677" y="1282"/>
                </a:cubicBezTo>
                <a:cubicBezTo>
                  <a:pt x="1674" y="1290"/>
                  <a:pt x="1670" y="1296"/>
                  <a:pt x="1664" y="1302"/>
                </a:cubicBezTo>
                <a:cubicBezTo>
                  <a:pt x="1658" y="1308"/>
                  <a:pt x="1651" y="1313"/>
                  <a:pt x="1643" y="1316"/>
                </a:cubicBezTo>
                <a:cubicBezTo>
                  <a:pt x="1635" y="1319"/>
                  <a:pt x="1627" y="1321"/>
                  <a:pt x="1619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40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9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9" y="31"/>
                  <a:pt x="13" y="24"/>
                  <a:pt x="19" y="18"/>
                </a:cubicBezTo>
                <a:cubicBezTo>
                  <a:pt x="25" y="12"/>
                  <a:pt x="32" y="8"/>
                  <a:pt x="40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899800" y="2249280"/>
            <a:ext cx="3369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2853360" y="4485240"/>
            <a:ext cx="41760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Referral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5791320" y="198900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2"/>
                  <a:pt x="3219" y="5"/>
                </a:cubicBezTo>
                <a:cubicBezTo>
                  <a:pt x="3227" y="8"/>
                  <a:pt x="3233" y="13"/>
                  <a:pt x="3239" y="19"/>
                </a:cubicBezTo>
                <a:cubicBezTo>
                  <a:pt x="3245" y="25"/>
                  <a:pt x="3250" y="32"/>
                  <a:pt x="3253" y="39"/>
                </a:cubicBezTo>
                <a:cubicBezTo>
                  <a:pt x="3256" y="47"/>
                  <a:pt x="3258" y="55"/>
                  <a:pt x="3258" y="64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7"/>
                  <a:pt x="3239" y="1303"/>
                </a:cubicBezTo>
                <a:cubicBezTo>
                  <a:pt x="3233" y="1309"/>
                  <a:pt x="3227" y="1313"/>
                  <a:pt x="3219" y="1316"/>
                </a:cubicBezTo>
                <a:cubicBezTo>
                  <a:pt x="3211" y="1320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39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39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791320" y="198900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2"/>
                  <a:pt x="3219" y="5"/>
                </a:cubicBezTo>
                <a:cubicBezTo>
                  <a:pt x="3227" y="8"/>
                  <a:pt x="3233" y="13"/>
                  <a:pt x="3239" y="19"/>
                </a:cubicBezTo>
                <a:cubicBezTo>
                  <a:pt x="3245" y="25"/>
                  <a:pt x="3250" y="32"/>
                  <a:pt x="3253" y="39"/>
                </a:cubicBezTo>
                <a:cubicBezTo>
                  <a:pt x="3256" y="47"/>
                  <a:pt x="3258" y="55"/>
                  <a:pt x="3258" y="64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7"/>
                  <a:pt x="3239" y="1303"/>
                </a:cubicBezTo>
                <a:cubicBezTo>
                  <a:pt x="3233" y="1309"/>
                  <a:pt x="3227" y="1313"/>
                  <a:pt x="3219" y="1316"/>
                </a:cubicBezTo>
                <a:cubicBezTo>
                  <a:pt x="3211" y="1320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20"/>
                  <a:pt x="39" y="1316"/>
                </a:cubicBezTo>
                <a:cubicBezTo>
                  <a:pt x="32" y="1313"/>
                  <a:pt x="25" y="1309"/>
                  <a:pt x="19" y="1303"/>
                </a:cubicBezTo>
                <a:cubicBezTo>
                  <a:pt x="13" y="1297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4"/>
                </a:lnTo>
                <a:cubicBezTo>
                  <a:pt x="0" y="55"/>
                  <a:pt x="2" y="47"/>
                  <a:pt x="5" y="39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39" y="5"/>
                </a:cubicBezTo>
                <a:cubicBezTo>
                  <a:pt x="47" y="2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2899800" y="4658760"/>
            <a:ext cx="3369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Server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5855400" y="2075400"/>
            <a:ext cx="90828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791320" y="439884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1"/>
                  <a:pt x="3219" y="5"/>
                </a:cubicBezTo>
                <a:cubicBezTo>
                  <a:pt x="3227" y="8"/>
                  <a:pt x="3233" y="12"/>
                  <a:pt x="3239" y="18"/>
                </a:cubicBezTo>
                <a:cubicBezTo>
                  <a:pt x="3245" y="24"/>
                  <a:pt x="3250" y="31"/>
                  <a:pt x="3253" y="39"/>
                </a:cubicBezTo>
                <a:cubicBezTo>
                  <a:pt x="3256" y="47"/>
                  <a:pt x="3258" y="55"/>
                  <a:pt x="3258" y="63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6"/>
                  <a:pt x="3239" y="1302"/>
                </a:cubicBezTo>
                <a:cubicBezTo>
                  <a:pt x="3233" y="1308"/>
                  <a:pt x="3227" y="1313"/>
                  <a:pt x="3219" y="1316"/>
                </a:cubicBezTo>
                <a:cubicBezTo>
                  <a:pt x="3211" y="1319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39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8" y="31"/>
                  <a:pt x="13" y="24"/>
                  <a:pt x="19" y="18"/>
                </a:cubicBezTo>
                <a:cubicBezTo>
                  <a:pt x="25" y="12"/>
                  <a:pt x="32" y="8"/>
                  <a:pt x="39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solidFill>
            <a:srgbClr val="E6F6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791320" y="4398840"/>
            <a:ext cx="1172880" cy="475560"/>
          </a:xfrm>
          <a:custGeom>
            <a:avLst/>
            <a:gdLst/>
            <a:ahLst/>
            <a:rect l="0" t="0" r="r" b="b"/>
            <a:pathLst>
              <a:path w="3258" h="1321">
                <a:moveTo>
                  <a:pt x="64" y="0"/>
                </a:moveTo>
                <a:lnTo>
                  <a:pt x="3195" y="0"/>
                </a:lnTo>
                <a:cubicBezTo>
                  <a:pt x="3203" y="0"/>
                  <a:pt x="3211" y="1"/>
                  <a:pt x="3219" y="5"/>
                </a:cubicBezTo>
                <a:cubicBezTo>
                  <a:pt x="3227" y="8"/>
                  <a:pt x="3233" y="12"/>
                  <a:pt x="3239" y="18"/>
                </a:cubicBezTo>
                <a:cubicBezTo>
                  <a:pt x="3245" y="24"/>
                  <a:pt x="3250" y="31"/>
                  <a:pt x="3253" y="39"/>
                </a:cubicBezTo>
                <a:cubicBezTo>
                  <a:pt x="3256" y="47"/>
                  <a:pt x="3258" y="55"/>
                  <a:pt x="3258" y="63"/>
                </a:cubicBezTo>
                <a:lnTo>
                  <a:pt x="3258" y="1258"/>
                </a:lnTo>
                <a:cubicBezTo>
                  <a:pt x="3258" y="1266"/>
                  <a:pt x="3256" y="1274"/>
                  <a:pt x="3253" y="1282"/>
                </a:cubicBezTo>
                <a:cubicBezTo>
                  <a:pt x="3250" y="1290"/>
                  <a:pt x="3245" y="1296"/>
                  <a:pt x="3239" y="1302"/>
                </a:cubicBezTo>
                <a:cubicBezTo>
                  <a:pt x="3233" y="1308"/>
                  <a:pt x="3227" y="1313"/>
                  <a:pt x="3219" y="1316"/>
                </a:cubicBezTo>
                <a:cubicBezTo>
                  <a:pt x="3211" y="1319"/>
                  <a:pt x="3203" y="1321"/>
                  <a:pt x="3195" y="1321"/>
                </a:cubicBezTo>
                <a:lnTo>
                  <a:pt x="64" y="1321"/>
                </a:lnTo>
                <a:cubicBezTo>
                  <a:pt x="55" y="1321"/>
                  <a:pt x="47" y="1319"/>
                  <a:pt x="39" y="1316"/>
                </a:cubicBezTo>
                <a:cubicBezTo>
                  <a:pt x="32" y="1313"/>
                  <a:pt x="25" y="1308"/>
                  <a:pt x="19" y="1302"/>
                </a:cubicBezTo>
                <a:cubicBezTo>
                  <a:pt x="13" y="1296"/>
                  <a:pt x="8" y="1290"/>
                  <a:pt x="5" y="1282"/>
                </a:cubicBezTo>
                <a:cubicBezTo>
                  <a:pt x="2" y="1274"/>
                  <a:pt x="0" y="1266"/>
                  <a:pt x="0" y="1258"/>
                </a:cubicBezTo>
                <a:lnTo>
                  <a:pt x="0" y="63"/>
                </a:lnTo>
                <a:cubicBezTo>
                  <a:pt x="0" y="55"/>
                  <a:pt x="2" y="47"/>
                  <a:pt x="5" y="39"/>
                </a:cubicBezTo>
                <a:cubicBezTo>
                  <a:pt x="8" y="31"/>
                  <a:pt x="13" y="24"/>
                  <a:pt x="19" y="18"/>
                </a:cubicBezTo>
                <a:cubicBezTo>
                  <a:pt x="25" y="12"/>
                  <a:pt x="32" y="8"/>
                  <a:pt x="39" y="5"/>
                </a:cubicBezTo>
                <a:cubicBezTo>
                  <a:pt x="47" y="1"/>
                  <a:pt x="55" y="0"/>
                  <a:pt x="64" y="0"/>
                </a:cubicBezTo>
                <a:close/>
              </a:path>
            </a:pathLst>
          </a:custGeom>
          <a:noFill/>
          <a:ln w="4320">
            <a:solidFill>
              <a:srgbClr val="00A9CE"/>
            </a:solidFill>
            <a:miter/>
          </a:ln>
        </p:spPr>
        <p:txBody>
          <a:bodyPr lIns="2160" tIns="2160" rIns="2160" bIns="216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194520" y="2249280"/>
            <a:ext cx="3441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5855400" y="4485240"/>
            <a:ext cx="90828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Imaging Provider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2982600" y="2744280"/>
            <a:ext cx="91440" cy="73080"/>
          </a:xfrm>
          <a:custGeom>
            <a:avLst/>
            <a:gdLst/>
            <a:ahLst/>
            <a:rect l="0" t="0" r="r" b="b"/>
            <a:pathLst>
              <a:path w="254" h="203">
                <a:moveTo>
                  <a:pt x="0" y="0"/>
                </a:moveTo>
                <a:lnTo>
                  <a:pt x="254" y="101"/>
                </a:lnTo>
                <a:lnTo>
                  <a:pt x="0" y="203"/>
                </a:lnTo>
                <a:lnTo>
                  <a:pt x="101" y="101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125000" y="2780640"/>
            <a:ext cx="191232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194520" y="4658760"/>
            <a:ext cx="3441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010" b="0" u="none" strike="noStrike">
                <a:solidFill>
                  <a:srgbClr val="001D34"/>
                </a:solidFill>
                <a:effectLst/>
                <a:uFillTx/>
                <a:latin typeface="Times New Roman"/>
                <a:ea typeface="Times New Roman"/>
              </a:rPr>
              <a:t>(Filler)</a:t>
            </a:r>
            <a:endParaRPr lang="en-AU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134360" y="3033000"/>
            <a:ext cx="91440" cy="73440"/>
          </a:xfrm>
          <a:custGeom>
            <a:avLst/>
            <a:gdLst/>
            <a:ahLst/>
            <a:rect l="0" t="0" r="r" b="b"/>
            <a:pathLst>
              <a:path w="254" h="204">
                <a:moveTo>
                  <a:pt x="254" y="0"/>
                </a:moveTo>
                <a:lnTo>
                  <a:pt x="0" y="102"/>
                </a:lnTo>
                <a:lnTo>
                  <a:pt x="254" y="204"/>
                </a:lnTo>
                <a:lnTo>
                  <a:pt x="153" y="102"/>
                </a:lnTo>
                <a:lnTo>
                  <a:pt x="254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170720" y="3065040"/>
            <a:ext cx="1912680" cy="9360"/>
          </a:xfrm>
          <a:custGeom>
            <a:avLst/>
            <a:gdLst/>
            <a:ahLst/>
            <a:rect l="0" t="0" r="r" b="b"/>
            <a:pathLst>
              <a:path w="5313" h="26">
                <a:moveTo>
                  <a:pt x="0" y="0"/>
                </a:moveTo>
                <a:lnTo>
                  <a:pt x="51" y="0"/>
                </a:lnTo>
                <a:lnTo>
                  <a:pt x="51" y="26"/>
                </a:lnTo>
                <a:lnTo>
                  <a:pt x="0" y="26"/>
                </a:lnTo>
                <a:lnTo>
                  <a:pt x="0" y="0"/>
                </a:lnTo>
                <a:moveTo>
                  <a:pt x="101" y="0"/>
                </a:moveTo>
                <a:lnTo>
                  <a:pt x="152" y="0"/>
                </a:lnTo>
                <a:lnTo>
                  <a:pt x="152" y="26"/>
                </a:lnTo>
                <a:lnTo>
                  <a:pt x="101" y="26"/>
                </a:lnTo>
                <a:lnTo>
                  <a:pt x="101" y="0"/>
                </a:lnTo>
                <a:moveTo>
                  <a:pt x="203" y="0"/>
                </a:moveTo>
                <a:lnTo>
                  <a:pt x="253" y="0"/>
                </a:lnTo>
                <a:lnTo>
                  <a:pt x="253" y="26"/>
                </a:lnTo>
                <a:lnTo>
                  <a:pt x="203" y="26"/>
                </a:lnTo>
                <a:lnTo>
                  <a:pt x="203" y="0"/>
                </a:lnTo>
                <a:moveTo>
                  <a:pt x="304" y="0"/>
                </a:moveTo>
                <a:lnTo>
                  <a:pt x="355" y="0"/>
                </a:lnTo>
                <a:lnTo>
                  <a:pt x="355" y="26"/>
                </a:lnTo>
                <a:lnTo>
                  <a:pt x="304" y="26"/>
                </a:lnTo>
                <a:lnTo>
                  <a:pt x="304" y="0"/>
                </a:lnTo>
                <a:moveTo>
                  <a:pt x="405" y="0"/>
                </a:moveTo>
                <a:lnTo>
                  <a:pt x="456" y="0"/>
                </a:lnTo>
                <a:lnTo>
                  <a:pt x="456" y="26"/>
                </a:lnTo>
                <a:lnTo>
                  <a:pt x="405" y="26"/>
                </a:lnTo>
                <a:lnTo>
                  <a:pt x="405" y="0"/>
                </a:lnTo>
                <a:moveTo>
                  <a:pt x="507" y="0"/>
                </a:moveTo>
                <a:lnTo>
                  <a:pt x="557" y="0"/>
                </a:lnTo>
                <a:lnTo>
                  <a:pt x="557" y="26"/>
                </a:lnTo>
                <a:lnTo>
                  <a:pt x="507" y="26"/>
                </a:lnTo>
                <a:lnTo>
                  <a:pt x="507" y="0"/>
                </a:lnTo>
                <a:moveTo>
                  <a:pt x="608" y="0"/>
                </a:moveTo>
                <a:lnTo>
                  <a:pt x="659" y="0"/>
                </a:lnTo>
                <a:lnTo>
                  <a:pt x="659" y="26"/>
                </a:lnTo>
                <a:lnTo>
                  <a:pt x="608" y="26"/>
                </a:lnTo>
                <a:lnTo>
                  <a:pt x="608" y="0"/>
                </a:lnTo>
                <a:moveTo>
                  <a:pt x="709" y="0"/>
                </a:moveTo>
                <a:lnTo>
                  <a:pt x="760" y="0"/>
                </a:lnTo>
                <a:lnTo>
                  <a:pt x="760" y="26"/>
                </a:lnTo>
                <a:lnTo>
                  <a:pt x="709" y="26"/>
                </a:lnTo>
                <a:lnTo>
                  <a:pt x="709" y="0"/>
                </a:lnTo>
                <a:moveTo>
                  <a:pt x="811" y="0"/>
                </a:moveTo>
                <a:lnTo>
                  <a:pt x="861" y="0"/>
                </a:lnTo>
                <a:lnTo>
                  <a:pt x="861" y="26"/>
                </a:lnTo>
                <a:lnTo>
                  <a:pt x="811" y="26"/>
                </a:lnTo>
                <a:lnTo>
                  <a:pt x="811" y="0"/>
                </a:lnTo>
                <a:moveTo>
                  <a:pt x="912" y="0"/>
                </a:moveTo>
                <a:lnTo>
                  <a:pt x="963" y="0"/>
                </a:lnTo>
                <a:lnTo>
                  <a:pt x="963" y="26"/>
                </a:lnTo>
                <a:lnTo>
                  <a:pt x="912" y="26"/>
                </a:lnTo>
                <a:lnTo>
                  <a:pt x="912" y="0"/>
                </a:lnTo>
                <a:moveTo>
                  <a:pt x="1013" y="0"/>
                </a:moveTo>
                <a:lnTo>
                  <a:pt x="1064" y="0"/>
                </a:lnTo>
                <a:lnTo>
                  <a:pt x="1064" y="26"/>
                </a:lnTo>
                <a:lnTo>
                  <a:pt x="1013" y="26"/>
                </a:lnTo>
                <a:lnTo>
                  <a:pt x="1013" y="0"/>
                </a:lnTo>
                <a:moveTo>
                  <a:pt x="1115" y="0"/>
                </a:moveTo>
                <a:lnTo>
                  <a:pt x="1165" y="0"/>
                </a:lnTo>
                <a:lnTo>
                  <a:pt x="1165" y="26"/>
                </a:lnTo>
                <a:lnTo>
                  <a:pt x="1115" y="26"/>
                </a:lnTo>
                <a:lnTo>
                  <a:pt x="1115" y="0"/>
                </a:lnTo>
                <a:moveTo>
                  <a:pt x="1216" y="0"/>
                </a:moveTo>
                <a:lnTo>
                  <a:pt x="1267" y="0"/>
                </a:lnTo>
                <a:lnTo>
                  <a:pt x="1267" y="26"/>
                </a:lnTo>
                <a:lnTo>
                  <a:pt x="1216" y="26"/>
                </a:lnTo>
                <a:lnTo>
                  <a:pt x="1216" y="0"/>
                </a:lnTo>
                <a:moveTo>
                  <a:pt x="1317" y="0"/>
                </a:moveTo>
                <a:lnTo>
                  <a:pt x="1368" y="0"/>
                </a:lnTo>
                <a:lnTo>
                  <a:pt x="1368" y="26"/>
                </a:lnTo>
                <a:lnTo>
                  <a:pt x="1317" y="26"/>
                </a:lnTo>
                <a:lnTo>
                  <a:pt x="1317" y="0"/>
                </a:lnTo>
                <a:moveTo>
                  <a:pt x="1419" y="0"/>
                </a:moveTo>
                <a:lnTo>
                  <a:pt x="1469" y="0"/>
                </a:lnTo>
                <a:lnTo>
                  <a:pt x="1469" y="26"/>
                </a:lnTo>
                <a:lnTo>
                  <a:pt x="1419" y="26"/>
                </a:lnTo>
                <a:lnTo>
                  <a:pt x="1419" y="0"/>
                </a:lnTo>
                <a:moveTo>
                  <a:pt x="1520" y="0"/>
                </a:moveTo>
                <a:lnTo>
                  <a:pt x="1571" y="0"/>
                </a:lnTo>
                <a:lnTo>
                  <a:pt x="1571" y="26"/>
                </a:lnTo>
                <a:lnTo>
                  <a:pt x="1520" y="26"/>
                </a:lnTo>
                <a:lnTo>
                  <a:pt x="1520" y="0"/>
                </a:lnTo>
                <a:moveTo>
                  <a:pt x="1621" y="0"/>
                </a:moveTo>
                <a:lnTo>
                  <a:pt x="1672" y="0"/>
                </a:lnTo>
                <a:lnTo>
                  <a:pt x="1672" y="26"/>
                </a:lnTo>
                <a:lnTo>
                  <a:pt x="1621" y="26"/>
                </a:lnTo>
                <a:lnTo>
                  <a:pt x="1621" y="0"/>
                </a:lnTo>
                <a:moveTo>
                  <a:pt x="1723" y="0"/>
                </a:moveTo>
                <a:lnTo>
                  <a:pt x="1773" y="0"/>
                </a:lnTo>
                <a:lnTo>
                  <a:pt x="1773" y="26"/>
                </a:lnTo>
                <a:lnTo>
                  <a:pt x="1723" y="26"/>
                </a:lnTo>
                <a:lnTo>
                  <a:pt x="1723" y="0"/>
                </a:lnTo>
                <a:moveTo>
                  <a:pt x="1824" y="0"/>
                </a:moveTo>
                <a:lnTo>
                  <a:pt x="1875" y="0"/>
                </a:lnTo>
                <a:lnTo>
                  <a:pt x="1875" y="26"/>
                </a:lnTo>
                <a:lnTo>
                  <a:pt x="1824" y="26"/>
                </a:lnTo>
                <a:lnTo>
                  <a:pt x="1824" y="0"/>
                </a:lnTo>
                <a:moveTo>
                  <a:pt x="1925" y="0"/>
                </a:moveTo>
                <a:lnTo>
                  <a:pt x="1976" y="0"/>
                </a:lnTo>
                <a:lnTo>
                  <a:pt x="1976" y="26"/>
                </a:lnTo>
                <a:lnTo>
                  <a:pt x="1925" y="26"/>
                </a:lnTo>
                <a:lnTo>
                  <a:pt x="1925" y="0"/>
                </a:lnTo>
                <a:moveTo>
                  <a:pt x="2027" y="0"/>
                </a:moveTo>
                <a:lnTo>
                  <a:pt x="2077" y="0"/>
                </a:lnTo>
                <a:lnTo>
                  <a:pt x="2077" y="26"/>
                </a:lnTo>
                <a:lnTo>
                  <a:pt x="2027" y="26"/>
                </a:lnTo>
                <a:lnTo>
                  <a:pt x="2027" y="0"/>
                </a:lnTo>
                <a:moveTo>
                  <a:pt x="2128" y="0"/>
                </a:moveTo>
                <a:lnTo>
                  <a:pt x="2179" y="0"/>
                </a:lnTo>
                <a:lnTo>
                  <a:pt x="2179" y="26"/>
                </a:lnTo>
                <a:lnTo>
                  <a:pt x="2128" y="26"/>
                </a:lnTo>
                <a:lnTo>
                  <a:pt x="2128" y="0"/>
                </a:lnTo>
                <a:moveTo>
                  <a:pt x="2229" y="0"/>
                </a:moveTo>
                <a:lnTo>
                  <a:pt x="2280" y="0"/>
                </a:lnTo>
                <a:lnTo>
                  <a:pt x="2280" y="26"/>
                </a:lnTo>
                <a:lnTo>
                  <a:pt x="2229" y="26"/>
                </a:lnTo>
                <a:lnTo>
                  <a:pt x="2229" y="0"/>
                </a:lnTo>
                <a:moveTo>
                  <a:pt x="2331" y="0"/>
                </a:moveTo>
                <a:lnTo>
                  <a:pt x="2381" y="0"/>
                </a:lnTo>
                <a:lnTo>
                  <a:pt x="2381" y="26"/>
                </a:lnTo>
                <a:lnTo>
                  <a:pt x="2331" y="26"/>
                </a:lnTo>
                <a:lnTo>
                  <a:pt x="2331" y="0"/>
                </a:lnTo>
                <a:moveTo>
                  <a:pt x="2432" y="0"/>
                </a:moveTo>
                <a:lnTo>
                  <a:pt x="2483" y="0"/>
                </a:lnTo>
                <a:lnTo>
                  <a:pt x="2483" y="26"/>
                </a:lnTo>
                <a:lnTo>
                  <a:pt x="2432" y="26"/>
                </a:lnTo>
                <a:lnTo>
                  <a:pt x="2432" y="0"/>
                </a:lnTo>
                <a:moveTo>
                  <a:pt x="2533" y="0"/>
                </a:moveTo>
                <a:lnTo>
                  <a:pt x="2584" y="0"/>
                </a:lnTo>
                <a:lnTo>
                  <a:pt x="2584" y="26"/>
                </a:lnTo>
                <a:lnTo>
                  <a:pt x="2533" y="26"/>
                </a:lnTo>
                <a:lnTo>
                  <a:pt x="2533" y="0"/>
                </a:lnTo>
                <a:moveTo>
                  <a:pt x="2635" y="0"/>
                </a:moveTo>
                <a:lnTo>
                  <a:pt x="2685" y="0"/>
                </a:lnTo>
                <a:lnTo>
                  <a:pt x="2685" y="26"/>
                </a:lnTo>
                <a:lnTo>
                  <a:pt x="2635" y="26"/>
                </a:lnTo>
                <a:lnTo>
                  <a:pt x="2635" y="0"/>
                </a:lnTo>
                <a:moveTo>
                  <a:pt x="2736" y="0"/>
                </a:moveTo>
                <a:lnTo>
                  <a:pt x="2787" y="0"/>
                </a:lnTo>
                <a:lnTo>
                  <a:pt x="2787" y="26"/>
                </a:lnTo>
                <a:lnTo>
                  <a:pt x="2736" y="26"/>
                </a:lnTo>
                <a:lnTo>
                  <a:pt x="2736" y="0"/>
                </a:lnTo>
                <a:moveTo>
                  <a:pt x="2837" y="0"/>
                </a:moveTo>
                <a:lnTo>
                  <a:pt x="2888" y="0"/>
                </a:lnTo>
                <a:lnTo>
                  <a:pt x="2888" y="26"/>
                </a:lnTo>
                <a:lnTo>
                  <a:pt x="2837" y="26"/>
                </a:lnTo>
                <a:lnTo>
                  <a:pt x="2837" y="0"/>
                </a:lnTo>
                <a:moveTo>
                  <a:pt x="2939" y="0"/>
                </a:moveTo>
                <a:lnTo>
                  <a:pt x="2989" y="0"/>
                </a:lnTo>
                <a:lnTo>
                  <a:pt x="2989" y="26"/>
                </a:lnTo>
                <a:lnTo>
                  <a:pt x="2939" y="26"/>
                </a:lnTo>
                <a:lnTo>
                  <a:pt x="2939" y="0"/>
                </a:lnTo>
                <a:moveTo>
                  <a:pt x="3040" y="0"/>
                </a:moveTo>
                <a:lnTo>
                  <a:pt x="3091" y="0"/>
                </a:lnTo>
                <a:lnTo>
                  <a:pt x="3091" y="26"/>
                </a:lnTo>
                <a:lnTo>
                  <a:pt x="3040" y="26"/>
                </a:lnTo>
                <a:lnTo>
                  <a:pt x="3040" y="0"/>
                </a:lnTo>
                <a:moveTo>
                  <a:pt x="3141" y="0"/>
                </a:moveTo>
                <a:lnTo>
                  <a:pt x="3192" y="0"/>
                </a:lnTo>
                <a:lnTo>
                  <a:pt x="3192" y="26"/>
                </a:lnTo>
                <a:lnTo>
                  <a:pt x="3141" y="26"/>
                </a:lnTo>
                <a:lnTo>
                  <a:pt x="3141" y="0"/>
                </a:lnTo>
                <a:moveTo>
                  <a:pt x="3243" y="0"/>
                </a:moveTo>
                <a:lnTo>
                  <a:pt x="3293" y="0"/>
                </a:lnTo>
                <a:lnTo>
                  <a:pt x="3293" y="26"/>
                </a:lnTo>
                <a:lnTo>
                  <a:pt x="3243" y="26"/>
                </a:lnTo>
                <a:lnTo>
                  <a:pt x="3243" y="0"/>
                </a:lnTo>
                <a:moveTo>
                  <a:pt x="3344" y="0"/>
                </a:moveTo>
                <a:lnTo>
                  <a:pt x="3395" y="0"/>
                </a:lnTo>
                <a:lnTo>
                  <a:pt x="3395" y="26"/>
                </a:lnTo>
                <a:lnTo>
                  <a:pt x="3344" y="26"/>
                </a:lnTo>
                <a:lnTo>
                  <a:pt x="3344" y="0"/>
                </a:lnTo>
                <a:moveTo>
                  <a:pt x="3445" y="0"/>
                </a:moveTo>
                <a:lnTo>
                  <a:pt x="3496" y="0"/>
                </a:lnTo>
                <a:lnTo>
                  <a:pt x="3496" y="26"/>
                </a:lnTo>
                <a:lnTo>
                  <a:pt x="3445" y="26"/>
                </a:lnTo>
                <a:lnTo>
                  <a:pt x="3445" y="0"/>
                </a:lnTo>
                <a:moveTo>
                  <a:pt x="3547" y="0"/>
                </a:moveTo>
                <a:lnTo>
                  <a:pt x="3597" y="0"/>
                </a:lnTo>
                <a:lnTo>
                  <a:pt x="3597" y="26"/>
                </a:lnTo>
                <a:lnTo>
                  <a:pt x="3547" y="26"/>
                </a:lnTo>
                <a:lnTo>
                  <a:pt x="3547" y="0"/>
                </a:lnTo>
                <a:moveTo>
                  <a:pt x="3648" y="0"/>
                </a:moveTo>
                <a:lnTo>
                  <a:pt x="3699" y="0"/>
                </a:lnTo>
                <a:lnTo>
                  <a:pt x="3699" y="26"/>
                </a:lnTo>
                <a:lnTo>
                  <a:pt x="3648" y="26"/>
                </a:lnTo>
                <a:lnTo>
                  <a:pt x="3648" y="0"/>
                </a:lnTo>
                <a:moveTo>
                  <a:pt x="3749" y="0"/>
                </a:moveTo>
                <a:lnTo>
                  <a:pt x="3800" y="0"/>
                </a:lnTo>
                <a:lnTo>
                  <a:pt x="3800" y="26"/>
                </a:lnTo>
                <a:lnTo>
                  <a:pt x="3749" y="26"/>
                </a:lnTo>
                <a:lnTo>
                  <a:pt x="3749" y="0"/>
                </a:lnTo>
                <a:moveTo>
                  <a:pt x="3851" y="0"/>
                </a:moveTo>
                <a:lnTo>
                  <a:pt x="3901" y="0"/>
                </a:lnTo>
                <a:lnTo>
                  <a:pt x="3901" y="26"/>
                </a:lnTo>
                <a:lnTo>
                  <a:pt x="3851" y="26"/>
                </a:lnTo>
                <a:lnTo>
                  <a:pt x="3851" y="0"/>
                </a:lnTo>
                <a:moveTo>
                  <a:pt x="3952" y="0"/>
                </a:moveTo>
                <a:lnTo>
                  <a:pt x="4003" y="0"/>
                </a:lnTo>
                <a:lnTo>
                  <a:pt x="4003" y="26"/>
                </a:lnTo>
                <a:lnTo>
                  <a:pt x="3952" y="26"/>
                </a:lnTo>
                <a:lnTo>
                  <a:pt x="3952" y="0"/>
                </a:lnTo>
                <a:moveTo>
                  <a:pt x="4053" y="0"/>
                </a:moveTo>
                <a:lnTo>
                  <a:pt x="4104" y="0"/>
                </a:lnTo>
                <a:lnTo>
                  <a:pt x="4104" y="26"/>
                </a:lnTo>
                <a:lnTo>
                  <a:pt x="4053" y="26"/>
                </a:lnTo>
                <a:lnTo>
                  <a:pt x="4053" y="0"/>
                </a:lnTo>
                <a:moveTo>
                  <a:pt x="4155" y="0"/>
                </a:moveTo>
                <a:lnTo>
                  <a:pt x="4205" y="0"/>
                </a:lnTo>
                <a:lnTo>
                  <a:pt x="4205" y="26"/>
                </a:lnTo>
                <a:lnTo>
                  <a:pt x="4155" y="26"/>
                </a:lnTo>
                <a:lnTo>
                  <a:pt x="4155" y="0"/>
                </a:lnTo>
                <a:moveTo>
                  <a:pt x="4256" y="0"/>
                </a:moveTo>
                <a:lnTo>
                  <a:pt x="4307" y="0"/>
                </a:lnTo>
                <a:lnTo>
                  <a:pt x="4307" y="26"/>
                </a:lnTo>
                <a:lnTo>
                  <a:pt x="4256" y="26"/>
                </a:lnTo>
                <a:lnTo>
                  <a:pt x="4256" y="0"/>
                </a:lnTo>
                <a:moveTo>
                  <a:pt x="4357" y="0"/>
                </a:moveTo>
                <a:lnTo>
                  <a:pt x="4408" y="0"/>
                </a:lnTo>
                <a:lnTo>
                  <a:pt x="4408" y="26"/>
                </a:lnTo>
                <a:lnTo>
                  <a:pt x="4357" y="26"/>
                </a:lnTo>
                <a:lnTo>
                  <a:pt x="4357" y="0"/>
                </a:lnTo>
                <a:moveTo>
                  <a:pt x="4459" y="0"/>
                </a:moveTo>
                <a:lnTo>
                  <a:pt x="4509" y="0"/>
                </a:lnTo>
                <a:lnTo>
                  <a:pt x="4509" y="26"/>
                </a:lnTo>
                <a:lnTo>
                  <a:pt x="4459" y="26"/>
                </a:lnTo>
                <a:lnTo>
                  <a:pt x="4459" y="0"/>
                </a:lnTo>
                <a:moveTo>
                  <a:pt x="4560" y="0"/>
                </a:moveTo>
                <a:lnTo>
                  <a:pt x="4611" y="0"/>
                </a:lnTo>
                <a:lnTo>
                  <a:pt x="4611" y="26"/>
                </a:lnTo>
                <a:lnTo>
                  <a:pt x="4560" y="26"/>
                </a:lnTo>
                <a:lnTo>
                  <a:pt x="4560" y="0"/>
                </a:lnTo>
                <a:moveTo>
                  <a:pt x="4661" y="0"/>
                </a:moveTo>
                <a:lnTo>
                  <a:pt x="4712" y="0"/>
                </a:lnTo>
                <a:lnTo>
                  <a:pt x="4712" y="26"/>
                </a:lnTo>
                <a:lnTo>
                  <a:pt x="4661" y="26"/>
                </a:lnTo>
                <a:lnTo>
                  <a:pt x="4661" y="0"/>
                </a:lnTo>
                <a:moveTo>
                  <a:pt x="4764" y="0"/>
                </a:moveTo>
                <a:lnTo>
                  <a:pt x="4814" y="0"/>
                </a:lnTo>
                <a:lnTo>
                  <a:pt x="4814" y="26"/>
                </a:lnTo>
                <a:lnTo>
                  <a:pt x="4764" y="26"/>
                </a:lnTo>
                <a:lnTo>
                  <a:pt x="4764" y="0"/>
                </a:lnTo>
                <a:moveTo>
                  <a:pt x="4865" y="0"/>
                </a:moveTo>
                <a:lnTo>
                  <a:pt x="4916" y="0"/>
                </a:lnTo>
                <a:lnTo>
                  <a:pt x="4916" y="26"/>
                </a:lnTo>
                <a:lnTo>
                  <a:pt x="4865" y="26"/>
                </a:lnTo>
                <a:lnTo>
                  <a:pt x="4865" y="0"/>
                </a:lnTo>
                <a:moveTo>
                  <a:pt x="4966" y="0"/>
                </a:moveTo>
                <a:lnTo>
                  <a:pt x="5017" y="0"/>
                </a:lnTo>
                <a:lnTo>
                  <a:pt x="5017" y="26"/>
                </a:lnTo>
                <a:lnTo>
                  <a:pt x="4966" y="26"/>
                </a:lnTo>
                <a:lnTo>
                  <a:pt x="4966" y="0"/>
                </a:lnTo>
                <a:moveTo>
                  <a:pt x="5068" y="0"/>
                </a:moveTo>
                <a:lnTo>
                  <a:pt x="5118" y="0"/>
                </a:lnTo>
                <a:lnTo>
                  <a:pt x="5118" y="26"/>
                </a:lnTo>
                <a:lnTo>
                  <a:pt x="5068" y="26"/>
                </a:lnTo>
                <a:lnTo>
                  <a:pt x="5068" y="0"/>
                </a:lnTo>
                <a:moveTo>
                  <a:pt x="5169" y="0"/>
                </a:moveTo>
                <a:lnTo>
                  <a:pt x="5220" y="0"/>
                </a:lnTo>
                <a:lnTo>
                  <a:pt x="5220" y="26"/>
                </a:lnTo>
                <a:lnTo>
                  <a:pt x="5169" y="26"/>
                </a:lnTo>
                <a:lnTo>
                  <a:pt x="5169" y="0"/>
                </a:lnTo>
                <a:moveTo>
                  <a:pt x="5271" y="0"/>
                </a:moveTo>
                <a:lnTo>
                  <a:pt x="5313" y="0"/>
                </a:lnTo>
                <a:lnTo>
                  <a:pt x="5313" y="26"/>
                </a:lnTo>
                <a:lnTo>
                  <a:pt x="5271" y="26"/>
                </a:lnTo>
                <a:lnTo>
                  <a:pt x="527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189080" y="2621880"/>
            <a:ext cx="1530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read Task / Appointment status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757800" y="3206520"/>
            <a:ext cx="610560" cy="179640"/>
          </a:xfrm>
          <a:custGeom>
            <a:avLst/>
            <a:gdLst/>
            <a:ahLst/>
            <a:rect l="0" t="0" r="r" b="b"/>
            <a:pathLst>
              <a:path w="1696" h="499">
                <a:moveTo>
                  <a:pt x="1696" y="0"/>
                </a:moveTo>
                <a:lnTo>
                  <a:pt x="1696" y="245"/>
                </a:lnTo>
                <a:lnTo>
                  <a:pt x="1443" y="499"/>
                </a:lnTo>
                <a:lnTo>
                  <a:pt x="0" y="499"/>
                </a:lnTo>
                <a:lnTo>
                  <a:pt x="0" y="0"/>
                </a:lnTo>
                <a:lnTo>
                  <a:pt x="1696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757800" y="3206520"/>
            <a:ext cx="610560" cy="179640"/>
          </a:xfrm>
          <a:custGeom>
            <a:avLst/>
            <a:gdLst/>
            <a:ahLst/>
            <a:rect l="0" t="0" r="r" b="b"/>
            <a:pathLst>
              <a:path fill="none" w="1696" h="499">
                <a:moveTo>
                  <a:pt x="0" y="0"/>
                </a:moveTo>
                <a:lnTo>
                  <a:pt x="1696" y="0"/>
                </a:lnTo>
                <a:lnTo>
                  <a:pt x="1696" y="245"/>
                </a:lnTo>
                <a:lnTo>
                  <a:pt x="1443" y="499"/>
                </a:lnTo>
                <a:lnTo>
                  <a:pt x="0" y="499"/>
                </a:lnTo>
                <a:lnTo>
                  <a:pt x="0" y="0"/>
                </a:lnTo>
              </a:path>
            </a:pathLst>
          </a:custGeom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757800" y="3206520"/>
            <a:ext cx="6297480" cy="1046880"/>
          </a:xfrm>
          <a:custGeom>
            <a:avLst/>
            <a:gdLst/>
            <a:ahLst/>
            <a:rect l="0" t="0" r="r" b="b"/>
            <a:pathLst>
              <a:path w="17493" h="2908">
                <a:moveTo>
                  <a:pt x="0" y="0"/>
                </a:moveTo>
                <a:lnTo>
                  <a:pt x="17493" y="0"/>
                </a:lnTo>
                <a:lnTo>
                  <a:pt x="17493" y="2908"/>
                </a:lnTo>
                <a:lnTo>
                  <a:pt x="0" y="2908"/>
                </a:lnTo>
                <a:lnTo>
                  <a:pt x="0" y="0"/>
                </a:lnTo>
                <a:close/>
              </a:path>
            </a:pathLst>
          </a:custGeom>
          <a:noFill/>
          <a:ln w="13320">
            <a:solidFill>
              <a:srgbClr val="000000"/>
            </a:solidFill>
            <a:miter/>
          </a:ln>
        </p:spPr>
        <p:txBody>
          <a:bodyPr lIns="6480" tIns="6480" rIns="6480" bIns="648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280160" y="2910960"/>
            <a:ext cx="1451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businessStatus = Booked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894600" y="3236400"/>
            <a:ext cx="2322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 p t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101040" y="3565440"/>
            <a:ext cx="91800" cy="73440"/>
          </a:xfrm>
          <a:custGeom>
            <a:avLst/>
            <a:gdLst/>
            <a:ahLst/>
            <a:rect l="0" t="0" r="r" b="b"/>
            <a:pathLst>
              <a:path w="255" h="204">
                <a:moveTo>
                  <a:pt x="255" y="0"/>
                </a:moveTo>
                <a:lnTo>
                  <a:pt x="0" y="103"/>
                </a:lnTo>
                <a:lnTo>
                  <a:pt x="255" y="204"/>
                </a:lnTo>
                <a:lnTo>
                  <a:pt x="153" y="103"/>
                </a:lnTo>
                <a:lnTo>
                  <a:pt x="255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137760" y="3602160"/>
            <a:ext cx="323064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505160" y="3242160"/>
            <a:ext cx="11044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79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[report return (stretch)]</a:t>
            </a:r>
            <a:endParaRPr lang="en-AU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982600" y="3854520"/>
            <a:ext cx="91440" cy="73440"/>
          </a:xfrm>
          <a:custGeom>
            <a:avLst/>
            <a:gdLst/>
            <a:ahLst/>
            <a:rect l="0" t="0" r="r" b="b"/>
            <a:pathLst>
              <a:path w="254" h="204">
                <a:moveTo>
                  <a:pt x="0" y="0"/>
                </a:moveTo>
                <a:lnTo>
                  <a:pt x="254" y="102"/>
                </a:lnTo>
                <a:lnTo>
                  <a:pt x="0" y="204"/>
                </a:lnTo>
                <a:lnTo>
                  <a:pt x="101" y="102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125000" y="3890880"/>
            <a:ext cx="1912320" cy="0"/>
          </a:xfrm>
          <a:prstGeom prst="line">
            <a:avLst/>
          </a:prstGeom>
          <a:ln w="9000">
            <a:solidFill>
              <a:srgbClr val="001D3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247200" y="3443400"/>
            <a:ext cx="2676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post DiagnosticReport / ImagingStudy; Task completed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134360" y="4143600"/>
            <a:ext cx="91440" cy="73080"/>
          </a:xfrm>
          <a:custGeom>
            <a:avLst/>
            <a:gdLst/>
            <a:ahLst/>
            <a:rect l="0" t="0" r="r" b="b"/>
            <a:pathLst>
              <a:path w="254" h="203">
                <a:moveTo>
                  <a:pt x="254" y="0"/>
                </a:moveTo>
                <a:lnTo>
                  <a:pt x="0" y="101"/>
                </a:lnTo>
                <a:lnTo>
                  <a:pt x="254" y="203"/>
                </a:lnTo>
                <a:lnTo>
                  <a:pt x="153" y="101"/>
                </a:lnTo>
                <a:lnTo>
                  <a:pt x="254" y="0"/>
                </a:lnTo>
                <a:close/>
              </a:path>
            </a:pathLst>
          </a:custGeom>
          <a:solidFill>
            <a:srgbClr val="001D34"/>
          </a:solidFill>
          <a:ln w="9000">
            <a:solidFill>
              <a:srgbClr val="001D34"/>
            </a:solidFill>
            <a:miter/>
          </a:ln>
        </p:spPr>
        <p:txBody>
          <a:bodyPr lIns="4320" tIns="4320" rIns="4320" bIns="432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170720" y="4175640"/>
            <a:ext cx="1912680" cy="9360"/>
          </a:xfrm>
          <a:custGeom>
            <a:avLst/>
            <a:gdLst/>
            <a:ahLst/>
            <a:rect l="0" t="0" r="r" b="b"/>
            <a:pathLst>
              <a:path w="5313" h="26">
                <a:moveTo>
                  <a:pt x="0" y="0"/>
                </a:moveTo>
                <a:lnTo>
                  <a:pt x="51" y="0"/>
                </a:lnTo>
                <a:lnTo>
                  <a:pt x="51" y="26"/>
                </a:lnTo>
                <a:lnTo>
                  <a:pt x="0" y="26"/>
                </a:lnTo>
                <a:lnTo>
                  <a:pt x="0" y="0"/>
                </a:lnTo>
                <a:moveTo>
                  <a:pt x="101" y="0"/>
                </a:moveTo>
                <a:lnTo>
                  <a:pt x="152" y="0"/>
                </a:lnTo>
                <a:lnTo>
                  <a:pt x="152" y="26"/>
                </a:lnTo>
                <a:lnTo>
                  <a:pt x="101" y="26"/>
                </a:lnTo>
                <a:lnTo>
                  <a:pt x="101" y="0"/>
                </a:lnTo>
                <a:moveTo>
                  <a:pt x="203" y="0"/>
                </a:moveTo>
                <a:lnTo>
                  <a:pt x="253" y="0"/>
                </a:lnTo>
                <a:lnTo>
                  <a:pt x="253" y="26"/>
                </a:lnTo>
                <a:lnTo>
                  <a:pt x="203" y="26"/>
                </a:lnTo>
                <a:lnTo>
                  <a:pt x="203" y="0"/>
                </a:lnTo>
                <a:moveTo>
                  <a:pt x="304" y="0"/>
                </a:moveTo>
                <a:lnTo>
                  <a:pt x="355" y="0"/>
                </a:lnTo>
                <a:lnTo>
                  <a:pt x="355" y="26"/>
                </a:lnTo>
                <a:lnTo>
                  <a:pt x="304" y="26"/>
                </a:lnTo>
                <a:lnTo>
                  <a:pt x="304" y="0"/>
                </a:lnTo>
                <a:moveTo>
                  <a:pt x="405" y="0"/>
                </a:moveTo>
                <a:lnTo>
                  <a:pt x="456" y="0"/>
                </a:lnTo>
                <a:lnTo>
                  <a:pt x="456" y="26"/>
                </a:lnTo>
                <a:lnTo>
                  <a:pt x="405" y="26"/>
                </a:lnTo>
                <a:lnTo>
                  <a:pt x="405" y="0"/>
                </a:lnTo>
                <a:moveTo>
                  <a:pt x="507" y="0"/>
                </a:moveTo>
                <a:lnTo>
                  <a:pt x="557" y="0"/>
                </a:lnTo>
                <a:lnTo>
                  <a:pt x="557" y="26"/>
                </a:lnTo>
                <a:lnTo>
                  <a:pt x="507" y="26"/>
                </a:lnTo>
                <a:lnTo>
                  <a:pt x="507" y="0"/>
                </a:lnTo>
                <a:moveTo>
                  <a:pt x="608" y="0"/>
                </a:moveTo>
                <a:lnTo>
                  <a:pt x="659" y="0"/>
                </a:lnTo>
                <a:lnTo>
                  <a:pt x="659" y="26"/>
                </a:lnTo>
                <a:lnTo>
                  <a:pt x="608" y="26"/>
                </a:lnTo>
                <a:lnTo>
                  <a:pt x="608" y="0"/>
                </a:lnTo>
                <a:moveTo>
                  <a:pt x="709" y="0"/>
                </a:moveTo>
                <a:lnTo>
                  <a:pt x="760" y="0"/>
                </a:lnTo>
                <a:lnTo>
                  <a:pt x="760" y="26"/>
                </a:lnTo>
                <a:lnTo>
                  <a:pt x="709" y="26"/>
                </a:lnTo>
                <a:lnTo>
                  <a:pt x="709" y="0"/>
                </a:lnTo>
                <a:moveTo>
                  <a:pt x="811" y="0"/>
                </a:moveTo>
                <a:lnTo>
                  <a:pt x="861" y="0"/>
                </a:lnTo>
                <a:lnTo>
                  <a:pt x="861" y="26"/>
                </a:lnTo>
                <a:lnTo>
                  <a:pt x="811" y="26"/>
                </a:lnTo>
                <a:lnTo>
                  <a:pt x="811" y="0"/>
                </a:lnTo>
                <a:moveTo>
                  <a:pt x="912" y="0"/>
                </a:moveTo>
                <a:lnTo>
                  <a:pt x="963" y="0"/>
                </a:lnTo>
                <a:lnTo>
                  <a:pt x="963" y="26"/>
                </a:lnTo>
                <a:lnTo>
                  <a:pt x="912" y="26"/>
                </a:lnTo>
                <a:lnTo>
                  <a:pt x="912" y="0"/>
                </a:lnTo>
                <a:moveTo>
                  <a:pt x="1013" y="0"/>
                </a:moveTo>
                <a:lnTo>
                  <a:pt x="1064" y="0"/>
                </a:lnTo>
                <a:lnTo>
                  <a:pt x="1064" y="26"/>
                </a:lnTo>
                <a:lnTo>
                  <a:pt x="1013" y="26"/>
                </a:lnTo>
                <a:lnTo>
                  <a:pt x="1013" y="0"/>
                </a:lnTo>
                <a:moveTo>
                  <a:pt x="1115" y="0"/>
                </a:moveTo>
                <a:lnTo>
                  <a:pt x="1165" y="0"/>
                </a:lnTo>
                <a:lnTo>
                  <a:pt x="1165" y="26"/>
                </a:lnTo>
                <a:lnTo>
                  <a:pt x="1115" y="26"/>
                </a:lnTo>
                <a:lnTo>
                  <a:pt x="1115" y="0"/>
                </a:lnTo>
                <a:moveTo>
                  <a:pt x="1216" y="0"/>
                </a:moveTo>
                <a:lnTo>
                  <a:pt x="1267" y="0"/>
                </a:lnTo>
                <a:lnTo>
                  <a:pt x="1267" y="26"/>
                </a:lnTo>
                <a:lnTo>
                  <a:pt x="1216" y="26"/>
                </a:lnTo>
                <a:lnTo>
                  <a:pt x="1216" y="0"/>
                </a:lnTo>
                <a:moveTo>
                  <a:pt x="1317" y="0"/>
                </a:moveTo>
                <a:lnTo>
                  <a:pt x="1368" y="0"/>
                </a:lnTo>
                <a:lnTo>
                  <a:pt x="1368" y="26"/>
                </a:lnTo>
                <a:lnTo>
                  <a:pt x="1317" y="26"/>
                </a:lnTo>
                <a:lnTo>
                  <a:pt x="1317" y="0"/>
                </a:lnTo>
                <a:moveTo>
                  <a:pt x="1419" y="0"/>
                </a:moveTo>
                <a:lnTo>
                  <a:pt x="1469" y="0"/>
                </a:lnTo>
                <a:lnTo>
                  <a:pt x="1469" y="26"/>
                </a:lnTo>
                <a:lnTo>
                  <a:pt x="1419" y="26"/>
                </a:lnTo>
                <a:lnTo>
                  <a:pt x="1419" y="0"/>
                </a:lnTo>
                <a:moveTo>
                  <a:pt x="1520" y="0"/>
                </a:moveTo>
                <a:lnTo>
                  <a:pt x="1571" y="0"/>
                </a:lnTo>
                <a:lnTo>
                  <a:pt x="1571" y="26"/>
                </a:lnTo>
                <a:lnTo>
                  <a:pt x="1520" y="26"/>
                </a:lnTo>
                <a:lnTo>
                  <a:pt x="1520" y="0"/>
                </a:lnTo>
                <a:moveTo>
                  <a:pt x="1621" y="0"/>
                </a:moveTo>
                <a:lnTo>
                  <a:pt x="1672" y="0"/>
                </a:lnTo>
                <a:lnTo>
                  <a:pt x="1672" y="26"/>
                </a:lnTo>
                <a:lnTo>
                  <a:pt x="1621" y="26"/>
                </a:lnTo>
                <a:lnTo>
                  <a:pt x="1621" y="0"/>
                </a:lnTo>
                <a:moveTo>
                  <a:pt x="1723" y="0"/>
                </a:moveTo>
                <a:lnTo>
                  <a:pt x="1773" y="0"/>
                </a:lnTo>
                <a:lnTo>
                  <a:pt x="1773" y="26"/>
                </a:lnTo>
                <a:lnTo>
                  <a:pt x="1723" y="26"/>
                </a:lnTo>
                <a:lnTo>
                  <a:pt x="1723" y="0"/>
                </a:lnTo>
                <a:moveTo>
                  <a:pt x="1824" y="0"/>
                </a:moveTo>
                <a:lnTo>
                  <a:pt x="1875" y="0"/>
                </a:lnTo>
                <a:lnTo>
                  <a:pt x="1875" y="26"/>
                </a:lnTo>
                <a:lnTo>
                  <a:pt x="1824" y="26"/>
                </a:lnTo>
                <a:lnTo>
                  <a:pt x="1824" y="0"/>
                </a:lnTo>
                <a:moveTo>
                  <a:pt x="1925" y="0"/>
                </a:moveTo>
                <a:lnTo>
                  <a:pt x="1976" y="0"/>
                </a:lnTo>
                <a:lnTo>
                  <a:pt x="1976" y="26"/>
                </a:lnTo>
                <a:lnTo>
                  <a:pt x="1925" y="26"/>
                </a:lnTo>
                <a:lnTo>
                  <a:pt x="1925" y="0"/>
                </a:lnTo>
                <a:moveTo>
                  <a:pt x="2027" y="0"/>
                </a:moveTo>
                <a:lnTo>
                  <a:pt x="2077" y="0"/>
                </a:lnTo>
                <a:lnTo>
                  <a:pt x="2077" y="26"/>
                </a:lnTo>
                <a:lnTo>
                  <a:pt x="2027" y="26"/>
                </a:lnTo>
                <a:lnTo>
                  <a:pt x="2027" y="0"/>
                </a:lnTo>
                <a:moveTo>
                  <a:pt x="2128" y="0"/>
                </a:moveTo>
                <a:lnTo>
                  <a:pt x="2179" y="0"/>
                </a:lnTo>
                <a:lnTo>
                  <a:pt x="2179" y="26"/>
                </a:lnTo>
                <a:lnTo>
                  <a:pt x="2128" y="26"/>
                </a:lnTo>
                <a:lnTo>
                  <a:pt x="2128" y="0"/>
                </a:lnTo>
                <a:moveTo>
                  <a:pt x="2229" y="0"/>
                </a:moveTo>
                <a:lnTo>
                  <a:pt x="2280" y="0"/>
                </a:lnTo>
                <a:lnTo>
                  <a:pt x="2280" y="26"/>
                </a:lnTo>
                <a:lnTo>
                  <a:pt x="2229" y="26"/>
                </a:lnTo>
                <a:lnTo>
                  <a:pt x="2229" y="0"/>
                </a:lnTo>
                <a:moveTo>
                  <a:pt x="2331" y="0"/>
                </a:moveTo>
                <a:lnTo>
                  <a:pt x="2381" y="0"/>
                </a:lnTo>
                <a:lnTo>
                  <a:pt x="2381" y="26"/>
                </a:lnTo>
                <a:lnTo>
                  <a:pt x="2331" y="26"/>
                </a:lnTo>
                <a:lnTo>
                  <a:pt x="2331" y="0"/>
                </a:lnTo>
                <a:moveTo>
                  <a:pt x="2432" y="0"/>
                </a:moveTo>
                <a:lnTo>
                  <a:pt x="2483" y="0"/>
                </a:lnTo>
                <a:lnTo>
                  <a:pt x="2483" y="26"/>
                </a:lnTo>
                <a:lnTo>
                  <a:pt x="2432" y="26"/>
                </a:lnTo>
                <a:lnTo>
                  <a:pt x="2432" y="0"/>
                </a:lnTo>
                <a:moveTo>
                  <a:pt x="2533" y="0"/>
                </a:moveTo>
                <a:lnTo>
                  <a:pt x="2584" y="0"/>
                </a:lnTo>
                <a:lnTo>
                  <a:pt x="2584" y="26"/>
                </a:lnTo>
                <a:lnTo>
                  <a:pt x="2533" y="26"/>
                </a:lnTo>
                <a:lnTo>
                  <a:pt x="2533" y="0"/>
                </a:lnTo>
                <a:moveTo>
                  <a:pt x="2635" y="0"/>
                </a:moveTo>
                <a:lnTo>
                  <a:pt x="2685" y="0"/>
                </a:lnTo>
                <a:lnTo>
                  <a:pt x="2685" y="26"/>
                </a:lnTo>
                <a:lnTo>
                  <a:pt x="2635" y="26"/>
                </a:lnTo>
                <a:lnTo>
                  <a:pt x="2635" y="0"/>
                </a:lnTo>
                <a:moveTo>
                  <a:pt x="2736" y="0"/>
                </a:moveTo>
                <a:lnTo>
                  <a:pt x="2787" y="0"/>
                </a:lnTo>
                <a:lnTo>
                  <a:pt x="2787" y="26"/>
                </a:lnTo>
                <a:lnTo>
                  <a:pt x="2736" y="26"/>
                </a:lnTo>
                <a:lnTo>
                  <a:pt x="2736" y="0"/>
                </a:lnTo>
                <a:moveTo>
                  <a:pt x="2837" y="0"/>
                </a:moveTo>
                <a:lnTo>
                  <a:pt x="2888" y="0"/>
                </a:lnTo>
                <a:lnTo>
                  <a:pt x="2888" y="26"/>
                </a:lnTo>
                <a:lnTo>
                  <a:pt x="2837" y="26"/>
                </a:lnTo>
                <a:lnTo>
                  <a:pt x="2837" y="0"/>
                </a:lnTo>
                <a:moveTo>
                  <a:pt x="2939" y="0"/>
                </a:moveTo>
                <a:lnTo>
                  <a:pt x="2989" y="0"/>
                </a:lnTo>
                <a:lnTo>
                  <a:pt x="2989" y="26"/>
                </a:lnTo>
                <a:lnTo>
                  <a:pt x="2939" y="26"/>
                </a:lnTo>
                <a:lnTo>
                  <a:pt x="2939" y="0"/>
                </a:lnTo>
                <a:moveTo>
                  <a:pt x="3040" y="0"/>
                </a:moveTo>
                <a:lnTo>
                  <a:pt x="3091" y="0"/>
                </a:lnTo>
                <a:lnTo>
                  <a:pt x="3091" y="26"/>
                </a:lnTo>
                <a:lnTo>
                  <a:pt x="3040" y="26"/>
                </a:lnTo>
                <a:lnTo>
                  <a:pt x="3040" y="0"/>
                </a:lnTo>
                <a:moveTo>
                  <a:pt x="3141" y="0"/>
                </a:moveTo>
                <a:lnTo>
                  <a:pt x="3192" y="0"/>
                </a:lnTo>
                <a:lnTo>
                  <a:pt x="3192" y="26"/>
                </a:lnTo>
                <a:lnTo>
                  <a:pt x="3141" y="26"/>
                </a:lnTo>
                <a:lnTo>
                  <a:pt x="3141" y="0"/>
                </a:lnTo>
                <a:moveTo>
                  <a:pt x="3243" y="0"/>
                </a:moveTo>
                <a:lnTo>
                  <a:pt x="3293" y="0"/>
                </a:lnTo>
                <a:lnTo>
                  <a:pt x="3293" y="26"/>
                </a:lnTo>
                <a:lnTo>
                  <a:pt x="3243" y="26"/>
                </a:lnTo>
                <a:lnTo>
                  <a:pt x="3243" y="0"/>
                </a:lnTo>
                <a:moveTo>
                  <a:pt x="3344" y="0"/>
                </a:moveTo>
                <a:lnTo>
                  <a:pt x="3395" y="0"/>
                </a:lnTo>
                <a:lnTo>
                  <a:pt x="3395" y="26"/>
                </a:lnTo>
                <a:lnTo>
                  <a:pt x="3344" y="26"/>
                </a:lnTo>
                <a:lnTo>
                  <a:pt x="3344" y="0"/>
                </a:lnTo>
                <a:moveTo>
                  <a:pt x="3445" y="0"/>
                </a:moveTo>
                <a:lnTo>
                  <a:pt x="3496" y="0"/>
                </a:lnTo>
                <a:lnTo>
                  <a:pt x="3496" y="26"/>
                </a:lnTo>
                <a:lnTo>
                  <a:pt x="3445" y="26"/>
                </a:lnTo>
                <a:lnTo>
                  <a:pt x="3445" y="0"/>
                </a:lnTo>
                <a:moveTo>
                  <a:pt x="3547" y="0"/>
                </a:moveTo>
                <a:lnTo>
                  <a:pt x="3597" y="0"/>
                </a:lnTo>
                <a:lnTo>
                  <a:pt x="3597" y="26"/>
                </a:lnTo>
                <a:lnTo>
                  <a:pt x="3547" y="26"/>
                </a:lnTo>
                <a:lnTo>
                  <a:pt x="3547" y="0"/>
                </a:lnTo>
                <a:moveTo>
                  <a:pt x="3648" y="0"/>
                </a:moveTo>
                <a:lnTo>
                  <a:pt x="3699" y="0"/>
                </a:lnTo>
                <a:lnTo>
                  <a:pt x="3699" y="26"/>
                </a:lnTo>
                <a:lnTo>
                  <a:pt x="3648" y="26"/>
                </a:lnTo>
                <a:lnTo>
                  <a:pt x="3648" y="0"/>
                </a:lnTo>
                <a:moveTo>
                  <a:pt x="3749" y="0"/>
                </a:moveTo>
                <a:lnTo>
                  <a:pt x="3800" y="0"/>
                </a:lnTo>
                <a:lnTo>
                  <a:pt x="3800" y="26"/>
                </a:lnTo>
                <a:lnTo>
                  <a:pt x="3749" y="26"/>
                </a:lnTo>
                <a:lnTo>
                  <a:pt x="3749" y="0"/>
                </a:lnTo>
                <a:moveTo>
                  <a:pt x="3851" y="0"/>
                </a:moveTo>
                <a:lnTo>
                  <a:pt x="3901" y="0"/>
                </a:lnTo>
                <a:lnTo>
                  <a:pt x="3901" y="26"/>
                </a:lnTo>
                <a:lnTo>
                  <a:pt x="3851" y="26"/>
                </a:lnTo>
                <a:lnTo>
                  <a:pt x="3851" y="0"/>
                </a:lnTo>
                <a:moveTo>
                  <a:pt x="3952" y="0"/>
                </a:moveTo>
                <a:lnTo>
                  <a:pt x="4003" y="0"/>
                </a:lnTo>
                <a:lnTo>
                  <a:pt x="4003" y="26"/>
                </a:lnTo>
                <a:lnTo>
                  <a:pt x="3952" y="26"/>
                </a:lnTo>
                <a:lnTo>
                  <a:pt x="3952" y="0"/>
                </a:lnTo>
                <a:moveTo>
                  <a:pt x="4053" y="0"/>
                </a:moveTo>
                <a:lnTo>
                  <a:pt x="4104" y="0"/>
                </a:lnTo>
                <a:lnTo>
                  <a:pt x="4104" y="26"/>
                </a:lnTo>
                <a:lnTo>
                  <a:pt x="4053" y="26"/>
                </a:lnTo>
                <a:lnTo>
                  <a:pt x="4053" y="0"/>
                </a:lnTo>
                <a:moveTo>
                  <a:pt x="4155" y="0"/>
                </a:moveTo>
                <a:lnTo>
                  <a:pt x="4205" y="0"/>
                </a:lnTo>
                <a:lnTo>
                  <a:pt x="4205" y="26"/>
                </a:lnTo>
                <a:lnTo>
                  <a:pt x="4155" y="26"/>
                </a:lnTo>
                <a:lnTo>
                  <a:pt x="4155" y="0"/>
                </a:lnTo>
                <a:moveTo>
                  <a:pt x="4256" y="0"/>
                </a:moveTo>
                <a:lnTo>
                  <a:pt x="4307" y="0"/>
                </a:lnTo>
                <a:lnTo>
                  <a:pt x="4307" y="26"/>
                </a:lnTo>
                <a:lnTo>
                  <a:pt x="4256" y="26"/>
                </a:lnTo>
                <a:lnTo>
                  <a:pt x="4256" y="0"/>
                </a:lnTo>
                <a:moveTo>
                  <a:pt x="4357" y="0"/>
                </a:moveTo>
                <a:lnTo>
                  <a:pt x="4408" y="0"/>
                </a:lnTo>
                <a:lnTo>
                  <a:pt x="4408" y="26"/>
                </a:lnTo>
                <a:lnTo>
                  <a:pt x="4357" y="26"/>
                </a:lnTo>
                <a:lnTo>
                  <a:pt x="4357" y="0"/>
                </a:lnTo>
                <a:moveTo>
                  <a:pt x="4459" y="0"/>
                </a:moveTo>
                <a:lnTo>
                  <a:pt x="4509" y="0"/>
                </a:lnTo>
                <a:lnTo>
                  <a:pt x="4509" y="26"/>
                </a:lnTo>
                <a:lnTo>
                  <a:pt x="4459" y="26"/>
                </a:lnTo>
                <a:lnTo>
                  <a:pt x="4459" y="0"/>
                </a:lnTo>
                <a:moveTo>
                  <a:pt x="4560" y="0"/>
                </a:moveTo>
                <a:lnTo>
                  <a:pt x="4611" y="0"/>
                </a:lnTo>
                <a:lnTo>
                  <a:pt x="4611" y="26"/>
                </a:lnTo>
                <a:lnTo>
                  <a:pt x="4560" y="26"/>
                </a:lnTo>
                <a:lnTo>
                  <a:pt x="4560" y="0"/>
                </a:lnTo>
                <a:moveTo>
                  <a:pt x="4661" y="0"/>
                </a:moveTo>
                <a:lnTo>
                  <a:pt x="4712" y="0"/>
                </a:lnTo>
                <a:lnTo>
                  <a:pt x="4712" y="26"/>
                </a:lnTo>
                <a:lnTo>
                  <a:pt x="4661" y="26"/>
                </a:lnTo>
                <a:lnTo>
                  <a:pt x="4661" y="0"/>
                </a:lnTo>
                <a:moveTo>
                  <a:pt x="4764" y="0"/>
                </a:moveTo>
                <a:lnTo>
                  <a:pt x="4814" y="0"/>
                </a:lnTo>
                <a:lnTo>
                  <a:pt x="4814" y="26"/>
                </a:lnTo>
                <a:lnTo>
                  <a:pt x="4764" y="26"/>
                </a:lnTo>
                <a:lnTo>
                  <a:pt x="4764" y="0"/>
                </a:lnTo>
                <a:moveTo>
                  <a:pt x="4865" y="0"/>
                </a:moveTo>
                <a:lnTo>
                  <a:pt x="4916" y="0"/>
                </a:lnTo>
                <a:lnTo>
                  <a:pt x="4916" y="26"/>
                </a:lnTo>
                <a:lnTo>
                  <a:pt x="4865" y="26"/>
                </a:lnTo>
                <a:lnTo>
                  <a:pt x="4865" y="0"/>
                </a:lnTo>
                <a:moveTo>
                  <a:pt x="4966" y="0"/>
                </a:moveTo>
                <a:lnTo>
                  <a:pt x="5017" y="0"/>
                </a:lnTo>
                <a:lnTo>
                  <a:pt x="5017" y="26"/>
                </a:lnTo>
                <a:lnTo>
                  <a:pt x="4966" y="26"/>
                </a:lnTo>
                <a:lnTo>
                  <a:pt x="4966" y="0"/>
                </a:lnTo>
                <a:moveTo>
                  <a:pt x="5068" y="0"/>
                </a:moveTo>
                <a:lnTo>
                  <a:pt x="5118" y="0"/>
                </a:lnTo>
                <a:lnTo>
                  <a:pt x="5118" y="26"/>
                </a:lnTo>
                <a:lnTo>
                  <a:pt x="5068" y="26"/>
                </a:lnTo>
                <a:lnTo>
                  <a:pt x="5068" y="0"/>
                </a:lnTo>
                <a:moveTo>
                  <a:pt x="5169" y="0"/>
                </a:moveTo>
                <a:lnTo>
                  <a:pt x="5220" y="0"/>
                </a:lnTo>
                <a:lnTo>
                  <a:pt x="5220" y="26"/>
                </a:lnTo>
                <a:lnTo>
                  <a:pt x="5169" y="26"/>
                </a:lnTo>
                <a:lnTo>
                  <a:pt x="5169" y="0"/>
                </a:lnTo>
                <a:moveTo>
                  <a:pt x="5271" y="0"/>
                </a:moveTo>
                <a:lnTo>
                  <a:pt x="5313" y="0"/>
                </a:lnTo>
                <a:lnTo>
                  <a:pt x="5313" y="26"/>
                </a:lnTo>
                <a:lnTo>
                  <a:pt x="5271" y="26"/>
                </a:lnTo>
                <a:lnTo>
                  <a:pt x="5271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189080" y="3732120"/>
            <a:ext cx="468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read Task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280160" y="4021200"/>
            <a:ext cx="1168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939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Task status = completed</a:t>
            </a:r>
            <a:endParaRPr lang="en-AU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666720" y="5645880"/>
            <a:ext cx="7297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Track status through to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Booked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; report return closes the Task (stretch).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177884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666720" y="16668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666720" y="4914720"/>
            <a:ext cx="57240" cy="743400"/>
          </a:xfrm>
          <a:custGeom>
            <a:avLst/>
            <a:gdLst/>
            <a:ahLst/>
            <a:rect l="0" t="0" r="r" b="b"/>
            <a:pathLst>
              <a:path w="159" h="2065">
                <a:moveTo>
                  <a:pt x="0" y="0"/>
                </a:moveTo>
                <a:lnTo>
                  <a:pt x="159" y="0"/>
                </a:lnTo>
                <a:lnTo>
                  <a:pt x="159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42840" y="20001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66720" y="1225080"/>
            <a:ext cx="28029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Standards in scope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942840" y="2438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162080" y="1893240"/>
            <a:ext cx="8995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AU Core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Patient, Practitioner, PractitionerRole, Organization, Condition, Observation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942840" y="2866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162080" y="2331360"/>
            <a:ext cx="9531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AU eRequesting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imaging ServiceRequest, Group + fulﬁlment Task (baseline to align with)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162080" y="2759760"/>
            <a:ext cx="9729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QH FHIR Referrals IG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QH extensions: referral category, urgency, facility identiﬁers </a:t>
            </a:r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(version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942840" y="3676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62080" y="3131280"/>
            <a:ext cx="5047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TBC)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942840" y="4105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162080" y="3569400"/>
            <a:ext cx="81471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ADHA Provider Directory IG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directory resources and search </a:t>
            </a:r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(spec pending)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942840" y="4543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162080" y="3998160"/>
            <a:ext cx="54889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FHIR R4 Scheduling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Schedule, Slot, Appointment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8086680" y="4410000"/>
            <a:ext cx="1057320" cy="333720"/>
          </a:xfrm>
          <a:custGeom>
            <a:avLst/>
            <a:gdLst/>
            <a:ahLst/>
            <a:rect l="0" t="0" r="r" b="b"/>
            <a:pathLst>
              <a:path w="2937" h="927">
                <a:moveTo>
                  <a:pt x="0" y="76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779" y="0"/>
                </a:lnTo>
                <a:cubicBezTo>
                  <a:pt x="2789" y="0"/>
                  <a:pt x="2799" y="1"/>
                  <a:pt x="2810" y="3"/>
                </a:cubicBezTo>
                <a:cubicBezTo>
                  <a:pt x="2820" y="5"/>
                  <a:pt x="2830" y="8"/>
                  <a:pt x="2839" y="12"/>
                </a:cubicBezTo>
                <a:cubicBezTo>
                  <a:pt x="2849" y="16"/>
                  <a:pt x="2858" y="21"/>
                  <a:pt x="2867" y="26"/>
                </a:cubicBezTo>
                <a:cubicBezTo>
                  <a:pt x="2876" y="32"/>
                  <a:pt x="2884" y="39"/>
                  <a:pt x="2891" y="46"/>
                </a:cubicBezTo>
                <a:cubicBezTo>
                  <a:pt x="2898" y="54"/>
                  <a:pt x="2905" y="62"/>
                  <a:pt x="2911" y="70"/>
                </a:cubicBezTo>
                <a:cubicBezTo>
                  <a:pt x="2917" y="79"/>
                  <a:pt x="2921" y="88"/>
                  <a:pt x="2925" y="98"/>
                </a:cubicBezTo>
                <a:cubicBezTo>
                  <a:pt x="2929" y="107"/>
                  <a:pt x="2932" y="117"/>
                  <a:pt x="2934" y="127"/>
                </a:cubicBezTo>
                <a:cubicBezTo>
                  <a:pt x="2936" y="138"/>
                  <a:pt x="2937" y="148"/>
                  <a:pt x="2937" y="158"/>
                </a:cubicBezTo>
                <a:lnTo>
                  <a:pt x="2937" y="768"/>
                </a:lnTo>
                <a:cubicBezTo>
                  <a:pt x="2937" y="778"/>
                  <a:pt x="2936" y="789"/>
                  <a:pt x="2934" y="799"/>
                </a:cubicBezTo>
                <a:cubicBezTo>
                  <a:pt x="2932" y="809"/>
                  <a:pt x="2929" y="819"/>
                  <a:pt x="2925" y="829"/>
                </a:cubicBezTo>
                <a:cubicBezTo>
                  <a:pt x="2921" y="838"/>
                  <a:pt x="2917" y="848"/>
                  <a:pt x="2911" y="856"/>
                </a:cubicBezTo>
                <a:cubicBezTo>
                  <a:pt x="2905" y="865"/>
                  <a:pt x="2898" y="873"/>
                  <a:pt x="2891" y="880"/>
                </a:cubicBezTo>
                <a:cubicBezTo>
                  <a:pt x="2884" y="888"/>
                  <a:pt x="2876" y="894"/>
                  <a:pt x="2867" y="900"/>
                </a:cubicBezTo>
                <a:cubicBezTo>
                  <a:pt x="2858" y="906"/>
                  <a:pt x="2849" y="911"/>
                  <a:pt x="2839" y="915"/>
                </a:cubicBezTo>
                <a:cubicBezTo>
                  <a:pt x="2830" y="919"/>
                  <a:pt x="2820" y="922"/>
                  <a:pt x="2810" y="924"/>
                </a:cubicBezTo>
                <a:cubicBezTo>
                  <a:pt x="2799" y="926"/>
                  <a:pt x="2789" y="927"/>
                  <a:pt x="2779" y="927"/>
                </a:cubicBezTo>
                <a:lnTo>
                  <a:pt x="158" y="927"/>
                </a:lnTo>
                <a:cubicBezTo>
                  <a:pt x="148" y="927"/>
                  <a:pt x="138" y="926"/>
                  <a:pt x="127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3" y="888"/>
                  <a:pt x="46" y="880"/>
                </a:cubicBezTo>
                <a:cubicBezTo>
                  <a:pt x="39" y="873"/>
                  <a:pt x="32" y="865"/>
                  <a:pt x="26" y="856"/>
                </a:cubicBezTo>
                <a:cubicBezTo>
                  <a:pt x="21" y="848"/>
                  <a:pt x="16" y="838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8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62080" y="4436280"/>
            <a:ext cx="63579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Bulk Data Access IG 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— Qld Health Provider Directory on FHIR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8169120" y="4464000"/>
            <a:ext cx="655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$export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9140400" y="4436280"/>
            <a:ext cx="9057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(stretch)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971280" y="5305320"/>
            <a:ext cx="4601160" cy="333720"/>
          </a:xfrm>
          <a:custGeom>
            <a:avLst/>
            <a:gdLst/>
            <a:ahLst/>
            <a:rect l="0" t="0" r="r" b="b"/>
            <a:pathLst>
              <a:path w="12781" h="927">
                <a:moveTo>
                  <a:pt x="0" y="76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622" y="0"/>
                </a:lnTo>
                <a:cubicBezTo>
                  <a:pt x="12632" y="0"/>
                  <a:pt x="12643" y="1"/>
                  <a:pt x="12653" y="3"/>
                </a:cubicBezTo>
                <a:cubicBezTo>
                  <a:pt x="12663" y="5"/>
                  <a:pt x="12673" y="8"/>
                  <a:pt x="12683" y="12"/>
                </a:cubicBezTo>
                <a:cubicBezTo>
                  <a:pt x="12692" y="16"/>
                  <a:pt x="12701" y="21"/>
                  <a:pt x="12710" y="27"/>
                </a:cubicBezTo>
                <a:cubicBezTo>
                  <a:pt x="12719" y="32"/>
                  <a:pt x="12727" y="39"/>
                  <a:pt x="12734" y="46"/>
                </a:cubicBezTo>
                <a:cubicBezTo>
                  <a:pt x="12741" y="54"/>
                  <a:pt x="12748" y="62"/>
                  <a:pt x="12754" y="70"/>
                </a:cubicBezTo>
                <a:cubicBezTo>
                  <a:pt x="12760" y="79"/>
                  <a:pt x="12765" y="88"/>
                  <a:pt x="12769" y="98"/>
                </a:cubicBezTo>
                <a:cubicBezTo>
                  <a:pt x="12773" y="107"/>
                  <a:pt x="12776" y="117"/>
                  <a:pt x="12778" y="128"/>
                </a:cubicBezTo>
                <a:cubicBezTo>
                  <a:pt x="12780" y="138"/>
                  <a:pt x="12781" y="148"/>
                  <a:pt x="12781" y="159"/>
                </a:cubicBezTo>
                <a:lnTo>
                  <a:pt x="12781" y="768"/>
                </a:lnTo>
                <a:cubicBezTo>
                  <a:pt x="12781" y="779"/>
                  <a:pt x="12780" y="789"/>
                  <a:pt x="12778" y="799"/>
                </a:cubicBezTo>
                <a:cubicBezTo>
                  <a:pt x="12776" y="809"/>
                  <a:pt x="12773" y="819"/>
                  <a:pt x="12769" y="829"/>
                </a:cubicBezTo>
                <a:cubicBezTo>
                  <a:pt x="12765" y="838"/>
                  <a:pt x="12760" y="848"/>
                  <a:pt x="12754" y="856"/>
                </a:cubicBezTo>
                <a:cubicBezTo>
                  <a:pt x="12748" y="865"/>
                  <a:pt x="12741" y="873"/>
                  <a:pt x="12734" y="880"/>
                </a:cubicBezTo>
                <a:cubicBezTo>
                  <a:pt x="12727" y="888"/>
                  <a:pt x="12719" y="894"/>
                  <a:pt x="12710" y="900"/>
                </a:cubicBezTo>
                <a:cubicBezTo>
                  <a:pt x="12701" y="906"/>
                  <a:pt x="12692" y="911"/>
                  <a:pt x="12683" y="915"/>
                </a:cubicBezTo>
                <a:cubicBezTo>
                  <a:pt x="12673" y="919"/>
                  <a:pt x="12663" y="922"/>
                  <a:pt x="12653" y="924"/>
                </a:cubicBezTo>
                <a:cubicBezTo>
                  <a:pt x="12643" y="926"/>
                  <a:pt x="12632" y="927"/>
                  <a:pt x="12622" y="927"/>
                </a:cubicBezTo>
                <a:lnTo>
                  <a:pt x="159" y="927"/>
                </a:lnTo>
                <a:cubicBezTo>
                  <a:pt x="149" y="927"/>
                  <a:pt x="138" y="926"/>
                  <a:pt x="128" y="924"/>
                </a:cubicBezTo>
                <a:cubicBezTo>
                  <a:pt x="118" y="922"/>
                  <a:pt x="108" y="919"/>
                  <a:pt x="98" y="915"/>
                </a:cubicBezTo>
                <a:cubicBezTo>
                  <a:pt x="89" y="911"/>
                  <a:pt x="79" y="906"/>
                  <a:pt x="71" y="900"/>
                </a:cubicBezTo>
                <a:cubicBezTo>
                  <a:pt x="62" y="894"/>
                  <a:pt x="54" y="888"/>
                  <a:pt x="47" y="880"/>
                </a:cubicBezTo>
                <a:cubicBezTo>
                  <a:pt x="39" y="873"/>
                  <a:pt x="33" y="865"/>
                  <a:pt x="27" y="856"/>
                </a:cubicBezTo>
                <a:cubicBezTo>
                  <a:pt x="21" y="848"/>
                  <a:pt x="16" y="838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971640" y="4960080"/>
            <a:ext cx="71884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Proﬁles for this scenario: the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Radiology Referral and Booking IG</a:t>
            </a:r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—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055520" y="5359320"/>
            <a:ext cx="309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github.com/aehrc/radiology-referral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575320" y="5331600"/>
            <a:ext cx="3402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(builds on AU eRequesting 1.0.1).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66720" y="19429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66720" y="1491480"/>
            <a:ext cx="4201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Two streams, run in parallel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942840" y="2838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66720" y="2219040"/>
            <a:ext cx="223956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Browser core path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1162080" y="2731320"/>
            <a:ext cx="90525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Qld Health Provider Directory on FHIR queries, referral creation and booking via a client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94284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162080" y="3102840"/>
            <a:ext cx="32731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(Postman / Bruno / test harness)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162080" y="3531600"/>
            <a:ext cx="7555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Right for less-technical participants and anyone with locked-down laptops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94284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66720" y="4105080"/>
            <a:ext cx="407880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10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Developer deep dive (~10 people)</a:t>
            </a:r>
            <a:endParaRPr lang="en-AU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942840" y="5162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162080" y="4617360"/>
            <a:ext cx="73332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Local tooling, extending the workﬂow, validation and state management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162080" y="5055480"/>
            <a:ext cx="63306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Laptop permissions and prerequisites shared </a:t>
            </a:r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before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the event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66868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666720" y="195228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76080" y="2143080"/>
            <a:ext cx="1295640" cy="438480"/>
          </a:xfrm>
          <a:custGeom>
            <a:avLst/>
            <a:gdLst/>
            <a:ahLst/>
            <a:rect l="0" t="0" r="r" b="b"/>
            <a:pathLst>
              <a:path w="3599" h="1218">
                <a:moveTo>
                  <a:pt x="0" y="0"/>
                </a:moveTo>
                <a:lnTo>
                  <a:pt x="3599" y="0"/>
                </a:lnTo>
                <a:lnTo>
                  <a:pt x="359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971360" y="2143080"/>
            <a:ext cx="9554040" cy="438480"/>
          </a:xfrm>
          <a:custGeom>
            <a:avLst/>
            <a:gdLst/>
            <a:ahLst/>
            <a:rect l="0" t="0" r="r" b="b"/>
            <a:pathLst>
              <a:path w="26539" h="1218">
                <a:moveTo>
                  <a:pt x="0" y="0"/>
                </a:moveTo>
                <a:lnTo>
                  <a:pt x="26539" y="0"/>
                </a:lnTo>
                <a:lnTo>
                  <a:pt x="2653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76080" y="2143080"/>
            <a:ext cx="1295640" cy="438480"/>
          </a:xfrm>
          <a:custGeom>
            <a:avLst/>
            <a:gdLst/>
            <a:ahLst/>
            <a:rect l="0" t="0" r="r" b="b"/>
            <a:pathLst>
              <a:path w="3599" h="1218">
                <a:moveTo>
                  <a:pt x="0" y="0"/>
                </a:moveTo>
                <a:lnTo>
                  <a:pt x="3599" y="0"/>
                </a:lnTo>
                <a:lnTo>
                  <a:pt x="359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971360" y="2143080"/>
            <a:ext cx="9554040" cy="438480"/>
          </a:xfrm>
          <a:custGeom>
            <a:avLst/>
            <a:gdLst/>
            <a:ahLst/>
            <a:rect l="0" t="0" r="r" b="b"/>
            <a:pathLst>
              <a:path w="26539" h="1218">
                <a:moveTo>
                  <a:pt x="0" y="0"/>
                </a:moveTo>
                <a:lnTo>
                  <a:pt x="26539" y="0"/>
                </a:lnTo>
                <a:lnTo>
                  <a:pt x="2653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676080" y="25812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971360" y="25812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676080" y="33336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971360" y="33336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676080" y="4086000"/>
            <a:ext cx="1295640" cy="752760"/>
          </a:xfrm>
          <a:custGeom>
            <a:avLst/>
            <a:gdLst/>
            <a:ahLst/>
            <a:rect l="0" t="0" r="r" b="b"/>
            <a:pathLst>
              <a:path w="3599" h="2091">
                <a:moveTo>
                  <a:pt x="0" y="0"/>
                </a:moveTo>
                <a:lnTo>
                  <a:pt x="3599" y="0"/>
                </a:lnTo>
                <a:lnTo>
                  <a:pt x="359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971360" y="4086000"/>
            <a:ext cx="9554040" cy="752760"/>
          </a:xfrm>
          <a:custGeom>
            <a:avLst/>
            <a:gdLst/>
            <a:ahLst/>
            <a:rect l="0" t="0" r="r" b="b"/>
            <a:pathLst>
              <a:path w="26539" h="2091">
                <a:moveTo>
                  <a:pt x="0" y="0"/>
                </a:moveTo>
                <a:lnTo>
                  <a:pt x="26539" y="0"/>
                </a:lnTo>
                <a:lnTo>
                  <a:pt x="26539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66720" y="2133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666720" y="213336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971360" y="213336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981080" y="213336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1515680" y="2133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666720" y="257148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1981080" y="257148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666720" y="25812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971360" y="25812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1515680" y="25812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666720" y="33336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666720" y="332388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1971360" y="33336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1981080" y="3323880"/>
            <a:ext cx="9544320" cy="10080"/>
          </a:xfrm>
          <a:custGeom>
            <a:avLst/>
            <a:gdLst/>
            <a:ahLst/>
            <a:rect l="0" t="0" r="r" b="b"/>
            <a:pathLst>
              <a:path w="26512" h="28">
                <a:moveTo>
                  <a:pt x="0" y="0"/>
                </a:moveTo>
                <a:lnTo>
                  <a:pt x="26512" y="0"/>
                </a:lnTo>
                <a:lnTo>
                  <a:pt x="265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1515680" y="33336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66720" y="40860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666720" y="407664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971360" y="40860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981080" y="4076640"/>
            <a:ext cx="9544320" cy="9720"/>
          </a:xfrm>
          <a:custGeom>
            <a:avLst/>
            <a:gdLst/>
            <a:ahLst/>
            <a:rect l="0" t="0" r="r" b="b"/>
            <a:pathLst>
              <a:path w="26512" h="27">
                <a:moveTo>
                  <a:pt x="0" y="0"/>
                </a:moveTo>
                <a:lnTo>
                  <a:pt x="26512" y="0"/>
                </a:lnTo>
                <a:lnTo>
                  <a:pt x="265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1515680" y="408600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666720" y="482904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981080" y="4829040"/>
            <a:ext cx="9544320" cy="9720"/>
          </a:xfrm>
          <a:custGeom>
            <a:avLst/>
            <a:gdLst/>
            <a:ahLst/>
            <a:rect l="0" t="0" r="r" b="b"/>
            <a:pathLst>
              <a:path w="26512" h="27">
                <a:moveTo>
                  <a:pt x="0" y="0"/>
                </a:moveTo>
                <a:lnTo>
                  <a:pt x="26512" y="0"/>
                </a:lnTo>
                <a:lnTo>
                  <a:pt x="265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666720" y="1510560"/>
            <a:ext cx="439272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Day 1 — Thursday 29 October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080000" y="2241360"/>
            <a:ext cx="497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438600" y="2241360"/>
            <a:ext cx="5634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Focus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99920" y="26798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11:30–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99920" y="29941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13:00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2102400" y="2679840"/>
            <a:ext cx="77029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Kick-off &amp; environment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scenario intro, roles, Qld Health Provider Directory on FHIR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102400" y="2994120"/>
            <a:ext cx="311796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connectivity, seed data; split streams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99920" y="34322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14:00–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99920" y="37465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2102400" y="3594240"/>
            <a:ext cx="79578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Discovery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Qld Health Provider Directory on FHIR queries; resolve the receiving Endpoint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99920" y="4184640"/>
            <a:ext cx="5526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15:30–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99920" y="4498920"/>
            <a:ext cx="4381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17:00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7067520" y="4333680"/>
            <a:ext cx="1105200" cy="267120"/>
          </a:xfrm>
          <a:custGeom>
            <a:avLst/>
            <a:gdLst/>
            <a:ahLst/>
            <a:rect l="0" t="0" r="r" b="b"/>
            <a:pathLst>
              <a:path w="3070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911" y="0"/>
                </a:lnTo>
                <a:cubicBezTo>
                  <a:pt x="2921" y="0"/>
                  <a:pt x="2932" y="1"/>
                  <a:pt x="2942" y="3"/>
                </a:cubicBezTo>
                <a:cubicBezTo>
                  <a:pt x="2952" y="5"/>
                  <a:pt x="2962" y="8"/>
                  <a:pt x="2972" y="12"/>
                </a:cubicBezTo>
                <a:cubicBezTo>
                  <a:pt x="2981" y="16"/>
                  <a:pt x="2991" y="21"/>
                  <a:pt x="2999" y="27"/>
                </a:cubicBezTo>
                <a:cubicBezTo>
                  <a:pt x="3008" y="33"/>
                  <a:pt x="3016" y="39"/>
                  <a:pt x="3023" y="47"/>
                </a:cubicBezTo>
                <a:cubicBezTo>
                  <a:pt x="3031" y="54"/>
                  <a:pt x="3037" y="62"/>
                  <a:pt x="3043" y="71"/>
                </a:cubicBezTo>
                <a:cubicBezTo>
                  <a:pt x="3049" y="79"/>
                  <a:pt x="3054" y="88"/>
                  <a:pt x="3058" y="98"/>
                </a:cubicBezTo>
                <a:cubicBezTo>
                  <a:pt x="3062" y="108"/>
                  <a:pt x="3065" y="118"/>
                  <a:pt x="3067" y="128"/>
                </a:cubicBezTo>
                <a:cubicBezTo>
                  <a:pt x="3069" y="138"/>
                  <a:pt x="3070" y="148"/>
                  <a:pt x="3070" y="159"/>
                </a:cubicBezTo>
                <a:lnTo>
                  <a:pt x="3070" y="583"/>
                </a:lnTo>
                <a:cubicBezTo>
                  <a:pt x="3070" y="594"/>
                  <a:pt x="3069" y="604"/>
                  <a:pt x="3067" y="614"/>
                </a:cubicBezTo>
                <a:cubicBezTo>
                  <a:pt x="3065" y="624"/>
                  <a:pt x="3062" y="634"/>
                  <a:pt x="3058" y="644"/>
                </a:cubicBezTo>
                <a:cubicBezTo>
                  <a:pt x="3054" y="654"/>
                  <a:pt x="3049" y="663"/>
                  <a:pt x="3043" y="671"/>
                </a:cubicBezTo>
                <a:cubicBezTo>
                  <a:pt x="3037" y="680"/>
                  <a:pt x="3031" y="688"/>
                  <a:pt x="3023" y="695"/>
                </a:cubicBezTo>
                <a:cubicBezTo>
                  <a:pt x="3016" y="703"/>
                  <a:pt x="3008" y="709"/>
                  <a:pt x="2999" y="715"/>
                </a:cubicBezTo>
                <a:cubicBezTo>
                  <a:pt x="2991" y="721"/>
                  <a:pt x="2981" y="726"/>
                  <a:pt x="2972" y="730"/>
                </a:cubicBezTo>
                <a:cubicBezTo>
                  <a:pt x="2962" y="734"/>
                  <a:pt x="2952" y="737"/>
                  <a:pt x="2942" y="739"/>
                </a:cubicBezTo>
                <a:cubicBezTo>
                  <a:pt x="2932" y="741"/>
                  <a:pt x="2921" y="742"/>
                  <a:pt x="2911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1" y="709"/>
                  <a:pt x="53" y="703"/>
                  <a:pt x="46" y="695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102400" y="4346640"/>
            <a:ext cx="456048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Referral creation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ServiceRequest + Task Bundle; 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7137720" y="4372200"/>
            <a:ext cx="6566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41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</a:t>
            </a:r>
            <a:endParaRPr lang="en-AU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8173800" y="4346640"/>
            <a:ext cx="7999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on HAPI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66720" y="5036400"/>
            <a:ext cx="72306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(Plenaries 9:00–10:30, morning tea 11:00, lunch 13:00, afternoon tea 15:00.)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666720" y="22096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76080" y="239076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095200" y="239076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676080" y="239076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095200" y="239076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676080" y="282888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095200" y="282888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676080" y="326700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095200" y="326700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676080" y="370512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095200" y="370512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676080" y="4143240"/>
            <a:ext cx="1419480" cy="438480"/>
          </a:xfrm>
          <a:custGeom>
            <a:avLst/>
            <a:gdLst/>
            <a:ahLst/>
            <a:rect l="0" t="0" r="r" b="b"/>
            <a:pathLst>
              <a:path w="3943" h="1218">
                <a:moveTo>
                  <a:pt x="0" y="0"/>
                </a:moveTo>
                <a:lnTo>
                  <a:pt x="3943" y="0"/>
                </a:lnTo>
                <a:lnTo>
                  <a:pt x="3943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095200" y="4143240"/>
            <a:ext cx="6534720" cy="438480"/>
          </a:xfrm>
          <a:custGeom>
            <a:avLst/>
            <a:gdLst/>
            <a:ahLst/>
            <a:rect l="0" t="0" r="r" b="b"/>
            <a:pathLst>
              <a:path w="18152" h="1218">
                <a:moveTo>
                  <a:pt x="0" y="0"/>
                </a:moveTo>
                <a:lnTo>
                  <a:pt x="18152" y="0"/>
                </a:lnTo>
                <a:lnTo>
                  <a:pt x="181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66672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666720" y="23907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08584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095200" y="239076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8619840" y="23907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666720" y="282888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095200" y="282888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66672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08584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8619840" y="28382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6672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666720" y="326700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08584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095200" y="326700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8619840" y="32763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6672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666720" y="370512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08584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095200" y="370512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8619840" y="3714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66672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66720" y="414324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08584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095200" y="414324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8619840" y="4152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66720" y="45813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095200" y="4581360"/>
            <a:ext cx="6534720" cy="9720"/>
          </a:xfrm>
          <a:custGeom>
            <a:avLst/>
            <a:gdLst/>
            <a:ahLst/>
            <a:rect l="0" t="0" r="r" b="b"/>
            <a:pathLst>
              <a:path w="18152" h="27">
                <a:moveTo>
                  <a:pt x="0" y="0"/>
                </a:moveTo>
                <a:lnTo>
                  <a:pt x="18152" y="0"/>
                </a:lnTo>
                <a:lnTo>
                  <a:pt x="181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666720" y="1758240"/>
            <a:ext cx="394956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Day 2 — Friday 30 October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140120" y="2498760"/>
            <a:ext cx="497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052960" y="2498760"/>
            <a:ext cx="56340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Focus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799920" y="2936880"/>
            <a:ext cx="8928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9:30–10:30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2222640" y="2936880"/>
            <a:ext cx="59317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Filler triage &amp; availability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accept / reject / on-hold; publish Slots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799920" y="337500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11:00–12:30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2222640" y="3375000"/>
            <a:ext cx="571248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Booking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Appointment, conﬁrm, cancel &amp; rebook, negative tests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799920" y="381312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13:30–15:00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2222640" y="3813120"/>
            <a:ext cx="372852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Status tracking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end-to-end + stretch goals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799920" y="4251240"/>
            <a:ext cx="99000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15:30–16:30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2222640" y="4251240"/>
            <a:ext cx="3218040" cy="27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Show and Tell!</a:t>
            </a:r>
            <a:r>
              <a:rPr lang="en-AU" sz="16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demo the full ﬂow</a:t>
            </a:r>
            <a:endParaRPr lang="en-AU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666720" y="4788720"/>
            <a:ext cx="7430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i="1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(Recap 9:00, morning tea 10:30, lunch 12:30, afternoon tea 15:00, close 16:30.)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66720" y="29527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942840" y="3286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66720" y="2501280"/>
            <a:ext cx="222624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Getting started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942840" y="3714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162080" y="3179160"/>
            <a:ext cx="70815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Servers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To be conﬁrmed — open FHIR endpoints with some test data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942840" y="4152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162080" y="3607560"/>
            <a:ext cx="70768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Bring your laptop, synthetic data, and your ideas — nothing sensitive!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6819840" y="4019400"/>
            <a:ext cx="1305000" cy="333720"/>
          </a:xfrm>
          <a:custGeom>
            <a:avLst/>
            <a:gdLst/>
            <a:ahLst/>
            <a:rect l="0" t="0" r="r" b="b"/>
            <a:pathLst>
              <a:path w="3625" h="927">
                <a:moveTo>
                  <a:pt x="0" y="76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467" y="0"/>
                </a:lnTo>
                <a:cubicBezTo>
                  <a:pt x="3477" y="0"/>
                  <a:pt x="3487" y="1"/>
                  <a:pt x="3498" y="3"/>
                </a:cubicBezTo>
                <a:cubicBezTo>
                  <a:pt x="3508" y="5"/>
                  <a:pt x="3518" y="8"/>
                  <a:pt x="3527" y="12"/>
                </a:cubicBezTo>
                <a:cubicBezTo>
                  <a:pt x="3537" y="16"/>
                  <a:pt x="3546" y="21"/>
                  <a:pt x="3555" y="27"/>
                </a:cubicBezTo>
                <a:cubicBezTo>
                  <a:pt x="3564" y="32"/>
                  <a:pt x="3572" y="39"/>
                  <a:pt x="3579" y="46"/>
                </a:cubicBezTo>
                <a:cubicBezTo>
                  <a:pt x="3586" y="54"/>
                  <a:pt x="3593" y="62"/>
                  <a:pt x="3599" y="70"/>
                </a:cubicBezTo>
                <a:cubicBezTo>
                  <a:pt x="3604" y="79"/>
                  <a:pt x="3609" y="88"/>
                  <a:pt x="3613" y="98"/>
                </a:cubicBezTo>
                <a:cubicBezTo>
                  <a:pt x="3617" y="108"/>
                  <a:pt x="3620" y="117"/>
                  <a:pt x="3622" y="128"/>
                </a:cubicBezTo>
                <a:cubicBezTo>
                  <a:pt x="3624" y="138"/>
                  <a:pt x="3625" y="148"/>
                  <a:pt x="3625" y="159"/>
                </a:cubicBezTo>
                <a:lnTo>
                  <a:pt x="3625" y="768"/>
                </a:lnTo>
                <a:cubicBezTo>
                  <a:pt x="3625" y="779"/>
                  <a:pt x="3624" y="789"/>
                  <a:pt x="3622" y="799"/>
                </a:cubicBezTo>
                <a:cubicBezTo>
                  <a:pt x="3620" y="809"/>
                  <a:pt x="3617" y="819"/>
                  <a:pt x="3613" y="829"/>
                </a:cubicBezTo>
                <a:cubicBezTo>
                  <a:pt x="3609" y="839"/>
                  <a:pt x="3604" y="848"/>
                  <a:pt x="3599" y="856"/>
                </a:cubicBezTo>
                <a:cubicBezTo>
                  <a:pt x="3593" y="865"/>
                  <a:pt x="3586" y="873"/>
                  <a:pt x="3579" y="880"/>
                </a:cubicBezTo>
                <a:cubicBezTo>
                  <a:pt x="3572" y="888"/>
                  <a:pt x="3564" y="894"/>
                  <a:pt x="3555" y="900"/>
                </a:cubicBezTo>
                <a:cubicBezTo>
                  <a:pt x="3546" y="906"/>
                  <a:pt x="3537" y="911"/>
                  <a:pt x="3527" y="915"/>
                </a:cubicBezTo>
                <a:cubicBezTo>
                  <a:pt x="3518" y="919"/>
                  <a:pt x="3508" y="922"/>
                  <a:pt x="3498" y="924"/>
                </a:cubicBezTo>
                <a:cubicBezTo>
                  <a:pt x="3487" y="926"/>
                  <a:pt x="3477" y="927"/>
                  <a:pt x="3467" y="927"/>
                </a:cubicBezTo>
                <a:lnTo>
                  <a:pt x="158" y="927"/>
                </a:lnTo>
                <a:cubicBezTo>
                  <a:pt x="148" y="927"/>
                  <a:pt x="138" y="926"/>
                  <a:pt x="127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4"/>
                  <a:pt x="54" y="888"/>
                  <a:pt x="46" y="880"/>
                </a:cubicBezTo>
                <a:cubicBezTo>
                  <a:pt x="39" y="873"/>
                  <a:pt x="32" y="865"/>
                  <a:pt x="26" y="856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19"/>
                  <a:pt x="5" y="809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162080" y="4045680"/>
            <a:ext cx="52804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Validate against the QH IG or AU eRequesting with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6899400" y="4073400"/>
            <a:ext cx="77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$validate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8124120" y="4045680"/>
            <a:ext cx="10407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operation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66720" y="151416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66720" y="5438520"/>
            <a:ext cx="57240" cy="371880"/>
          </a:xfrm>
          <a:custGeom>
            <a:avLst/>
            <a:gdLst/>
            <a:ahLst/>
            <a:rect l="0" t="0" r="r" b="b"/>
            <a:pathLst>
              <a:path w="159" h="1033">
                <a:moveTo>
                  <a:pt x="0" y="0"/>
                </a:moveTo>
                <a:lnTo>
                  <a:pt x="159" y="0"/>
                </a:lnTo>
                <a:lnTo>
                  <a:pt x="1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942840" y="184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66720" y="1063080"/>
            <a:ext cx="2394000" cy="41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5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Open for debate</a:t>
            </a:r>
            <a:endParaRPr lang="en-AU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1162080" y="1740600"/>
            <a:ext cx="9163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Are we solving an already solved problem?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- What about QH Smart Referrals and the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942840" y="2647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1162080" y="2112120"/>
            <a:ext cx="26874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Healthdirect (NHSD) API?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162080" y="2540880"/>
            <a:ext cx="9677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Qld Health Provider Directory on FHIR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Test out models for HealthcareService / Provider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942840" y="3457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1162080" y="2912400"/>
            <a:ext cx="379836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details in a Qld jurisdictional context.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162080" y="3350520"/>
            <a:ext cx="9092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What kinds of service have an endpoint?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test endpoints in the Qld Health Provider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942840" y="4257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162080" y="3722040"/>
            <a:ext cx="359568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Directory on FHIR: V2, FHIR other.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942840" y="4695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2080" y="4150440"/>
            <a:ext cx="6970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Who books?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referrer directly, or ﬁller after triage (support both?)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162080" y="4588560"/>
            <a:ext cx="9279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1" u="none" strike="noStrike">
                <a:solidFill>
                  <a:srgbClr val="1E22AA"/>
                </a:solidFill>
                <a:effectLst/>
                <a:uFillTx/>
                <a:latin typeface="Arial"/>
                <a:ea typeface="Arial"/>
              </a:rPr>
              <a:t>Transport &amp; security</a:t>
            </a:r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 — shared HAPI vs push to discovered endpoint; open vs SMART on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162080" y="4960080"/>
            <a:ext cx="59364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001D34"/>
                </a:solidFill>
                <a:effectLst/>
                <a:uFillTx/>
                <a:latin typeface="Arial"/>
                <a:ea typeface="Arial"/>
              </a:rPr>
              <a:t>FHIR.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4619520" y="5457600"/>
            <a:ext cx="1943280" cy="333720"/>
          </a:xfrm>
          <a:custGeom>
            <a:avLst/>
            <a:gdLst/>
            <a:ahLst/>
            <a:rect l="0" t="0" r="r" b="b"/>
            <a:pathLst>
              <a:path w="5398" h="927">
                <a:moveTo>
                  <a:pt x="0" y="76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40" y="0"/>
                </a:lnTo>
                <a:cubicBezTo>
                  <a:pt x="5250" y="0"/>
                  <a:pt x="5260" y="1"/>
                  <a:pt x="5271" y="3"/>
                </a:cubicBezTo>
                <a:cubicBezTo>
                  <a:pt x="5281" y="5"/>
                  <a:pt x="5291" y="8"/>
                  <a:pt x="5300" y="12"/>
                </a:cubicBezTo>
                <a:cubicBezTo>
                  <a:pt x="5310" y="16"/>
                  <a:pt x="5319" y="21"/>
                  <a:pt x="5328" y="27"/>
                </a:cubicBezTo>
                <a:cubicBezTo>
                  <a:pt x="5336" y="33"/>
                  <a:pt x="5344" y="39"/>
                  <a:pt x="5352" y="47"/>
                </a:cubicBezTo>
                <a:cubicBezTo>
                  <a:pt x="5359" y="54"/>
                  <a:pt x="5366" y="62"/>
                  <a:pt x="5372" y="71"/>
                </a:cubicBezTo>
                <a:cubicBezTo>
                  <a:pt x="5377" y="79"/>
                  <a:pt x="5382" y="88"/>
                  <a:pt x="5386" y="98"/>
                </a:cubicBezTo>
                <a:cubicBezTo>
                  <a:pt x="5390" y="108"/>
                  <a:pt x="5393" y="118"/>
                  <a:pt x="5395" y="129"/>
                </a:cubicBezTo>
                <a:cubicBezTo>
                  <a:pt x="5397" y="139"/>
                  <a:pt x="5398" y="149"/>
                  <a:pt x="5398" y="160"/>
                </a:cubicBezTo>
                <a:lnTo>
                  <a:pt x="5398" y="768"/>
                </a:lnTo>
                <a:cubicBezTo>
                  <a:pt x="5398" y="779"/>
                  <a:pt x="5397" y="789"/>
                  <a:pt x="5395" y="799"/>
                </a:cubicBezTo>
                <a:cubicBezTo>
                  <a:pt x="5393" y="810"/>
                  <a:pt x="5390" y="820"/>
                  <a:pt x="5386" y="829"/>
                </a:cubicBezTo>
                <a:cubicBezTo>
                  <a:pt x="5382" y="839"/>
                  <a:pt x="5377" y="848"/>
                  <a:pt x="5372" y="857"/>
                </a:cubicBezTo>
                <a:cubicBezTo>
                  <a:pt x="5366" y="865"/>
                  <a:pt x="5359" y="873"/>
                  <a:pt x="5352" y="881"/>
                </a:cubicBezTo>
                <a:cubicBezTo>
                  <a:pt x="5344" y="888"/>
                  <a:pt x="5336" y="895"/>
                  <a:pt x="5328" y="900"/>
                </a:cubicBezTo>
                <a:cubicBezTo>
                  <a:pt x="5319" y="906"/>
                  <a:pt x="5310" y="911"/>
                  <a:pt x="5300" y="915"/>
                </a:cubicBezTo>
                <a:cubicBezTo>
                  <a:pt x="5291" y="919"/>
                  <a:pt x="5281" y="922"/>
                  <a:pt x="5271" y="924"/>
                </a:cubicBezTo>
                <a:cubicBezTo>
                  <a:pt x="5260" y="926"/>
                  <a:pt x="5250" y="927"/>
                  <a:pt x="5240" y="927"/>
                </a:cubicBezTo>
                <a:lnTo>
                  <a:pt x="159" y="927"/>
                </a:lnTo>
                <a:cubicBezTo>
                  <a:pt x="148" y="927"/>
                  <a:pt x="138" y="926"/>
                  <a:pt x="128" y="924"/>
                </a:cubicBezTo>
                <a:cubicBezTo>
                  <a:pt x="117" y="922"/>
                  <a:pt x="107" y="919"/>
                  <a:pt x="98" y="915"/>
                </a:cubicBezTo>
                <a:cubicBezTo>
                  <a:pt x="88" y="911"/>
                  <a:pt x="79" y="906"/>
                  <a:pt x="70" y="900"/>
                </a:cubicBezTo>
                <a:cubicBezTo>
                  <a:pt x="62" y="895"/>
                  <a:pt x="54" y="888"/>
                  <a:pt x="46" y="881"/>
                </a:cubicBezTo>
                <a:cubicBezTo>
                  <a:pt x="39" y="873"/>
                  <a:pt x="32" y="865"/>
                  <a:pt x="27" y="857"/>
                </a:cubicBezTo>
                <a:cubicBezTo>
                  <a:pt x="21" y="848"/>
                  <a:pt x="16" y="839"/>
                  <a:pt x="12" y="829"/>
                </a:cubicBezTo>
                <a:cubicBezTo>
                  <a:pt x="8" y="820"/>
                  <a:pt x="5" y="810"/>
                  <a:pt x="3" y="799"/>
                </a:cubicBezTo>
                <a:cubicBezTo>
                  <a:pt x="1" y="789"/>
                  <a:pt x="0" y="779"/>
                  <a:pt x="0" y="76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71640" y="5484240"/>
            <a:ext cx="333000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Tracked as GitHub issues on the 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4708080" y="5511600"/>
            <a:ext cx="1172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66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track:services</a:t>
            </a:r>
            <a:endParaRPr lang="en-AU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6566400" y="5484240"/>
            <a:ext cx="596520" cy="28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95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 label.</a:t>
            </a:r>
            <a:endParaRPr lang="en-AU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1651760" y="635832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66720" y="1578600"/>
            <a:ext cx="2912040" cy="66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Let's build it</a:t>
            </a:r>
            <a:endParaRPr lang="en-AU" sz="4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666720" y="2592360"/>
            <a:ext cx="479664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2250" b="1" u="none" strike="noStrike">
                <a:solidFill>
                  <a:srgbClr val="00A9CE"/>
                </a:solidFill>
                <a:effectLst/>
                <a:uFillTx/>
                <a:latin typeface="Arial"/>
                <a:ea typeface="Arial"/>
              </a:rPr>
              <a:t>Questions, ideas, and let's FHIR it up</a:t>
            </a:r>
            <a:endParaRPr lang="en-AU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885680" y="3171600"/>
            <a:ext cx="3896280" cy="305280"/>
          </a:xfrm>
          <a:custGeom>
            <a:avLst/>
            <a:gdLst/>
            <a:ahLst/>
            <a:rect l="0" t="0" r="r" b="b"/>
            <a:pathLst>
              <a:path w="10823" h="848">
                <a:moveTo>
                  <a:pt x="0" y="68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664" y="0"/>
                </a:lnTo>
                <a:cubicBezTo>
                  <a:pt x="10674" y="0"/>
                  <a:pt x="10685" y="1"/>
                  <a:pt x="10695" y="3"/>
                </a:cubicBezTo>
                <a:cubicBezTo>
                  <a:pt x="10705" y="5"/>
                  <a:pt x="10715" y="8"/>
                  <a:pt x="10725" y="12"/>
                </a:cubicBezTo>
                <a:cubicBezTo>
                  <a:pt x="10734" y="16"/>
                  <a:pt x="10743" y="21"/>
                  <a:pt x="10752" y="27"/>
                </a:cubicBezTo>
                <a:cubicBezTo>
                  <a:pt x="10761" y="33"/>
                  <a:pt x="10769" y="39"/>
                  <a:pt x="10776" y="47"/>
                </a:cubicBezTo>
                <a:cubicBezTo>
                  <a:pt x="10784" y="54"/>
                  <a:pt x="10790" y="62"/>
                  <a:pt x="10796" y="71"/>
                </a:cubicBezTo>
                <a:cubicBezTo>
                  <a:pt x="10802" y="80"/>
                  <a:pt x="10807" y="89"/>
                  <a:pt x="10811" y="99"/>
                </a:cubicBezTo>
                <a:cubicBezTo>
                  <a:pt x="10815" y="109"/>
                  <a:pt x="10818" y="119"/>
                  <a:pt x="10820" y="129"/>
                </a:cubicBezTo>
                <a:cubicBezTo>
                  <a:pt x="10822" y="139"/>
                  <a:pt x="10823" y="149"/>
                  <a:pt x="10823" y="160"/>
                </a:cubicBezTo>
                <a:lnTo>
                  <a:pt x="10823" y="689"/>
                </a:lnTo>
                <a:cubicBezTo>
                  <a:pt x="10823" y="699"/>
                  <a:pt x="10822" y="710"/>
                  <a:pt x="10820" y="720"/>
                </a:cubicBezTo>
                <a:cubicBezTo>
                  <a:pt x="10818" y="730"/>
                  <a:pt x="10815" y="740"/>
                  <a:pt x="10811" y="750"/>
                </a:cubicBezTo>
                <a:cubicBezTo>
                  <a:pt x="10807" y="759"/>
                  <a:pt x="10802" y="769"/>
                  <a:pt x="10796" y="777"/>
                </a:cubicBezTo>
                <a:cubicBezTo>
                  <a:pt x="10790" y="786"/>
                  <a:pt x="10784" y="794"/>
                  <a:pt x="10776" y="801"/>
                </a:cubicBezTo>
                <a:cubicBezTo>
                  <a:pt x="10769" y="809"/>
                  <a:pt x="10761" y="815"/>
                  <a:pt x="10752" y="821"/>
                </a:cubicBezTo>
                <a:cubicBezTo>
                  <a:pt x="10743" y="827"/>
                  <a:pt x="10734" y="832"/>
                  <a:pt x="10725" y="836"/>
                </a:cubicBezTo>
                <a:cubicBezTo>
                  <a:pt x="10715" y="840"/>
                  <a:pt x="10705" y="843"/>
                  <a:pt x="10695" y="845"/>
                </a:cubicBezTo>
                <a:cubicBezTo>
                  <a:pt x="10685" y="847"/>
                  <a:pt x="10674" y="848"/>
                  <a:pt x="10664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666720" y="3186360"/>
            <a:ext cx="1126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Repository: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964160" y="3218040"/>
            <a:ext cx="2808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github.com/aehrc/qh-connectathon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6143400" y="3171600"/>
            <a:ext cx="3667680" cy="305280"/>
          </a:xfrm>
          <a:custGeom>
            <a:avLst/>
            <a:gdLst/>
            <a:ahLst/>
            <a:rect l="0" t="0" r="r" b="b"/>
            <a:pathLst>
              <a:path w="10188" h="848">
                <a:moveTo>
                  <a:pt x="0" y="68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029" y="0"/>
                </a:lnTo>
                <a:cubicBezTo>
                  <a:pt x="10039" y="0"/>
                  <a:pt x="10050" y="1"/>
                  <a:pt x="10060" y="3"/>
                </a:cubicBezTo>
                <a:cubicBezTo>
                  <a:pt x="10070" y="5"/>
                  <a:pt x="10080" y="8"/>
                  <a:pt x="10090" y="12"/>
                </a:cubicBezTo>
                <a:cubicBezTo>
                  <a:pt x="10099" y="16"/>
                  <a:pt x="10108" y="21"/>
                  <a:pt x="10117" y="27"/>
                </a:cubicBezTo>
                <a:cubicBezTo>
                  <a:pt x="10126" y="33"/>
                  <a:pt x="10134" y="39"/>
                  <a:pt x="10141" y="47"/>
                </a:cubicBezTo>
                <a:cubicBezTo>
                  <a:pt x="10148" y="54"/>
                  <a:pt x="10155" y="62"/>
                  <a:pt x="10161" y="71"/>
                </a:cubicBezTo>
                <a:cubicBezTo>
                  <a:pt x="10167" y="80"/>
                  <a:pt x="10172" y="89"/>
                  <a:pt x="10175" y="99"/>
                </a:cubicBezTo>
                <a:cubicBezTo>
                  <a:pt x="10179" y="109"/>
                  <a:pt x="10182" y="119"/>
                  <a:pt x="10185" y="129"/>
                </a:cubicBezTo>
                <a:cubicBezTo>
                  <a:pt x="10187" y="139"/>
                  <a:pt x="10188" y="149"/>
                  <a:pt x="10188" y="160"/>
                </a:cubicBezTo>
                <a:lnTo>
                  <a:pt x="10188" y="689"/>
                </a:lnTo>
                <a:cubicBezTo>
                  <a:pt x="10188" y="699"/>
                  <a:pt x="10187" y="710"/>
                  <a:pt x="10185" y="720"/>
                </a:cubicBezTo>
                <a:cubicBezTo>
                  <a:pt x="10182" y="730"/>
                  <a:pt x="10179" y="740"/>
                  <a:pt x="10175" y="750"/>
                </a:cubicBezTo>
                <a:cubicBezTo>
                  <a:pt x="10172" y="759"/>
                  <a:pt x="10167" y="769"/>
                  <a:pt x="10161" y="777"/>
                </a:cubicBezTo>
                <a:cubicBezTo>
                  <a:pt x="10155" y="786"/>
                  <a:pt x="10148" y="794"/>
                  <a:pt x="10141" y="801"/>
                </a:cubicBezTo>
                <a:cubicBezTo>
                  <a:pt x="10134" y="809"/>
                  <a:pt x="10126" y="815"/>
                  <a:pt x="10117" y="821"/>
                </a:cubicBezTo>
                <a:cubicBezTo>
                  <a:pt x="10108" y="827"/>
                  <a:pt x="10099" y="832"/>
                  <a:pt x="10090" y="836"/>
                </a:cubicBezTo>
                <a:cubicBezTo>
                  <a:pt x="10080" y="840"/>
                  <a:pt x="10070" y="843"/>
                  <a:pt x="10060" y="845"/>
                </a:cubicBezTo>
                <a:cubicBezTo>
                  <a:pt x="10050" y="847"/>
                  <a:pt x="10039" y="848"/>
                  <a:pt x="10029" y="848"/>
                </a:cubicBezTo>
                <a:lnTo>
                  <a:pt x="159" y="848"/>
                </a:lnTo>
                <a:cubicBezTo>
                  <a:pt x="148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8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5785560" y="3186360"/>
            <a:ext cx="373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LucidaGrande"/>
                <a:ea typeface="LucidaGrande"/>
              </a:rPr>
              <a:t>→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6219000" y="3218040"/>
            <a:ext cx="2549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2026-10-29/2-FHIR-For-Services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037880" y="3666960"/>
            <a:ext cx="4248720" cy="305280"/>
          </a:xfrm>
          <a:custGeom>
            <a:avLst/>
            <a:gdLst/>
            <a:ahLst/>
            <a:rect l="0" t="0" r="r" b="b"/>
            <a:pathLst>
              <a:path w="11802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643" y="0"/>
                </a:lnTo>
                <a:cubicBezTo>
                  <a:pt x="11654" y="0"/>
                  <a:pt x="11664" y="1"/>
                  <a:pt x="11674" y="3"/>
                </a:cubicBezTo>
                <a:cubicBezTo>
                  <a:pt x="11684" y="5"/>
                  <a:pt x="11694" y="8"/>
                  <a:pt x="11704" y="12"/>
                </a:cubicBezTo>
                <a:cubicBezTo>
                  <a:pt x="11714" y="16"/>
                  <a:pt x="11723" y="21"/>
                  <a:pt x="11731" y="27"/>
                </a:cubicBezTo>
                <a:cubicBezTo>
                  <a:pt x="11740" y="33"/>
                  <a:pt x="11748" y="39"/>
                  <a:pt x="11755" y="46"/>
                </a:cubicBezTo>
                <a:cubicBezTo>
                  <a:pt x="11763" y="54"/>
                  <a:pt x="11769" y="62"/>
                  <a:pt x="11775" y="71"/>
                </a:cubicBezTo>
                <a:cubicBezTo>
                  <a:pt x="11781" y="79"/>
                  <a:pt x="11786" y="88"/>
                  <a:pt x="11790" y="98"/>
                </a:cubicBezTo>
                <a:cubicBezTo>
                  <a:pt x="11794" y="108"/>
                  <a:pt x="11797" y="118"/>
                  <a:pt x="11799" y="128"/>
                </a:cubicBezTo>
                <a:cubicBezTo>
                  <a:pt x="11801" y="138"/>
                  <a:pt x="11802" y="148"/>
                  <a:pt x="11802" y="159"/>
                </a:cubicBezTo>
                <a:lnTo>
                  <a:pt x="11802" y="689"/>
                </a:lnTo>
                <a:cubicBezTo>
                  <a:pt x="11802" y="699"/>
                  <a:pt x="11801" y="710"/>
                  <a:pt x="11799" y="720"/>
                </a:cubicBezTo>
                <a:cubicBezTo>
                  <a:pt x="11797" y="730"/>
                  <a:pt x="11794" y="740"/>
                  <a:pt x="11790" y="750"/>
                </a:cubicBezTo>
                <a:cubicBezTo>
                  <a:pt x="11786" y="759"/>
                  <a:pt x="11781" y="768"/>
                  <a:pt x="11775" y="777"/>
                </a:cubicBezTo>
                <a:cubicBezTo>
                  <a:pt x="11769" y="786"/>
                  <a:pt x="11763" y="794"/>
                  <a:pt x="11755" y="801"/>
                </a:cubicBezTo>
                <a:cubicBezTo>
                  <a:pt x="11748" y="808"/>
                  <a:pt x="11740" y="815"/>
                  <a:pt x="11731" y="821"/>
                </a:cubicBezTo>
                <a:cubicBezTo>
                  <a:pt x="11723" y="827"/>
                  <a:pt x="11714" y="832"/>
                  <a:pt x="11704" y="836"/>
                </a:cubicBezTo>
                <a:cubicBezTo>
                  <a:pt x="11694" y="840"/>
                  <a:pt x="11684" y="843"/>
                  <a:pt x="11674" y="845"/>
                </a:cubicBezTo>
                <a:cubicBezTo>
                  <a:pt x="11664" y="847"/>
                  <a:pt x="11654" y="848"/>
                  <a:pt x="11643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80" y="827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40" y="794"/>
                  <a:pt x="33" y="786"/>
                  <a:pt x="27" y="777"/>
                </a:cubicBezTo>
                <a:cubicBezTo>
                  <a:pt x="21" y="768"/>
                  <a:pt x="17" y="759"/>
                  <a:pt x="13" y="750"/>
                </a:cubicBezTo>
                <a:cubicBezTo>
                  <a:pt x="9" y="740"/>
                  <a:pt x="6" y="730"/>
                  <a:pt x="4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666720" y="3681720"/>
            <a:ext cx="338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IG: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112760" y="3713400"/>
            <a:ext cx="2871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github.com/aehrc/radiology-referral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076120" y="4162320"/>
            <a:ext cx="3429360" cy="304920"/>
          </a:xfrm>
          <a:custGeom>
            <a:avLst/>
            <a:gdLst/>
            <a:ahLst/>
            <a:rect l="0" t="0" r="r" b="b"/>
            <a:pathLst>
              <a:path w="9526" h="847">
                <a:moveTo>
                  <a:pt x="0" y="68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368" y="0"/>
                </a:lnTo>
                <a:cubicBezTo>
                  <a:pt x="9378" y="0"/>
                  <a:pt x="9388" y="1"/>
                  <a:pt x="9399" y="3"/>
                </a:cubicBezTo>
                <a:cubicBezTo>
                  <a:pt x="9409" y="5"/>
                  <a:pt x="9419" y="8"/>
                  <a:pt x="9428" y="12"/>
                </a:cubicBezTo>
                <a:cubicBezTo>
                  <a:pt x="9438" y="16"/>
                  <a:pt x="9447" y="21"/>
                  <a:pt x="9456" y="27"/>
                </a:cubicBezTo>
                <a:cubicBezTo>
                  <a:pt x="9465" y="32"/>
                  <a:pt x="9473" y="39"/>
                  <a:pt x="9480" y="46"/>
                </a:cubicBezTo>
                <a:cubicBezTo>
                  <a:pt x="9487" y="54"/>
                  <a:pt x="9494" y="62"/>
                  <a:pt x="9500" y="70"/>
                </a:cubicBezTo>
                <a:cubicBezTo>
                  <a:pt x="9505" y="79"/>
                  <a:pt x="9510" y="88"/>
                  <a:pt x="9514" y="98"/>
                </a:cubicBezTo>
                <a:cubicBezTo>
                  <a:pt x="9518" y="107"/>
                  <a:pt x="9521" y="117"/>
                  <a:pt x="9523" y="128"/>
                </a:cubicBezTo>
                <a:cubicBezTo>
                  <a:pt x="9525" y="138"/>
                  <a:pt x="9526" y="148"/>
                  <a:pt x="9526" y="159"/>
                </a:cubicBezTo>
                <a:lnTo>
                  <a:pt x="9526" y="688"/>
                </a:lnTo>
                <a:cubicBezTo>
                  <a:pt x="9526" y="698"/>
                  <a:pt x="9525" y="709"/>
                  <a:pt x="9523" y="720"/>
                </a:cubicBezTo>
                <a:cubicBezTo>
                  <a:pt x="9521" y="730"/>
                  <a:pt x="9518" y="740"/>
                  <a:pt x="9514" y="749"/>
                </a:cubicBezTo>
                <a:cubicBezTo>
                  <a:pt x="9510" y="759"/>
                  <a:pt x="9505" y="768"/>
                  <a:pt x="9500" y="777"/>
                </a:cubicBezTo>
                <a:cubicBezTo>
                  <a:pt x="9494" y="786"/>
                  <a:pt x="9487" y="794"/>
                  <a:pt x="9480" y="801"/>
                </a:cubicBezTo>
                <a:cubicBezTo>
                  <a:pt x="9473" y="808"/>
                  <a:pt x="9465" y="815"/>
                  <a:pt x="9456" y="821"/>
                </a:cubicBezTo>
                <a:cubicBezTo>
                  <a:pt x="9447" y="826"/>
                  <a:pt x="9438" y="831"/>
                  <a:pt x="9428" y="835"/>
                </a:cubicBezTo>
                <a:cubicBezTo>
                  <a:pt x="9419" y="839"/>
                  <a:pt x="9409" y="842"/>
                  <a:pt x="9399" y="844"/>
                </a:cubicBezTo>
                <a:cubicBezTo>
                  <a:pt x="9388" y="846"/>
                  <a:pt x="9378" y="847"/>
                  <a:pt x="9368" y="847"/>
                </a:cubicBezTo>
                <a:lnTo>
                  <a:pt x="159" y="847"/>
                </a:lnTo>
                <a:cubicBezTo>
                  <a:pt x="149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9" y="831"/>
                  <a:pt x="80" y="826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40" y="794"/>
                  <a:pt x="33" y="786"/>
                  <a:pt x="27" y="777"/>
                </a:cubicBezTo>
                <a:cubicBezTo>
                  <a:pt x="21" y="768"/>
                  <a:pt x="16" y="759"/>
                  <a:pt x="13" y="749"/>
                </a:cubicBezTo>
                <a:cubicBezTo>
                  <a:pt x="9" y="740"/>
                  <a:pt x="6" y="730"/>
                  <a:pt x="3" y="720"/>
                </a:cubicBezTo>
                <a:cubicBezTo>
                  <a:pt x="1" y="709"/>
                  <a:pt x="0" y="698"/>
                  <a:pt x="0" y="688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666720" y="4177080"/>
            <a:ext cx="1275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Referrer app: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2154960" y="4208400"/>
            <a:ext cx="2154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patient-referral.jgsuess.dev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523960" y="4657680"/>
            <a:ext cx="2029320" cy="304920"/>
          </a:xfrm>
          <a:custGeom>
            <a:avLst/>
            <a:gdLst/>
            <a:ahLst/>
            <a:rect l="0" t="0" r="r" b="b"/>
            <a:pathLst>
              <a:path w="5637" h="847">
                <a:moveTo>
                  <a:pt x="0" y="68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478" y="0"/>
                </a:lnTo>
                <a:cubicBezTo>
                  <a:pt x="5488" y="0"/>
                  <a:pt x="5499" y="1"/>
                  <a:pt x="5509" y="3"/>
                </a:cubicBezTo>
                <a:cubicBezTo>
                  <a:pt x="5519" y="5"/>
                  <a:pt x="5529" y="8"/>
                  <a:pt x="5539" y="12"/>
                </a:cubicBezTo>
                <a:cubicBezTo>
                  <a:pt x="5548" y="16"/>
                  <a:pt x="5557" y="21"/>
                  <a:pt x="5566" y="26"/>
                </a:cubicBezTo>
                <a:cubicBezTo>
                  <a:pt x="5575" y="32"/>
                  <a:pt x="5583" y="39"/>
                  <a:pt x="5590" y="46"/>
                </a:cubicBezTo>
                <a:cubicBezTo>
                  <a:pt x="5597" y="53"/>
                  <a:pt x="5604" y="62"/>
                  <a:pt x="5610" y="70"/>
                </a:cubicBezTo>
                <a:cubicBezTo>
                  <a:pt x="5616" y="79"/>
                  <a:pt x="5621" y="88"/>
                  <a:pt x="5624" y="98"/>
                </a:cubicBezTo>
                <a:cubicBezTo>
                  <a:pt x="5628" y="107"/>
                  <a:pt x="5631" y="117"/>
                  <a:pt x="5634" y="127"/>
                </a:cubicBezTo>
                <a:cubicBezTo>
                  <a:pt x="5636" y="138"/>
                  <a:pt x="5637" y="148"/>
                  <a:pt x="5637" y="158"/>
                </a:cubicBezTo>
                <a:lnTo>
                  <a:pt x="5637" y="689"/>
                </a:lnTo>
                <a:cubicBezTo>
                  <a:pt x="5637" y="699"/>
                  <a:pt x="5636" y="709"/>
                  <a:pt x="5634" y="720"/>
                </a:cubicBezTo>
                <a:cubicBezTo>
                  <a:pt x="5631" y="730"/>
                  <a:pt x="5628" y="740"/>
                  <a:pt x="5624" y="749"/>
                </a:cubicBezTo>
                <a:cubicBezTo>
                  <a:pt x="5621" y="759"/>
                  <a:pt x="5616" y="768"/>
                  <a:pt x="5610" y="777"/>
                </a:cubicBezTo>
                <a:cubicBezTo>
                  <a:pt x="5604" y="785"/>
                  <a:pt x="5597" y="793"/>
                  <a:pt x="5590" y="801"/>
                </a:cubicBezTo>
                <a:cubicBezTo>
                  <a:pt x="5583" y="808"/>
                  <a:pt x="5575" y="815"/>
                  <a:pt x="5566" y="821"/>
                </a:cubicBezTo>
                <a:cubicBezTo>
                  <a:pt x="5557" y="826"/>
                  <a:pt x="5548" y="831"/>
                  <a:pt x="5539" y="835"/>
                </a:cubicBezTo>
                <a:cubicBezTo>
                  <a:pt x="5529" y="839"/>
                  <a:pt x="5519" y="842"/>
                  <a:pt x="5509" y="844"/>
                </a:cubicBezTo>
                <a:cubicBezTo>
                  <a:pt x="5499" y="846"/>
                  <a:pt x="5488" y="847"/>
                  <a:pt x="5478" y="847"/>
                </a:cubicBezTo>
                <a:lnTo>
                  <a:pt x="159" y="847"/>
                </a:lnTo>
                <a:cubicBezTo>
                  <a:pt x="148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8" y="831"/>
                  <a:pt x="79" y="826"/>
                  <a:pt x="71" y="821"/>
                </a:cubicBezTo>
                <a:cubicBezTo>
                  <a:pt x="62" y="815"/>
                  <a:pt x="54" y="808"/>
                  <a:pt x="46" y="801"/>
                </a:cubicBezTo>
                <a:cubicBezTo>
                  <a:pt x="39" y="793"/>
                  <a:pt x="33" y="785"/>
                  <a:pt x="27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666720" y="4672440"/>
            <a:ext cx="1713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Servers: directory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2599200" y="4703760"/>
            <a:ext cx="13410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qhpd.jgsuess.dev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524200" y="4657680"/>
            <a:ext cx="2734200" cy="304920"/>
          </a:xfrm>
          <a:custGeom>
            <a:avLst/>
            <a:gdLst/>
            <a:ahLst/>
            <a:rect l="0" t="0" r="r" b="b"/>
            <a:pathLst>
              <a:path w="7595" h="847">
                <a:moveTo>
                  <a:pt x="0" y="68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436" y="0"/>
                </a:lnTo>
                <a:cubicBezTo>
                  <a:pt x="7447" y="0"/>
                  <a:pt x="7457" y="1"/>
                  <a:pt x="7467" y="3"/>
                </a:cubicBezTo>
                <a:cubicBezTo>
                  <a:pt x="7477" y="5"/>
                  <a:pt x="7487" y="8"/>
                  <a:pt x="7497" y="12"/>
                </a:cubicBezTo>
                <a:cubicBezTo>
                  <a:pt x="7507" y="16"/>
                  <a:pt x="7516" y="21"/>
                  <a:pt x="7524" y="26"/>
                </a:cubicBezTo>
                <a:cubicBezTo>
                  <a:pt x="7533" y="32"/>
                  <a:pt x="7541" y="39"/>
                  <a:pt x="7548" y="46"/>
                </a:cubicBezTo>
                <a:cubicBezTo>
                  <a:pt x="7556" y="53"/>
                  <a:pt x="7562" y="62"/>
                  <a:pt x="7568" y="70"/>
                </a:cubicBezTo>
                <a:cubicBezTo>
                  <a:pt x="7574" y="79"/>
                  <a:pt x="7579" y="88"/>
                  <a:pt x="7583" y="98"/>
                </a:cubicBezTo>
                <a:cubicBezTo>
                  <a:pt x="7587" y="107"/>
                  <a:pt x="7590" y="117"/>
                  <a:pt x="7592" y="127"/>
                </a:cubicBezTo>
                <a:cubicBezTo>
                  <a:pt x="7594" y="138"/>
                  <a:pt x="7595" y="148"/>
                  <a:pt x="7595" y="158"/>
                </a:cubicBezTo>
                <a:lnTo>
                  <a:pt x="7595" y="689"/>
                </a:lnTo>
                <a:cubicBezTo>
                  <a:pt x="7595" y="699"/>
                  <a:pt x="7594" y="709"/>
                  <a:pt x="7592" y="720"/>
                </a:cubicBezTo>
                <a:cubicBezTo>
                  <a:pt x="7590" y="730"/>
                  <a:pt x="7587" y="740"/>
                  <a:pt x="7583" y="749"/>
                </a:cubicBezTo>
                <a:cubicBezTo>
                  <a:pt x="7579" y="759"/>
                  <a:pt x="7574" y="768"/>
                  <a:pt x="7568" y="777"/>
                </a:cubicBezTo>
                <a:cubicBezTo>
                  <a:pt x="7562" y="785"/>
                  <a:pt x="7556" y="793"/>
                  <a:pt x="7548" y="801"/>
                </a:cubicBezTo>
                <a:cubicBezTo>
                  <a:pt x="7541" y="808"/>
                  <a:pt x="7533" y="815"/>
                  <a:pt x="7524" y="821"/>
                </a:cubicBezTo>
                <a:cubicBezTo>
                  <a:pt x="7516" y="826"/>
                  <a:pt x="7507" y="831"/>
                  <a:pt x="7497" y="835"/>
                </a:cubicBezTo>
                <a:cubicBezTo>
                  <a:pt x="7487" y="839"/>
                  <a:pt x="7477" y="842"/>
                  <a:pt x="7467" y="844"/>
                </a:cubicBezTo>
                <a:cubicBezTo>
                  <a:pt x="7457" y="846"/>
                  <a:pt x="7447" y="847"/>
                  <a:pt x="7436" y="847"/>
                </a:cubicBezTo>
                <a:lnTo>
                  <a:pt x="159" y="847"/>
                </a:lnTo>
                <a:cubicBezTo>
                  <a:pt x="149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9" y="831"/>
                  <a:pt x="80" y="826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39" y="793"/>
                  <a:pt x="33" y="785"/>
                  <a:pt x="27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4548600" y="4672440"/>
            <a:ext cx="922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 referral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604480" y="4703760"/>
            <a:ext cx="1731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qhreferral.jgsuess.dev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8886600" y="4657680"/>
            <a:ext cx="1914840" cy="304920"/>
          </a:xfrm>
          <a:custGeom>
            <a:avLst/>
            <a:gdLst/>
            <a:ahLst/>
            <a:rect l="0" t="0" r="r" b="b"/>
            <a:pathLst>
              <a:path w="5319" h="847">
                <a:moveTo>
                  <a:pt x="0" y="68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160" y="0"/>
                </a:lnTo>
                <a:cubicBezTo>
                  <a:pt x="5171" y="0"/>
                  <a:pt x="5181" y="1"/>
                  <a:pt x="5191" y="3"/>
                </a:cubicBezTo>
                <a:cubicBezTo>
                  <a:pt x="5202" y="5"/>
                  <a:pt x="5212" y="8"/>
                  <a:pt x="5221" y="12"/>
                </a:cubicBezTo>
                <a:cubicBezTo>
                  <a:pt x="5231" y="16"/>
                  <a:pt x="5240" y="21"/>
                  <a:pt x="5249" y="26"/>
                </a:cubicBezTo>
                <a:cubicBezTo>
                  <a:pt x="5257" y="32"/>
                  <a:pt x="5265" y="39"/>
                  <a:pt x="5273" y="46"/>
                </a:cubicBezTo>
                <a:cubicBezTo>
                  <a:pt x="5280" y="53"/>
                  <a:pt x="5287" y="62"/>
                  <a:pt x="5292" y="70"/>
                </a:cubicBezTo>
                <a:cubicBezTo>
                  <a:pt x="5298" y="79"/>
                  <a:pt x="5303" y="88"/>
                  <a:pt x="5307" y="98"/>
                </a:cubicBezTo>
                <a:cubicBezTo>
                  <a:pt x="5311" y="107"/>
                  <a:pt x="5314" y="117"/>
                  <a:pt x="5316" y="127"/>
                </a:cubicBezTo>
                <a:cubicBezTo>
                  <a:pt x="5318" y="138"/>
                  <a:pt x="5319" y="148"/>
                  <a:pt x="5319" y="158"/>
                </a:cubicBezTo>
                <a:lnTo>
                  <a:pt x="5319" y="689"/>
                </a:lnTo>
                <a:cubicBezTo>
                  <a:pt x="5319" y="699"/>
                  <a:pt x="5318" y="709"/>
                  <a:pt x="5316" y="720"/>
                </a:cubicBezTo>
                <a:cubicBezTo>
                  <a:pt x="5314" y="730"/>
                  <a:pt x="5311" y="740"/>
                  <a:pt x="5307" y="749"/>
                </a:cubicBezTo>
                <a:cubicBezTo>
                  <a:pt x="5303" y="759"/>
                  <a:pt x="5298" y="768"/>
                  <a:pt x="5292" y="777"/>
                </a:cubicBezTo>
                <a:cubicBezTo>
                  <a:pt x="5287" y="785"/>
                  <a:pt x="5280" y="793"/>
                  <a:pt x="5273" y="801"/>
                </a:cubicBezTo>
                <a:cubicBezTo>
                  <a:pt x="5265" y="808"/>
                  <a:pt x="5257" y="815"/>
                  <a:pt x="5249" y="821"/>
                </a:cubicBezTo>
                <a:cubicBezTo>
                  <a:pt x="5240" y="826"/>
                  <a:pt x="5231" y="831"/>
                  <a:pt x="5221" y="835"/>
                </a:cubicBezTo>
                <a:cubicBezTo>
                  <a:pt x="5212" y="839"/>
                  <a:pt x="5202" y="842"/>
                  <a:pt x="5191" y="844"/>
                </a:cubicBezTo>
                <a:cubicBezTo>
                  <a:pt x="5181" y="846"/>
                  <a:pt x="5171" y="847"/>
                  <a:pt x="5160" y="847"/>
                </a:cubicBezTo>
                <a:lnTo>
                  <a:pt x="159" y="847"/>
                </a:lnTo>
                <a:cubicBezTo>
                  <a:pt x="148" y="847"/>
                  <a:pt x="138" y="846"/>
                  <a:pt x="128" y="844"/>
                </a:cubicBezTo>
                <a:cubicBezTo>
                  <a:pt x="118" y="842"/>
                  <a:pt x="108" y="839"/>
                  <a:pt x="98" y="835"/>
                </a:cubicBezTo>
                <a:cubicBezTo>
                  <a:pt x="88" y="831"/>
                  <a:pt x="79" y="826"/>
                  <a:pt x="71" y="821"/>
                </a:cubicBezTo>
                <a:cubicBezTo>
                  <a:pt x="62" y="815"/>
                  <a:pt x="54" y="808"/>
                  <a:pt x="47" y="801"/>
                </a:cubicBezTo>
                <a:cubicBezTo>
                  <a:pt x="39" y="793"/>
                  <a:pt x="33" y="785"/>
                  <a:pt x="27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8255880" y="4672440"/>
            <a:ext cx="542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 RIS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8968680" y="4703760"/>
            <a:ext cx="11383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ris.jgsuess.dev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0801440" y="46724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 ·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914480" y="5000400"/>
            <a:ext cx="3314880" cy="305280"/>
          </a:xfrm>
          <a:custGeom>
            <a:avLst/>
            <a:gdLst/>
            <a:ahLst/>
            <a:rect l="0" t="0" r="r" b="b"/>
            <a:pathLst>
              <a:path w="9208" h="848">
                <a:moveTo>
                  <a:pt x="0" y="68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9049" y="0"/>
                </a:lnTo>
                <a:cubicBezTo>
                  <a:pt x="9060" y="0"/>
                  <a:pt x="9070" y="1"/>
                  <a:pt x="9080" y="3"/>
                </a:cubicBezTo>
                <a:cubicBezTo>
                  <a:pt x="9091" y="5"/>
                  <a:pt x="9100" y="8"/>
                  <a:pt x="9110" y="12"/>
                </a:cubicBezTo>
                <a:cubicBezTo>
                  <a:pt x="9120" y="16"/>
                  <a:pt x="9129" y="21"/>
                  <a:pt x="9138" y="27"/>
                </a:cubicBezTo>
                <a:cubicBezTo>
                  <a:pt x="9146" y="33"/>
                  <a:pt x="9154" y="39"/>
                  <a:pt x="9162" y="47"/>
                </a:cubicBezTo>
                <a:cubicBezTo>
                  <a:pt x="9169" y="54"/>
                  <a:pt x="9176" y="62"/>
                  <a:pt x="9181" y="72"/>
                </a:cubicBezTo>
                <a:cubicBezTo>
                  <a:pt x="9187" y="80"/>
                  <a:pt x="9192" y="89"/>
                  <a:pt x="9196" y="99"/>
                </a:cubicBezTo>
                <a:cubicBezTo>
                  <a:pt x="9200" y="109"/>
                  <a:pt x="9203" y="119"/>
                  <a:pt x="9205" y="129"/>
                </a:cubicBezTo>
                <a:cubicBezTo>
                  <a:pt x="9207" y="139"/>
                  <a:pt x="9208" y="149"/>
                  <a:pt x="9208" y="160"/>
                </a:cubicBezTo>
                <a:lnTo>
                  <a:pt x="9208" y="689"/>
                </a:lnTo>
                <a:cubicBezTo>
                  <a:pt x="9208" y="699"/>
                  <a:pt x="9207" y="710"/>
                  <a:pt x="9205" y="720"/>
                </a:cubicBezTo>
                <a:cubicBezTo>
                  <a:pt x="9203" y="730"/>
                  <a:pt x="9200" y="740"/>
                  <a:pt x="9196" y="750"/>
                </a:cubicBezTo>
                <a:cubicBezTo>
                  <a:pt x="9192" y="759"/>
                  <a:pt x="9187" y="769"/>
                  <a:pt x="9181" y="777"/>
                </a:cubicBezTo>
                <a:cubicBezTo>
                  <a:pt x="9176" y="786"/>
                  <a:pt x="9169" y="794"/>
                  <a:pt x="9162" y="801"/>
                </a:cubicBezTo>
                <a:cubicBezTo>
                  <a:pt x="9154" y="809"/>
                  <a:pt x="9146" y="815"/>
                  <a:pt x="9138" y="821"/>
                </a:cubicBezTo>
                <a:cubicBezTo>
                  <a:pt x="9129" y="827"/>
                  <a:pt x="9120" y="832"/>
                  <a:pt x="9110" y="836"/>
                </a:cubicBezTo>
                <a:cubicBezTo>
                  <a:pt x="9100" y="840"/>
                  <a:pt x="9091" y="843"/>
                  <a:pt x="9080" y="845"/>
                </a:cubicBezTo>
                <a:cubicBezTo>
                  <a:pt x="9070" y="847"/>
                  <a:pt x="9060" y="848"/>
                  <a:pt x="9049" y="848"/>
                </a:cubicBezTo>
                <a:lnTo>
                  <a:pt x="158" y="848"/>
                </a:lnTo>
                <a:cubicBezTo>
                  <a:pt x="148" y="848"/>
                  <a:pt x="138" y="847"/>
                  <a:pt x="127" y="845"/>
                </a:cubicBezTo>
                <a:cubicBezTo>
                  <a:pt x="117" y="843"/>
                  <a:pt x="107" y="840"/>
                  <a:pt x="98" y="836"/>
                </a:cubicBezTo>
                <a:cubicBezTo>
                  <a:pt x="88" y="832"/>
                  <a:pt x="79" y="827"/>
                  <a:pt x="70" y="821"/>
                </a:cubicBezTo>
                <a:cubicBezTo>
                  <a:pt x="62" y="815"/>
                  <a:pt x="53" y="809"/>
                  <a:pt x="46" y="801"/>
                </a:cubicBezTo>
                <a:cubicBezTo>
                  <a:pt x="39" y="794"/>
                  <a:pt x="32" y="786"/>
                  <a:pt x="26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A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666720" y="5015160"/>
            <a:ext cx="1208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800" b="0" u="none" strike="noStrike">
                <a:solidFill>
                  <a:srgbClr val="C7D0D6"/>
                </a:solidFill>
                <a:effectLst/>
                <a:uFillTx/>
                <a:latin typeface="Arial"/>
                <a:ea typeface="Arial"/>
              </a:rPr>
              <a:t>terminology 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1989720" y="5046840"/>
            <a:ext cx="2053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530" b="0" u="none" strike="noStrike">
                <a:solidFill>
                  <a:srgbClr val="007A53"/>
                </a:solidFill>
                <a:effectLst/>
                <a:uFillTx/>
                <a:latin typeface="Menlo"/>
                <a:ea typeface="Menlo"/>
              </a:rPr>
              <a:t>r4.ontoserver.csiro.au/fhir</a:t>
            </a:r>
            <a:endParaRPr lang="en-AU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5840" y="6455160"/>
            <a:ext cx="39873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AU" sz="1200" b="0" u="none" strike="noStrike">
                <a:solidFill>
                  <a:srgbClr val="757579"/>
                </a:solidFill>
                <a:effectLst/>
                <a:uFillTx/>
                <a:latin typeface="Arial"/>
                <a:ea typeface="Arial"/>
              </a:rPr>
              <a:t>FHIR in Queensland Health Connectathon · 29–30 October 2026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LibreOffice/26.8.1.1$MacOSX_AARCH64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en-AU</dc:language>
  <cp:lastModifiedBy/>
  <cp:revision>0</cp:revision>
  <dc:subject/>
  <dc:title/>
</cp:coreProperties>
</file>