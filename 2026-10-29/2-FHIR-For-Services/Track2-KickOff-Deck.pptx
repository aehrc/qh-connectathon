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A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A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A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A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A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A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2245320"/>
            <a:ext cx="6941160" cy="66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FHIR for Services — Track 2A</a:t>
            </a:r>
            <a:endParaRPr lang="en-AU" sz="4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3259440"/>
            <a:ext cx="605304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2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2A: Provider Directory and Workﬂow Services</a:t>
            </a:r>
            <a:endParaRPr lang="en-AU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666720" y="3853440"/>
            <a:ext cx="53632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FHIR in Queensland Health Connectathon | October 2026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666720" y="4348440"/>
            <a:ext cx="58528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Track leads: Daniel Foulkes · Joern Guy Süß · Michael Osborne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666720" y="169524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1253520"/>
            <a:ext cx="685800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2A: Provider Directory and Workﬂow Services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666720" y="1921680"/>
            <a:ext cx="100112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Led by Michael Osborne, this stream focuses on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referral and workﬂow orchestration patterns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942840" y="29239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5"/>
                  <a:pt x="66" y="9"/>
                </a:cubicBezTo>
                <a:cubicBezTo>
                  <a:pt x="79" y="4"/>
                  <a:pt x="93" y="0"/>
                  <a:pt x="107" y="0"/>
                </a:cubicBezTo>
                <a:cubicBezTo>
                  <a:pt x="121" y="0"/>
                  <a:pt x="134" y="4"/>
                  <a:pt x="147" y="9"/>
                </a:cubicBezTo>
                <a:cubicBezTo>
                  <a:pt x="160" y="15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66720" y="2293200"/>
            <a:ext cx="4711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using FHIR services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. Activities may include: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5514840" y="2800080"/>
            <a:ext cx="4858200" cy="333720"/>
          </a:xfrm>
          <a:custGeom>
            <a:avLst/>
            <a:gdLst/>
            <a:ahLst/>
            <a:rect l="0" t="0" r="r" b="b"/>
            <a:pathLst>
              <a:path w="13495" h="927">
                <a:moveTo>
                  <a:pt x="0" y="769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3336" y="0"/>
                </a:lnTo>
                <a:cubicBezTo>
                  <a:pt x="13346" y="0"/>
                  <a:pt x="13357" y="1"/>
                  <a:pt x="13367" y="3"/>
                </a:cubicBezTo>
                <a:cubicBezTo>
                  <a:pt x="13377" y="5"/>
                  <a:pt x="13387" y="8"/>
                  <a:pt x="13397" y="12"/>
                </a:cubicBezTo>
                <a:cubicBezTo>
                  <a:pt x="13406" y="16"/>
                  <a:pt x="13415" y="21"/>
                  <a:pt x="13424" y="27"/>
                </a:cubicBezTo>
                <a:cubicBezTo>
                  <a:pt x="13433" y="33"/>
                  <a:pt x="13441" y="39"/>
                  <a:pt x="13448" y="47"/>
                </a:cubicBezTo>
                <a:cubicBezTo>
                  <a:pt x="13455" y="54"/>
                  <a:pt x="13462" y="62"/>
                  <a:pt x="13468" y="71"/>
                </a:cubicBezTo>
                <a:cubicBezTo>
                  <a:pt x="13474" y="79"/>
                  <a:pt x="13479" y="89"/>
                  <a:pt x="13483" y="99"/>
                </a:cubicBezTo>
                <a:cubicBezTo>
                  <a:pt x="13487" y="109"/>
                  <a:pt x="13490" y="119"/>
                  <a:pt x="13492" y="129"/>
                </a:cubicBezTo>
                <a:cubicBezTo>
                  <a:pt x="13494" y="139"/>
                  <a:pt x="13495" y="150"/>
                  <a:pt x="13495" y="160"/>
                </a:cubicBezTo>
                <a:lnTo>
                  <a:pt x="13495" y="769"/>
                </a:lnTo>
                <a:cubicBezTo>
                  <a:pt x="13495" y="779"/>
                  <a:pt x="13494" y="789"/>
                  <a:pt x="13492" y="800"/>
                </a:cubicBezTo>
                <a:cubicBezTo>
                  <a:pt x="13490" y="810"/>
                  <a:pt x="13487" y="820"/>
                  <a:pt x="13483" y="829"/>
                </a:cubicBezTo>
                <a:cubicBezTo>
                  <a:pt x="13479" y="839"/>
                  <a:pt x="13474" y="848"/>
                  <a:pt x="13468" y="857"/>
                </a:cubicBezTo>
                <a:cubicBezTo>
                  <a:pt x="13462" y="865"/>
                  <a:pt x="13455" y="873"/>
                  <a:pt x="13448" y="881"/>
                </a:cubicBezTo>
                <a:cubicBezTo>
                  <a:pt x="13441" y="888"/>
                  <a:pt x="13433" y="895"/>
                  <a:pt x="13424" y="901"/>
                </a:cubicBezTo>
                <a:cubicBezTo>
                  <a:pt x="13415" y="906"/>
                  <a:pt x="13406" y="911"/>
                  <a:pt x="13397" y="915"/>
                </a:cubicBezTo>
                <a:cubicBezTo>
                  <a:pt x="13387" y="919"/>
                  <a:pt x="13377" y="922"/>
                  <a:pt x="13367" y="924"/>
                </a:cubicBezTo>
                <a:cubicBezTo>
                  <a:pt x="13357" y="926"/>
                  <a:pt x="13346" y="927"/>
                  <a:pt x="13336" y="927"/>
                </a:cubicBezTo>
                <a:lnTo>
                  <a:pt x="159" y="927"/>
                </a:lnTo>
                <a:cubicBezTo>
                  <a:pt x="148" y="927"/>
                  <a:pt x="138" y="926"/>
                  <a:pt x="128" y="924"/>
                </a:cubicBezTo>
                <a:cubicBezTo>
                  <a:pt x="117" y="922"/>
                  <a:pt x="108" y="919"/>
                  <a:pt x="98" y="915"/>
                </a:cubicBezTo>
                <a:cubicBezTo>
                  <a:pt x="88" y="911"/>
                  <a:pt x="79" y="906"/>
                  <a:pt x="70" y="901"/>
                </a:cubicBezTo>
                <a:cubicBezTo>
                  <a:pt x="62" y="895"/>
                  <a:pt x="54" y="888"/>
                  <a:pt x="46" y="881"/>
                </a:cubicBezTo>
                <a:cubicBezTo>
                  <a:pt x="39" y="873"/>
                  <a:pt x="32" y="865"/>
                  <a:pt x="27" y="857"/>
                </a:cubicBezTo>
                <a:cubicBezTo>
                  <a:pt x="21" y="848"/>
                  <a:pt x="16" y="839"/>
                  <a:pt x="12" y="829"/>
                </a:cubicBezTo>
                <a:cubicBezTo>
                  <a:pt x="8" y="820"/>
                  <a:pt x="5" y="810"/>
                  <a:pt x="3" y="800"/>
                </a:cubicBezTo>
                <a:cubicBezTo>
                  <a:pt x="1" y="789"/>
                  <a:pt x="0" y="779"/>
                  <a:pt x="0" y="76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162080" y="2817000"/>
            <a:ext cx="39859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Discovering services using an example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942840" y="3362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595840" y="2854080"/>
            <a:ext cx="33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Qld Health Provider Directory on FHIR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162080" y="3255120"/>
            <a:ext cx="90666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Creating and managing ServiceRequests, Task and Appointment using a Patient Referrals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942840" y="4162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162080" y="3626640"/>
            <a:ext cx="9918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demo app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942840" y="4600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9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9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62080" y="4055400"/>
            <a:ext cx="593964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Exploring FHIR referral workﬂows and provider discovery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62080" y="4493520"/>
            <a:ext cx="82861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Developing FHIR proﬁles and implementation guide content to support workﬂow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942840" y="5400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162080" y="4865040"/>
            <a:ext cx="158364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interoperability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162080" y="5293440"/>
            <a:ext cx="86994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Testing end-to-end workﬂow scenarios using real-world Queensland Health use cases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666720" y="19810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666720" y="497196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66720" y="1529640"/>
            <a:ext cx="317412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What we are building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666720" y="2207520"/>
            <a:ext cx="5949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An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end-to-end radiology referral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workﬂow. A referrer: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6981480" y="2705040"/>
            <a:ext cx="4267800" cy="333720"/>
          </a:xfrm>
          <a:custGeom>
            <a:avLst/>
            <a:gdLst/>
            <a:ahLst/>
            <a:rect l="0" t="0" r="r" b="b"/>
            <a:pathLst>
              <a:path w="11855" h="927">
                <a:moveTo>
                  <a:pt x="0" y="768"/>
                </a:moveTo>
                <a:lnTo>
                  <a:pt x="0" y="158"/>
                </a:lnTo>
                <a:cubicBezTo>
                  <a:pt x="0" y="148"/>
                  <a:pt x="1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1855" y="0"/>
                </a:lnTo>
                <a:lnTo>
                  <a:pt x="11855" y="927"/>
                </a:lnTo>
                <a:lnTo>
                  <a:pt x="159" y="927"/>
                </a:lnTo>
                <a:cubicBezTo>
                  <a:pt x="149" y="927"/>
                  <a:pt x="138" y="926"/>
                  <a:pt x="128" y="924"/>
                </a:cubicBezTo>
                <a:cubicBezTo>
                  <a:pt x="118" y="922"/>
                  <a:pt x="108" y="919"/>
                  <a:pt x="98" y="915"/>
                </a:cubicBezTo>
                <a:cubicBezTo>
                  <a:pt x="89" y="911"/>
                  <a:pt x="80" y="906"/>
                  <a:pt x="71" y="900"/>
                </a:cubicBezTo>
                <a:cubicBezTo>
                  <a:pt x="62" y="894"/>
                  <a:pt x="54" y="888"/>
                  <a:pt x="47" y="880"/>
                </a:cubicBezTo>
                <a:cubicBezTo>
                  <a:pt x="40" y="873"/>
                  <a:pt x="33" y="865"/>
                  <a:pt x="27" y="856"/>
                </a:cubicBezTo>
                <a:cubicBezTo>
                  <a:pt x="21" y="847"/>
                  <a:pt x="17" y="838"/>
                  <a:pt x="13" y="829"/>
                </a:cubicBezTo>
                <a:cubicBezTo>
                  <a:pt x="9" y="819"/>
                  <a:pt x="6" y="809"/>
                  <a:pt x="4" y="799"/>
                </a:cubicBezTo>
                <a:cubicBezTo>
                  <a:pt x="1" y="789"/>
                  <a:pt x="0" y="778"/>
                  <a:pt x="0" y="768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886680" y="2731320"/>
            <a:ext cx="56649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1.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Discovers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a suitable imaging service in our demo of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161720" y="3076560"/>
            <a:ext cx="591120" cy="333720"/>
          </a:xfrm>
          <a:custGeom>
            <a:avLst/>
            <a:gdLst/>
            <a:ahLst/>
            <a:rect l="0" t="0" r="r" b="b"/>
            <a:pathLst>
              <a:path w="1642" h="927">
                <a:moveTo>
                  <a:pt x="0" y="0"/>
                </a:moveTo>
                <a:lnTo>
                  <a:pt x="1483" y="0"/>
                </a:lnTo>
                <a:cubicBezTo>
                  <a:pt x="1494" y="0"/>
                  <a:pt x="1504" y="1"/>
                  <a:pt x="1514" y="3"/>
                </a:cubicBezTo>
                <a:cubicBezTo>
                  <a:pt x="1524" y="5"/>
                  <a:pt x="1534" y="8"/>
                  <a:pt x="1544" y="12"/>
                </a:cubicBezTo>
                <a:cubicBezTo>
                  <a:pt x="1553" y="16"/>
                  <a:pt x="1563" y="21"/>
                  <a:pt x="1571" y="26"/>
                </a:cubicBezTo>
                <a:cubicBezTo>
                  <a:pt x="1580" y="32"/>
                  <a:pt x="1588" y="39"/>
                  <a:pt x="1595" y="46"/>
                </a:cubicBezTo>
                <a:cubicBezTo>
                  <a:pt x="1603" y="53"/>
                  <a:pt x="1609" y="61"/>
                  <a:pt x="1615" y="70"/>
                </a:cubicBezTo>
                <a:cubicBezTo>
                  <a:pt x="1621" y="79"/>
                  <a:pt x="1626" y="88"/>
                  <a:pt x="1630" y="98"/>
                </a:cubicBezTo>
                <a:cubicBezTo>
                  <a:pt x="1634" y="107"/>
                  <a:pt x="1637" y="117"/>
                  <a:pt x="1639" y="127"/>
                </a:cubicBezTo>
                <a:cubicBezTo>
                  <a:pt x="1641" y="138"/>
                  <a:pt x="1642" y="148"/>
                  <a:pt x="1642" y="158"/>
                </a:cubicBezTo>
                <a:lnTo>
                  <a:pt x="1642" y="768"/>
                </a:lnTo>
                <a:cubicBezTo>
                  <a:pt x="1642" y="778"/>
                  <a:pt x="1641" y="789"/>
                  <a:pt x="1639" y="799"/>
                </a:cubicBezTo>
                <a:cubicBezTo>
                  <a:pt x="1637" y="809"/>
                  <a:pt x="1634" y="819"/>
                  <a:pt x="1630" y="829"/>
                </a:cubicBezTo>
                <a:cubicBezTo>
                  <a:pt x="1626" y="838"/>
                  <a:pt x="1621" y="847"/>
                  <a:pt x="1615" y="856"/>
                </a:cubicBezTo>
                <a:cubicBezTo>
                  <a:pt x="1609" y="865"/>
                  <a:pt x="1603" y="873"/>
                  <a:pt x="1595" y="880"/>
                </a:cubicBezTo>
                <a:cubicBezTo>
                  <a:pt x="1588" y="887"/>
                  <a:pt x="1580" y="894"/>
                  <a:pt x="1571" y="900"/>
                </a:cubicBezTo>
                <a:cubicBezTo>
                  <a:pt x="1563" y="906"/>
                  <a:pt x="1553" y="911"/>
                  <a:pt x="1544" y="914"/>
                </a:cubicBezTo>
                <a:cubicBezTo>
                  <a:pt x="1534" y="918"/>
                  <a:pt x="1524" y="921"/>
                  <a:pt x="1514" y="924"/>
                </a:cubicBezTo>
                <a:cubicBezTo>
                  <a:pt x="1504" y="926"/>
                  <a:pt x="1494" y="927"/>
                  <a:pt x="1483" y="927"/>
                </a:cubicBez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069320" y="2759040"/>
            <a:ext cx="293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Qld Health Provider Directory on 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62080" y="3130560"/>
            <a:ext cx="456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FHIR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4162320" y="3514680"/>
            <a:ext cx="1943280" cy="333720"/>
          </a:xfrm>
          <a:custGeom>
            <a:avLst/>
            <a:gdLst/>
            <a:ahLst/>
            <a:rect l="0" t="0" r="r" b="b"/>
            <a:pathLst>
              <a:path w="5398" h="927">
                <a:moveTo>
                  <a:pt x="0" y="76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0" y="1"/>
                  <a:pt x="5271" y="3"/>
                </a:cubicBezTo>
                <a:cubicBezTo>
                  <a:pt x="5281" y="5"/>
                  <a:pt x="5291" y="8"/>
                  <a:pt x="5300" y="12"/>
                </a:cubicBezTo>
                <a:cubicBezTo>
                  <a:pt x="5310" y="16"/>
                  <a:pt x="5319" y="21"/>
                  <a:pt x="5328" y="26"/>
                </a:cubicBezTo>
                <a:cubicBezTo>
                  <a:pt x="5336" y="32"/>
                  <a:pt x="5344" y="39"/>
                  <a:pt x="5352" y="46"/>
                </a:cubicBezTo>
                <a:cubicBezTo>
                  <a:pt x="5359" y="53"/>
                  <a:pt x="5366" y="62"/>
                  <a:pt x="5372" y="70"/>
                </a:cubicBezTo>
                <a:cubicBezTo>
                  <a:pt x="5377" y="79"/>
                  <a:pt x="5382" y="88"/>
                  <a:pt x="5386" y="98"/>
                </a:cubicBezTo>
                <a:cubicBezTo>
                  <a:pt x="5390" y="107"/>
                  <a:pt x="5393" y="117"/>
                  <a:pt x="5395" y="127"/>
                </a:cubicBezTo>
                <a:cubicBezTo>
                  <a:pt x="5397" y="138"/>
                  <a:pt x="5398" y="148"/>
                  <a:pt x="5398" y="158"/>
                </a:cubicBezTo>
                <a:lnTo>
                  <a:pt x="5398" y="767"/>
                </a:lnTo>
                <a:cubicBezTo>
                  <a:pt x="5398" y="777"/>
                  <a:pt x="5397" y="788"/>
                  <a:pt x="5395" y="798"/>
                </a:cubicBezTo>
                <a:cubicBezTo>
                  <a:pt x="5393" y="808"/>
                  <a:pt x="5390" y="818"/>
                  <a:pt x="5386" y="828"/>
                </a:cubicBezTo>
                <a:cubicBezTo>
                  <a:pt x="5382" y="837"/>
                  <a:pt x="5377" y="846"/>
                  <a:pt x="5372" y="855"/>
                </a:cubicBezTo>
                <a:cubicBezTo>
                  <a:pt x="5366" y="864"/>
                  <a:pt x="5359" y="872"/>
                  <a:pt x="5352" y="879"/>
                </a:cubicBezTo>
                <a:cubicBezTo>
                  <a:pt x="5344" y="888"/>
                  <a:pt x="5336" y="894"/>
                  <a:pt x="5328" y="900"/>
                </a:cubicBezTo>
                <a:cubicBezTo>
                  <a:pt x="5319" y="906"/>
                  <a:pt x="5310" y="911"/>
                  <a:pt x="5300" y="915"/>
                </a:cubicBezTo>
                <a:cubicBezTo>
                  <a:pt x="5291" y="919"/>
                  <a:pt x="5281" y="922"/>
                  <a:pt x="5271" y="924"/>
                </a:cubicBezTo>
                <a:cubicBezTo>
                  <a:pt x="5260" y="926"/>
                  <a:pt x="5250" y="927"/>
                  <a:pt x="5240" y="927"/>
                </a:cubicBezTo>
                <a:lnTo>
                  <a:pt x="159" y="927"/>
                </a:lnTo>
                <a:cubicBezTo>
                  <a:pt x="148" y="927"/>
                  <a:pt x="138" y="926"/>
                  <a:pt x="128" y="924"/>
                </a:cubicBezTo>
                <a:cubicBezTo>
                  <a:pt x="117" y="922"/>
                  <a:pt x="107" y="919"/>
                  <a:pt x="98" y="915"/>
                </a:cubicBezTo>
                <a:cubicBezTo>
                  <a:pt x="88" y="911"/>
                  <a:pt x="79" y="906"/>
                  <a:pt x="70" y="900"/>
                </a:cubicBezTo>
                <a:cubicBezTo>
                  <a:pt x="62" y="894"/>
                  <a:pt x="54" y="888"/>
                  <a:pt x="46" y="879"/>
                </a:cubicBezTo>
                <a:cubicBezTo>
                  <a:pt x="39" y="872"/>
                  <a:pt x="32" y="864"/>
                  <a:pt x="27" y="855"/>
                </a:cubicBezTo>
                <a:cubicBezTo>
                  <a:pt x="21" y="846"/>
                  <a:pt x="16" y="837"/>
                  <a:pt x="12" y="828"/>
                </a:cubicBezTo>
                <a:cubicBezTo>
                  <a:pt x="8" y="818"/>
                  <a:pt x="5" y="808"/>
                  <a:pt x="3" y="798"/>
                </a:cubicBezTo>
                <a:cubicBezTo>
                  <a:pt x="1" y="788"/>
                  <a:pt x="0" y="777"/>
                  <a:pt x="0" y="767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886680" y="3531600"/>
            <a:ext cx="29948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2.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Creates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a FHIR referral —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246560" y="3568680"/>
            <a:ext cx="1301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ServiceRequest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391080" y="3514680"/>
            <a:ext cx="667080" cy="333720"/>
          </a:xfrm>
          <a:custGeom>
            <a:avLst/>
            <a:gdLst/>
            <a:ahLst/>
            <a:rect l="0" t="0" r="r" b="b"/>
            <a:pathLst>
              <a:path w="1853" h="927">
                <a:moveTo>
                  <a:pt x="0" y="76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694" y="0"/>
                </a:lnTo>
                <a:cubicBezTo>
                  <a:pt x="1705" y="0"/>
                  <a:pt x="1715" y="1"/>
                  <a:pt x="1725" y="3"/>
                </a:cubicBezTo>
                <a:cubicBezTo>
                  <a:pt x="1736" y="5"/>
                  <a:pt x="1745" y="8"/>
                  <a:pt x="1755" y="12"/>
                </a:cubicBezTo>
                <a:cubicBezTo>
                  <a:pt x="1765" y="16"/>
                  <a:pt x="1774" y="21"/>
                  <a:pt x="1783" y="26"/>
                </a:cubicBezTo>
                <a:cubicBezTo>
                  <a:pt x="1791" y="32"/>
                  <a:pt x="1799" y="39"/>
                  <a:pt x="1807" y="46"/>
                </a:cubicBezTo>
                <a:cubicBezTo>
                  <a:pt x="1814" y="53"/>
                  <a:pt x="1821" y="62"/>
                  <a:pt x="1826" y="70"/>
                </a:cubicBezTo>
                <a:cubicBezTo>
                  <a:pt x="1832" y="79"/>
                  <a:pt x="1837" y="88"/>
                  <a:pt x="1841" y="98"/>
                </a:cubicBezTo>
                <a:cubicBezTo>
                  <a:pt x="1845" y="107"/>
                  <a:pt x="1848" y="117"/>
                  <a:pt x="1850" y="127"/>
                </a:cubicBezTo>
                <a:cubicBezTo>
                  <a:pt x="1852" y="138"/>
                  <a:pt x="1853" y="148"/>
                  <a:pt x="1853" y="158"/>
                </a:cubicBezTo>
                <a:lnTo>
                  <a:pt x="1853" y="767"/>
                </a:lnTo>
                <a:cubicBezTo>
                  <a:pt x="1853" y="777"/>
                  <a:pt x="1852" y="788"/>
                  <a:pt x="1850" y="798"/>
                </a:cubicBezTo>
                <a:cubicBezTo>
                  <a:pt x="1848" y="808"/>
                  <a:pt x="1845" y="818"/>
                  <a:pt x="1841" y="828"/>
                </a:cubicBezTo>
                <a:cubicBezTo>
                  <a:pt x="1837" y="837"/>
                  <a:pt x="1832" y="846"/>
                  <a:pt x="1826" y="855"/>
                </a:cubicBezTo>
                <a:cubicBezTo>
                  <a:pt x="1821" y="864"/>
                  <a:pt x="1814" y="872"/>
                  <a:pt x="1807" y="879"/>
                </a:cubicBezTo>
                <a:cubicBezTo>
                  <a:pt x="1799" y="888"/>
                  <a:pt x="1791" y="894"/>
                  <a:pt x="1783" y="900"/>
                </a:cubicBezTo>
                <a:cubicBezTo>
                  <a:pt x="1774" y="906"/>
                  <a:pt x="1765" y="911"/>
                  <a:pt x="1755" y="915"/>
                </a:cubicBezTo>
                <a:cubicBezTo>
                  <a:pt x="1745" y="919"/>
                  <a:pt x="1736" y="922"/>
                  <a:pt x="1725" y="924"/>
                </a:cubicBezTo>
                <a:cubicBezTo>
                  <a:pt x="1715" y="926"/>
                  <a:pt x="1705" y="927"/>
                  <a:pt x="1694" y="927"/>
                </a:cubicBezTo>
                <a:lnTo>
                  <a:pt x="159" y="927"/>
                </a:lnTo>
                <a:cubicBezTo>
                  <a:pt x="148" y="927"/>
                  <a:pt x="138" y="926"/>
                  <a:pt x="128" y="924"/>
                </a:cubicBezTo>
                <a:cubicBezTo>
                  <a:pt x="118" y="922"/>
                  <a:pt x="108" y="919"/>
                  <a:pt x="98" y="915"/>
                </a:cubicBezTo>
                <a:cubicBezTo>
                  <a:pt x="88" y="911"/>
                  <a:pt x="79" y="906"/>
                  <a:pt x="71" y="900"/>
                </a:cubicBezTo>
                <a:cubicBezTo>
                  <a:pt x="62" y="894"/>
                  <a:pt x="54" y="888"/>
                  <a:pt x="47" y="879"/>
                </a:cubicBezTo>
                <a:cubicBezTo>
                  <a:pt x="39" y="872"/>
                  <a:pt x="33" y="864"/>
                  <a:pt x="27" y="855"/>
                </a:cubicBezTo>
                <a:cubicBezTo>
                  <a:pt x="21" y="846"/>
                  <a:pt x="16" y="837"/>
                  <a:pt x="12" y="828"/>
                </a:cubicBezTo>
                <a:cubicBezTo>
                  <a:pt x="8" y="818"/>
                  <a:pt x="5" y="808"/>
                  <a:pt x="3" y="798"/>
                </a:cubicBezTo>
                <a:cubicBezTo>
                  <a:pt x="1" y="788"/>
                  <a:pt x="0" y="777"/>
                  <a:pt x="0" y="767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104880" y="3531600"/>
            <a:ext cx="2613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+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471360" y="3568680"/>
            <a:ext cx="401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Task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7062480" y="3531600"/>
            <a:ext cx="29739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with supporting information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86680" y="3969720"/>
            <a:ext cx="71312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3.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Books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an appointment against slots the imaging provider publishes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66720" y="4493520"/>
            <a:ext cx="8953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…with the referral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status tracked through a Task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until the appointment is conﬁrmed.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71640" y="5017320"/>
            <a:ext cx="517428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Learn core FHIR resources and workﬂow concepts.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666720" y="2333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942840" y="2666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66720" y="1882080"/>
            <a:ext cx="265428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Why this scenario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94284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162080" y="2559960"/>
            <a:ext cx="76050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Realistic and manageable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relevant to Queensland Health participants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162080" y="2988360"/>
            <a:ext cx="95500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Exercises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Patient, Provider, ServiceRequest, Task, Schedule, Slot, Appointment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in one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942840" y="39049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162080" y="3359880"/>
            <a:ext cx="4435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ﬂow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942840" y="43336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62080" y="3798000"/>
            <a:ext cx="55062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Complements QH's existing smart-referral capabilities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942840" y="4771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162080" y="4226760"/>
            <a:ext cx="950868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Builds on existing HL7 AU eRequesting workﬂow prototypes and provider-directory concepts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162080" y="4664880"/>
            <a:ext cx="51537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Broadest track draw — plan for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35–40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participants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666720" y="94284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2169720" y="2012040"/>
            <a:ext cx="102600" cy="102600"/>
          </a:xfrm>
          <a:custGeom>
            <a:avLst/>
            <a:gdLst/>
            <a:ahLst/>
            <a:rect l="0" t="0" r="r" b="b"/>
            <a:pathLst>
              <a:path w="285" h="285">
                <a:moveTo>
                  <a:pt x="285" y="142"/>
                </a:moveTo>
                <a:cubicBezTo>
                  <a:pt x="285" y="151"/>
                  <a:pt x="284" y="161"/>
                  <a:pt x="283" y="170"/>
                </a:cubicBezTo>
                <a:cubicBezTo>
                  <a:pt x="281" y="179"/>
                  <a:pt x="278" y="188"/>
                  <a:pt x="274" y="196"/>
                </a:cubicBezTo>
                <a:cubicBezTo>
                  <a:pt x="271" y="205"/>
                  <a:pt x="267" y="213"/>
                  <a:pt x="261" y="221"/>
                </a:cubicBezTo>
                <a:cubicBezTo>
                  <a:pt x="256" y="229"/>
                  <a:pt x="250" y="237"/>
                  <a:pt x="244" y="244"/>
                </a:cubicBezTo>
                <a:cubicBezTo>
                  <a:pt x="237" y="250"/>
                  <a:pt x="230" y="256"/>
                  <a:pt x="222" y="261"/>
                </a:cubicBezTo>
                <a:cubicBezTo>
                  <a:pt x="214" y="266"/>
                  <a:pt x="206" y="271"/>
                  <a:pt x="198" y="274"/>
                </a:cubicBezTo>
                <a:cubicBezTo>
                  <a:pt x="189" y="278"/>
                  <a:pt x="180" y="281"/>
                  <a:pt x="171" y="282"/>
                </a:cubicBezTo>
                <a:cubicBezTo>
                  <a:pt x="162" y="284"/>
                  <a:pt x="152" y="285"/>
                  <a:pt x="143" y="285"/>
                </a:cubicBezTo>
                <a:cubicBezTo>
                  <a:pt x="134" y="285"/>
                  <a:pt x="125" y="284"/>
                  <a:pt x="115" y="282"/>
                </a:cubicBezTo>
                <a:cubicBezTo>
                  <a:pt x="106" y="281"/>
                  <a:pt x="97" y="278"/>
                  <a:pt x="89" y="274"/>
                </a:cubicBezTo>
                <a:cubicBezTo>
                  <a:pt x="80" y="271"/>
                  <a:pt x="71" y="266"/>
                  <a:pt x="63" y="261"/>
                </a:cubicBezTo>
                <a:cubicBezTo>
                  <a:pt x="55" y="256"/>
                  <a:pt x="48" y="250"/>
                  <a:pt x="42" y="244"/>
                </a:cubicBezTo>
                <a:cubicBezTo>
                  <a:pt x="35" y="237"/>
                  <a:pt x="29" y="229"/>
                  <a:pt x="24" y="221"/>
                </a:cubicBezTo>
                <a:cubicBezTo>
                  <a:pt x="19" y="213"/>
                  <a:pt x="14" y="205"/>
                  <a:pt x="11" y="196"/>
                </a:cubicBezTo>
                <a:cubicBezTo>
                  <a:pt x="7" y="188"/>
                  <a:pt x="5" y="179"/>
                  <a:pt x="3" y="170"/>
                </a:cubicBezTo>
                <a:cubicBezTo>
                  <a:pt x="1" y="161"/>
                  <a:pt x="0" y="151"/>
                  <a:pt x="0" y="142"/>
                </a:cubicBez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80" y="14"/>
                  <a:pt x="89" y="11"/>
                </a:cubicBezTo>
                <a:cubicBezTo>
                  <a:pt x="97" y="7"/>
                  <a:pt x="106" y="4"/>
                  <a:pt x="115" y="2"/>
                </a:cubicBezTo>
                <a:cubicBezTo>
                  <a:pt x="125" y="1"/>
                  <a:pt x="134" y="0"/>
                  <a:pt x="143" y="0"/>
                </a:cubicBezTo>
                <a:cubicBezTo>
                  <a:pt x="152" y="0"/>
                  <a:pt x="162" y="1"/>
                  <a:pt x="171" y="2"/>
                </a:cubicBezTo>
                <a:cubicBezTo>
                  <a:pt x="180" y="4"/>
                  <a:pt x="189" y="7"/>
                  <a:pt x="198" y="11"/>
                </a:cubicBezTo>
                <a:cubicBezTo>
                  <a:pt x="206" y="14"/>
                  <a:pt x="214" y="18"/>
                  <a:pt x="222" y="24"/>
                </a:cubicBezTo>
                <a:cubicBezTo>
                  <a:pt x="230" y="29"/>
                  <a:pt x="237" y="35"/>
                  <a:pt x="244" y="41"/>
                </a:cubicBezTo>
                <a:cubicBezTo>
                  <a:pt x="250" y="48"/>
                  <a:pt x="256" y="55"/>
                  <a:pt x="261" y="63"/>
                </a:cubicBezTo>
                <a:cubicBezTo>
                  <a:pt x="267" y="71"/>
                  <a:pt x="271" y="79"/>
                  <a:pt x="274" y="88"/>
                </a:cubicBezTo>
                <a:cubicBezTo>
                  <a:pt x="278" y="96"/>
                  <a:pt x="281" y="105"/>
                  <a:pt x="283" y="114"/>
                </a:cubicBezTo>
                <a:cubicBezTo>
                  <a:pt x="284" y="123"/>
                  <a:pt x="285" y="133"/>
                  <a:pt x="285" y="14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2169720" y="2012040"/>
            <a:ext cx="102600" cy="102600"/>
          </a:xfrm>
          <a:custGeom>
            <a:avLst/>
            <a:gdLst/>
            <a:ahLst/>
            <a:rect l="0" t="0" r="r" b="b"/>
            <a:pathLst>
              <a:path w="285" h="285">
                <a:moveTo>
                  <a:pt x="285" y="142"/>
                </a:moveTo>
                <a:cubicBezTo>
                  <a:pt x="285" y="151"/>
                  <a:pt x="284" y="161"/>
                  <a:pt x="283" y="170"/>
                </a:cubicBezTo>
                <a:cubicBezTo>
                  <a:pt x="281" y="179"/>
                  <a:pt x="278" y="188"/>
                  <a:pt x="274" y="196"/>
                </a:cubicBezTo>
                <a:cubicBezTo>
                  <a:pt x="271" y="205"/>
                  <a:pt x="267" y="213"/>
                  <a:pt x="261" y="221"/>
                </a:cubicBezTo>
                <a:cubicBezTo>
                  <a:pt x="256" y="229"/>
                  <a:pt x="250" y="237"/>
                  <a:pt x="244" y="244"/>
                </a:cubicBezTo>
                <a:cubicBezTo>
                  <a:pt x="237" y="250"/>
                  <a:pt x="230" y="256"/>
                  <a:pt x="222" y="261"/>
                </a:cubicBezTo>
                <a:cubicBezTo>
                  <a:pt x="214" y="266"/>
                  <a:pt x="206" y="271"/>
                  <a:pt x="198" y="274"/>
                </a:cubicBezTo>
                <a:cubicBezTo>
                  <a:pt x="189" y="278"/>
                  <a:pt x="180" y="281"/>
                  <a:pt x="171" y="282"/>
                </a:cubicBezTo>
                <a:cubicBezTo>
                  <a:pt x="162" y="284"/>
                  <a:pt x="152" y="285"/>
                  <a:pt x="143" y="285"/>
                </a:cubicBezTo>
                <a:cubicBezTo>
                  <a:pt x="134" y="285"/>
                  <a:pt x="125" y="284"/>
                  <a:pt x="115" y="282"/>
                </a:cubicBezTo>
                <a:cubicBezTo>
                  <a:pt x="106" y="281"/>
                  <a:pt x="97" y="278"/>
                  <a:pt x="89" y="274"/>
                </a:cubicBezTo>
                <a:cubicBezTo>
                  <a:pt x="80" y="271"/>
                  <a:pt x="71" y="266"/>
                  <a:pt x="63" y="261"/>
                </a:cubicBezTo>
                <a:cubicBezTo>
                  <a:pt x="55" y="256"/>
                  <a:pt x="48" y="250"/>
                  <a:pt x="42" y="244"/>
                </a:cubicBezTo>
                <a:cubicBezTo>
                  <a:pt x="35" y="237"/>
                  <a:pt x="29" y="229"/>
                  <a:pt x="24" y="221"/>
                </a:cubicBezTo>
                <a:cubicBezTo>
                  <a:pt x="19" y="213"/>
                  <a:pt x="14" y="205"/>
                  <a:pt x="11" y="196"/>
                </a:cubicBezTo>
                <a:cubicBezTo>
                  <a:pt x="7" y="188"/>
                  <a:pt x="5" y="179"/>
                  <a:pt x="3" y="170"/>
                </a:cubicBezTo>
                <a:cubicBezTo>
                  <a:pt x="1" y="161"/>
                  <a:pt x="0" y="151"/>
                  <a:pt x="0" y="142"/>
                </a:cubicBez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7" y="96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8"/>
                  <a:pt x="80" y="14"/>
                  <a:pt x="89" y="11"/>
                </a:cubicBezTo>
                <a:cubicBezTo>
                  <a:pt x="97" y="7"/>
                  <a:pt x="106" y="4"/>
                  <a:pt x="115" y="2"/>
                </a:cubicBezTo>
                <a:cubicBezTo>
                  <a:pt x="125" y="1"/>
                  <a:pt x="134" y="0"/>
                  <a:pt x="143" y="0"/>
                </a:cubicBezTo>
                <a:cubicBezTo>
                  <a:pt x="152" y="0"/>
                  <a:pt x="162" y="1"/>
                  <a:pt x="171" y="2"/>
                </a:cubicBezTo>
                <a:cubicBezTo>
                  <a:pt x="180" y="4"/>
                  <a:pt x="189" y="7"/>
                  <a:pt x="198" y="11"/>
                </a:cubicBezTo>
                <a:cubicBezTo>
                  <a:pt x="206" y="14"/>
                  <a:pt x="214" y="18"/>
                  <a:pt x="222" y="24"/>
                </a:cubicBezTo>
                <a:cubicBezTo>
                  <a:pt x="230" y="29"/>
                  <a:pt x="237" y="35"/>
                  <a:pt x="244" y="41"/>
                </a:cubicBezTo>
                <a:cubicBezTo>
                  <a:pt x="250" y="48"/>
                  <a:pt x="256" y="55"/>
                  <a:pt x="261" y="63"/>
                </a:cubicBezTo>
                <a:cubicBezTo>
                  <a:pt x="267" y="71"/>
                  <a:pt x="271" y="79"/>
                  <a:pt x="274" y="88"/>
                </a:cubicBezTo>
                <a:cubicBezTo>
                  <a:pt x="278" y="96"/>
                  <a:pt x="281" y="105"/>
                  <a:pt x="283" y="114"/>
                </a:cubicBezTo>
                <a:cubicBezTo>
                  <a:pt x="284" y="123"/>
                  <a:pt x="285" y="133"/>
                  <a:pt x="285" y="142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2137680" y="2114280"/>
            <a:ext cx="166680" cy="269280"/>
          </a:xfrm>
          <a:custGeom>
            <a:avLst/>
            <a:gdLst/>
            <a:ahLst/>
            <a:rect l="0" t="0" r="r" b="b"/>
            <a:pathLst>
              <a:path fill="none" w="463" h="748">
                <a:moveTo>
                  <a:pt x="231" y="0"/>
                </a:moveTo>
                <a:lnTo>
                  <a:pt x="231" y="481"/>
                </a:lnTo>
                <a:moveTo>
                  <a:pt x="0" y="142"/>
                </a:moveTo>
                <a:lnTo>
                  <a:pt x="463" y="142"/>
                </a:lnTo>
                <a:moveTo>
                  <a:pt x="231" y="481"/>
                </a:moveTo>
                <a:lnTo>
                  <a:pt x="0" y="748"/>
                </a:lnTo>
                <a:moveTo>
                  <a:pt x="231" y="481"/>
                </a:moveTo>
                <a:lnTo>
                  <a:pt x="463" y="748"/>
                </a:lnTo>
              </a:path>
            </a:pathLst>
          </a:custGeom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720" y="491400"/>
            <a:ext cx="266256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Systems and roles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782360" y="2399400"/>
            <a:ext cx="602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 (Placer)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004760" y="3829320"/>
            <a:ext cx="910080" cy="550800"/>
          </a:xfrm>
          <a:custGeom>
            <a:avLst/>
            <a:gdLst/>
            <a:ahLst/>
            <a:rect l="0" t="0" r="r" b="b"/>
            <a:pathLst>
              <a:path w="2528" h="1530">
                <a:moveTo>
                  <a:pt x="45" y="0"/>
                </a:moveTo>
                <a:lnTo>
                  <a:pt x="2484" y="0"/>
                </a:lnTo>
                <a:cubicBezTo>
                  <a:pt x="2490" y="0"/>
                  <a:pt x="2496" y="2"/>
                  <a:pt x="2501" y="4"/>
                </a:cubicBezTo>
                <a:cubicBezTo>
                  <a:pt x="2507" y="6"/>
                  <a:pt x="2511" y="9"/>
                  <a:pt x="2515" y="14"/>
                </a:cubicBezTo>
                <a:cubicBezTo>
                  <a:pt x="2520" y="18"/>
                  <a:pt x="2523" y="22"/>
                  <a:pt x="2525" y="28"/>
                </a:cubicBezTo>
                <a:cubicBezTo>
                  <a:pt x="2527" y="33"/>
                  <a:pt x="2528" y="39"/>
                  <a:pt x="2528" y="45"/>
                </a:cubicBezTo>
                <a:lnTo>
                  <a:pt x="2528" y="1485"/>
                </a:lnTo>
                <a:cubicBezTo>
                  <a:pt x="2528" y="1491"/>
                  <a:pt x="2527" y="1497"/>
                  <a:pt x="2525" y="1502"/>
                </a:cubicBezTo>
                <a:cubicBezTo>
                  <a:pt x="2523" y="1508"/>
                  <a:pt x="2520" y="1513"/>
                  <a:pt x="2515" y="1517"/>
                </a:cubicBezTo>
                <a:cubicBezTo>
                  <a:pt x="2511" y="1521"/>
                  <a:pt x="2507" y="1524"/>
                  <a:pt x="2501" y="1526"/>
                </a:cubicBezTo>
                <a:cubicBezTo>
                  <a:pt x="2496" y="1529"/>
                  <a:pt x="2490" y="1530"/>
                  <a:pt x="2484" y="1530"/>
                </a:cubicBezTo>
                <a:lnTo>
                  <a:pt x="45" y="1530"/>
                </a:lnTo>
                <a:cubicBezTo>
                  <a:pt x="39" y="1530"/>
                  <a:pt x="33" y="1529"/>
                  <a:pt x="28" y="1526"/>
                </a:cubicBezTo>
                <a:cubicBezTo>
                  <a:pt x="22" y="1524"/>
                  <a:pt x="17" y="1521"/>
                  <a:pt x="13" y="1517"/>
                </a:cubicBezTo>
                <a:cubicBezTo>
                  <a:pt x="9" y="1513"/>
                  <a:pt x="6" y="1508"/>
                  <a:pt x="4" y="1502"/>
                </a:cubicBezTo>
                <a:cubicBezTo>
                  <a:pt x="1" y="1497"/>
                  <a:pt x="0" y="1491"/>
                  <a:pt x="0" y="1485"/>
                </a:cubicBezTo>
                <a:lnTo>
                  <a:pt x="0" y="45"/>
                </a:lnTo>
                <a:cubicBezTo>
                  <a:pt x="0" y="39"/>
                  <a:pt x="1" y="33"/>
                  <a:pt x="4" y="28"/>
                </a:cubicBezTo>
                <a:cubicBezTo>
                  <a:pt x="6" y="22"/>
                  <a:pt x="9" y="18"/>
                  <a:pt x="13" y="14"/>
                </a:cubicBezTo>
                <a:cubicBezTo>
                  <a:pt x="17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004760" y="3829320"/>
            <a:ext cx="910080" cy="550800"/>
          </a:xfrm>
          <a:custGeom>
            <a:avLst/>
            <a:gdLst/>
            <a:ahLst/>
            <a:rect l="0" t="0" r="r" b="b"/>
            <a:pathLst>
              <a:path w="2528" h="1530">
                <a:moveTo>
                  <a:pt x="45" y="0"/>
                </a:moveTo>
                <a:lnTo>
                  <a:pt x="2484" y="0"/>
                </a:lnTo>
                <a:cubicBezTo>
                  <a:pt x="2490" y="0"/>
                  <a:pt x="2496" y="2"/>
                  <a:pt x="2501" y="4"/>
                </a:cubicBezTo>
                <a:cubicBezTo>
                  <a:pt x="2507" y="6"/>
                  <a:pt x="2511" y="9"/>
                  <a:pt x="2515" y="14"/>
                </a:cubicBezTo>
                <a:cubicBezTo>
                  <a:pt x="2520" y="18"/>
                  <a:pt x="2523" y="22"/>
                  <a:pt x="2525" y="28"/>
                </a:cubicBezTo>
                <a:cubicBezTo>
                  <a:pt x="2527" y="33"/>
                  <a:pt x="2528" y="39"/>
                  <a:pt x="2528" y="45"/>
                </a:cubicBezTo>
                <a:lnTo>
                  <a:pt x="2528" y="1485"/>
                </a:lnTo>
                <a:cubicBezTo>
                  <a:pt x="2528" y="1491"/>
                  <a:pt x="2527" y="1497"/>
                  <a:pt x="2525" y="1502"/>
                </a:cubicBezTo>
                <a:cubicBezTo>
                  <a:pt x="2523" y="1508"/>
                  <a:pt x="2520" y="1513"/>
                  <a:pt x="2515" y="1517"/>
                </a:cubicBezTo>
                <a:cubicBezTo>
                  <a:pt x="2511" y="1521"/>
                  <a:pt x="2507" y="1524"/>
                  <a:pt x="2501" y="1526"/>
                </a:cubicBezTo>
                <a:cubicBezTo>
                  <a:pt x="2496" y="1529"/>
                  <a:pt x="2490" y="1530"/>
                  <a:pt x="2484" y="1530"/>
                </a:cubicBezTo>
                <a:lnTo>
                  <a:pt x="45" y="1530"/>
                </a:lnTo>
                <a:cubicBezTo>
                  <a:pt x="39" y="1530"/>
                  <a:pt x="33" y="1529"/>
                  <a:pt x="28" y="1526"/>
                </a:cubicBezTo>
                <a:cubicBezTo>
                  <a:pt x="22" y="1524"/>
                  <a:pt x="17" y="1521"/>
                  <a:pt x="13" y="1517"/>
                </a:cubicBezTo>
                <a:cubicBezTo>
                  <a:pt x="9" y="1513"/>
                  <a:pt x="6" y="1508"/>
                  <a:pt x="4" y="1502"/>
                </a:cubicBezTo>
                <a:cubicBezTo>
                  <a:pt x="1" y="1497"/>
                  <a:pt x="0" y="1491"/>
                  <a:pt x="0" y="1485"/>
                </a:cubicBezTo>
                <a:lnTo>
                  <a:pt x="0" y="45"/>
                </a:lnTo>
                <a:cubicBezTo>
                  <a:pt x="0" y="39"/>
                  <a:pt x="1" y="33"/>
                  <a:pt x="4" y="28"/>
                </a:cubicBezTo>
                <a:cubicBezTo>
                  <a:pt x="6" y="22"/>
                  <a:pt x="9" y="18"/>
                  <a:pt x="13" y="14"/>
                </a:cubicBezTo>
                <a:cubicBezTo>
                  <a:pt x="17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782360" y="2505240"/>
            <a:ext cx="739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Patient-Referral app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068840" y="3900240"/>
            <a:ext cx="403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Qld Health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068840" y="4005720"/>
            <a:ext cx="690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Provider Directory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068840" y="4111200"/>
            <a:ext cx="312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on FHIR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3158280" y="3192840"/>
            <a:ext cx="927360" cy="444960"/>
          </a:xfrm>
          <a:custGeom>
            <a:avLst/>
            <a:gdLst/>
            <a:ahLst/>
            <a:rect l="0" t="0" r="r" b="b"/>
            <a:pathLst>
              <a:path w="2576" h="1236">
                <a:moveTo>
                  <a:pt x="44" y="0"/>
                </a:moveTo>
                <a:lnTo>
                  <a:pt x="2531" y="0"/>
                </a:lnTo>
                <a:cubicBezTo>
                  <a:pt x="2537" y="0"/>
                  <a:pt x="2543" y="1"/>
                  <a:pt x="2548" y="3"/>
                </a:cubicBezTo>
                <a:cubicBezTo>
                  <a:pt x="2554" y="5"/>
                  <a:pt x="2558" y="9"/>
                  <a:pt x="2563" y="13"/>
                </a:cubicBezTo>
                <a:cubicBezTo>
                  <a:pt x="2567" y="17"/>
                  <a:pt x="2570" y="22"/>
                  <a:pt x="2572" y="27"/>
                </a:cubicBezTo>
                <a:cubicBezTo>
                  <a:pt x="2575" y="33"/>
                  <a:pt x="2576" y="38"/>
                  <a:pt x="2576" y="44"/>
                </a:cubicBezTo>
                <a:lnTo>
                  <a:pt x="2576" y="1192"/>
                </a:lnTo>
                <a:cubicBezTo>
                  <a:pt x="2576" y="1197"/>
                  <a:pt x="2575" y="1203"/>
                  <a:pt x="2572" y="1209"/>
                </a:cubicBezTo>
                <a:cubicBezTo>
                  <a:pt x="2570" y="1214"/>
                  <a:pt x="2567" y="1219"/>
                  <a:pt x="2563" y="1223"/>
                </a:cubicBezTo>
                <a:cubicBezTo>
                  <a:pt x="2558" y="1227"/>
                  <a:pt x="2554" y="1230"/>
                  <a:pt x="2548" y="1233"/>
                </a:cubicBezTo>
                <a:cubicBezTo>
                  <a:pt x="2543" y="1235"/>
                  <a:pt x="2537" y="1236"/>
                  <a:pt x="2531" y="1236"/>
                </a:cubicBezTo>
                <a:lnTo>
                  <a:pt x="44" y="1236"/>
                </a:lnTo>
                <a:cubicBezTo>
                  <a:pt x="38" y="1236"/>
                  <a:pt x="32" y="1235"/>
                  <a:pt x="27" y="1233"/>
                </a:cubicBezTo>
                <a:cubicBezTo>
                  <a:pt x="22" y="1230"/>
                  <a:pt x="17" y="1227"/>
                  <a:pt x="13" y="1223"/>
                </a:cubicBezTo>
                <a:cubicBezTo>
                  <a:pt x="8" y="1219"/>
                  <a:pt x="5" y="1214"/>
                  <a:pt x="3" y="1209"/>
                </a:cubicBezTo>
                <a:cubicBezTo>
                  <a:pt x="1" y="1203"/>
                  <a:pt x="0" y="1197"/>
                  <a:pt x="0" y="1192"/>
                </a:cubicBezTo>
                <a:lnTo>
                  <a:pt x="0" y="44"/>
                </a:ln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3" y="13"/>
                </a:cubicBezTo>
                <a:cubicBezTo>
                  <a:pt x="17" y="9"/>
                  <a:pt x="22" y="5"/>
                  <a:pt x="27" y="3"/>
                </a:cubicBezTo>
                <a:cubicBezTo>
                  <a:pt x="32" y="1"/>
                  <a:pt x="38" y="0"/>
                  <a:pt x="4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158280" y="3192840"/>
            <a:ext cx="927360" cy="444960"/>
          </a:xfrm>
          <a:custGeom>
            <a:avLst/>
            <a:gdLst/>
            <a:ahLst/>
            <a:rect l="0" t="0" r="r" b="b"/>
            <a:pathLst>
              <a:path w="2576" h="1236">
                <a:moveTo>
                  <a:pt x="44" y="0"/>
                </a:moveTo>
                <a:lnTo>
                  <a:pt x="2531" y="0"/>
                </a:lnTo>
                <a:cubicBezTo>
                  <a:pt x="2537" y="0"/>
                  <a:pt x="2543" y="1"/>
                  <a:pt x="2548" y="3"/>
                </a:cubicBezTo>
                <a:cubicBezTo>
                  <a:pt x="2554" y="5"/>
                  <a:pt x="2558" y="9"/>
                  <a:pt x="2563" y="13"/>
                </a:cubicBezTo>
                <a:cubicBezTo>
                  <a:pt x="2567" y="17"/>
                  <a:pt x="2570" y="22"/>
                  <a:pt x="2572" y="27"/>
                </a:cubicBezTo>
                <a:cubicBezTo>
                  <a:pt x="2575" y="33"/>
                  <a:pt x="2576" y="38"/>
                  <a:pt x="2576" y="44"/>
                </a:cubicBezTo>
                <a:lnTo>
                  <a:pt x="2576" y="1192"/>
                </a:lnTo>
                <a:cubicBezTo>
                  <a:pt x="2576" y="1197"/>
                  <a:pt x="2575" y="1203"/>
                  <a:pt x="2572" y="1209"/>
                </a:cubicBezTo>
                <a:cubicBezTo>
                  <a:pt x="2570" y="1214"/>
                  <a:pt x="2567" y="1219"/>
                  <a:pt x="2563" y="1223"/>
                </a:cubicBezTo>
                <a:cubicBezTo>
                  <a:pt x="2558" y="1227"/>
                  <a:pt x="2554" y="1230"/>
                  <a:pt x="2548" y="1233"/>
                </a:cubicBezTo>
                <a:cubicBezTo>
                  <a:pt x="2543" y="1235"/>
                  <a:pt x="2537" y="1236"/>
                  <a:pt x="2531" y="1236"/>
                </a:cubicBezTo>
                <a:lnTo>
                  <a:pt x="44" y="1236"/>
                </a:lnTo>
                <a:cubicBezTo>
                  <a:pt x="38" y="1236"/>
                  <a:pt x="32" y="1235"/>
                  <a:pt x="27" y="1233"/>
                </a:cubicBezTo>
                <a:cubicBezTo>
                  <a:pt x="22" y="1230"/>
                  <a:pt x="17" y="1227"/>
                  <a:pt x="13" y="1223"/>
                </a:cubicBezTo>
                <a:cubicBezTo>
                  <a:pt x="8" y="1219"/>
                  <a:pt x="5" y="1214"/>
                  <a:pt x="3" y="1209"/>
                </a:cubicBezTo>
                <a:cubicBezTo>
                  <a:pt x="1" y="1203"/>
                  <a:pt x="0" y="1197"/>
                  <a:pt x="0" y="1192"/>
                </a:cubicBezTo>
                <a:lnTo>
                  <a:pt x="0" y="44"/>
                </a:ln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3" y="13"/>
                </a:cubicBezTo>
                <a:cubicBezTo>
                  <a:pt x="17" y="9"/>
                  <a:pt x="22" y="5"/>
                  <a:pt x="27" y="3"/>
                </a:cubicBezTo>
                <a:cubicBezTo>
                  <a:pt x="32" y="1"/>
                  <a:pt x="38" y="0"/>
                  <a:pt x="44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068840" y="4216680"/>
            <a:ext cx="732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q h p d . e ﬁ q . o r g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3222360" y="3263400"/>
            <a:ext cx="5518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 Server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3222360" y="3369240"/>
            <a:ext cx="595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(HAPI + QH IG)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564640" y="4571640"/>
            <a:ext cx="1397880" cy="444960"/>
          </a:xfrm>
          <a:custGeom>
            <a:avLst/>
            <a:gdLst/>
            <a:ahLst/>
            <a:rect l="0" t="0" r="r" b="b"/>
            <a:pathLst>
              <a:path w="3883" h="1236">
                <a:moveTo>
                  <a:pt x="45" y="0"/>
                </a:moveTo>
                <a:lnTo>
                  <a:pt x="3839" y="0"/>
                </a:lnTo>
                <a:cubicBezTo>
                  <a:pt x="3845" y="0"/>
                  <a:pt x="3850" y="1"/>
                  <a:pt x="3856" y="4"/>
                </a:cubicBezTo>
                <a:cubicBezTo>
                  <a:pt x="3861" y="6"/>
                  <a:pt x="3866" y="9"/>
                  <a:pt x="3870" y="13"/>
                </a:cubicBezTo>
                <a:cubicBezTo>
                  <a:pt x="3874" y="17"/>
                  <a:pt x="3878" y="22"/>
                  <a:pt x="3880" y="28"/>
                </a:cubicBezTo>
                <a:cubicBezTo>
                  <a:pt x="3882" y="33"/>
                  <a:pt x="3883" y="39"/>
                  <a:pt x="3883" y="45"/>
                </a:cubicBezTo>
                <a:lnTo>
                  <a:pt x="3883" y="1192"/>
                </a:lnTo>
                <a:cubicBezTo>
                  <a:pt x="3883" y="1198"/>
                  <a:pt x="3882" y="1203"/>
                  <a:pt x="3880" y="1209"/>
                </a:cubicBezTo>
                <a:cubicBezTo>
                  <a:pt x="3878" y="1214"/>
                  <a:pt x="3874" y="1219"/>
                  <a:pt x="3870" y="1223"/>
                </a:cubicBezTo>
                <a:cubicBezTo>
                  <a:pt x="3866" y="1228"/>
                  <a:pt x="3861" y="1231"/>
                  <a:pt x="3856" y="1233"/>
                </a:cubicBezTo>
                <a:cubicBezTo>
                  <a:pt x="3850" y="1235"/>
                  <a:pt x="3845" y="1236"/>
                  <a:pt x="3839" y="1236"/>
                </a:cubicBezTo>
                <a:lnTo>
                  <a:pt x="45" y="1236"/>
                </a:lnTo>
                <a:cubicBezTo>
                  <a:pt x="39" y="1236"/>
                  <a:pt x="33" y="1235"/>
                  <a:pt x="28" y="1233"/>
                </a:cubicBezTo>
                <a:cubicBezTo>
                  <a:pt x="22" y="1231"/>
                  <a:pt x="17" y="1228"/>
                  <a:pt x="13" y="1223"/>
                </a:cubicBezTo>
                <a:cubicBezTo>
                  <a:pt x="9" y="1219"/>
                  <a:pt x="6" y="1214"/>
                  <a:pt x="4" y="1209"/>
                </a:cubicBezTo>
                <a:cubicBezTo>
                  <a:pt x="1" y="1203"/>
                  <a:pt x="0" y="1198"/>
                  <a:pt x="0" y="1192"/>
                </a:cubicBezTo>
                <a:lnTo>
                  <a:pt x="0" y="45"/>
                </a:lnTo>
                <a:cubicBezTo>
                  <a:pt x="0" y="39"/>
                  <a:pt x="1" y="33"/>
                  <a:pt x="4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2564640" y="4571640"/>
            <a:ext cx="1397880" cy="444960"/>
          </a:xfrm>
          <a:custGeom>
            <a:avLst/>
            <a:gdLst/>
            <a:ahLst/>
            <a:rect l="0" t="0" r="r" b="b"/>
            <a:pathLst>
              <a:path w="3883" h="1236">
                <a:moveTo>
                  <a:pt x="45" y="0"/>
                </a:moveTo>
                <a:lnTo>
                  <a:pt x="3839" y="0"/>
                </a:lnTo>
                <a:cubicBezTo>
                  <a:pt x="3845" y="0"/>
                  <a:pt x="3850" y="1"/>
                  <a:pt x="3856" y="4"/>
                </a:cubicBezTo>
                <a:cubicBezTo>
                  <a:pt x="3861" y="6"/>
                  <a:pt x="3866" y="9"/>
                  <a:pt x="3870" y="13"/>
                </a:cubicBezTo>
                <a:cubicBezTo>
                  <a:pt x="3874" y="17"/>
                  <a:pt x="3878" y="22"/>
                  <a:pt x="3880" y="28"/>
                </a:cubicBezTo>
                <a:cubicBezTo>
                  <a:pt x="3882" y="33"/>
                  <a:pt x="3883" y="39"/>
                  <a:pt x="3883" y="45"/>
                </a:cubicBezTo>
                <a:lnTo>
                  <a:pt x="3883" y="1192"/>
                </a:lnTo>
                <a:cubicBezTo>
                  <a:pt x="3883" y="1198"/>
                  <a:pt x="3882" y="1203"/>
                  <a:pt x="3880" y="1209"/>
                </a:cubicBezTo>
                <a:cubicBezTo>
                  <a:pt x="3878" y="1214"/>
                  <a:pt x="3874" y="1219"/>
                  <a:pt x="3870" y="1223"/>
                </a:cubicBezTo>
                <a:cubicBezTo>
                  <a:pt x="3866" y="1228"/>
                  <a:pt x="3861" y="1231"/>
                  <a:pt x="3856" y="1233"/>
                </a:cubicBezTo>
                <a:cubicBezTo>
                  <a:pt x="3850" y="1235"/>
                  <a:pt x="3845" y="1236"/>
                  <a:pt x="3839" y="1236"/>
                </a:cubicBezTo>
                <a:lnTo>
                  <a:pt x="45" y="1236"/>
                </a:lnTo>
                <a:cubicBezTo>
                  <a:pt x="39" y="1236"/>
                  <a:pt x="33" y="1235"/>
                  <a:pt x="28" y="1233"/>
                </a:cubicBezTo>
                <a:cubicBezTo>
                  <a:pt x="22" y="1231"/>
                  <a:pt x="17" y="1228"/>
                  <a:pt x="13" y="1223"/>
                </a:cubicBezTo>
                <a:cubicBezTo>
                  <a:pt x="9" y="1219"/>
                  <a:pt x="6" y="1214"/>
                  <a:pt x="4" y="1209"/>
                </a:cubicBezTo>
                <a:cubicBezTo>
                  <a:pt x="1" y="1203"/>
                  <a:pt x="0" y="1198"/>
                  <a:pt x="0" y="1192"/>
                </a:cubicBezTo>
                <a:lnTo>
                  <a:pt x="0" y="45"/>
                </a:lnTo>
                <a:cubicBezTo>
                  <a:pt x="0" y="39"/>
                  <a:pt x="1" y="33"/>
                  <a:pt x="4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3222360" y="3474720"/>
            <a:ext cx="10263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q h r e f e r r a l . e ﬁ q . o rg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628720" y="4642560"/>
            <a:ext cx="11005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 (Filler / RIS)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628720" y="4748040"/>
            <a:ext cx="991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Patient-Referral Filler view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4964760" y="2012040"/>
            <a:ext cx="102960" cy="102600"/>
          </a:xfrm>
          <a:custGeom>
            <a:avLst/>
            <a:gdLst/>
            <a:ahLst/>
            <a:rect l="0" t="0" r="r" b="b"/>
            <a:pathLst>
              <a:path w="286" h="285">
                <a:moveTo>
                  <a:pt x="286" y="142"/>
                </a:moveTo>
                <a:cubicBezTo>
                  <a:pt x="286" y="151"/>
                  <a:pt x="285" y="161"/>
                  <a:pt x="283" y="170"/>
                </a:cubicBezTo>
                <a:cubicBezTo>
                  <a:pt x="281" y="179"/>
                  <a:pt x="278" y="188"/>
                  <a:pt x="275" y="196"/>
                </a:cubicBezTo>
                <a:cubicBezTo>
                  <a:pt x="271" y="205"/>
                  <a:pt x="266" y="213"/>
                  <a:pt x="261" y="221"/>
                </a:cubicBezTo>
                <a:cubicBezTo>
                  <a:pt x="255" y="229"/>
                  <a:pt x="250" y="237"/>
                  <a:pt x="243" y="244"/>
                </a:cubicBezTo>
                <a:cubicBezTo>
                  <a:pt x="236" y="250"/>
                  <a:pt x="229" y="256"/>
                  <a:pt x="221" y="261"/>
                </a:cubicBezTo>
                <a:cubicBezTo>
                  <a:pt x="214" y="266"/>
                  <a:pt x="205" y="271"/>
                  <a:pt x="197" y="274"/>
                </a:cubicBezTo>
                <a:cubicBezTo>
                  <a:pt x="188" y="278"/>
                  <a:pt x="179" y="281"/>
                  <a:pt x="170" y="282"/>
                </a:cubicBezTo>
                <a:cubicBezTo>
                  <a:pt x="161" y="284"/>
                  <a:pt x="152" y="285"/>
                  <a:pt x="142" y="285"/>
                </a:cubicBezTo>
                <a:cubicBezTo>
                  <a:pt x="133" y="285"/>
                  <a:pt x="124" y="284"/>
                  <a:pt x="115" y="282"/>
                </a:cubicBezTo>
                <a:cubicBezTo>
                  <a:pt x="106" y="281"/>
                  <a:pt x="97" y="278"/>
                  <a:pt x="88" y="274"/>
                </a:cubicBezTo>
                <a:cubicBezTo>
                  <a:pt x="79" y="271"/>
                  <a:pt x="71" y="266"/>
                  <a:pt x="63" y="261"/>
                </a:cubicBezTo>
                <a:cubicBezTo>
                  <a:pt x="56" y="256"/>
                  <a:pt x="49" y="250"/>
                  <a:pt x="42" y="244"/>
                </a:cubicBezTo>
                <a:cubicBezTo>
                  <a:pt x="35" y="237"/>
                  <a:pt x="29" y="229"/>
                  <a:pt x="24" y="221"/>
                </a:cubicBezTo>
                <a:cubicBezTo>
                  <a:pt x="19" y="213"/>
                  <a:pt x="15" y="205"/>
                  <a:pt x="11" y="196"/>
                </a:cubicBezTo>
                <a:cubicBezTo>
                  <a:pt x="8" y="188"/>
                  <a:pt x="5" y="179"/>
                  <a:pt x="3" y="170"/>
                </a:cubicBezTo>
                <a:cubicBezTo>
                  <a:pt x="1" y="161"/>
                  <a:pt x="0" y="151"/>
                  <a:pt x="0" y="142"/>
                </a:cubicBez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8" y="96"/>
                  <a:pt x="11" y="88"/>
                </a:cubicBezTo>
                <a:cubicBezTo>
                  <a:pt x="15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9" y="35"/>
                  <a:pt x="56" y="29"/>
                  <a:pt x="63" y="24"/>
                </a:cubicBezTo>
                <a:cubicBezTo>
                  <a:pt x="71" y="18"/>
                  <a:pt x="79" y="14"/>
                  <a:pt x="88" y="11"/>
                </a:cubicBezTo>
                <a:cubicBezTo>
                  <a:pt x="97" y="7"/>
                  <a:pt x="106" y="4"/>
                  <a:pt x="115" y="2"/>
                </a:cubicBezTo>
                <a:cubicBezTo>
                  <a:pt x="124" y="1"/>
                  <a:pt x="133" y="0"/>
                  <a:pt x="142" y="0"/>
                </a:cubicBezTo>
                <a:cubicBezTo>
                  <a:pt x="152" y="0"/>
                  <a:pt x="161" y="1"/>
                  <a:pt x="170" y="2"/>
                </a:cubicBezTo>
                <a:cubicBezTo>
                  <a:pt x="179" y="4"/>
                  <a:pt x="188" y="7"/>
                  <a:pt x="197" y="11"/>
                </a:cubicBezTo>
                <a:cubicBezTo>
                  <a:pt x="205" y="14"/>
                  <a:pt x="214" y="18"/>
                  <a:pt x="221" y="24"/>
                </a:cubicBezTo>
                <a:cubicBezTo>
                  <a:pt x="229" y="29"/>
                  <a:pt x="236" y="35"/>
                  <a:pt x="243" y="41"/>
                </a:cubicBezTo>
                <a:cubicBezTo>
                  <a:pt x="250" y="48"/>
                  <a:pt x="255" y="55"/>
                  <a:pt x="261" y="63"/>
                </a:cubicBezTo>
                <a:cubicBezTo>
                  <a:pt x="266" y="71"/>
                  <a:pt x="271" y="79"/>
                  <a:pt x="275" y="88"/>
                </a:cubicBezTo>
                <a:cubicBezTo>
                  <a:pt x="278" y="96"/>
                  <a:pt x="281" y="105"/>
                  <a:pt x="283" y="114"/>
                </a:cubicBezTo>
                <a:cubicBezTo>
                  <a:pt x="285" y="123"/>
                  <a:pt x="286" y="133"/>
                  <a:pt x="286" y="14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4964760" y="2012040"/>
            <a:ext cx="102960" cy="102600"/>
          </a:xfrm>
          <a:custGeom>
            <a:avLst/>
            <a:gdLst/>
            <a:ahLst/>
            <a:rect l="0" t="0" r="r" b="b"/>
            <a:pathLst>
              <a:path w="286" h="285">
                <a:moveTo>
                  <a:pt x="286" y="142"/>
                </a:moveTo>
                <a:cubicBezTo>
                  <a:pt x="286" y="151"/>
                  <a:pt x="285" y="161"/>
                  <a:pt x="283" y="170"/>
                </a:cubicBezTo>
                <a:cubicBezTo>
                  <a:pt x="281" y="179"/>
                  <a:pt x="278" y="188"/>
                  <a:pt x="275" y="196"/>
                </a:cubicBezTo>
                <a:cubicBezTo>
                  <a:pt x="271" y="205"/>
                  <a:pt x="266" y="213"/>
                  <a:pt x="261" y="221"/>
                </a:cubicBezTo>
                <a:cubicBezTo>
                  <a:pt x="255" y="229"/>
                  <a:pt x="250" y="237"/>
                  <a:pt x="243" y="244"/>
                </a:cubicBezTo>
                <a:cubicBezTo>
                  <a:pt x="236" y="250"/>
                  <a:pt x="229" y="256"/>
                  <a:pt x="221" y="261"/>
                </a:cubicBezTo>
                <a:cubicBezTo>
                  <a:pt x="214" y="266"/>
                  <a:pt x="205" y="271"/>
                  <a:pt x="197" y="274"/>
                </a:cubicBezTo>
                <a:cubicBezTo>
                  <a:pt x="188" y="278"/>
                  <a:pt x="179" y="281"/>
                  <a:pt x="170" y="282"/>
                </a:cubicBezTo>
                <a:cubicBezTo>
                  <a:pt x="161" y="284"/>
                  <a:pt x="152" y="285"/>
                  <a:pt x="142" y="285"/>
                </a:cubicBezTo>
                <a:cubicBezTo>
                  <a:pt x="133" y="285"/>
                  <a:pt x="124" y="284"/>
                  <a:pt x="115" y="282"/>
                </a:cubicBezTo>
                <a:cubicBezTo>
                  <a:pt x="106" y="281"/>
                  <a:pt x="97" y="278"/>
                  <a:pt x="88" y="274"/>
                </a:cubicBezTo>
                <a:cubicBezTo>
                  <a:pt x="79" y="271"/>
                  <a:pt x="71" y="266"/>
                  <a:pt x="63" y="261"/>
                </a:cubicBezTo>
                <a:cubicBezTo>
                  <a:pt x="56" y="256"/>
                  <a:pt x="49" y="250"/>
                  <a:pt x="42" y="244"/>
                </a:cubicBezTo>
                <a:cubicBezTo>
                  <a:pt x="35" y="237"/>
                  <a:pt x="29" y="229"/>
                  <a:pt x="24" y="221"/>
                </a:cubicBezTo>
                <a:cubicBezTo>
                  <a:pt x="19" y="213"/>
                  <a:pt x="15" y="205"/>
                  <a:pt x="11" y="196"/>
                </a:cubicBezTo>
                <a:cubicBezTo>
                  <a:pt x="8" y="188"/>
                  <a:pt x="5" y="179"/>
                  <a:pt x="3" y="170"/>
                </a:cubicBezTo>
                <a:cubicBezTo>
                  <a:pt x="1" y="161"/>
                  <a:pt x="0" y="151"/>
                  <a:pt x="0" y="142"/>
                </a:cubicBezTo>
                <a:cubicBezTo>
                  <a:pt x="0" y="133"/>
                  <a:pt x="1" y="123"/>
                  <a:pt x="3" y="114"/>
                </a:cubicBezTo>
                <a:cubicBezTo>
                  <a:pt x="5" y="105"/>
                  <a:pt x="8" y="96"/>
                  <a:pt x="11" y="88"/>
                </a:cubicBezTo>
                <a:cubicBezTo>
                  <a:pt x="15" y="79"/>
                  <a:pt x="19" y="71"/>
                  <a:pt x="24" y="63"/>
                </a:cubicBezTo>
                <a:cubicBezTo>
                  <a:pt x="29" y="55"/>
                  <a:pt x="35" y="48"/>
                  <a:pt x="42" y="41"/>
                </a:cubicBezTo>
                <a:cubicBezTo>
                  <a:pt x="49" y="35"/>
                  <a:pt x="56" y="29"/>
                  <a:pt x="63" y="24"/>
                </a:cubicBezTo>
                <a:cubicBezTo>
                  <a:pt x="71" y="18"/>
                  <a:pt x="79" y="14"/>
                  <a:pt x="88" y="11"/>
                </a:cubicBezTo>
                <a:cubicBezTo>
                  <a:pt x="97" y="7"/>
                  <a:pt x="106" y="4"/>
                  <a:pt x="115" y="2"/>
                </a:cubicBezTo>
                <a:cubicBezTo>
                  <a:pt x="124" y="1"/>
                  <a:pt x="133" y="0"/>
                  <a:pt x="142" y="0"/>
                </a:cubicBezTo>
                <a:cubicBezTo>
                  <a:pt x="152" y="0"/>
                  <a:pt x="161" y="1"/>
                  <a:pt x="170" y="2"/>
                </a:cubicBezTo>
                <a:cubicBezTo>
                  <a:pt x="179" y="4"/>
                  <a:pt x="188" y="7"/>
                  <a:pt x="197" y="11"/>
                </a:cubicBezTo>
                <a:cubicBezTo>
                  <a:pt x="205" y="14"/>
                  <a:pt x="214" y="18"/>
                  <a:pt x="221" y="24"/>
                </a:cubicBezTo>
                <a:cubicBezTo>
                  <a:pt x="229" y="29"/>
                  <a:pt x="236" y="35"/>
                  <a:pt x="243" y="41"/>
                </a:cubicBezTo>
                <a:cubicBezTo>
                  <a:pt x="250" y="48"/>
                  <a:pt x="255" y="55"/>
                  <a:pt x="261" y="63"/>
                </a:cubicBezTo>
                <a:cubicBezTo>
                  <a:pt x="266" y="71"/>
                  <a:pt x="271" y="79"/>
                  <a:pt x="275" y="88"/>
                </a:cubicBezTo>
                <a:cubicBezTo>
                  <a:pt x="278" y="96"/>
                  <a:pt x="281" y="105"/>
                  <a:pt x="283" y="114"/>
                </a:cubicBezTo>
                <a:cubicBezTo>
                  <a:pt x="285" y="123"/>
                  <a:pt x="286" y="133"/>
                  <a:pt x="286" y="142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4932720" y="2114280"/>
            <a:ext cx="166680" cy="269280"/>
          </a:xfrm>
          <a:custGeom>
            <a:avLst/>
            <a:gdLst/>
            <a:ahLst/>
            <a:rect l="0" t="0" r="r" b="b"/>
            <a:pathLst>
              <a:path fill="none" w="463" h="748">
                <a:moveTo>
                  <a:pt x="231" y="0"/>
                </a:moveTo>
                <a:lnTo>
                  <a:pt x="231" y="481"/>
                </a:lnTo>
                <a:moveTo>
                  <a:pt x="0" y="142"/>
                </a:moveTo>
                <a:lnTo>
                  <a:pt x="463" y="142"/>
                </a:lnTo>
                <a:moveTo>
                  <a:pt x="231" y="481"/>
                </a:moveTo>
                <a:lnTo>
                  <a:pt x="0" y="748"/>
                </a:lnTo>
                <a:moveTo>
                  <a:pt x="231" y="481"/>
                </a:moveTo>
                <a:lnTo>
                  <a:pt x="463" y="748"/>
                </a:lnTo>
              </a:path>
            </a:pathLst>
          </a:custGeom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628720" y="4853520"/>
            <a:ext cx="6174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 i s . e ﬁ q . o r g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772160" y="2399400"/>
            <a:ext cx="4165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Patient app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2778120" y="5406840"/>
            <a:ext cx="970920" cy="444960"/>
          </a:xfrm>
          <a:custGeom>
            <a:avLst/>
            <a:gdLst/>
            <a:ahLst/>
            <a:rect l="0" t="0" r="r" b="b"/>
            <a:pathLst>
              <a:path w="2697" h="1236">
                <a:moveTo>
                  <a:pt x="44" y="0"/>
                </a:moveTo>
                <a:lnTo>
                  <a:pt x="2653" y="0"/>
                </a:lnTo>
                <a:cubicBezTo>
                  <a:pt x="2659" y="0"/>
                  <a:pt x="2664" y="1"/>
                  <a:pt x="2670" y="4"/>
                </a:cubicBezTo>
                <a:cubicBezTo>
                  <a:pt x="2675" y="6"/>
                  <a:pt x="2680" y="9"/>
                  <a:pt x="2684" y="13"/>
                </a:cubicBezTo>
                <a:cubicBezTo>
                  <a:pt x="2688" y="17"/>
                  <a:pt x="2692" y="22"/>
                  <a:pt x="2694" y="28"/>
                </a:cubicBezTo>
                <a:cubicBezTo>
                  <a:pt x="2696" y="33"/>
                  <a:pt x="2697" y="39"/>
                  <a:pt x="2697" y="45"/>
                </a:cubicBezTo>
                <a:lnTo>
                  <a:pt x="2697" y="1192"/>
                </a:lnTo>
                <a:cubicBezTo>
                  <a:pt x="2697" y="1198"/>
                  <a:pt x="2696" y="1203"/>
                  <a:pt x="2694" y="1209"/>
                </a:cubicBezTo>
                <a:cubicBezTo>
                  <a:pt x="2692" y="1214"/>
                  <a:pt x="2688" y="1219"/>
                  <a:pt x="2684" y="1223"/>
                </a:cubicBezTo>
                <a:cubicBezTo>
                  <a:pt x="2680" y="1227"/>
                  <a:pt x="2675" y="1231"/>
                  <a:pt x="2670" y="1233"/>
                </a:cubicBezTo>
                <a:cubicBezTo>
                  <a:pt x="2664" y="1235"/>
                  <a:pt x="2659" y="1236"/>
                  <a:pt x="2653" y="1236"/>
                </a:cubicBezTo>
                <a:lnTo>
                  <a:pt x="44" y="1236"/>
                </a:lnTo>
                <a:cubicBezTo>
                  <a:pt x="39" y="1236"/>
                  <a:pt x="33" y="1235"/>
                  <a:pt x="27" y="1233"/>
                </a:cubicBezTo>
                <a:cubicBezTo>
                  <a:pt x="22" y="1231"/>
                  <a:pt x="17" y="1227"/>
                  <a:pt x="13" y="1223"/>
                </a:cubicBezTo>
                <a:cubicBezTo>
                  <a:pt x="9" y="1219"/>
                  <a:pt x="6" y="1214"/>
                  <a:pt x="3" y="1209"/>
                </a:cubicBezTo>
                <a:cubicBezTo>
                  <a:pt x="1" y="1203"/>
                  <a:pt x="0" y="1198"/>
                  <a:pt x="0" y="119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3" y="1"/>
                  <a:pt x="39" y="0"/>
                  <a:pt x="4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2778120" y="5406840"/>
            <a:ext cx="970920" cy="444960"/>
          </a:xfrm>
          <a:custGeom>
            <a:avLst/>
            <a:gdLst/>
            <a:ahLst/>
            <a:rect l="0" t="0" r="r" b="b"/>
            <a:pathLst>
              <a:path w="2697" h="1236">
                <a:moveTo>
                  <a:pt x="44" y="0"/>
                </a:moveTo>
                <a:lnTo>
                  <a:pt x="2653" y="0"/>
                </a:lnTo>
                <a:cubicBezTo>
                  <a:pt x="2659" y="0"/>
                  <a:pt x="2664" y="1"/>
                  <a:pt x="2670" y="4"/>
                </a:cubicBezTo>
                <a:cubicBezTo>
                  <a:pt x="2675" y="6"/>
                  <a:pt x="2680" y="9"/>
                  <a:pt x="2684" y="13"/>
                </a:cubicBezTo>
                <a:cubicBezTo>
                  <a:pt x="2688" y="17"/>
                  <a:pt x="2692" y="22"/>
                  <a:pt x="2694" y="28"/>
                </a:cubicBezTo>
                <a:cubicBezTo>
                  <a:pt x="2696" y="33"/>
                  <a:pt x="2697" y="39"/>
                  <a:pt x="2697" y="45"/>
                </a:cubicBezTo>
                <a:lnTo>
                  <a:pt x="2697" y="1192"/>
                </a:lnTo>
                <a:cubicBezTo>
                  <a:pt x="2697" y="1198"/>
                  <a:pt x="2696" y="1203"/>
                  <a:pt x="2694" y="1209"/>
                </a:cubicBezTo>
                <a:cubicBezTo>
                  <a:pt x="2692" y="1214"/>
                  <a:pt x="2688" y="1219"/>
                  <a:pt x="2684" y="1223"/>
                </a:cubicBezTo>
                <a:cubicBezTo>
                  <a:pt x="2680" y="1227"/>
                  <a:pt x="2675" y="1231"/>
                  <a:pt x="2670" y="1233"/>
                </a:cubicBezTo>
                <a:cubicBezTo>
                  <a:pt x="2664" y="1235"/>
                  <a:pt x="2659" y="1236"/>
                  <a:pt x="2653" y="1236"/>
                </a:cubicBezTo>
                <a:lnTo>
                  <a:pt x="44" y="1236"/>
                </a:lnTo>
                <a:cubicBezTo>
                  <a:pt x="39" y="1236"/>
                  <a:pt x="33" y="1235"/>
                  <a:pt x="27" y="1233"/>
                </a:cubicBezTo>
                <a:cubicBezTo>
                  <a:pt x="22" y="1231"/>
                  <a:pt x="17" y="1227"/>
                  <a:pt x="13" y="1223"/>
                </a:cubicBezTo>
                <a:cubicBezTo>
                  <a:pt x="9" y="1219"/>
                  <a:pt x="6" y="1214"/>
                  <a:pt x="3" y="1209"/>
                </a:cubicBezTo>
                <a:cubicBezTo>
                  <a:pt x="1" y="1203"/>
                  <a:pt x="0" y="1198"/>
                  <a:pt x="0" y="119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3" y="1"/>
                  <a:pt x="39" y="0"/>
                  <a:pt x="44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2160" y="2505240"/>
            <a:ext cx="4863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 s t r e t c h )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842200" y="5477400"/>
            <a:ext cx="7315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Terminology Server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842200" y="5583240"/>
            <a:ext cx="4647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(Ontoserver)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3749760" y="5499360"/>
            <a:ext cx="1619280" cy="260280"/>
          </a:xfrm>
          <a:custGeom>
            <a:avLst/>
            <a:gdLst/>
            <a:ahLst/>
            <a:rect l="0" t="0" r="r" b="b"/>
            <a:pathLst>
              <a:path w="4498" h="723">
                <a:moveTo>
                  <a:pt x="619" y="291"/>
                </a:moveTo>
                <a:lnTo>
                  <a:pt x="0" y="362"/>
                </a:lnTo>
                <a:lnTo>
                  <a:pt x="619" y="433"/>
                </a:lnTo>
                <a:lnTo>
                  <a:pt x="619" y="723"/>
                </a:lnTo>
                <a:lnTo>
                  <a:pt x="4498" y="723"/>
                </a:lnTo>
                <a:lnTo>
                  <a:pt x="4498" y="177"/>
                </a:lnTo>
                <a:lnTo>
                  <a:pt x="4321" y="0"/>
                </a:lnTo>
                <a:lnTo>
                  <a:pt x="619" y="0"/>
                </a:lnTo>
                <a:lnTo>
                  <a:pt x="619" y="291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3749760" y="5499360"/>
            <a:ext cx="1619280" cy="260280"/>
          </a:xfrm>
          <a:custGeom>
            <a:avLst/>
            <a:gdLst/>
            <a:ahLst/>
            <a:rect l="0" t="0" r="r" b="b"/>
            <a:pathLst>
              <a:path fill="none" w="4498" h="723">
                <a:moveTo>
                  <a:pt x="619" y="0"/>
                </a:moveTo>
                <a:lnTo>
                  <a:pt x="619" y="291"/>
                </a:lnTo>
                <a:lnTo>
                  <a:pt x="0" y="362"/>
                </a:lnTo>
                <a:lnTo>
                  <a:pt x="619" y="433"/>
                </a:lnTo>
                <a:lnTo>
                  <a:pt x="619" y="723"/>
                </a:lnTo>
                <a:lnTo>
                  <a:pt x="4498" y="723"/>
                </a:lnTo>
                <a:lnTo>
                  <a:pt x="4498" y="177"/>
                </a:lnTo>
                <a:lnTo>
                  <a:pt x="4321" y="0"/>
                </a:lnTo>
                <a:lnTo>
                  <a:pt x="619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5304960" y="54993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0" y="178"/>
                </a:moveTo>
                <a:lnTo>
                  <a:pt x="178" y="178"/>
                </a:lnTo>
                <a:lnTo>
                  <a:pt x="0" y="0"/>
                </a:lnTo>
                <a:lnTo>
                  <a:pt x="0" y="178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5304960" y="5499360"/>
            <a:ext cx="64080" cy="64080"/>
          </a:xfrm>
          <a:custGeom>
            <a:avLst/>
            <a:gdLst/>
            <a:ahLst/>
            <a:rect l="0" t="0" r="r" b="b"/>
            <a:pathLst>
              <a:path fill="none" w="178" h="178">
                <a:moveTo>
                  <a:pt x="0" y="0"/>
                </a:moveTo>
                <a:lnTo>
                  <a:pt x="0" y="178"/>
                </a:lnTo>
                <a:lnTo>
                  <a:pt x="178" y="178"/>
                </a:lnTo>
                <a:lnTo>
                  <a:pt x="0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842200" y="5688720"/>
            <a:ext cx="574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t x . e ﬁ q . o r g</a:t>
            </a:r>
            <a:endParaRPr lang="en-AU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010760" y="5537520"/>
            <a:ext cx="10778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Shared by every server and app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4086720" y="3285000"/>
            <a:ext cx="1586160" cy="260280"/>
          </a:xfrm>
          <a:custGeom>
            <a:avLst/>
            <a:gdLst/>
            <a:ahLst/>
            <a:rect l="0" t="0" r="r" b="b"/>
            <a:pathLst>
              <a:path w="4406" h="723">
                <a:moveTo>
                  <a:pt x="616" y="290"/>
                </a:moveTo>
                <a:lnTo>
                  <a:pt x="0" y="361"/>
                </a:lnTo>
                <a:lnTo>
                  <a:pt x="616" y="432"/>
                </a:lnTo>
                <a:lnTo>
                  <a:pt x="616" y="723"/>
                </a:lnTo>
                <a:lnTo>
                  <a:pt x="4406" y="723"/>
                </a:lnTo>
                <a:lnTo>
                  <a:pt x="4406" y="178"/>
                </a:lnTo>
                <a:lnTo>
                  <a:pt x="4228" y="0"/>
                </a:lnTo>
                <a:lnTo>
                  <a:pt x="616" y="0"/>
                </a:lnTo>
                <a:lnTo>
                  <a:pt x="616" y="29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4086720" y="3285000"/>
            <a:ext cx="1586160" cy="260280"/>
          </a:xfrm>
          <a:custGeom>
            <a:avLst/>
            <a:gdLst/>
            <a:ahLst/>
            <a:rect l="0" t="0" r="r" b="b"/>
            <a:pathLst>
              <a:path fill="none" w="4406" h="723">
                <a:moveTo>
                  <a:pt x="616" y="0"/>
                </a:moveTo>
                <a:lnTo>
                  <a:pt x="616" y="290"/>
                </a:lnTo>
                <a:lnTo>
                  <a:pt x="0" y="361"/>
                </a:lnTo>
                <a:lnTo>
                  <a:pt x="616" y="432"/>
                </a:lnTo>
                <a:lnTo>
                  <a:pt x="616" y="723"/>
                </a:lnTo>
                <a:lnTo>
                  <a:pt x="4406" y="723"/>
                </a:lnTo>
                <a:lnTo>
                  <a:pt x="4406" y="178"/>
                </a:lnTo>
                <a:lnTo>
                  <a:pt x="4228" y="0"/>
                </a:lnTo>
                <a:lnTo>
                  <a:pt x="616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608440" y="3285000"/>
            <a:ext cx="64440" cy="64440"/>
          </a:xfrm>
          <a:custGeom>
            <a:avLst/>
            <a:gdLst/>
            <a:ahLst/>
            <a:rect l="0" t="0" r="r" b="b"/>
            <a:pathLst>
              <a:path w="179" h="179">
                <a:moveTo>
                  <a:pt x="0" y="179"/>
                </a:moveTo>
                <a:lnTo>
                  <a:pt x="179" y="179"/>
                </a:lnTo>
                <a:lnTo>
                  <a:pt x="0" y="0"/>
                </a:lnTo>
                <a:lnTo>
                  <a:pt x="0" y="179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608440" y="3285000"/>
            <a:ext cx="64440" cy="64440"/>
          </a:xfrm>
          <a:custGeom>
            <a:avLst/>
            <a:gdLst/>
            <a:ahLst/>
            <a:rect l="0" t="0" r="r" b="b"/>
            <a:pathLst>
              <a:path fill="none" w="179" h="179">
                <a:moveTo>
                  <a:pt x="0" y="0"/>
                </a:moveTo>
                <a:lnTo>
                  <a:pt x="0" y="179"/>
                </a:lnTo>
                <a:lnTo>
                  <a:pt x="179" y="179"/>
                </a:lnTo>
                <a:lnTo>
                  <a:pt x="0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010760" y="5635440"/>
            <a:ext cx="901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($expand / $validate-code)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347000" y="3323160"/>
            <a:ext cx="9583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Holds ServiceRequest, Task,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395000" y="1162080"/>
            <a:ext cx="1652040" cy="844200"/>
          </a:xfrm>
          <a:custGeom>
            <a:avLst/>
            <a:gdLst/>
            <a:ahLst/>
            <a:rect l="0" t="0" r="r" b="b"/>
            <a:pathLst>
              <a:path w="4589" h="2345">
                <a:moveTo>
                  <a:pt x="0" y="1268"/>
                </a:moveTo>
                <a:lnTo>
                  <a:pt x="2223" y="1268"/>
                </a:lnTo>
                <a:lnTo>
                  <a:pt x="2294" y="2345"/>
                </a:lnTo>
                <a:lnTo>
                  <a:pt x="2365" y="1268"/>
                </a:lnTo>
                <a:lnTo>
                  <a:pt x="4589" y="1268"/>
                </a:lnTo>
                <a:lnTo>
                  <a:pt x="4589" y="178"/>
                </a:lnTo>
                <a:lnTo>
                  <a:pt x="4411" y="0"/>
                </a:lnTo>
                <a:lnTo>
                  <a:pt x="0" y="0"/>
                </a:lnTo>
                <a:lnTo>
                  <a:pt x="0" y="1268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395000" y="1162080"/>
            <a:ext cx="1652040" cy="844200"/>
          </a:xfrm>
          <a:custGeom>
            <a:avLst/>
            <a:gdLst/>
            <a:ahLst/>
            <a:rect l="0" t="0" r="r" b="b"/>
            <a:pathLst>
              <a:path fill="none" w="4589" h="2345">
                <a:moveTo>
                  <a:pt x="0" y="0"/>
                </a:moveTo>
                <a:lnTo>
                  <a:pt x="0" y="1268"/>
                </a:lnTo>
                <a:lnTo>
                  <a:pt x="2223" y="1268"/>
                </a:lnTo>
                <a:lnTo>
                  <a:pt x="2294" y="2345"/>
                </a:lnTo>
                <a:lnTo>
                  <a:pt x="2365" y="1268"/>
                </a:lnTo>
                <a:lnTo>
                  <a:pt x="4589" y="1268"/>
                </a:lnTo>
                <a:lnTo>
                  <a:pt x="4589" y="178"/>
                </a:lnTo>
                <a:lnTo>
                  <a:pt x="4411" y="0"/>
                </a:lnTo>
                <a:lnTo>
                  <a:pt x="0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982600" y="1162080"/>
            <a:ext cx="64440" cy="64440"/>
          </a:xfrm>
          <a:custGeom>
            <a:avLst/>
            <a:gdLst/>
            <a:ahLst/>
            <a:rect l="0" t="0" r="r" b="b"/>
            <a:pathLst>
              <a:path w="179" h="179">
                <a:moveTo>
                  <a:pt x="0" y="179"/>
                </a:moveTo>
                <a:lnTo>
                  <a:pt x="179" y="179"/>
                </a:lnTo>
                <a:lnTo>
                  <a:pt x="0" y="0"/>
                </a:lnTo>
                <a:lnTo>
                  <a:pt x="0" y="179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2982600" y="1162080"/>
            <a:ext cx="64440" cy="64440"/>
          </a:xfrm>
          <a:custGeom>
            <a:avLst/>
            <a:gdLst/>
            <a:ahLst/>
            <a:rect l="0" t="0" r="r" b="b"/>
            <a:pathLst>
              <a:path fill="none" w="179" h="179">
                <a:moveTo>
                  <a:pt x="0" y="0"/>
                </a:moveTo>
                <a:lnTo>
                  <a:pt x="0" y="179"/>
                </a:lnTo>
                <a:lnTo>
                  <a:pt x="179" y="179"/>
                </a:lnTo>
                <a:lnTo>
                  <a:pt x="0" y="0"/>
                </a:lnTo>
              </a:path>
            </a:pathLst>
          </a:custGeom>
          <a:ln w="2880">
            <a:solidFill>
              <a:srgbClr val="181818"/>
            </a:solidFill>
            <a:miter/>
          </a:ln>
        </p:spPr>
        <p:txBody>
          <a:bodyPr lIns="1440" tIns="1440" rIns="1440" bIns="144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347000" y="3421440"/>
            <a:ext cx="10342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Schedule / Slot / Appointment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433520" y="1200240"/>
            <a:ext cx="6264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Patient-Referral —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433520" y="1298520"/>
            <a:ext cx="10508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live at patient-referral.eﬁq.org,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433520" y="1396440"/>
            <a:ext cx="4773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pointed at the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840960" y="2351160"/>
            <a:ext cx="940320" cy="1446480"/>
          </a:xfrm>
          <a:custGeom>
            <a:avLst/>
            <a:gdLst/>
            <a:ahLst/>
            <a:rect l="0" t="0" r="r" b="b"/>
            <a:pathLst>
              <a:path fill="none" w="2612" h="4018">
                <a:moveTo>
                  <a:pt x="2612" y="0"/>
                </a:moveTo>
                <a:cubicBezTo>
                  <a:pt x="1795" y="142"/>
                  <a:pt x="776" y="472"/>
                  <a:pt x="247" y="1235"/>
                </a:cubicBezTo>
                <a:cubicBezTo>
                  <a:pt x="-375" y="2133"/>
                  <a:pt x="301" y="3250"/>
                  <a:pt x="938" y="4018"/>
                </a:cubicBezTo>
              </a:path>
            </a:pathLst>
          </a:custGeom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1145520" y="3765960"/>
            <a:ext cx="56880" cy="61200"/>
          </a:xfrm>
          <a:custGeom>
            <a:avLst/>
            <a:gdLst/>
            <a:ahLst/>
            <a:rect l="0" t="0" r="r" b="b"/>
            <a:pathLst>
              <a:path w="158" h="170">
                <a:moveTo>
                  <a:pt x="158" y="170"/>
                </a:moveTo>
                <a:lnTo>
                  <a:pt x="111" y="0"/>
                </a:lnTo>
                <a:lnTo>
                  <a:pt x="102" y="102"/>
                </a:lnTo>
                <a:lnTo>
                  <a:pt x="0" y="92"/>
                </a:lnTo>
                <a:lnTo>
                  <a:pt x="158" y="17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433520" y="1494360"/>
            <a:ext cx="13507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Qld Health Provider Directory on FHIR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662200" y="2359440"/>
            <a:ext cx="980280" cy="793800"/>
          </a:xfrm>
          <a:custGeom>
            <a:avLst/>
            <a:gdLst/>
            <a:ahLst/>
            <a:rect l="0" t="0" r="r" b="b"/>
            <a:pathLst>
              <a:path fill="none" w="2723" h="2205">
                <a:moveTo>
                  <a:pt x="0" y="0"/>
                </a:moveTo>
                <a:cubicBezTo>
                  <a:pt x="811" y="154"/>
                  <a:pt x="1828" y="487"/>
                  <a:pt x="2417" y="1213"/>
                </a:cubicBezTo>
                <a:cubicBezTo>
                  <a:pt x="2664" y="1517"/>
                  <a:pt x="2723" y="1849"/>
                  <a:pt x="2723" y="2205"/>
                </a:cubicBezTo>
              </a:path>
            </a:pathLst>
          </a:custGeom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3616560" y="3133800"/>
            <a:ext cx="51480" cy="57960"/>
          </a:xfrm>
          <a:custGeom>
            <a:avLst/>
            <a:gdLst/>
            <a:ahLst/>
            <a:rect l="0" t="0" r="r" b="b"/>
            <a:pathLst>
              <a:path w="143" h="161">
                <a:moveTo>
                  <a:pt x="70" y="161"/>
                </a:moveTo>
                <a:lnTo>
                  <a:pt x="143" y="0"/>
                </a:lnTo>
                <a:lnTo>
                  <a:pt x="71" y="72"/>
                </a:lnTo>
                <a:lnTo>
                  <a:pt x="0" y="0"/>
                </a:lnTo>
                <a:lnTo>
                  <a:pt x="70" y="161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35280" y="2856600"/>
            <a:ext cx="9493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discover service + Endpoint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826800" y="2808360"/>
            <a:ext cx="4824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create referral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2104200" y="2605680"/>
            <a:ext cx="1013760" cy="726840"/>
          </a:xfrm>
          <a:custGeom>
            <a:avLst/>
            <a:gdLst/>
            <a:ahLst/>
            <a:rect l="0" t="0" r="r" b="b"/>
            <a:pathLst>
              <a:path fill="none" w="2816" h="2019">
                <a:moveTo>
                  <a:pt x="45" y="0"/>
                </a:moveTo>
                <a:cubicBezTo>
                  <a:pt x="-29" y="369"/>
                  <a:pt x="-33" y="790"/>
                  <a:pt x="200" y="1097"/>
                </a:cubicBezTo>
                <a:cubicBezTo>
                  <a:pt x="531" y="1535"/>
                  <a:pt x="1773" y="1833"/>
                  <a:pt x="2816" y="2019"/>
                </a:cubicBezTo>
              </a:path>
            </a:pathLst>
          </a:custGeom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3094200" y="3303720"/>
            <a:ext cx="61560" cy="50760"/>
          </a:xfrm>
          <a:custGeom>
            <a:avLst/>
            <a:gdLst/>
            <a:ahLst/>
            <a:rect l="0" t="0" r="r" b="b"/>
            <a:pathLst>
              <a:path w="171" h="141">
                <a:moveTo>
                  <a:pt x="171" y="98"/>
                </a:moveTo>
                <a:lnTo>
                  <a:pt x="25" y="0"/>
                </a:lnTo>
                <a:lnTo>
                  <a:pt x="82" y="83"/>
                </a:lnTo>
                <a:lnTo>
                  <a:pt x="0" y="141"/>
                </a:lnTo>
                <a:lnTo>
                  <a:pt x="171" y="98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627720" y="2906640"/>
            <a:ext cx="8168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(ServiceRequest + Task)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3292560" y="3673800"/>
            <a:ext cx="212760" cy="896040"/>
          </a:xfrm>
          <a:custGeom>
            <a:avLst/>
            <a:gdLst/>
            <a:ahLst/>
            <a:rect l="0" t="0" r="r" b="b"/>
            <a:pathLst>
              <a:path fill="none" w="591" h="2489">
                <a:moveTo>
                  <a:pt x="0" y="2489"/>
                </a:moveTo>
                <a:cubicBezTo>
                  <a:pt x="81" y="1944"/>
                  <a:pt x="224" y="1124"/>
                  <a:pt x="434" y="432"/>
                </a:cubicBezTo>
                <a:cubicBezTo>
                  <a:pt x="488" y="257"/>
                  <a:pt x="518" y="169"/>
                  <a:pt x="591" y="0"/>
                </a:cubicBezTo>
              </a:path>
            </a:pathLst>
          </a:custGeom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3473640" y="3638520"/>
            <a:ext cx="47520" cy="63360"/>
          </a:xfrm>
          <a:custGeom>
            <a:avLst/>
            <a:gdLst/>
            <a:ahLst/>
            <a:rect l="0" t="0" r="r" b="b"/>
            <a:pathLst>
              <a:path w="132" h="176">
                <a:moveTo>
                  <a:pt x="129" y="0"/>
                </a:moveTo>
                <a:lnTo>
                  <a:pt x="0" y="120"/>
                </a:lnTo>
                <a:lnTo>
                  <a:pt x="95" y="82"/>
                </a:lnTo>
                <a:lnTo>
                  <a:pt x="132" y="176"/>
                </a:lnTo>
                <a:lnTo>
                  <a:pt x="129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2182680" y="2856600"/>
            <a:ext cx="10911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search Slot / book Appointment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455280" y="4014720"/>
            <a:ext cx="6912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triage, publish Slots,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2449080" y="3475800"/>
            <a:ext cx="708840" cy="1071720"/>
          </a:xfrm>
          <a:custGeom>
            <a:avLst/>
            <a:gdLst/>
            <a:ahLst/>
            <a:rect l="0" t="0" r="r" b="b"/>
            <a:pathLst>
              <a:path fill="none" w="1969" h="2977">
                <a:moveTo>
                  <a:pt x="1969" y="0"/>
                </a:moveTo>
                <a:cubicBezTo>
                  <a:pt x="1348" y="144"/>
                  <a:pt x="656" y="428"/>
                  <a:pt x="273" y="983"/>
                </a:cubicBezTo>
                <a:cubicBezTo>
                  <a:pt x="-113" y="1543"/>
                  <a:pt x="-69" y="1925"/>
                  <a:pt x="273" y="2512"/>
                </a:cubicBezTo>
                <a:cubicBezTo>
                  <a:pt x="395" y="2722"/>
                  <a:pt x="486" y="2833"/>
                  <a:pt x="684" y="2977"/>
                </a:cubicBezTo>
              </a:path>
            </a:pathLst>
          </a:custGeom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2664360" y="4515120"/>
            <a:ext cx="62280" cy="54720"/>
          </a:xfrm>
          <a:custGeom>
            <a:avLst/>
            <a:gdLst/>
            <a:ahLst/>
            <a:rect l="0" t="0" r="r" b="b"/>
            <a:pathLst>
              <a:path w="173" h="152">
                <a:moveTo>
                  <a:pt x="173" y="152"/>
                </a:moveTo>
                <a:lnTo>
                  <a:pt x="85" y="0"/>
                </a:lnTo>
                <a:lnTo>
                  <a:pt x="101" y="100"/>
                </a:lnTo>
                <a:lnTo>
                  <a:pt x="0" y="116"/>
                </a:lnTo>
                <a:lnTo>
                  <a:pt x="173" y="152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3536280" y="4113000"/>
            <a:ext cx="5691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conﬁrm booking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4142520" y="2604960"/>
            <a:ext cx="830880" cy="610560"/>
          </a:xfrm>
          <a:custGeom>
            <a:avLst/>
            <a:gdLst/>
            <a:ahLst/>
            <a:rect l="0" t="0" r="r" b="b"/>
            <a:pathLst>
              <a:path w="2308" h="1696">
                <a:moveTo>
                  <a:pt x="2308" y="4"/>
                </a:moveTo>
                <a:cubicBezTo>
                  <a:pt x="2298" y="44"/>
                  <a:pt x="2287" y="83"/>
                  <a:pt x="2276" y="122"/>
                </a:cubicBezTo>
                <a:lnTo>
                  <a:pt x="2259" y="117"/>
                </a:lnTo>
                <a:cubicBezTo>
                  <a:pt x="2270" y="79"/>
                  <a:pt x="2281" y="39"/>
                  <a:pt x="2291" y="0"/>
                </a:cubicBezTo>
                <a:lnTo>
                  <a:pt x="2308" y="4"/>
                </a:lnTo>
                <a:moveTo>
                  <a:pt x="2239" y="242"/>
                </a:moveTo>
                <a:cubicBezTo>
                  <a:pt x="2225" y="283"/>
                  <a:pt x="2211" y="322"/>
                  <a:pt x="2197" y="361"/>
                </a:cubicBezTo>
                <a:lnTo>
                  <a:pt x="2180" y="354"/>
                </a:lnTo>
                <a:cubicBezTo>
                  <a:pt x="2195" y="316"/>
                  <a:pt x="2208" y="277"/>
                  <a:pt x="2222" y="237"/>
                </a:cubicBezTo>
                <a:lnTo>
                  <a:pt x="2239" y="242"/>
                </a:lnTo>
                <a:moveTo>
                  <a:pt x="2150" y="477"/>
                </a:moveTo>
                <a:cubicBezTo>
                  <a:pt x="2134" y="517"/>
                  <a:pt x="2116" y="555"/>
                  <a:pt x="2098" y="592"/>
                </a:cubicBezTo>
                <a:lnTo>
                  <a:pt x="2082" y="584"/>
                </a:lnTo>
                <a:cubicBezTo>
                  <a:pt x="2100" y="547"/>
                  <a:pt x="2117" y="509"/>
                  <a:pt x="2134" y="470"/>
                </a:cubicBezTo>
                <a:lnTo>
                  <a:pt x="2150" y="477"/>
                </a:lnTo>
                <a:moveTo>
                  <a:pt x="2041" y="703"/>
                </a:moveTo>
                <a:cubicBezTo>
                  <a:pt x="2020" y="740"/>
                  <a:pt x="1999" y="776"/>
                  <a:pt x="1977" y="811"/>
                </a:cubicBezTo>
                <a:lnTo>
                  <a:pt x="1962" y="801"/>
                </a:lnTo>
                <a:cubicBezTo>
                  <a:pt x="1984" y="767"/>
                  <a:pt x="2005" y="731"/>
                  <a:pt x="2025" y="694"/>
                </a:cubicBezTo>
                <a:lnTo>
                  <a:pt x="2041" y="703"/>
                </a:lnTo>
                <a:moveTo>
                  <a:pt x="1907" y="914"/>
                </a:moveTo>
                <a:cubicBezTo>
                  <a:pt x="1881" y="949"/>
                  <a:pt x="1856" y="981"/>
                  <a:pt x="1829" y="1013"/>
                </a:cubicBezTo>
                <a:lnTo>
                  <a:pt x="1815" y="1001"/>
                </a:lnTo>
                <a:cubicBezTo>
                  <a:pt x="1842" y="970"/>
                  <a:pt x="1867" y="938"/>
                  <a:pt x="1892" y="904"/>
                </a:cubicBezTo>
                <a:lnTo>
                  <a:pt x="1907" y="914"/>
                </a:lnTo>
                <a:moveTo>
                  <a:pt x="1744" y="1104"/>
                </a:moveTo>
                <a:lnTo>
                  <a:pt x="1741" y="1107"/>
                </a:lnTo>
                <a:cubicBezTo>
                  <a:pt x="1711" y="1136"/>
                  <a:pt x="1681" y="1163"/>
                  <a:pt x="1651" y="1189"/>
                </a:cubicBezTo>
                <a:lnTo>
                  <a:pt x="1640" y="1175"/>
                </a:lnTo>
                <a:cubicBezTo>
                  <a:pt x="1669" y="1150"/>
                  <a:pt x="1699" y="1123"/>
                  <a:pt x="1728" y="1094"/>
                </a:cubicBezTo>
                <a:lnTo>
                  <a:pt x="1731" y="1091"/>
                </a:lnTo>
                <a:lnTo>
                  <a:pt x="1744" y="1104"/>
                </a:lnTo>
                <a:moveTo>
                  <a:pt x="1553" y="1266"/>
                </a:moveTo>
                <a:cubicBezTo>
                  <a:pt x="1517" y="1292"/>
                  <a:pt x="1481" y="1315"/>
                  <a:pt x="1444" y="1335"/>
                </a:cubicBezTo>
                <a:lnTo>
                  <a:pt x="1436" y="1320"/>
                </a:lnTo>
                <a:cubicBezTo>
                  <a:pt x="1471" y="1300"/>
                  <a:pt x="1507" y="1277"/>
                  <a:pt x="1543" y="1251"/>
                </a:cubicBezTo>
                <a:lnTo>
                  <a:pt x="1553" y="1266"/>
                </a:lnTo>
                <a:moveTo>
                  <a:pt x="1334" y="1390"/>
                </a:moveTo>
                <a:cubicBezTo>
                  <a:pt x="1296" y="1406"/>
                  <a:pt x="1257" y="1420"/>
                  <a:pt x="1216" y="1432"/>
                </a:cubicBezTo>
                <a:lnTo>
                  <a:pt x="1211" y="1415"/>
                </a:lnTo>
                <a:cubicBezTo>
                  <a:pt x="1251" y="1403"/>
                  <a:pt x="1290" y="1389"/>
                  <a:pt x="1327" y="1373"/>
                </a:cubicBezTo>
                <a:lnTo>
                  <a:pt x="1334" y="1390"/>
                </a:lnTo>
                <a:moveTo>
                  <a:pt x="1095" y="1462"/>
                </a:moveTo>
                <a:cubicBezTo>
                  <a:pt x="1058" y="1469"/>
                  <a:pt x="1017" y="1476"/>
                  <a:pt x="972" y="1482"/>
                </a:cubicBezTo>
                <a:lnTo>
                  <a:pt x="970" y="1465"/>
                </a:lnTo>
                <a:cubicBezTo>
                  <a:pt x="1014" y="1458"/>
                  <a:pt x="1055" y="1452"/>
                  <a:pt x="1091" y="1444"/>
                </a:cubicBezTo>
                <a:lnTo>
                  <a:pt x="1095" y="1462"/>
                </a:lnTo>
                <a:moveTo>
                  <a:pt x="848" y="1498"/>
                </a:moveTo>
                <a:lnTo>
                  <a:pt x="726" y="1513"/>
                </a:lnTo>
                <a:lnTo>
                  <a:pt x="724" y="1495"/>
                </a:lnTo>
                <a:lnTo>
                  <a:pt x="846" y="1480"/>
                </a:lnTo>
                <a:lnTo>
                  <a:pt x="848" y="1498"/>
                </a:lnTo>
                <a:moveTo>
                  <a:pt x="602" y="1530"/>
                </a:moveTo>
                <a:cubicBezTo>
                  <a:pt x="561" y="1537"/>
                  <a:pt x="521" y="1544"/>
                  <a:pt x="482" y="1552"/>
                </a:cubicBezTo>
                <a:lnTo>
                  <a:pt x="479" y="1534"/>
                </a:lnTo>
                <a:cubicBezTo>
                  <a:pt x="517" y="1526"/>
                  <a:pt x="558" y="1519"/>
                  <a:pt x="600" y="1513"/>
                </a:cubicBezTo>
                <a:lnTo>
                  <a:pt x="602" y="1530"/>
                </a:lnTo>
                <a:moveTo>
                  <a:pt x="361" y="1579"/>
                </a:moveTo>
                <a:cubicBezTo>
                  <a:pt x="322" y="1589"/>
                  <a:pt x="282" y="1600"/>
                  <a:pt x="244" y="1613"/>
                </a:cubicBezTo>
                <a:lnTo>
                  <a:pt x="238" y="1596"/>
                </a:lnTo>
                <a:cubicBezTo>
                  <a:pt x="277" y="1583"/>
                  <a:pt x="317" y="1572"/>
                  <a:pt x="357" y="1562"/>
                </a:cubicBezTo>
                <a:lnTo>
                  <a:pt x="361" y="1579"/>
                </a:lnTo>
                <a:moveTo>
                  <a:pt x="119" y="1655"/>
                </a:moveTo>
                <a:lnTo>
                  <a:pt x="54" y="1678"/>
                </a:lnTo>
                <a:lnTo>
                  <a:pt x="6" y="1696"/>
                </a:lnTo>
                <a:lnTo>
                  <a:pt x="0" y="1679"/>
                </a:lnTo>
                <a:lnTo>
                  <a:pt x="48" y="1661"/>
                </a:lnTo>
                <a:lnTo>
                  <a:pt x="113" y="1638"/>
                </a:lnTo>
                <a:lnTo>
                  <a:pt x="119" y="1655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086000" y="3189240"/>
            <a:ext cx="63360" cy="48240"/>
          </a:xfrm>
          <a:custGeom>
            <a:avLst/>
            <a:gdLst/>
            <a:ahLst/>
            <a:rect l="0" t="0" r="r" b="b"/>
            <a:pathLst>
              <a:path w="176" h="134">
                <a:moveTo>
                  <a:pt x="0" y="122"/>
                </a:moveTo>
                <a:lnTo>
                  <a:pt x="176" y="134"/>
                </a:lnTo>
                <a:lnTo>
                  <a:pt x="85" y="91"/>
                </a:lnTo>
                <a:lnTo>
                  <a:pt x="127" y="0"/>
                </a:lnTo>
                <a:lnTo>
                  <a:pt x="0" y="122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2553480" y="4062960"/>
            <a:ext cx="6141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deliver new Tasks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739520" y="4379760"/>
            <a:ext cx="1186920" cy="1004400"/>
          </a:xfrm>
          <a:custGeom>
            <a:avLst/>
            <a:gdLst/>
            <a:ahLst/>
            <a:rect l="0" t="0" r="r" b="b"/>
            <a:pathLst>
              <a:path w="3297" h="2790">
                <a:moveTo>
                  <a:pt x="12" y="0"/>
                </a:moveTo>
                <a:lnTo>
                  <a:pt x="100" y="83"/>
                </a:lnTo>
                <a:lnTo>
                  <a:pt x="88" y="96"/>
                </a:lnTo>
                <a:lnTo>
                  <a:pt x="0" y="13"/>
                </a:lnTo>
                <a:lnTo>
                  <a:pt x="12" y="0"/>
                </a:lnTo>
                <a:moveTo>
                  <a:pt x="193" y="170"/>
                </a:moveTo>
                <a:lnTo>
                  <a:pt x="284" y="254"/>
                </a:lnTo>
                <a:lnTo>
                  <a:pt x="272" y="267"/>
                </a:lnTo>
                <a:lnTo>
                  <a:pt x="181" y="183"/>
                </a:lnTo>
                <a:lnTo>
                  <a:pt x="193" y="170"/>
                </a:lnTo>
                <a:moveTo>
                  <a:pt x="375" y="339"/>
                </a:moveTo>
                <a:lnTo>
                  <a:pt x="467" y="425"/>
                </a:lnTo>
                <a:lnTo>
                  <a:pt x="455" y="438"/>
                </a:lnTo>
                <a:lnTo>
                  <a:pt x="362" y="352"/>
                </a:lnTo>
                <a:lnTo>
                  <a:pt x="375" y="339"/>
                </a:lnTo>
                <a:moveTo>
                  <a:pt x="556" y="507"/>
                </a:moveTo>
                <a:lnTo>
                  <a:pt x="646" y="590"/>
                </a:lnTo>
                <a:lnTo>
                  <a:pt x="634" y="604"/>
                </a:lnTo>
                <a:lnTo>
                  <a:pt x="544" y="520"/>
                </a:lnTo>
                <a:lnTo>
                  <a:pt x="556" y="507"/>
                </a:lnTo>
                <a:moveTo>
                  <a:pt x="738" y="674"/>
                </a:moveTo>
                <a:lnTo>
                  <a:pt x="832" y="759"/>
                </a:lnTo>
                <a:lnTo>
                  <a:pt x="820" y="773"/>
                </a:lnTo>
                <a:lnTo>
                  <a:pt x="726" y="688"/>
                </a:lnTo>
                <a:lnTo>
                  <a:pt x="738" y="674"/>
                </a:lnTo>
                <a:moveTo>
                  <a:pt x="926" y="845"/>
                </a:moveTo>
                <a:lnTo>
                  <a:pt x="1018" y="928"/>
                </a:lnTo>
                <a:lnTo>
                  <a:pt x="1006" y="941"/>
                </a:lnTo>
                <a:lnTo>
                  <a:pt x="914" y="858"/>
                </a:lnTo>
                <a:lnTo>
                  <a:pt x="926" y="845"/>
                </a:lnTo>
                <a:moveTo>
                  <a:pt x="1111" y="1010"/>
                </a:moveTo>
                <a:lnTo>
                  <a:pt x="1204" y="1093"/>
                </a:lnTo>
                <a:lnTo>
                  <a:pt x="1192" y="1106"/>
                </a:lnTo>
                <a:lnTo>
                  <a:pt x="1099" y="1024"/>
                </a:lnTo>
                <a:lnTo>
                  <a:pt x="1111" y="1010"/>
                </a:lnTo>
                <a:moveTo>
                  <a:pt x="1297" y="1176"/>
                </a:moveTo>
                <a:lnTo>
                  <a:pt x="1336" y="1210"/>
                </a:lnTo>
                <a:lnTo>
                  <a:pt x="1391" y="1258"/>
                </a:lnTo>
                <a:lnTo>
                  <a:pt x="1380" y="1271"/>
                </a:lnTo>
                <a:lnTo>
                  <a:pt x="1324" y="1223"/>
                </a:lnTo>
                <a:lnTo>
                  <a:pt x="1286" y="1189"/>
                </a:lnTo>
                <a:lnTo>
                  <a:pt x="1297" y="1176"/>
                </a:lnTo>
                <a:moveTo>
                  <a:pt x="1486" y="1340"/>
                </a:moveTo>
                <a:lnTo>
                  <a:pt x="1581" y="1423"/>
                </a:lnTo>
                <a:lnTo>
                  <a:pt x="1569" y="1436"/>
                </a:lnTo>
                <a:lnTo>
                  <a:pt x="1474" y="1354"/>
                </a:lnTo>
                <a:lnTo>
                  <a:pt x="1486" y="1340"/>
                </a:lnTo>
                <a:moveTo>
                  <a:pt x="1676" y="1504"/>
                </a:moveTo>
                <a:lnTo>
                  <a:pt x="1771" y="1585"/>
                </a:lnTo>
                <a:lnTo>
                  <a:pt x="1760" y="1599"/>
                </a:lnTo>
                <a:lnTo>
                  <a:pt x="1665" y="1518"/>
                </a:lnTo>
                <a:lnTo>
                  <a:pt x="1676" y="1504"/>
                </a:lnTo>
                <a:moveTo>
                  <a:pt x="1866" y="1665"/>
                </a:moveTo>
                <a:lnTo>
                  <a:pt x="1960" y="1743"/>
                </a:lnTo>
                <a:lnTo>
                  <a:pt x="1948" y="1757"/>
                </a:lnTo>
                <a:lnTo>
                  <a:pt x="1854" y="1678"/>
                </a:lnTo>
                <a:lnTo>
                  <a:pt x="1866" y="1665"/>
                </a:lnTo>
                <a:moveTo>
                  <a:pt x="2056" y="1822"/>
                </a:moveTo>
                <a:lnTo>
                  <a:pt x="2153" y="1901"/>
                </a:lnTo>
                <a:lnTo>
                  <a:pt x="2142" y="1915"/>
                </a:lnTo>
                <a:lnTo>
                  <a:pt x="2045" y="1836"/>
                </a:lnTo>
                <a:lnTo>
                  <a:pt x="2056" y="1822"/>
                </a:lnTo>
                <a:moveTo>
                  <a:pt x="2249" y="1979"/>
                </a:moveTo>
                <a:lnTo>
                  <a:pt x="2346" y="2056"/>
                </a:lnTo>
                <a:lnTo>
                  <a:pt x="2335" y="2070"/>
                </a:lnTo>
                <a:lnTo>
                  <a:pt x="2238" y="1993"/>
                </a:lnTo>
                <a:lnTo>
                  <a:pt x="2249" y="1979"/>
                </a:lnTo>
                <a:moveTo>
                  <a:pt x="2444" y="2133"/>
                </a:moveTo>
                <a:lnTo>
                  <a:pt x="2542" y="2210"/>
                </a:lnTo>
                <a:lnTo>
                  <a:pt x="2532" y="2224"/>
                </a:lnTo>
                <a:lnTo>
                  <a:pt x="2434" y="2147"/>
                </a:lnTo>
                <a:lnTo>
                  <a:pt x="2444" y="2133"/>
                </a:lnTo>
                <a:moveTo>
                  <a:pt x="2640" y="2285"/>
                </a:moveTo>
                <a:lnTo>
                  <a:pt x="2740" y="2362"/>
                </a:lnTo>
                <a:lnTo>
                  <a:pt x="2730" y="2376"/>
                </a:lnTo>
                <a:lnTo>
                  <a:pt x="2629" y="2299"/>
                </a:lnTo>
                <a:lnTo>
                  <a:pt x="2640" y="2285"/>
                </a:lnTo>
                <a:moveTo>
                  <a:pt x="2841" y="2438"/>
                </a:moveTo>
                <a:lnTo>
                  <a:pt x="2941" y="2513"/>
                </a:lnTo>
                <a:lnTo>
                  <a:pt x="2930" y="2527"/>
                </a:lnTo>
                <a:lnTo>
                  <a:pt x="2830" y="2452"/>
                </a:lnTo>
                <a:lnTo>
                  <a:pt x="2841" y="2438"/>
                </a:lnTo>
                <a:moveTo>
                  <a:pt x="3040" y="2587"/>
                </a:moveTo>
                <a:lnTo>
                  <a:pt x="3140" y="2660"/>
                </a:lnTo>
                <a:lnTo>
                  <a:pt x="3129" y="2674"/>
                </a:lnTo>
                <a:lnTo>
                  <a:pt x="3030" y="2601"/>
                </a:lnTo>
                <a:lnTo>
                  <a:pt x="3040" y="2587"/>
                </a:lnTo>
                <a:moveTo>
                  <a:pt x="3239" y="2733"/>
                </a:moveTo>
                <a:lnTo>
                  <a:pt x="3297" y="2775"/>
                </a:lnTo>
                <a:lnTo>
                  <a:pt x="3286" y="2790"/>
                </a:lnTo>
                <a:lnTo>
                  <a:pt x="3228" y="2747"/>
                </a:lnTo>
                <a:lnTo>
                  <a:pt x="3239" y="2733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893680" y="5349240"/>
            <a:ext cx="61920" cy="54720"/>
          </a:xfrm>
          <a:custGeom>
            <a:avLst/>
            <a:gdLst/>
            <a:ahLst/>
            <a:rect l="0" t="0" r="r" b="b"/>
            <a:pathLst>
              <a:path w="172" h="152">
                <a:moveTo>
                  <a:pt x="172" y="152"/>
                </a:moveTo>
                <a:lnTo>
                  <a:pt x="83" y="0"/>
                </a:lnTo>
                <a:lnTo>
                  <a:pt x="100" y="100"/>
                </a:lnTo>
                <a:lnTo>
                  <a:pt x="0" y="116"/>
                </a:lnTo>
                <a:lnTo>
                  <a:pt x="172" y="152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3688560" y="3603960"/>
            <a:ext cx="692280" cy="1773360"/>
          </a:xfrm>
          <a:custGeom>
            <a:avLst/>
            <a:gdLst/>
            <a:ahLst/>
            <a:rect l="0" t="0" r="r" b="b"/>
            <a:pathLst>
              <a:path w="1923" h="4926">
                <a:moveTo>
                  <a:pt x="1116" y="0"/>
                </a:moveTo>
                <a:cubicBezTo>
                  <a:pt x="1151" y="23"/>
                  <a:pt x="1186" y="46"/>
                  <a:pt x="1219" y="70"/>
                </a:cubicBezTo>
                <a:lnTo>
                  <a:pt x="1209" y="84"/>
                </a:lnTo>
                <a:cubicBezTo>
                  <a:pt x="1176" y="61"/>
                  <a:pt x="1142" y="37"/>
                  <a:pt x="1106" y="15"/>
                </a:cubicBezTo>
                <a:lnTo>
                  <a:pt x="1116" y="0"/>
                </a:lnTo>
                <a:moveTo>
                  <a:pt x="1319" y="145"/>
                </a:moveTo>
                <a:cubicBezTo>
                  <a:pt x="1352" y="171"/>
                  <a:pt x="1384" y="198"/>
                  <a:pt x="1415" y="225"/>
                </a:cubicBezTo>
                <a:lnTo>
                  <a:pt x="1403" y="239"/>
                </a:lnTo>
                <a:cubicBezTo>
                  <a:pt x="1372" y="212"/>
                  <a:pt x="1341" y="185"/>
                  <a:pt x="1308" y="159"/>
                </a:cubicBezTo>
                <a:lnTo>
                  <a:pt x="1319" y="145"/>
                </a:lnTo>
                <a:moveTo>
                  <a:pt x="1505" y="312"/>
                </a:moveTo>
                <a:cubicBezTo>
                  <a:pt x="1535" y="342"/>
                  <a:pt x="1563" y="373"/>
                  <a:pt x="1589" y="405"/>
                </a:cubicBezTo>
                <a:lnTo>
                  <a:pt x="1575" y="416"/>
                </a:lnTo>
                <a:cubicBezTo>
                  <a:pt x="1549" y="385"/>
                  <a:pt x="1522" y="354"/>
                  <a:pt x="1492" y="324"/>
                </a:cubicBezTo>
                <a:lnTo>
                  <a:pt x="1505" y="312"/>
                </a:lnTo>
                <a:moveTo>
                  <a:pt x="1666" y="503"/>
                </a:moveTo>
                <a:cubicBezTo>
                  <a:pt x="1690" y="538"/>
                  <a:pt x="1713" y="573"/>
                  <a:pt x="1734" y="609"/>
                </a:cubicBezTo>
                <a:lnTo>
                  <a:pt x="1719" y="618"/>
                </a:lnTo>
                <a:cubicBezTo>
                  <a:pt x="1698" y="582"/>
                  <a:pt x="1676" y="548"/>
                  <a:pt x="1651" y="514"/>
                </a:cubicBezTo>
                <a:lnTo>
                  <a:pt x="1666" y="503"/>
                </a:lnTo>
                <a:moveTo>
                  <a:pt x="1796" y="724"/>
                </a:moveTo>
                <a:cubicBezTo>
                  <a:pt x="1814" y="761"/>
                  <a:pt x="1831" y="797"/>
                  <a:pt x="1845" y="833"/>
                </a:cubicBezTo>
                <a:lnTo>
                  <a:pt x="1828" y="840"/>
                </a:lnTo>
                <a:cubicBezTo>
                  <a:pt x="1814" y="804"/>
                  <a:pt x="1798" y="768"/>
                  <a:pt x="1780" y="731"/>
                </a:cubicBezTo>
                <a:lnTo>
                  <a:pt x="1796" y="724"/>
                </a:lnTo>
                <a:moveTo>
                  <a:pt x="1886" y="955"/>
                </a:moveTo>
                <a:cubicBezTo>
                  <a:pt x="1897" y="995"/>
                  <a:pt x="1906" y="1036"/>
                  <a:pt x="1912" y="1076"/>
                </a:cubicBezTo>
                <a:lnTo>
                  <a:pt x="1895" y="1079"/>
                </a:lnTo>
                <a:cubicBezTo>
                  <a:pt x="1889" y="1039"/>
                  <a:pt x="1880" y="999"/>
                  <a:pt x="1869" y="960"/>
                </a:cubicBezTo>
                <a:lnTo>
                  <a:pt x="1886" y="955"/>
                </a:lnTo>
                <a:moveTo>
                  <a:pt x="1923" y="1200"/>
                </a:moveTo>
                <a:cubicBezTo>
                  <a:pt x="1924" y="1240"/>
                  <a:pt x="1922" y="1282"/>
                  <a:pt x="1918" y="1325"/>
                </a:cubicBezTo>
                <a:lnTo>
                  <a:pt x="1900" y="1323"/>
                </a:lnTo>
                <a:cubicBezTo>
                  <a:pt x="1904" y="1281"/>
                  <a:pt x="1906" y="1240"/>
                  <a:pt x="1905" y="1200"/>
                </a:cubicBezTo>
                <a:lnTo>
                  <a:pt x="1923" y="1200"/>
                </a:lnTo>
                <a:moveTo>
                  <a:pt x="1901" y="1448"/>
                </a:moveTo>
                <a:cubicBezTo>
                  <a:pt x="1895" y="1484"/>
                  <a:pt x="1887" y="1525"/>
                  <a:pt x="1877" y="1570"/>
                </a:cubicBezTo>
                <a:lnTo>
                  <a:pt x="1859" y="1566"/>
                </a:lnTo>
                <a:cubicBezTo>
                  <a:pt x="1869" y="1522"/>
                  <a:pt x="1878" y="1481"/>
                  <a:pt x="1884" y="1445"/>
                </a:cubicBezTo>
                <a:lnTo>
                  <a:pt x="1901" y="1448"/>
                </a:lnTo>
                <a:moveTo>
                  <a:pt x="1848" y="1692"/>
                </a:moveTo>
                <a:lnTo>
                  <a:pt x="1818" y="1811"/>
                </a:lnTo>
                <a:lnTo>
                  <a:pt x="1801" y="1806"/>
                </a:lnTo>
                <a:lnTo>
                  <a:pt x="1830" y="1687"/>
                </a:lnTo>
                <a:lnTo>
                  <a:pt x="1848" y="1692"/>
                </a:lnTo>
                <a:moveTo>
                  <a:pt x="1789" y="1934"/>
                </a:moveTo>
                <a:cubicBezTo>
                  <a:pt x="1779" y="1975"/>
                  <a:pt x="1771" y="2014"/>
                  <a:pt x="1763" y="2052"/>
                </a:cubicBezTo>
                <a:lnTo>
                  <a:pt x="1745" y="2049"/>
                </a:lnTo>
                <a:cubicBezTo>
                  <a:pt x="1753" y="2011"/>
                  <a:pt x="1762" y="1971"/>
                  <a:pt x="1771" y="1930"/>
                </a:cubicBezTo>
                <a:lnTo>
                  <a:pt x="1789" y="1934"/>
                </a:lnTo>
                <a:moveTo>
                  <a:pt x="1739" y="2180"/>
                </a:moveTo>
                <a:lnTo>
                  <a:pt x="1716" y="2307"/>
                </a:lnTo>
                <a:lnTo>
                  <a:pt x="1699" y="2304"/>
                </a:lnTo>
                <a:lnTo>
                  <a:pt x="1721" y="2177"/>
                </a:lnTo>
                <a:lnTo>
                  <a:pt x="1739" y="2180"/>
                </a:lnTo>
                <a:moveTo>
                  <a:pt x="1696" y="2426"/>
                </a:moveTo>
                <a:lnTo>
                  <a:pt x="1673" y="2551"/>
                </a:lnTo>
                <a:lnTo>
                  <a:pt x="1656" y="2548"/>
                </a:lnTo>
                <a:lnTo>
                  <a:pt x="1678" y="2422"/>
                </a:lnTo>
                <a:lnTo>
                  <a:pt x="1696" y="2426"/>
                </a:lnTo>
                <a:moveTo>
                  <a:pt x="1651" y="2670"/>
                </a:moveTo>
                <a:cubicBezTo>
                  <a:pt x="1643" y="2715"/>
                  <a:pt x="1635" y="2757"/>
                  <a:pt x="1627" y="2794"/>
                </a:cubicBezTo>
                <a:lnTo>
                  <a:pt x="1609" y="2791"/>
                </a:lnTo>
                <a:cubicBezTo>
                  <a:pt x="1617" y="2753"/>
                  <a:pt x="1625" y="2712"/>
                  <a:pt x="1634" y="2667"/>
                </a:cubicBezTo>
                <a:lnTo>
                  <a:pt x="1651" y="2670"/>
                </a:lnTo>
                <a:moveTo>
                  <a:pt x="1599" y="2913"/>
                </a:moveTo>
                <a:cubicBezTo>
                  <a:pt x="1589" y="2956"/>
                  <a:pt x="1578" y="2996"/>
                  <a:pt x="1567" y="3035"/>
                </a:cubicBezTo>
                <a:lnTo>
                  <a:pt x="1550" y="3030"/>
                </a:lnTo>
                <a:cubicBezTo>
                  <a:pt x="1561" y="2992"/>
                  <a:pt x="1572" y="2951"/>
                  <a:pt x="1582" y="2909"/>
                </a:cubicBezTo>
                <a:lnTo>
                  <a:pt x="1599" y="2913"/>
                </a:lnTo>
                <a:moveTo>
                  <a:pt x="1529" y="3152"/>
                </a:moveTo>
                <a:cubicBezTo>
                  <a:pt x="1515" y="3192"/>
                  <a:pt x="1500" y="3231"/>
                  <a:pt x="1484" y="3269"/>
                </a:cubicBezTo>
                <a:lnTo>
                  <a:pt x="1468" y="3262"/>
                </a:lnTo>
                <a:cubicBezTo>
                  <a:pt x="1484" y="3224"/>
                  <a:pt x="1498" y="3186"/>
                  <a:pt x="1512" y="3146"/>
                </a:cubicBezTo>
                <a:lnTo>
                  <a:pt x="1529" y="3152"/>
                </a:lnTo>
                <a:moveTo>
                  <a:pt x="1433" y="3381"/>
                </a:moveTo>
                <a:cubicBezTo>
                  <a:pt x="1415" y="3418"/>
                  <a:pt x="1395" y="3455"/>
                  <a:pt x="1374" y="3493"/>
                </a:cubicBezTo>
                <a:lnTo>
                  <a:pt x="1358" y="3484"/>
                </a:lnTo>
                <a:cubicBezTo>
                  <a:pt x="1379" y="3447"/>
                  <a:pt x="1399" y="3410"/>
                  <a:pt x="1417" y="3373"/>
                </a:cubicBezTo>
                <a:lnTo>
                  <a:pt x="1433" y="3381"/>
                </a:lnTo>
                <a:moveTo>
                  <a:pt x="1313" y="3597"/>
                </a:moveTo>
                <a:cubicBezTo>
                  <a:pt x="1291" y="3632"/>
                  <a:pt x="1268" y="3668"/>
                  <a:pt x="1243" y="3705"/>
                </a:cubicBezTo>
                <a:lnTo>
                  <a:pt x="1229" y="3695"/>
                </a:lnTo>
                <a:cubicBezTo>
                  <a:pt x="1253" y="3659"/>
                  <a:pt x="1276" y="3623"/>
                  <a:pt x="1297" y="3588"/>
                </a:cubicBezTo>
                <a:lnTo>
                  <a:pt x="1313" y="3597"/>
                </a:lnTo>
                <a:moveTo>
                  <a:pt x="1176" y="3804"/>
                </a:moveTo>
                <a:cubicBezTo>
                  <a:pt x="1152" y="3837"/>
                  <a:pt x="1127" y="3872"/>
                  <a:pt x="1100" y="3908"/>
                </a:cubicBezTo>
                <a:lnTo>
                  <a:pt x="1086" y="3897"/>
                </a:lnTo>
                <a:cubicBezTo>
                  <a:pt x="1112" y="3862"/>
                  <a:pt x="1137" y="3827"/>
                  <a:pt x="1161" y="3793"/>
                </a:cubicBezTo>
                <a:lnTo>
                  <a:pt x="1176" y="3804"/>
                </a:lnTo>
                <a:moveTo>
                  <a:pt x="1022" y="4010"/>
                </a:moveTo>
                <a:cubicBezTo>
                  <a:pt x="996" y="4043"/>
                  <a:pt x="970" y="4075"/>
                  <a:pt x="943" y="4107"/>
                </a:cubicBezTo>
                <a:lnTo>
                  <a:pt x="929" y="4096"/>
                </a:lnTo>
                <a:cubicBezTo>
                  <a:pt x="956" y="4064"/>
                  <a:pt x="982" y="4032"/>
                  <a:pt x="1008" y="3999"/>
                </a:cubicBezTo>
                <a:lnTo>
                  <a:pt x="1022" y="4010"/>
                </a:lnTo>
                <a:moveTo>
                  <a:pt x="862" y="4200"/>
                </a:moveTo>
                <a:cubicBezTo>
                  <a:pt x="834" y="4231"/>
                  <a:pt x="805" y="4261"/>
                  <a:pt x="777" y="4291"/>
                </a:cubicBezTo>
                <a:lnTo>
                  <a:pt x="764" y="4279"/>
                </a:lnTo>
                <a:cubicBezTo>
                  <a:pt x="793" y="4249"/>
                  <a:pt x="821" y="4219"/>
                  <a:pt x="848" y="4188"/>
                </a:cubicBezTo>
                <a:lnTo>
                  <a:pt x="862" y="4200"/>
                </a:lnTo>
                <a:moveTo>
                  <a:pt x="688" y="4380"/>
                </a:moveTo>
                <a:cubicBezTo>
                  <a:pt x="659" y="4409"/>
                  <a:pt x="629" y="4437"/>
                  <a:pt x="598" y="4465"/>
                </a:cubicBezTo>
                <a:lnTo>
                  <a:pt x="586" y="4452"/>
                </a:lnTo>
                <a:cubicBezTo>
                  <a:pt x="617" y="4424"/>
                  <a:pt x="647" y="4396"/>
                  <a:pt x="676" y="4367"/>
                </a:cubicBezTo>
                <a:lnTo>
                  <a:pt x="688" y="4380"/>
                </a:lnTo>
                <a:moveTo>
                  <a:pt x="506" y="4548"/>
                </a:moveTo>
                <a:cubicBezTo>
                  <a:pt x="475" y="4575"/>
                  <a:pt x="443" y="4602"/>
                  <a:pt x="410" y="4629"/>
                </a:cubicBezTo>
                <a:lnTo>
                  <a:pt x="399" y="4615"/>
                </a:lnTo>
                <a:cubicBezTo>
                  <a:pt x="431" y="4588"/>
                  <a:pt x="463" y="4562"/>
                  <a:pt x="494" y="4535"/>
                </a:cubicBezTo>
                <a:lnTo>
                  <a:pt x="506" y="4548"/>
                </a:lnTo>
                <a:moveTo>
                  <a:pt x="312" y="4706"/>
                </a:moveTo>
                <a:cubicBezTo>
                  <a:pt x="280" y="4731"/>
                  <a:pt x="247" y="4756"/>
                  <a:pt x="213" y="4781"/>
                </a:cubicBezTo>
                <a:lnTo>
                  <a:pt x="203" y="4767"/>
                </a:lnTo>
                <a:cubicBezTo>
                  <a:pt x="236" y="4742"/>
                  <a:pt x="269" y="4717"/>
                  <a:pt x="301" y="4692"/>
                </a:cubicBezTo>
                <a:lnTo>
                  <a:pt x="312" y="4706"/>
                </a:lnTo>
                <a:moveTo>
                  <a:pt x="113" y="4854"/>
                </a:moveTo>
                <a:cubicBezTo>
                  <a:pt x="79" y="4878"/>
                  <a:pt x="45" y="4902"/>
                  <a:pt x="10" y="4926"/>
                </a:cubicBezTo>
                <a:lnTo>
                  <a:pt x="0" y="4911"/>
                </a:lnTo>
                <a:cubicBezTo>
                  <a:pt x="35" y="4887"/>
                  <a:pt x="69" y="4864"/>
                  <a:pt x="102" y="4840"/>
                </a:cubicBezTo>
                <a:lnTo>
                  <a:pt x="113" y="4854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3645720" y="5351040"/>
            <a:ext cx="62280" cy="54000"/>
          </a:xfrm>
          <a:custGeom>
            <a:avLst/>
            <a:gdLst/>
            <a:ahLst/>
            <a:rect l="0" t="0" r="r" b="b"/>
            <a:pathLst>
              <a:path w="173" h="150">
                <a:moveTo>
                  <a:pt x="0" y="150"/>
                </a:moveTo>
                <a:lnTo>
                  <a:pt x="173" y="119"/>
                </a:lnTo>
                <a:lnTo>
                  <a:pt x="73" y="100"/>
                </a:lnTo>
                <a:lnTo>
                  <a:pt x="93" y="0"/>
                </a:lnTo>
                <a:lnTo>
                  <a:pt x="0" y="15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3260160" y="5018760"/>
            <a:ext cx="6840" cy="313200"/>
          </a:xfrm>
          <a:custGeom>
            <a:avLst/>
            <a:gdLst/>
            <a:ahLst/>
            <a:rect l="0" t="0" r="r" b="b"/>
            <a:pathLst>
              <a:path w="19" h="870">
                <a:moveTo>
                  <a:pt x="19" y="0"/>
                </a:moveTo>
                <a:lnTo>
                  <a:pt x="19" y="127"/>
                </a:lnTo>
                <a:lnTo>
                  <a:pt x="0" y="127"/>
                </a:lnTo>
                <a:lnTo>
                  <a:pt x="0" y="0"/>
                </a:lnTo>
                <a:lnTo>
                  <a:pt x="19" y="0"/>
                </a:lnTo>
                <a:moveTo>
                  <a:pt x="19" y="251"/>
                </a:moveTo>
                <a:lnTo>
                  <a:pt x="19" y="375"/>
                </a:lnTo>
                <a:lnTo>
                  <a:pt x="0" y="375"/>
                </a:lnTo>
                <a:lnTo>
                  <a:pt x="0" y="251"/>
                </a:lnTo>
                <a:lnTo>
                  <a:pt x="19" y="251"/>
                </a:lnTo>
                <a:moveTo>
                  <a:pt x="19" y="498"/>
                </a:moveTo>
                <a:lnTo>
                  <a:pt x="19" y="621"/>
                </a:lnTo>
                <a:lnTo>
                  <a:pt x="0" y="621"/>
                </a:lnTo>
                <a:lnTo>
                  <a:pt x="0" y="498"/>
                </a:lnTo>
                <a:lnTo>
                  <a:pt x="19" y="498"/>
                </a:lnTo>
                <a:moveTo>
                  <a:pt x="19" y="745"/>
                </a:moveTo>
                <a:lnTo>
                  <a:pt x="19" y="870"/>
                </a:lnTo>
                <a:lnTo>
                  <a:pt x="0" y="870"/>
                </a:lnTo>
                <a:lnTo>
                  <a:pt x="0" y="745"/>
                </a:lnTo>
                <a:lnTo>
                  <a:pt x="19" y="745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3237840" y="5348880"/>
            <a:ext cx="51480" cy="57960"/>
          </a:xfrm>
          <a:custGeom>
            <a:avLst/>
            <a:gdLst/>
            <a:ahLst/>
            <a:rect l="0" t="0" r="r" b="b"/>
            <a:pathLst>
              <a:path w="143" h="161">
                <a:moveTo>
                  <a:pt x="72" y="161"/>
                </a:moveTo>
                <a:lnTo>
                  <a:pt x="143" y="0"/>
                </a:lnTo>
                <a:lnTo>
                  <a:pt x="72" y="71"/>
                </a:lnTo>
                <a:lnTo>
                  <a:pt x="0" y="0"/>
                </a:lnTo>
                <a:lnTo>
                  <a:pt x="72" y="161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tIns="2880" rIns="2880" bIns="28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257960" y="15141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2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1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906080" y="2856600"/>
            <a:ext cx="8247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50" b="0" u="none" strike="noStrike">
                <a:solidFill>
                  <a:srgbClr val="757579"/>
                </a:solidFill>
                <a:effectLst/>
                <a:uFillTx/>
                <a:latin typeface="Times New Roman"/>
                <a:ea typeface="Times New Roman"/>
              </a:rPr>
              <a:t>view referral / self-book</a:t>
            </a:r>
            <a:endParaRPr lang="en-AU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457760" y="1733400"/>
            <a:ext cx="2953080" cy="295560"/>
          </a:xfrm>
          <a:custGeom>
            <a:avLst/>
            <a:gdLst/>
            <a:ahLst/>
            <a:rect l="0" t="0" r="r" b="b"/>
            <a:pathLst>
              <a:path w="8203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045" y="0"/>
                </a:lnTo>
                <a:cubicBezTo>
                  <a:pt x="8055" y="0"/>
                  <a:pt x="8065" y="1"/>
                  <a:pt x="8076" y="3"/>
                </a:cubicBezTo>
                <a:cubicBezTo>
                  <a:pt x="8086" y="5"/>
                  <a:pt x="8096" y="8"/>
                  <a:pt x="8105" y="12"/>
                </a:cubicBezTo>
                <a:cubicBezTo>
                  <a:pt x="8115" y="16"/>
                  <a:pt x="8124" y="21"/>
                  <a:pt x="8133" y="27"/>
                </a:cubicBezTo>
                <a:cubicBezTo>
                  <a:pt x="8142" y="32"/>
                  <a:pt x="8150" y="39"/>
                  <a:pt x="8157" y="46"/>
                </a:cubicBezTo>
                <a:cubicBezTo>
                  <a:pt x="8164" y="54"/>
                  <a:pt x="8171" y="62"/>
                  <a:pt x="8177" y="70"/>
                </a:cubicBezTo>
                <a:cubicBezTo>
                  <a:pt x="8182" y="79"/>
                  <a:pt x="8187" y="88"/>
                  <a:pt x="8191" y="98"/>
                </a:cubicBezTo>
                <a:cubicBezTo>
                  <a:pt x="8195" y="108"/>
                  <a:pt x="8198" y="117"/>
                  <a:pt x="8200" y="128"/>
                </a:cubicBezTo>
                <a:cubicBezTo>
                  <a:pt x="8202" y="138"/>
                  <a:pt x="8203" y="148"/>
                  <a:pt x="8203" y="159"/>
                </a:cubicBezTo>
                <a:lnTo>
                  <a:pt x="8203" y="662"/>
                </a:lnTo>
                <a:cubicBezTo>
                  <a:pt x="8203" y="673"/>
                  <a:pt x="8202" y="683"/>
                  <a:pt x="8200" y="693"/>
                </a:cubicBezTo>
                <a:cubicBezTo>
                  <a:pt x="8198" y="704"/>
                  <a:pt x="8195" y="713"/>
                  <a:pt x="8191" y="723"/>
                </a:cubicBezTo>
                <a:cubicBezTo>
                  <a:pt x="8187" y="733"/>
                  <a:pt x="8182" y="742"/>
                  <a:pt x="8177" y="751"/>
                </a:cubicBezTo>
                <a:cubicBezTo>
                  <a:pt x="8171" y="759"/>
                  <a:pt x="8164" y="767"/>
                  <a:pt x="8157" y="775"/>
                </a:cubicBezTo>
                <a:cubicBezTo>
                  <a:pt x="8150" y="782"/>
                  <a:pt x="8142" y="789"/>
                  <a:pt x="8133" y="794"/>
                </a:cubicBezTo>
                <a:cubicBezTo>
                  <a:pt x="8124" y="800"/>
                  <a:pt x="8115" y="805"/>
                  <a:pt x="8105" y="809"/>
                </a:cubicBezTo>
                <a:cubicBezTo>
                  <a:pt x="8096" y="813"/>
                  <a:pt x="8086" y="816"/>
                  <a:pt x="8076" y="818"/>
                </a:cubicBezTo>
                <a:cubicBezTo>
                  <a:pt x="8065" y="820"/>
                  <a:pt x="8055" y="821"/>
                  <a:pt x="8045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458120" y="1423440"/>
            <a:ext cx="27781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Referrer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Patient-Referral at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532640" y="1775880"/>
            <a:ext cx="17794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patient-referral.efiq.org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0408320" y="1747080"/>
            <a:ext cx="3927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: the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458120" y="2080800"/>
            <a:ext cx="384228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browser-core path for discover 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LucidaGrande"/>
                <a:ea typeface="LucidaGrande"/>
              </a:rPr>
              <a:t>→ 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refer 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7257960" y="2923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458120" y="2404440"/>
            <a:ext cx="45792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track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7458120" y="2833200"/>
            <a:ext cx="30427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Directory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Qld Health Provider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9515160" y="3143160"/>
            <a:ext cx="1610280" cy="295560"/>
          </a:xfrm>
          <a:custGeom>
            <a:avLst/>
            <a:gdLst/>
            <a:ahLst/>
            <a:rect l="0" t="0" r="r" b="b"/>
            <a:pathLst>
              <a:path w="4473" h="821">
                <a:moveTo>
                  <a:pt x="0" y="661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314" y="0"/>
                </a:lnTo>
                <a:cubicBezTo>
                  <a:pt x="4325" y="0"/>
                  <a:pt x="4335" y="1"/>
                  <a:pt x="4345" y="3"/>
                </a:cubicBezTo>
                <a:cubicBezTo>
                  <a:pt x="4355" y="5"/>
                  <a:pt x="4365" y="8"/>
                  <a:pt x="4375" y="12"/>
                </a:cubicBezTo>
                <a:cubicBezTo>
                  <a:pt x="4384" y="16"/>
                  <a:pt x="4394" y="21"/>
                  <a:pt x="4402" y="27"/>
                </a:cubicBezTo>
                <a:cubicBezTo>
                  <a:pt x="4411" y="32"/>
                  <a:pt x="4419" y="39"/>
                  <a:pt x="4426" y="46"/>
                </a:cubicBezTo>
                <a:cubicBezTo>
                  <a:pt x="4434" y="54"/>
                  <a:pt x="4440" y="62"/>
                  <a:pt x="4446" y="70"/>
                </a:cubicBezTo>
                <a:cubicBezTo>
                  <a:pt x="4452" y="79"/>
                  <a:pt x="4457" y="88"/>
                  <a:pt x="4461" y="98"/>
                </a:cubicBezTo>
                <a:cubicBezTo>
                  <a:pt x="4465" y="107"/>
                  <a:pt x="4468" y="117"/>
                  <a:pt x="4470" y="128"/>
                </a:cubicBezTo>
                <a:cubicBezTo>
                  <a:pt x="4472" y="138"/>
                  <a:pt x="4473" y="148"/>
                  <a:pt x="4473" y="158"/>
                </a:cubicBezTo>
                <a:lnTo>
                  <a:pt x="4473" y="661"/>
                </a:lnTo>
                <a:cubicBezTo>
                  <a:pt x="4473" y="672"/>
                  <a:pt x="4472" y="682"/>
                  <a:pt x="4470" y="692"/>
                </a:cubicBezTo>
                <a:cubicBezTo>
                  <a:pt x="4468" y="703"/>
                  <a:pt x="4465" y="713"/>
                  <a:pt x="4461" y="723"/>
                </a:cubicBezTo>
                <a:cubicBezTo>
                  <a:pt x="4457" y="733"/>
                  <a:pt x="4452" y="742"/>
                  <a:pt x="4446" y="750"/>
                </a:cubicBezTo>
                <a:cubicBezTo>
                  <a:pt x="4440" y="759"/>
                  <a:pt x="4434" y="767"/>
                  <a:pt x="4426" y="774"/>
                </a:cubicBezTo>
                <a:cubicBezTo>
                  <a:pt x="4419" y="782"/>
                  <a:pt x="4411" y="788"/>
                  <a:pt x="4402" y="794"/>
                </a:cubicBezTo>
                <a:cubicBezTo>
                  <a:pt x="4394" y="800"/>
                  <a:pt x="4384" y="805"/>
                  <a:pt x="4375" y="809"/>
                </a:cubicBezTo>
                <a:cubicBezTo>
                  <a:pt x="4365" y="813"/>
                  <a:pt x="4355" y="816"/>
                  <a:pt x="4345" y="818"/>
                </a:cubicBezTo>
                <a:cubicBezTo>
                  <a:pt x="4335" y="820"/>
                  <a:pt x="4325" y="821"/>
                  <a:pt x="4314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4"/>
                </a:cubicBezTo>
                <a:cubicBezTo>
                  <a:pt x="62" y="788"/>
                  <a:pt x="54" y="782"/>
                  <a:pt x="47" y="774"/>
                </a:cubicBezTo>
                <a:cubicBezTo>
                  <a:pt x="39" y="767"/>
                  <a:pt x="33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2"/>
                </a:cubicBezTo>
                <a:cubicBezTo>
                  <a:pt x="1" y="682"/>
                  <a:pt x="0" y="672"/>
                  <a:pt x="0" y="66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458120" y="3156840"/>
            <a:ext cx="195768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Directory on FHIR at 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7257960" y="36763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2" y="187"/>
                </a:cubicBezTo>
                <a:cubicBezTo>
                  <a:pt x="80" y="187"/>
                  <a:pt x="68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9590040" y="3185640"/>
            <a:ext cx="100404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qhpd.efiq.org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7457760" y="3895560"/>
            <a:ext cx="2277000" cy="295560"/>
          </a:xfrm>
          <a:custGeom>
            <a:avLst/>
            <a:gdLst/>
            <a:ahLst/>
            <a:rect l="0" t="0" r="r" b="b"/>
            <a:pathLst>
              <a:path w="6325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166" y="0"/>
                </a:lnTo>
                <a:cubicBezTo>
                  <a:pt x="6177" y="0"/>
                  <a:pt x="6187" y="1"/>
                  <a:pt x="6197" y="3"/>
                </a:cubicBezTo>
                <a:cubicBezTo>
                  <a:pt x="6207" y="5"/>
                  <a:pt x="6217" y="8"/>
                  <a:pt x="6227" y="12"/>
                </a:cubicBezTo>
                <a:cubicBezTo>
                  <a:pt x="6237" y="16"/>
                  <a:pt x="6246" y="21"/>
                  <a:pt x="6254" y="27"/>
                </a:cubicBezTo>
                <a:cubicBezTo>
                  <a:pt x="6263" y="33"/>
                  <a:pt x="6271" y="39"/>
                  <a:pt x="6278" y="46"/>
                </a:cubicBezTo>
                <a:cubicBezTo>
                  <a:pt x="6286" y="54"/>
                  <a:pt x="6292" y="62"/>
                  <a:pt x="6298" y="71"/>
                </a:cubicBezTo>
                <a:cubicBezTo>
                  <a:pt x="6304" y="79"/>
                  <a:pt x="6309" y="88"/>
                  <a:pt x="6313" y="98"/>
                </a:cubicBezTo>
                <a:cubicBezTo>
                  <a:pt x="6317" y="108"/>
                  <a:pt x="6320" y="118"/>
                  <a:pt x="6322" y="128"/>
                </a:cubicBezTo>
                <a:cubicBezTo>
                  <a:pt x="6324" y="138"/>
                  <a:pt x="6325" y="148"/>
                  <a:pt x="6325" y="159"/>
                </a:cubicBezTo>
                <a:lnTo>
                  <a:pt x="6325" y="662"/>
                </a:lnTo>
                <a:cubicBezTo>
                  <a:pt x="6325" y="673"/>
                  <a:pt x="6324" y="683"/>
                  <a:pt x="6322" y="693"/>
                </a:cubicBezTo>
                <a:cubicBezTo>
                  <a:pt x="6320" y="704"/>
                  <a:pt x="6317" y="714"/>
                  <a:pt x="6313" y="723"/>
                </a:cubicBezTo>
                <a:cubicBezTo>
                  <a:pt x="6309" y="733"/>
                  <a:pt x="6304" y="742"/>
                  <a:pt x="6298" y="751"/>
                </a:cubicBezTo>
                <a:cubicBezTo>
                  <a:pt x="6292" y="759"/>
                  <a:pt x="6286" y="767"/>
                  <a:pt x="6278" y="775"/>
                </a:cubicBezTo>
                <a:cubicBezTo>
                  <a:pt x="6271" y="782"/>
                  <a:pt x="6263" y="789"/>
                  <a:pt x="6254" y="794"/>
                </a:cubicBezTo>
                <a:cubicBezTo>
                  <a:pt x="6246" y="800"/>
                  <a:pt x="6237" y="805"/>
                  <a:pt x="6227" y="809"/>
                </a:cubicBezTo>
                <a:cubicBezTo>
                  <a:pt x="6217" y="813"/>
                  <a:pt x="6207" y="816"/>
                  <a:pt x="6197" y="818"/>
                </a:cubicBezTo>
                <a:cubicBezTo>
                  <a:pt x="6187" y="820"/>
                  <a:pt x="6177" y="821"/>
                  <a:pt x="6166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458120" y="3585600"/>
            <a:ext cx="33523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Referral Server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HAPI + QH IG at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257960" y="4429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39"/>
                  <a:pt x="168" y="149"/>
                  <a:pt x="159" y="158"/>
                </a:cubicBezTo>
                <a:cubicBezTo>
                  <a:pt x="150" y="166"/>
                  <a:pt x="140" y="173"/>
                  <a:pt x="129" y="178"/>
                </a:cubicBezTo>
                <a:cubicBezTo>
                  <a:pt x="117" y="182"/>
                  <a:pt x="106" y="186"/>
                  <a:pt x="92" y="186"/>
                </a:cubicBezTo>
                <a:cubicBezTo>
                  <a:pt x="80" y="186"/>
                  <a:pt x="68" y="182"/>
                  <a:pt x="57" y="178"/>
                </a:cubicBezTo>
                <a:cubicBezTo>
                  <a:pt x="46" y="173"/>
                  <a:pt x="36" y="166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32640" y="3938040"/>
            <a:ext cx="13762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qhreferral.efiq.org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7457760" y="4647960"/>
            <a:ext cx="1495800" cy="295560"/>
          </a:xfrm>
          <a:custGeom>
            <a:avLst/>
            <a:gdLst/>
            <a:ahLst/>
            <a:rect l="0" t="0" r="r" b="b"/>
            <a:pathLst>
              <a:path w="4155" h="821">
                <a:moveTo>
                  <a:pt x="0" y="66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997" y="0"/>
                </a:lnTo>
                <a:cubicBezTo>
                  <a:pt x="4007" y="0"/>
                  <a:pt x="4017" y="1"/>
                  <a:pt x="4028" y="3"/>
                </a:cubicBezTo>
                <a:cubicBezTo>
                  <a:pt x="4038" y="5"/>
                  <a:pt x="4048" y="8"/>
                  <a:pt x="4057" y="12"/>
                </a:cubicBezTo>
                <a:cubicBezTo>
                  <a:pt x="4067" y="16"/>
                  <a:pt x="4076" y="21"/>
                  <a:pt x="4085" y="27"/>
                </a:cubicBezTo>
                <a:cubicBezTo>
                  <a:pt x="4093" y="33"/>
                  <a:pt x="4101" y="39"/>
                  <a:pt x="4109" y="47"/>
                </a:cubicBezTo>
                <a:cubicBezTo>
                  <a:pt x="4116" y="54"/>
                  <a:pt x="4123" y="62"/>
                  <a:pt x="4129" y="71"/>
                </a:cubicBezTo>
                <a:cubicBezTo>
                  <a:pt x="4134" y="79"/>
                  <a:pt x="4139" y="89"/>
                  <a:pt x="4143" y="98"/>
                </a:cubicBezTo>
                <a:cubicBezTo>
                  <a:pt x="4147" y="108"/>
                  <a:pt x="4150" y="118"/>
                  <a:pt x="4152" y="128"/>
                </a:cubicBezTo>
                <a:cubicBezTo>
                  <a:pt x="4154" y="138"/>
                  <a:pt x="4155" y="148"/>
                  <a:pt x="4155" y="159"/>
                </a:cubicBezTo>
                <a:lnTo>
                  <a:pt x="4155" y="663"/>
                </a:lnTo>
                <a:cubicBezTo>
                  <a:pt x="4155" y="673"/>
                  <a:pt x="4154" y="683"/>
                  <a:pt x="4152" y="694"/>
                </a:cubicBezTo>
                <a:cubicBezTo>
                  <a:pt x="4150" y="704"/>
                  <a:pt x="4147" y="714"/>
                  <a:pt x="4143" y="723"/>
                </a:cubicBezTo>
                <a:cubicBezTo>
                  <a:pt x="4139" y="733"/>
                  <a:pt x="4134" y="742"/>
                  <a:pt x="4129" y="751"/>
                </a:cubicBezTo>
                <a:cubicBezTo>
                  <a:pt x="4123" y="759"/>
                  <a:pt x="4116" y="768"/>
                  <a:pt x="4109" y="775"/>
                </a:cubicBezTo>
                <a:cubicBezTo>
                  <a:pt x="4101" y="782"/>
                  <a:pt x="4093" y="789"/>
                  <a:pt x="4085" y="795"/>
                </a:cubicBezTo>
                <a:cubicBezTo>
                  <a:pt x="4076" y="800"/>
                  <a:pt x="4067" y="805"/>
                  <a:pt x="4057" y="809"/>
                </a:cubicBezTo>
                <a:cubicBezTo>
                  <a:pt x="4048" y="813"/>
                  <a:pt x="4038" y="816"/>
                  <a:pt x="4028" y="818"/>
                </a:cubicBezTo>
                <a:cubicBezTo>
                  <a:pt x="4017" y="820"/>
                  <a:pt x="4007" y="821"/>
                  <a:pt x="3997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80" y="800"/>
                  <a:pt x="71" y="795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8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3"/>
                  <a:pt x="0" y="673"/>
                  <a:pt x="0" y="663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458120" y="4338000"/>
            <a:ext cx="310788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Filler / RIS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imaging provider at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7257960" y="5181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532640" y="4690440"/>
            <a:ext cx="81108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ris.efiq.org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7457760" y="5400360"/>
            <a:ext cx="1381680" cy="295920"/>
          </a:xfrm>
          <a:custGeom>
            <a:avLst/>
            <a:gdLst/>
            <a:ahLst/>
            <a:rect l="0" t="0" r="r" b="b"/>
            <a:pathLst>
              <a:path w="3838" h="822">
                <a:moveTo>
                  <a:pt x="0" y="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679" y="0"/>
                </a:lnTo>
                <a:cubicBezTo>
                  <a:pt x="3690" y="0"/>
                  <a:pt x="3700" y="1"/>
                  <a:pt x="3710" y="3"/>
                </a:cubicBezTo>
                <a:cubicBezTo>
                  <a:pt x="3720" y="5"/>
                  <a:pt x="3730" y="8"/>
                  <a:pt x="3740" y="12"/>
                </a:cubicBezTo>
                <a:cubicBezTo>
                  <a:pt x="3749" y="16"/>
                  <a:pt x="3759" y="21"/>
                  <a:pt x="3767" y="27"/>
                </a:cubicBezTo>
                <a:cubicBezTo>
                  <a:pt x="3776" y="33"/>
                  <a:pt x="3784" y="39"/>
                  <a:pt x="3791" y="47"/>
                </a:cubicBezTo>
                <a:cubicBezTo>
                  <a:pt x="3799" y="54"/>
                  <a:pt x="3805" y="62"/>
                  <a:pt x="3811" y="71"/>
                </a:cubicBezTo>
                <a:cubicBezTo>
                  <a:pt x="3817" y="80"/>
                  <a:pt x="3822" y="89"/>
                  <a:pt x="3826" y="98"/>
                </a:cubicBezTo>
                <a:cubicBezTo>
                  <a:pt x="3830" y="108"/>
                  <a:pt x="3833" y="118"/>
                  <a:pt x="3835" y="128"/>
                </a:cubicBezTo>
                <a:cubicBezTo>
                  <a:pt x="3837" y="138"/>
                  <a:pt x="3838" y="149"/>
                  <a:pt x="3838" y="159"/>
                </a:cubicBezTo>
                <a:lnTo>
                  <a:pt x="3838" y="663"/>
                </a:lnTo>
                <a:cubicBezTo>
                  <a:pt x="3838" y="673"/>
                  <a:pt x="3837" y="684"/>
                  <a:pt x="3835" y="694"/>
                </a:cubicBezTo>
                <a:cubicBezTo>
                  <a:pt x="3833" y="704"/>
                  <a:pt x="3830" y="714"/>
                  <a:pt x="3826" y="724"/>
                </a:cubicBezTo>
                <a:cubicBezTo>
                  <a:pt x="3822" y="733"/>
                  <a:pt x="3817" y="742"/>
                  <a:pt x="3811" y="751"/>
                </a:cubicBezTo>
                <a:cubicBezTo>
                  <a:pt x="3805" y="760"/>
                  <a:pt x="3799" y="768"/>
                  <a:pt x="3791" y="775"/>
                </a:cubicBezTo>
                <a:cubicBezTo>
                  <a:pt x="3784" y="782"/>
                  <a:pt x="3776" y="789"/>
                  <a:pt x="3767" y="795"/>
                </a:cubicBezTo>
                <a:cubicBezTo>
                  <a:pt x="3759" y="801"/>
                  <a:pt x="3749" y="806"/>
                  <a:pt x="3740" y="809"/>
                </a:cubicBezTo>
                <a:cubicBezTo>
                  <a:pt x="3730" y="813"/>
                  <a:pt x="3720" y="816"/>
                  <a:pt x="3710" y="819"/>
                </a:cubicBezTo>
                <a:cubicBezTo>
                  <a:pt x="3700" y="821"/>
                  <a:pt x="3690" y="822"/>
                  <a:pt x="3679" y="822"/>
                </a:cubicBezTo>
                <a:lnTo>
                  <a:pt x="159" y="822"/>
                </a:lnTo>
                <a:cubicBezTo>
                  <a:pt x="149" y="822"/>
                  <a:pt x="138" y="821"/>
                  <a:pt x="128" y="819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6"/>
                  <a:pt x="80" y="801"/>
                  <a:pt x="71" y="795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8"/>
                  <a:pt x="33" y="760"/>
                  <a:pt x="27" y="751"/>
                </a:cubicBezTo>
                <a:cubicBezTo>
                  <a:pt x="21" y="742"/>
                  <a:pt x="16" y="733"/>
                  <a:pt x="12" y="724"/>
                </a:cubicBezTo>
                <a:cubicBezTo>
                  <a:pt x="8" y="714"/>
                  <a:pt x="5" y="704"/>
                  <a:pt x="3" y="694"/>
                </a:cubicBezTo>
                <a:cubicBezTo>
                  <a:pt x="1" y="684"/>
                  <a:pt x="0" y="673"/>
                  <a:pt x="0" y="663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458120" y="5090400"/>
            <a:ext cx="34675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Terminology</a:t>
            </a:r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shared Ontoserver at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532640" y="5442840"/>
            <a:ext cx="7689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tx.efiq.org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8839440" y="5414400"/>
            <a:ext cx="233928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, used by every server and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8200800" y="5733720"/>
            <a:ext cx="933840" cy="286200"/>
          </a:xfrm>
          <a:custGeom>
            <a:avLst/>
            <a:gdLst/>
            <a:ahLst/>
            <a:rect l="0" t="0" r="r" b="b"/>
            <a:pathLst>
              <a:path w="2594" h="795">
                <a:moveTo>
                  <a:pt x="0" y="63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9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435" y="0"/>
                </a:lnTo>
                <a:cubicBezTo>
                  <a:pt x="2446" y="0"/>
                  <a:pt x="2456" y="1"/>
                  <a:pt x="2466" y="3"/>
                </a:cubicBezTo>
                <a:cubicBezTo>
                  <a:pt x="2476" y="5"/>
                  <a:pt x="2486" y="9"/>
                  <a:pt x="2496" y="12"/>
                </a:cubicBezTo>
                <a:cubicBezTo>
                  <a:pt x="2506" y="16"/>
                  <a:pt x="2515" y="21"/>
                  <a:pt x="2523" y="27"/>
                </a:cubicBezTo>
                <a:cubicBezTo>
                  <a:pt x="2532" y="33"/>
                  <a:pt x="2540" y="40"/>
                  <a:pt x="2548" y="47"/>
                </a:cubicBezTo>
                <a:cubicBezTo>
                  <a:pt x="2555" y="54"/>
                  <a:pt x="2561" y="62"/>
                  <a:pt x="2567" y="71"/>
                </a:cubicBezTo>
                <a:cubicBezTo>
                  <a:pt x="2573" y="80"/>
                  <a:pt x="2578" y="89"/>
                  <a:pt x="2582" y="98"/>
                </a:cubicBezTo>
                <a:cubicBezTo>
                  <a:pt x="2586" y="108"/>
                  <a:pt x="2589" y="118"/>
                  <a:pt x="2591" y="128"/>
                </a:cubicBezTo>
                <a:cubicBezTo>
                  <a:pt x="2593" y="138"/>
                  <a:pt x="2594" y="149"/>
                  <a:pt x="2594" y="159"/>
                </a:cubicBezTo>
                <a:lnTo>
                  <a:pt x="2594" y="636"/>
                </a:lnTo>
                <a:cubicBezTo>
                  <a:pt x="2594" y="647"/>
                  <a:pt x="2593" y="657"/>
                  <a:pt x="2591" y="667"/>
                </a:cubicBezTo>
                <a:cubicBezTo>
                  <a:pt x="2589" y="678"/>
                  <a:pt x="2586" y="688"/>
                  <a:pt x="2582" y="697"/>
                </a:cubicBezTo>
                <a:cubicBezTo>
                  <a:pt x="2578" y="707"/>
                  <a:pt x="2573" y="716"/>
                  <a:pt x="2567" y="725"/>
                </a:cubicBezTo>
                <a:cubicBezTo>
                  <a:pt x="2561" y="733"/>
                  <a:pt x="2555" y="741"/>
                  <a:pt x="2548" y="749"/>
                </a:cubicBezTo>
                <a:cubicBezTo>
                  <a:pt x="2540" y="756"/>
                  <a:pt x="2532" y="763"/>
                  <a:pt x="2523" y="768"/>
                </a:cubicBezTo>
                <a:cubicBezTo>
                  <a:pt x="2515" y="774"/>
                  <a:pt x="2506" y="779"/>
                  <a:pt x="2496" y="783"/>
                </a:cubicBezTo>
                <a:cubicBezTo>
                  <a:pt x="2486" y="787"/>
                  <a:pt x="2476" y="790"/>
                  <a:pt x="2466" y="792"/>
                </a:cubicBezTo>
                <a:cubicBezTo>
                  <a:pt x="2456" y="794"/>
                  <a:pt x="2446" y="795"/>
                  <a:pt x="2435" y="795"/>
                </a:cubicBezTo>
                <a:lnTo>
                  <a:pt x="159" y="795"/>
                </a:lnTo>
                <a:cubicBezTo>
                  <a:pt x="148" y="795"/>
                  <a:pt x="138" y="794"/>
                  <a:pt x="128" y="792"/>
                </a:cubicBezTo>
                <a:cubicBezTo>
                  <a:pt x="118" y="790"/>
                  <a:pt x="108" y="787"/>
                  <a:pt x="98" y="783"/>
                </a:cubicBezTo>
                <a:cubicBezTo>
                  <a:pt x="88" y="779"/>
                  <a:pt x="79" y="774"/>
                  <a:pt x="71" y="768"/>
                </a:cubicBezTo>
                <a:cubicBezTo>
                  <a:pt x="62" y="763"/>
                  <a:pt x="54" y="756"/>
                  <a:pt x="47" y="749"/>
                </a:cubicBezTo>
                <a:cubicBezTo>
                  <a:pt x="39" y="741"/>
                  <a:pt x="33" y="733"/>
                  <a:pt x="27" y="725"/>
                </a:cubicBezTo>
                <a:cubicBezTo>
                  <a:pt x="21" y="716"/>
                  <a:pt x="16" y="707"/>
                  <a:pt x="12" y="697"/>
                </a:cubicBezTo>
                <a:cubicBezTo>
                  <a:pt x="8" y="688"/>
                  <a:pt x="5" y="678"/>
                  <a:pt x="3" y="667"/>
                </a:cubicBezTo>
                <a:cubicBezTo>
                  <a:pt x="1" y="657"/>
                  <a:pt x="0" y="647"/>
                  <a:pt x="0" y="63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458120" y="5747760"/>
            <a:ext cx="69840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app for 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275320" y="5776200"/>
            <a:ext cx="63720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$expand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9315360" y="5733720"/>
            <a:ext cx="1714680" cy="286200"/>
          </a:xfrm>
          <a:custGeom>
            <a:avLst/>
            <a:gdLst/>
            <a:ahLst/>
            <a:rect l="0" t="0" r="r" b="b"/>
            <a:pathLst>
              <a:path w="4763" h="795">
                <a:moveTo>
                  <a:pt x="0" y="63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9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4604" y="0"/>
                </a:lnTo>
                <a:cubicBezTo>
                  <a:pt x="4615" y="0"/>
                  <a:pt x="4625" y="1"/>
                  <a:pt x="4635" y="3"/>
                </a:cubicBezTo>
                <a:cubicBezTo>
                  <a:pt x="4646" y="5"/>
                  <a:pt x="4656" y="9"/>
                  <a:pt x="4665" y="12"/>
                </a:cubicBezTo>
                <a:cubicBezTo>
                  <a:pt x="4675" y="16"/>
                  <a:pt x="4684" y="21"/>
                  <a:pt x="4693" y="27"/>
                </a:cubicBezTo>
                <a:cubicBezTo>
                  <a:pt x="4701" y="33"/>
                  <a:pt x="4709" y="40"/>
                  <a:pt x="4717" y="47"/>
                </a:cubicBezTo>
                <a:cubicBezTo>
                  <a:pt x="4724" y="54"/>
                  <a:pt x="4731" y="62"/>
                  <a:pt x="4736" y="71"/>
                </a:cubicBezTo>
                <a:cubicBezTo>
                  <a:pt x="4742" y="80"/>
                  <a:pt x="4747" y="89"/>
                  <a:pt x="4751" y="98"/>
                </a:cubicBezTo>
                <a:cubicBezTo>
                  <a:pt x="4755" y="108"/>
                  <a:pt x="4758" y="118"/>
                  <a:pt x="4760" y="128"/>
                </a:cubicBezTo>
                <a:cubicBezTo>
                  <a:pt x="4762" y="138"/>
                  <a:pt x="4763" y="149"/>
                  <a:pt x="4763" y="159"/>
                </a:cubicBezTo>
                <a:lnTo>
                  <a:pt x="4763" y="636"/>
                </a:lnTo>
                <a:cubicBezTo>
                  <a:pt x="4763" y="647"/>
                  <a:pt x="4762" y="657"/>
                  <a:pt x="4760" y="667"/>
                </a:cubicBezTo>
                <a:cubicBezTo>
                  <a:pt x="4758" y="678"/>
                  <a:pt x="4755" y="688"/>
                  <a:pt x="4751" y="697"/>
                </a:cubicBezTo>
                <a:cubicBezTo>
                  <a:pt x="4747" y="707"/>
                  <a:pt x="4742" y="716"/>
                  <a:pt x="4736" y="725"/>
                </a:cubicBezTo>
                <a:cubicBezTo>
                  <a:pt x="4731" y="733"/>
                  <a:pt x="4724" y="741"/>
                  <a:pt x="4717" y="749"/>
                </a:cubicBezTo>
                <a:cubicBezTo>
                  <a:pt x="4709" y="756"/>
                  <a:pt x="4701" y="763"/>
                  <a:pt x="4693" y="768"/>
                </a:cubicBezTo>
                <a:cubicBezTo>
                  <a:pt x="4684" y="774"/>
                  <a:pt x="4675" y="779"/>
                  <a:pt x="4665" y="783"/>
                </a:cubicBezTo>
                <a:cubicBezTo>
                  <a:pt x="4656" y="787"/>
                  <a:pt x="4646" y="790"/>
                  <a:pt x="4635" y="792"/>
                </a:cubicBezTo>
                <a:cubicBezTo>
                  <a:pt x="4625" y="794"/>
                  <a:pt x="4615" y="795"/>
                  <a:pt x="4604" y="795"/>
                </a:cubicBezTo>
                <a:lnTo>
                  <a:pt x="158" y="795"/>
                </a:lnTo>
                <a:cubicBezTo>
                  <a:pt x="148" y="795"/>
                  <a:pt x="138" y="794"/>
                  <a:pt x="128" y="792"/>
                </a:cubicBezTo>
                <a:cubicBezTo>
                  <a:pt x="117" y="790"/>
                  <a:pt x="107" y="787"/>
                  <a:pt x="98" y="783"/>
                </a:cubicBezTo>
                <a:cubicBezTo>
                  <a:pt x="88" y="779"/>
                  <a:pt x="79" y="774"/>
                  <a:pt x="70" y="768"/>
                </a:cubicBezTo>
                <a:cubicBezTo>
                  <a:pt x="62" y="763"/>
                  <a:pt x="54" y="756"/>
                  <a:pt x="46" y="749"/>
                </a:cubicBezTo>
                <a:cubicBezTo>
                  <a:pt x="39" y="741"/>
                  <a:pt x="32" y="733"/>
                  <a:pt x="26" y="725"/>
                </a:cubicBezTo>
                <a:cubicBezTo>
                  <a:pt x="21" y="716"/>
                  <a:pt x="16" y="707"/>
                  <a:pt x="12" y="697"/>
                </a:cubicBezTo>
                <a:cubicBezTo>
                  <a:pt x="8" y="688"/>
                  <a:pt x="5" y="678"/>
                  <a:pt x="3" y="667"/>
                </a:cubicBezTo>
                <a:cubicBezTo>
                  <a:pt x="1" y="657"/>
                  <a:pt x="0" y="647"/>
                  <a:pt x="0" y="63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134280" y="5747760"/>
            <a:ext cx="21888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729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/ </a:t>
            </a:r>
            <a:endParaRPr lang="en-AU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391320" y="5776200"/>
            <a:ext cx="109872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7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$validate-code</a:t>
            </a:r>
            <a:endParaRPr lang="en-AU" sz="14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71640" y="2345760"/>
            <a:ext cx="78480" cy="2196360"/>
          </a:xfrm>
          <a:custGeom>
            <a:avLst/>
            <a:gdLst/>
            <a:ahLst/>
            <a:rect l="0" t="0" r="r" b="b"/>
            <a:pathLst>
              <a:path w="218" h="6101">
                <a:moveTo>
                  <a:pt x="0" y="0"/>
                </a:moveTo>
                <a:lnTo>
                  <a:pt x="218" y="0"/>
                </a:lnTo>
                <a:lnTo>
                  <a:pt x="218" y="6101"/>
                </a:lnTo>
                <a:lnTo>
                  <a:pt x="0" y="610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005480" y="2345760"/>
            <a:ext cx="5400" cy="2194560"/>
          </a:xfrm>
          <a:custGeom>
            <a:avLst/>
            <a:gdLst/>
            <a:ahLst/>
            <a:rect l="0" t="0" r="r" b="b"/>
            <a:pathLst>
              <a:path w="15" h="6096">
                <a:moveTo>
                  <a:pt x="15" y="0"/>
                </a:moveTo>
                <a:lnTo>
                  <a:pt x="15" y="136"/>
                </a:lnTo>
                <a:lnTo>
                  <a:pt x="0" y="136"/>
                </a:lnTo>
                <a:lnTo>
                  <a:pt x="0" y="0"/>
                </a:lnTo>
                <a:lnTo>
                  <a:pt x="15" y="0"/>
                </a:lnTo>
                <a:moveTo>
                  <a:pt x="15" y="271"/>
                </a:moveTo>
                <a:lnTo>
                  <a:pt x="15" y="407"/>
                </a:lnTo>
                <a:lnTo>
                  <a:pt x="0" y="407"/>
                </a:lnTo>
                <a:lnTo>
                  <a:pt x="0" y="271"/>
                </a:lnTo>
                <a:lnTo>
                  <a:pt x="15" y="271"/>
                </a:lnTo>
                <a:moveTo>
                  <a:pt x="15" y="542"/>
                </a:moveTo>
                <a:lnTo>
                  <a:pt x="15" y="678"/>
                </a:lnTo>
                <a:lnTo>
                  <a:pt x="0" y="678"/>
                </a:lnTo>
                <a:lnTo>
                  <a:pt x="0" y="542"/>
                </a:lnTo>
                <a:lnTo>
                  <a:pt x="15" y="542"/>
                </a:lnTo>
                <a:moveTo>
                  <a:pt x="15" y="813"/>
                </a:moveTo>
                <a:lnTo>
                  <a:pt x="15" y="949"/>
                </a:lnTo>
                <a:lnTo>
                  <a:pt x="0" y="949"/>
                </a:lnTo>
                <a:lnTo>
                  <a:pt x="0" y="813"/>
                </a:lnTo>
                <a:lnTo>
                  <a:pt x="15" y="813"/>
                </a:lnTo>
                <a:moveTo>
                  <a:pt x="15" y="1084"/>
                </a:moveTo>
                <a:lnTo>
                  <a:pt x="15" y="1219"/>
                </a:lnTo>
                <a:lnTo>
                  <a:pt x="0" y="1219"/>
                </a:lnTo>
                <a:lnTo>
                  <a:pt x="0" y="1084"/>
                </a:lnTo>
                <a:lnTo>
                  <a:pt x="15" y="1084"/>
                </a:lnTo>
                <a:moveTo>
                  <a:pt x="15" y="1355"/>
                </a:moveTo>
                <a:lnTo>
                  <a:pt x="15" y="1490"/>
                </a:lnTo>
                <a:lnTo>
                  <a:pt x="0" y="1490"/>
                </a:lnTo>
                <a:lnTo>
                  <a:pt x="0" y="1355"/>
                </a:lnTo>
                <a:lnTo>
                  <a:pt x="15" y="1355"/>
                </a:lnTo>
                <a:moveTo>
                  <a:pt x="15" y="1626"/>
                </a:moveTo>
                <a:lnTo>
                  <a:pt x="15" y="1761"/>
                </a:lnTo>
                <a:lnTo>
                  <a:pt x="0" y="1761"/>
                </a:lnTo>
                <a:lnTo>
                  <a:pt x="0" y="1626"/>
                </a:lnTo>
                <a:lnTo>
                  <a:pt x="15" y="1626"/>
                </a:lnTo>
                <a:moveTo>
                  <a:pt x="15" y="1897"/>
                </a:moveTo>
                <a:lnTo>
                  <a:pt x="15" y="2032"/>
                </a:lnTo>
                <a:lnTo>
                  <a:pt x="0" y="2032"/>
                </a:lnTo>
                <a:lnTo>
                  <a:pt x="0" y="1897"/>
                </a:lnTo>
                <a:lnTo>
                  <a:pt x="15" y="1897"/>
                </a:lnTo>
                <a:moveTo>
                  <a:pt x="15" y="2167"/>
                </a:moveTo>
                <a:lnTo>
                  <a:pt x="15" y="2303"/>
                </a:lnTo>
                <a:lnTo>
                  <a:pt x="0" y="2303"/>
                </a:lnTo>
                <a:lnTo>
                  <a:pt x="0" y="2167"/>
                </a:lnTo>
                <a:lnTo>
                  <a:pt x="15" y="2167"/>
                </a:lnTo>
                <a:moveTo>
                  <a:pt x="15" y="2438"/>
                </a:moveTo>
                <a:lnTo>
                  <a:pt x="15" y="2574"/>
                </a:lnTo>
                <a:lnTo>
                  <a:pt x="0" y="2574"/>
                </a:lnTo>
                <a:lnTo>
                  <a:pt x="0" y="2438"/>
                </a:lnTo>
                <a:lnTo>
                  <a:pt x="15" y="2438"/>
                </a:lnTo>
                <a:moveTo>
                  <a:pt x="15" y="2710"/>
                </a:moveTo>
                <a:lnTo>
                  <a:pt x="15" y="2846"/>
                </a:lnTo>
                <a:lnTo>
                  <a:pt x="0" y="2846"/>
                </a:lnTo>
                <a:lnTo>
                  <a:pt x="0" y="2710"/>
                </a:lnTo>
                <a:lnTo>
                  <a:pt x="15" y="2710"/>
                </a:lnTo>
                <a:moveTo>
                  <a:pt x="15" y="2981"/>
                </a:moveTo>
                <a:lnTo>
                  <a:pt x="15" y="3117"/>
                </a:lnTo>
                <a:lnTo>
                  <a:pt x="0" y="3117"/>
                </a:lnTo>
                <a:lnTo>
                  <a:pt x="0" y="2981"/>
                </a:lnTo>
                <a:lnTo>
                  <a:pt x="15" y="2981"/>
                </a:lnTo>
                <a:moveTo>
                  <a:pt x="15" y="3252"/>
                </a:moveTo>
                <a:lnTo>
                  <a:pt x="15" y="3387"/>
                </a:lnTo>
                <a:lnTo>
                  <a:pt x="0" y="3387"/>
                </a:lnTo>
                <a:lnTo>
                  <a:pt x="0" y="3252"/>
                </a:lnTo>
                <a:lnTo>
                  <a:pt x="15" y="3252"/>
                </a:lnTo>
                <a:moveTo>
                  <a:pt x="15" y="3523"/>
                </a:moveTo>
                <a:lnTo>
                  <a:pt x="15" y="3658"/>
                </a:lnTo>
                <a:lnTo>
                  <a:pt x="0" y="3658"/>
                </a:lnTo>
                <a:lnTo>
                  <a:pt x="0" y="3523"/>
                </a:lnTo>
                <a:lnTo>
                  <a:pt x="15" y="3523"/>
                </a:lnTo>
                <a:moveTo>
                  <a:pt x="15" y="3794"/>
                </a:moveTo>
                <a:lnTo>
                  <a:pt x="15" y="3929"/>
                </a:lnTo>
                <a:lnTo>
                  <a:pt x="0" y="3929"/>
                </a:lnTo>
                <a:lnTo>
                  <a:pt x="0" y="3794"/>
                </a:lnTo>
                <a:lnTo>
                  <a:pt x="15" y="3794"/>
                </a:lnTo>
                <a:moveTo>
                  <a:pt x="15" y="4065"/>
                </a:moveTo>
                <a:lnTo>
                  <a:pt x="15" y="4200"/>
                </a:lnTo>
                <a:lnTo>
                  <a:pt x="0" y="4200"/>
                </a:lnTo>
                <a:lnTo>
                  <a:pt x="0" y="4065"/>
                </a:lnTo>
                <a:lnTo>
                  <a:pt x="15" y="4065"/>
                </a:lnTo>
                <a:moveTo>
                  <a:pt x="15" y="4336"/>
                </a:moveTo>
                <a:lnTo>
                  <a:pt x="15" y="4471"/>
                </a:lnTo>
                <a:lnTo>
                  <a:pt x="0" y="4471"/>
                </a:lnTo>
                <a:lnTo>
                  <a:pt x="0" y="4336"/>
                </a:lnTo>
                <a:lnTo>
                  <a:pt x="15" y="4336"/>
                </a:lnTo>
                <a:moveTo>
                  <a:pt x="15" y="4606"/>
                </a:moveTo>
                <a:lnTo>
                  <a:pt x="15" y="4742"/>
                </a:lnTo>
                <a:lnTo>
                  <a:pt x="0" y="4742"/>
                </a:lnTo>
                <a:lnTo>
                  <a:pt x="0" y="4606"/>
                </a:lnTo>
                <a:lnTo>
                  <a:pt x="15" y="4606"/>
                </a:lnTo>
                <a:moveTo>
                  <a:pt x="15" y="4877"/>
                </a:moveTo>
                <a:lnTo>
                  <a:pt x="15" y="5013"/>
                </a:lnTo>
                <a:lnTo>
                  <a:pt x="0" y="5013"/>
                </a:lnTo>
                <a:lnTo>
                  <a:pt x="0" y="4877"/>
                </a:lnTo>
                <a:lnTo>
                  <a:pt x="15" y="4877"/>
                </a:lnTo>
                <a:moveTo>
                  <a:pt x="15" y="5148"/>
                </a:moveTo>
                <a:lnTo>
                  <a:pt x="15" y="5284"/>
                </a:lnTo>
                <a:lnTo>
                  <a:pt x="0" y="5284"/>
                </a:lnTo>
                <a:lnTo>
                  <a:pt x="0" y="5148"/>
                </a:lnTo>
                <a:lnTo>
                  <a:pt x="15" y="5148"/>
                </a:lnTo>
                <a:moveTo>
                  <a:pt x="15" y="5419"/>
                </a:moveTo>
                <a:lnTo>
                  <a:pt x="15" y="5555"/>
                </a:lnTo>
                <a:lnTo>
                  <a:pt x="0" y="5555"/>
                </a:lnTo>
                <a:lnTo>
                  <a:pt x="0" y="5419"/>
                </a:lnTo>
                <a:lnTo>
                  <a:pt x="15" y="5419"/>
                </a:lnTo>
                <a:moveTo>
                  <a:pt x="15" y="5690"/>
                </a:moveTo>
                <a:lnTo>
                  <a:pt x="15" y="5825"/>
                </a:lnTo>
                <a:lnTo>
                  <a:pt x="0" y="5825"/>
                </a:lnTo>
                <a:lnTo>
                  <a:pt x="0" y="5690"/>
                </a:lnTo>
                <a:lnTo>
                  <a:pt x="15" y="5690"/>
                </a:lnTo>
                <a:moveTo>
                  <a:pt x="15" y="5961"/>
                </a:moveTo>
                <a:lnTo>
                  <a:pt x="15" y="6096"/>
                </a:lnTo>
                <a:lnTo>
                  <a:pt x="0" y="6096"/>
                </a:lnTo>
                <a:lnTo>
                  <a:pt x="0" y="5961"/>
                </a:lnTo>
                <a:lnTo>
                  <a:pt x="15" y="596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4252320" y="2345760"/>
            <a:ext cx="78480" cy="2196360"/>
          </a:xfrm>
          <a:custGeom>
            <a:avLst/>
            <a:gdLst/>
            <a:ahLst/>
            <a:rect l="0" t="0" r="r" b="b"/>
            <a:pathLst>
              <a:path w="218" h="6101">
                <a:moveTo>
                  <a:pt x="0" y="0"/>
                </a:moveTo>
                <a:lnTo>
                  <a:pt x="218" y="0"/>
                </a:lnTo>
                <a:lnTo>
                  <a:pt x="218" y="6101"/>
                </a:lnTo>
                <a:lnTo>
                  <a:pt x="0" y="610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4287960" y="2345760"/>
            <a:ext cx="5040" cy="2194560"/>
          </a:xfrm>
          <a:custGeom>
            <a:avLst/>
            <a:gdLst/>
            <a:ahLst/>
            <a:rect l="0" t="0" r="r" b="b"/>
            <a:pathLst>
              <a:path w="14" h="6096">
                <a:moveTo>
                  <a:pt x="14" y="0"/>
                </a:moveTo>
                <a:lnTo>
                  <a:pt x="14" y="136"/>
                </a:lnTo>
                <a:lnTo>
                  <a:pt x="0" y="136"/>
                </a:lnTo>
                <a:lnTo>
                  <a:pt x="0" y="0"/>
                </a:lnTo>
                <a:lnTo>
                  <a:pt x="14" y="0"/>
                </a:lnTo>
                <a:moveTo>
                  <a:pt x="14" y="271"/>
                </a:moveTo>
                <a:lnTo>
                  <a:pt x="14" y="407"/>
                </a:lnTo>
                <a:lnTo>
                  <a:pt x="0" y="407"/>
                </a:lnTo>
                <a:lnTo>
                  <a:pt x="0" y="271"/>
                </a:lnTo>
                <a:lnTo>
                  <a:pt x="14" y="271"/>
                </a:lnTo>
                <a:moveTo>
                  <a:pt x="14" y="542"/>
                </a:moveTo>
                <a:lnTo>
                  <a:pt x="14" y="678"/>
                </a:lnTo>
                <a:lnTo>
                  <a:pt x="0" y="678"/>
                </a:lnTo>
                <a:lnTo>
                  <a:pt x="0" y="542"/>
                </a:lnTo>
                <a:lnTo>
                  <a:pt x="14" y="542"/>
                </a:lnTo>
                <a:moveTo>
                  <a:pt x="14" y="813"/>
                </a:moveTo>
                <a:lnTo>
                  <a:pt x="14" y="949"/>
                </a:lnTo>
                <a:lnTo>
                  <a:pt x="0" y="949"/>
                </a:lnTo>
                <a:lnTo>
                  <a:pt x="0" y="813"/>
                </a:lnTo>
                <a:lnTo>
                  <a:pt x="14" y="813"/>
                </a:lnTo>
                <a:moveTo>
                  <a:pt x="14" y="1084"/>
                </a:moveTo>
                <a:lnTo>
                  <a:pt x="14" y="1219"/>
                </a:lnTo>
                <a:lnTo>
                  <a:pt x="0" y="1219"/>
                </a:lnTo>
                <a:lnTo>
                  <a:pt x="0" y="1084"/>
                </a:lnTo>
                <a:lnTo>
                  <a:pt x="14" y="1084"/>
                </a:lnTo>
                <a:moveTo>
                  <a:pt x="14" y="1355"/>
                </a:moveTo>
                <a:lnTo>
                  <a:pt x="14" y="1490"/>
                </a:lnTo>
                <a:lnTo>
                  <a:pt x="0" y="1490"/>
                </a:lnTo>
                <a:lnTo>
                  <a:pt x="0" y="1355"/>
                </a:lnTo>
                <a:lnTo>
                  <a:pt x="14" y="1355"/>
                </a:lnTo>
                <a:moveTo>
                  <a:pt x="14" y="1626"/>
                </a:moveTo>
                <a:lnTo>
                  <a:pt x="14" y="1761"/>
                </a:lnTo>
                <a:lnTo>
                  <a:pt x="0" y="1761"/>
                </a:lnTo>
                <a:lnTo>
                  <a:pt x="0" y="1626"/>
                </a:lnTo>
                <a:lnTo>
                  <a:pt x="14" y="1626"/>
                </a:lnTo>
                <a:moveTo>
                  <a:pt x="14" y="1897"/>
                </a:moveTo>
                <a:lnTo>
                  <a:pt x="14" y="2032"/>
                </a:lnTo>
                <a:lnTo>
                  <a:pt x="0" y="2032"/>
                </a:lnTo>
                <a:lnTo>
                  <a:pt x="0" y="1897"/>
                </a:lnTo>
                <a:lnTo>
                  <a:pt x="14" y="1897"/>
                </a:lnTo>
                <a:moveTo>
                  <a:pt x="14" y="2167"/>
                </a:moveTo>
                <a:lnTo>
                  <a:pt x="14" y="2303"/>
                </a:lnTo>
                <a:lnTo>
                  <a:pt x="0" y="2303"/>
                </a:lnTo>
                <a:lnTo>
                  <a:pt x="0" y="2167"/>
                </a:lnTo>
                <a:lnTo>
                  <a:pt x="14" y="2167"/>
                </a:lnTo>
                <a:moveTo>
                  <a:pt x="14" y="2438"/>
                </a:moveTo>
                <a:lnTo>
                  <a:pt x="14" y="2574"/>
                </a:lnTo>
                <a:lnTo>
                  <a:pt x="0" y="2574"/>
                </a:lnTo>
                <a:lnTo>
                  <a:pt x="0" y="2438"/>
                </a:lnTo>
                <a:lnTo>
                  <a:pt x="14" y="2438"/>
                </a:lnTo>
                <a:moveTo>
                  <a:pt x="14" y="2710"/>
                </a:moveTo>
                <a:lnTo>
                  <a:pt x="14" y="2846"/>
                </a:lnTo>
                <a:lnTo>
                  <a:pt x="0" y="2846"/>
                </a:lnTo>
                <a:lnTo>
                  <a:pt x="0" y="2710"/>
                </a:lnTo>
                <a:lnTo>
                  <a:pt x="14" y="2710"/>
                </a:lnTo>
                <a:moveTo>
                  <a:pt x="14" y="2981"/>
                </a:moveTo>
                <a:lnTo>
                  <a:pt x="14" y="3117"/>
                </a:lnTo>
                <a:lnTo>
                  <a:pt x="0" y="3117"/>
                </a:lnTo>
                <a:lnTo>
                  <a:pt x="0" y="2981"/>
                </a:lnTo>
                <a:lnTo>
                  <a:pt x="14" y="2981"/>
                </a:lnTo>
                <a:moveTo>
                  <a:pt x="14" y="3252"/>
                </a:moveTo>
                <a:lnTo>
                  <a:pt x="14" y="3387"/>
                </a:lnTo>
                <a:lnTo>
                  <a:pt x="0" y="3387"/>
                </a:lnTo>
                <a:lnTo>
                  <a:pt x="0" y="3252"/>
                </a:lnTo>
                <a:lnTo>
                  <a:pt x="14" y="3252"/>
                </a:lnTo>
                <a:moveTo>
                  <a:pt x="14" y="3523"/>
                </a:moveTo>
                <a:lnTo>
                  <a:pt x="14" y="3658"/>
                </a:lnTo>
                <a:lnTo>
                  <a:pt x="0" y="3658"/>
                </a:lnTo>
                <a:lnTo>
                  <a:pt x="0" y="3523"/>
                </a:lnTo>
                <a:lnTo>
                  <a:pt x="14" y="3523"/>
                </a:lnTo>
                <a:moveTo>
                  <a:pt x="14" y="3794"/>
                </a:moveTo>
                <a:lnTo>
                  <a:pt x="14" y="3929"/>
                </a:lnTo>
                <a:lnTo>
                  <a:pt x="0" y="3929"/>
                </a:lnTo>
                <a:lnTo>
                  <a:pt x="0" y="3794"/>
                </a:lnTo>
                <a:lnTo>
                  <a:pt x="14" y="3794"/>
                </a:lnTo>
                <a:moveTo>
                  <a:pt x="14" y="4065"/>
                </a:moveTo>
                <a:lnTo>
                  <a:pt x="14" y="4200"/>
                </a:lnTo>
                <a:lnTo>
                  <a:pt x="0" y="4200"/>
                </a:lnTo>
                <a:lnTo>
                  <a:pt x="0" y="4065"/>
                </a:lnTo>
                <a:lnTo>
                  <a:pt x="14" y="4065"/>
                </a:lnTo>
                <a:moveTo>
                  <a:pt x="14" y="4336"/>
                </a:moveTo>
                <a:lnTo>
                  <a:pt x="14" y="4471"/>
                </a:lnTo>
                <a:lnTo>
                  <a:pt x="0" y="4471"/>
                </a:lnTo>
                <a:lnTo>
                  <a:pt x="0" y="4336"/>
                </a:lnTo>
                <a:lnTo>
                  <a:pt x="14" y="4336"/>
                </a:lnTo>
                <a:moveTo>
                  <a:pt x="14" y="4606"/>
                </a:moveTo>
                <a:lnTo>
                  <a:pt x="14" y="4742"/>
                </a:lnTo>
                <a:lnTo>
                  <a:pt x="0" y="4742"/>
                </a:lnTo>
                <a:lnTo>
                  <a:pt x="0" y="4606"/>
                </a:lnTo>
                <a:lnTo>
                  <a:pt x="14" y="4606"/>
                </a:lnTo>
                <a:moveTo>
                  <a:pt x="14" y="4877"/>
                </a:moveTo>
                <a:lnTo>
                  <a:pt x="14" y="5013"/>
                </a:lnTo>
                <a:lnTo>
                  <a:pt x="0" y="5013"/>
                </a:lnTo>
                <a:lnTo>
                  <a:pt x="0" y="4877"/>
                </a:lnTo>
                <a:lnTo>
                  <a:pt x="14" y="4877"/>
                </a:lnTo>
                <a:moveTo>
                  <a:pt x="14" y="5148"/>
                </a:moveTo>
                <a:lnTo>
                  <a:pt x="14" y="5284"/>
                </a:lnTo>
                <a:lnTo>
                  <a:pt x="0" y="5284"/>
                </a:lnTo>
                <a:lnTo>
                  <a:pt x="0" y="5148"/>
                </a:lnTo>
                <a:lnTo>
                  <a:pt x="14" y="5148"/>
                </a:lnTo>
                <a:moveTo>
                  <a:pt x="14" y="5419"/>
                </a:moveTo>
                <a:lnTo>
                  <a:pt x="14" y="5555"/>
                </a:lnTo>
                <a:lnTo>
                  <a:pt x="0" y="5555"/>
                </a:lnTo>
                <a:lnTo>
                  <a:pt x="0" y="5419"/>
                </a:lnTo>
                <a:lnTo>
                  <a:pt x="14" y="5419"/>
                </a:lnTo>
                <a:moveTo>
                  <a:pt x="14" y="5690"/>
                </a:moveTo>
                <a:lnTo>
                  <a:pt x="14" y="5825"/>
                </a:lnTo>
                <a:lnTo>
                  <a:pt x="0" y="5825"/>
                </a:lnTo>
                <a:lnTo>
                  <a:pt x="0" y="5690"/>
                </a:lnTo>
                <a:lnTo>
                  <a:pt x="14" y="5690"/>
                </a:lnTo>
                <a:moveTo>
                  <a:pt x="14" y="5961"/>
                </a:moveTo>
                <a:lnTo>
                  <a:pt x="14" y="6096"/>
                </a:lnTo>
                <a:lnTo>
                  <a:pt x="0" y="6096"/>
                </a:lnTo>
                <a:lnTo>
                  <a:pt x="0" y="5961"/>
                </a:lnTo>
                <a:lnTo>
                  <a:pt x="14" y="596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5340240" y="2345760"/>
            <a:ext cx="78480" cy="2196360"/>
          </a:xfrm>
          <a:custGeom>
            <a:avLst/>
            <a:gdLst/>
            <a:ahLst/>
            <a:rect l="0" t="0" r="r" b="b"/>
            <a:pathLst>
              <a:path w="218" h="6101">
                <a:moveTo>
                  <a:pt x="0" y="0"/>
                </a:moveTo>
                <a:lnTo>
                  <a:pt x="218" y="0"/>
                </a:lnTo>
                <a:lnTo>
                  <a:pt x="218" y="6101"/>
                </a:lnTo>
                <a:lnTo>
                  <a:pt x="0" y="610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5373000" y="2345760"/>
            <a:ext cx="5040" cy="2194560"/>
          </a:xfrm>
          <a:custGeom>
            <a:avLst/>
            <a:gdLst/>
            <a:ahLst/>
            <a:rect l="0" t="0" r="r" b="b"/>
            <a:pathLst>
              <a:path w="14" h="6096">
                <a:moveTo>
                  <a:pt x="14" y="0"/>
                </a:moveTo>
                <a:lnTo>
                  <a:pt x="14" y="136"/>
                </a:lnTo>
                <a:lnTo>
                  <a:pt x="0" y="136"/>
                </a:lnTo>
                <a:lnTo>
                  <a:pt x="0" y="0"/>
                </a:lnTo>
                <a:lnTo>
                  <a:pt x="14" y="0"/>
                </a:lnTo>
                <a:moveTo>
                  <a:pt x="14" y="271"/>
                </a:moveTo>
                <a:lnTo>
                  <a:pt x="14" y="407"/>
                </a:lnTo>
                <a:lnTo>
                  <a:pt x="0" y="407"/>
                </a:lnTo>
                <a:lnTo>
                  <a:pt x="0" y="271"/>
                </a:lnTo>
                <a:lnTo>
                  <a:pt x="14" y="271"/>
                </a:lnTo>
                <a:moveTo>
                  <a:pt x="14" y="542"/>
                </a:moveTo>
                <a:lnTo>
                  <a:pt x="14" y="678"/>
                </a:lnTo>
                <a:lnTo>
                  <a:pt x="0" y="678"/>
                </a:lnTo>
                <a:lnTo>
                  <a:pt x="0" y="542"/>
                </a:lnTo>
                <a:lnTo>
                  <a:pt x="14" y="542"/>
                </a:lnTo>
                <a:moveTo>
                  <a:pt x="14" y="813"/>
                </a:moveTo>
                <a:lnTo>
                  <a:pt x="14" y="949"/>
                </a:lnTo>
                <a:lnTo>
                  <a:pt x="0" y="949"/>
                </a:lnTo>
                <a:lnTo>
                  <a:pt x="0" y="813"/>
                </a:lnTo>
                <a:lnTo>
                  <a:pt x="14" y="813"/>
                </a:lnTo>
                <a:moveTo>
                  <a:pt x="14" y="1084"/>
                </a:moveTo>
                <a:lnTo>
                  <a:pt x="14" y="1219"/>
                </a:lnTo>
                <a:lnTo>
                  <a:pt x="0" y="1219"/>
                </a:lnTo>
                <a:lnTo>
                  <a:pt x="0" y="1084"/>
                </a:lnTo>
                <a:lnTo>
                  <a:pt x="14" y="1084"/>
                </a:lnTo>
                <a:moveTo>
                  <a:pt x="14" y="1355"/>
                </a:moveTo>
                <a:lnTo>
                  <a:pt x="14" y="1490"/>
                </a:lnTo>
                <a:lnTo>
                  <a:pt x="0" y="1490"/>
                </a:lnTo>
                <a:lnTo>
                  <a:pt x="0" y="1355"/>
                </a:lnTo>
                <a:lnTo>
                  <a:pt x="14" y="1355"/>
                </a:lnTo>
                <a:moveTo>
                  <a:pt x="14" y="1626"/>
                </a:moveTo>
                <a:lnTo>
                  <a:pt x="14" y="1761"/>
                </a:lnTo>
                <a:lnTo>
                  <a:pt x="0" y="1761"/>
                </a:lnTo>
                <a:lnTo>
                  <a:pt x="0" y="1626"/>
                </a:lnTo>
                <a:lnTo>
                  <a:pt x="14" y="1626"/>
                </a:lnTo>
                <a:moveTo>
                  <a:pt x="14" y="1897"/>
                </a:moveTo>
                <a:lnTo>
                  <a:pt x="14" y="2032"/>
                </a:lnTo>
                <a:lnTo>
                  <a:pt x="0" y="2032"/>
                </a:lnTo>
                <a:lnTo>
                  <a:pt x="0" y="1897"/>
                </a:lnTo>
                <a:lnTo>
                  <a:pt x="14" y="1897"/>
                </a:lnTo>
                <a:moveTo>
                  <a:pt x="14" y="2167"/>
                </a:moveTo>
                <a:lnTo>
                  <a:pt x="14" y="2303"/>
                </a:lnTo>
                <a:lnTo>
                  <a:pt x="0" y="2303"/>
                </a:lnTo>
                <a:lnTo>
                  <a:pt x="0" y="2167"/>
                </a:lnTo>
                <a:lnTo>
                  <a:pt x="14" y="2167"/>
                </a:lnTo>
                <a:moveTo>
                  <a:pt x="14" y="2438"/>
                </a:moveTo>
                <a:lnTo>
                  <a:pt x="14" y="2574"/>
                </a:lnTo>
                <a:lnTo>
                  <a:pt x="0" y="2574"/>
                </a:lnTo>
                <a:lnTo>
                  <a:pt x="0" y="2438"/>
                </a:lnTo>
                <a:lnTo>
                  <a:pt x="14" y="2438"/>
                </a:lnTo>
                <a:moveTo>
                  <a:pt x="14" y="2710"/>
                </a:moveTo>
                <a:lnTo>
                  <a:pt x="14" y="2846"/>
                </a:lnTo>
                <a:lnTo>
                  <a:pt x="0" y="2846"/>
                </a:lnTo>
                <a:lnTo>
                  <a:pt x="0" y="2710"/>
                </a:lnTo>
                <a:lnTo>
                  <a:pt x="14" y="2710"/>
                </a:lnTo>
                <a:moveTo>
                  <a:pt x="14" y="2981"/>
                </a:moveTo>
                <a:lnTo>
                  <a:pt x="14" y="3117"/>
                </a:lnTo>
                <a:lnTo>
                  <a:pt x="0" y="3117"/>
                </a:lnTo>
                <a:lnTo>
                  <a:pt x="0" y="2981"/>
                </a:lnTo>
                <a:lnTo>
                  <a:pt x="14" y="2981"/>
                </a:lnTo>
                <a:moveTo>
                  <a:pt x="14" y="3252"/>
                </a:moveTo>
                <a:lnTo>
                  <a:pt x="14" y="3387"/>
                </a:lnTo>
                <a:lnTo>
                  <a:pt x="0" y="3387"/>
                </a:lnTo>
                <a:lnTo>
                  <a:pt x="0" y="3252"/>
                </a:lnTo>
                <a:lnTo>
                  <a:pt x="14" y="3252"/>
                </a:lnTo>
                <a:moveTo>
                  <a:pt x="14" y="3523"/>
                </a:moveTo>
                <a:lnTo>
                  <a:pt x="14" y="3658"/>
                </a:lnTo>
                <a:lnTo>
                  <a:pt x="0" y="3658"/>
                </a:lnTo>
                <a:lnTo>
                  <a:pt x="0" y="3523"/>
                </a:lnTo>
                <a:lnTo>
                  <a:pt x="14" y="3523"/>
                </a:lnTo>
                <a:moveTo>
                  <a:pt x="14" y="3794"/>
                </a:moveTo>
                <a:lnTo>
                  <a:pt x="14" y="3929"/>
                </a:lnTo>
                <a:lnTo>
                  <a:pt x="0" y="3929"/>
                </a:lnTo>
                <a:lnTo>
                  <a:pt x="0" y="3794"/>
                </a:lnTo>
                <a:lnTo>
                  <a:pt x="14" y="3794"/>
                </a:lnTo>
                <a:moveTo>
                  <a:pt x="14" y="4065"/>
                </a:moveTo>
                <a:lnTo>
                  <a:pt x="14" y="4200"/>
                </a:lnTo>
                <a:lnTo>
                  <a:pt x="0" y="4200"/>
                </a:lnTo>
                <a:lnTo>
                  <a:pt x="0" y="4065"/>
                </a:lnTo>
                <a:lnTo>
                  <a:pt x="14" y="4065"/>
                </a:lnTo>
                <a:moveTo>
                  <a:pt x="14" y="4336"/>
                </a:moveTo>
                <a:lnTo>
                  <a:pt x="14" y="4471"/>
                </a:lnTo>
                <a:lnTo>
                  <a:pt x="0" y="4471"/>
                </a:lnTo>
                <a:lnTo>
                  <a:pt x="0" y="4336"/>
                </a:lnTo>
                <a:lnTo>
                  <a:pt x="14" y="4336"/>
                </a:lnTo>
                <a:moveTo>
                  <a:pt x="14" y="4606"/>
                </a:moveTo>
                <a:lnTo>
                  <a:pt x="14" y="4742"/>
                </a:lnTo>
                <a:lnTo>
                  <a:pt x="0" y="4742"/>
                </a:lnTo>
                <a:lnTo>
                  <a:pt x="0" y="4606"/>
                </a:lnTo>
                <a:lnTo>
                  <a:pt x="14" y="4606"/>
                </a:lnTo>
                <a:moveTo>
                  <a:pt x="14" y="4877"/>
                </a:moveTo>
                <a:lnTo>
                  <a:pt x="14" y="5013"/>
                </a:lnTo>
                <a:lnTo>
                  <a:pt x="0" y="5013"/>
                </a:lnTo>
                <a:lnTo>
                  <a:pt x="0" y="4877"/>
                </a:lnTo>
                <a:lnTo>
                  <a:pt x="14" y="4877"/>
                </a:lnTo>
                <a:moveTo>
                  <a:pt x="14" y="5148"/>
                </a:moveTo>
                <a:lnTo>
                  <a:pt x="14" y="5284"/>
                </a:lnTo>
                <a:lnTo>
                  <a:pt x="0" y="5284"/>
                </a:lnTo>
                <a:lnTo>
                  <a:pt x="0" y="5148"/>
                </a:lnTo>
                <a:lnTo>
                  <a:pt x="14" y="5148"/>
                </a:lnTo>
                <a:moveTo>
                  <a:pt x="14" y="5419"/>
                </a:moveTo>
                <a:lnTo>
                  <a:pt x="14" y="5555"/>
                </a:lnTo>
                <a:lnTo>
                  <a:pt x="0" y="5555"/>
                </a:lnTo>
                <a:lnTo>
                  <a:pt x="0" y="5419"/>
                </a:lnTo>
                <a:lnTo>
                  <a:pt x="14" y="5419"/>
                </a:lnTo>
                <a:moveTo>
                  <a:pt x="14" y="5690"/>
                </a:moveTo>
                <a:lnTo>
                  <a:pt x="14" y="5825"/>
                </a:lnTo>
                <a:lnTo>
                  <a:pt x="0" y="5825"/>
                </a:lnTo>
                <a:lnTo>
                  <a:pt x="0" y="5690"/>
                </a:lnTo>
                <a:lnTo>
                  <a:pt x="14" y="5690"/>
                </a:lnTo>
                <a:moveTo>
                  <a:pt x="14" y="5961"/>
                </a:moveTo>
                <a:lnTo>
                  <a:pt x="14" y="6096"/>
                </a:lnTo>
                <a:lnTo>
                  <a:pt x="0" y="6096"/>
                </a:lnTo>
                <a:lnTo>
                  <a:pt x="0" y="5961"/>
                </a:lnTo>
                <a:lnTo>
                  <a:pt x="14" y="596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8062560" y="2345760"/>
            <a:ext cx="78120" cy="2196360"/>
          </a:xfrm>
          <a:custGeom>
            <a:avLst/>
            <a:gdLst/>
            <a:ahLst/>
            <a:rect l="0" t="0" r="r" b="b"/>
            <a:pathLst>
              <a:path w="217" h="6101">
                <a:moveTo>
                  <a:pt x="0" y="0"/>
                </a:moveTo>
                <a:lnTo>
                  <a:pt x="217" y="0"/>
                </a:lnTo>
                <a:lnTo>
                  <a:pt x="217" y="6101"/>
                </a:lnTo>
                <a:lnTo>
                  <a:pt x="0" y="610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8093520" y="2345760"/>
            <a:ext cx="5040" cy="2194560"/>
          </a:xfrm>
          <a:custGeom>
            <a:avLst/>
            <a:gdLst/>
            <a:ahLst/>
            <a:rect l="0" t="0" r="r" b="b"/>
            <a:pathLst>
              <a:path w="14" h="6096">
                <a:moveTo>
                  <a:pt x="14" y="0"/>
                </a:moveTo>
                <a:lnTo>
                  <a:pt x="14" y="136"/>
                </a:lnTo>
                <a:lnTo>
                  <a:pt x="0" y="136"/>
                </a:lnTo>
                <a:lnTo>
                  <a:pt x="0" y="0"/>
                </a:lnTo>
                <a:lnTo>
                  <a:pt x="14" y="0"/>
                </a:lnTo>
                <a:moveTo>
                  <a:pt x="14" y="271"/>
                </a:moveTo>
                <a:lnTo>
                  <a:pt x="14" y="407"/>
                </a:lnTo>
                <a:lnTo>
                  <a:pt x="0" y="407"/>
                </a:lnTo>
                <a:lnTo>
                  <a:pt x="0" y="271"/>
                </a:lnTo>
                <a:lnTo>
                  <a:pt x="14" y="271"/>
                </a:lnTo>
                <a:moveTo>
                  <a:pt x="14" y="542"/>
                </a:moveTo>
                <a:lnTo>
                  <a:pt x="14" y="678"/>
                </a:lnTo>
                <a:lnTo>
                  <a:pt x="0" y="678"/>
                </a:lnTo>
                <a:lnTo>
                  <a:pt x="0" y="542"/>
                </a:lnTo>
                <a:lnTo>
                  <a:pt x="14" y="542"/>
                </a:lnTo>
                <a:moveTo>
                  <a:pt x="14" y="813"/>
                </a:moveTo>
                <a:lnTo>
                  <a:pt x="14" y="949"/>
                </a:lnTo>
                <a:lnTo>
                  <a:pt x="0" y="949"/>
                </a:lnTo>
                <a:lnTo>
                  <a:pt x="0" y="813"/>
                </a:lnTo>
                <a:lnTo>
                  <a:pt x="14" y="813"/>
                </a:lnTo>
                <a:moveTo>
                  <a:pt x="14" y="1084"/>
                </a:moveTo>
                <a:lnTo>
                  <a:pt x="14" y="1219"/>
                </a:lnTo>
                <a:lnTo>
                  <a:pt x="0" y="1219"/>
                </a:lnTo>
                <a:lnTo>
                  <a:pt x="0" y="1084"/>
                </a:lnTo>
                <a:lnTo>
                  <a:pt x="14" y="1084"/>
                </a:lnTo>
                <a:moveTo>
                  <a:pt x="14" y="1355"/>
                </a:moveTo>
                <a:lnTo>
                  <a:pt x="14" y="1490"/>
                </a:lnTo>
                <a:lnTo>
                  <a:pt x="0" y="1490"/>
                </a:lnTo>
                <a:lnTo>
                  <a:pt x="0" y="1355"/>
                </a:lnTo>
                <a:lnTo>
                  <a:pt x="14" y="1355"/>
                </a:lnTo>
                <a:moveTo>
                  <a:pt x="14" y="1626"/>
                </a:moveTo>
                <a:lnTo>
                  <a:pt x="14" y="1761"/>
                </a:lnTo>
                <a:lnTo>
                  <a:pt x="0" y="1761"/>
                </a:lnTo>
                <a:lnTo>
                  <a:pt x="0" y="1626"/>
                </a:lnTo>
                <a:lnTo>
                  <a:pt x="14" y="1626"/>
                </a:lnTo>
                <a:moveTo>
                  <a:pt x="14" y="1897"/>
                </a:moveTo>
                <a:lnTo>
                  <a:pt x="14" y="2032"/>
                </a:lnTo>
                <a:lnTo>
                  <a:pt x="0" y="2032"/>
                </a:lnTo>
                <a:lnTo>
                  <a:pt x="0" y="1897"/>
                </a:lnTo>
                <a:lnTo>
                  <a:pt x="14" y="1897"/>
                </a:lnTo>
                <a:moveTo>
                  <a:pt x="14" y="2167"/>
                </a:moveTo>
                <a:lnTo>
                  <a:pt x="14" y="2303"/>
                </a:lnTo>
                <a:lnTo>
                  <a:pt x="0" y="2303"/>
                </a:lnTo>
                <a:lnTo>
                  <a:pt x="0" y="2167"/>
                </a:lnTo>
                <a:lnTo>
                  <a:pt x="14" y="2167"/>
                </a:lnTo>
                <a:moveTo>
                  <a:pt x="14" y="2438"/>
                </a:moveTo>
                <a:lnTo>
                  <a:pt x="14" y="2574"/>
                </a:lnTo>
                <a:lnTo>
                  <a:pt x="0" y="2574"/>
                </a:lnTo>
                <a:lnTo>
                  <a:pt x="0" y="2438"/>
                </a:lnTo>
                <a:lnTo>
                  <a:pt x="14" y="2438"/>
                </a:lnTo>
                <a:moveTo>
                  <a:pt x="14" y="2710"/>
                </a:moveTo>
                <a:lnTo>
                  <a:pt x="14" y="2846"/>
                </a:lnTo>
                <a:lnTo>
                  <a:pt x="0" y="2846"/>
                </a:lnTo>
                <a:lnTo>
                  <a:pt x="0" y="2710"/>
                </a:lnTo>
                <a:lnTo>
                  <a:pt x="14" y="2710"/>
                </a:lnTo>
                <a:moveTo>
                  <a:pt x="14" y="2981"/>
                </a:moveTo>
                <a:lnTo>
                  <a:pt x="14" y="3117"/>
                </a:lnTo>
                <a:lnTo>
                  <a:pt x="0" y="3117"/>
                </a:lnTo>
                <a:lnTo>
                  <a:pt x="0" y="2981"/>
                </a:lnTo>
                <a:lnTo>
                  <a:pt x="14" y="2981"/>
                </a:lnTo>
                <a:moveTo>
                  <a:pt x="14" y="3252"/>
                </a:moveTo>
                <a:lnTo>
                  <a:pt x="14" y="3387"/>
                </a:lnTo>
                <a:lnTo>
                  <a:pt x="0" y="3387"/>
                </a:lnTo>
                <a:lnTo>
                  <a:pt x="0" y="3252"/>
                </a:lnTo>
                <a:lnTo>
                  <a:pt x="14" y="3252"/>
                </a:lnTo>
                <a:moveTo>
                  <a:pt x="14" y="3523"/>
                </a:moveTo>
                <a:lnTo>
                  <a:pt x="14" y="3658"/>
                </a:lnTo>
                <a:lnTo>
                  <a:pt x="0" y="3658"/>
                </a:lnTo>
                <a:lnTo>
                  <a:pt x="0" y="3523"/>
                </a:lnTo>
                <a:lnTo>
                  <a:pt x="14" y="3523"/>
                </a:lnTo>
                <a:moveTo>
                  <a:pt x="14" y="3794"/>
                </a:moveTo>
                <a:lnTo>
                  <a:pt x="14" y="3929"/>
                </a:lnTo>
                <a:lnTo>
                  <a:pt x="0" y="3929"/>
                </a:lnTo>
                <a:lnTo>
                  <a:pt x="0" y="3794"/>
                </a:lnTo>
                <a:lnTo>
                  <a:pt x="14" y="3794"/>
                </a:lnTo>
                <a:moveTo>
                  <a:pt x="14" y="4065"/>
                </a:moveTo>
                <a:lnTo>
                  <a:pt x="14" y="4200"/>
                </a:lnTo>
                <a:lnTo>
                  <a:pt x="0" y="4200"/>
                </a:lnTo>
                <a:lnTo>
                  <a:pt x="0" y="4065"/>
                </a:lnTo>
                <a:lnTo>
                  <a:pt x="14" y="4065"/>
                </a:lnTo>
                <a:moveTo>
                  <a:pt x="14" y="4336"/>
                </a:moveTo>
                <a:lnTo>
                  <a:pt x="14" y="4471"/>
                </a:lnTo>
                <a:lnTo>
                  <a:pt x="0" y="4471"/>
                </a:lnTo>
                <a:lnTo>
                  <a:pt x="0" y="4336"/>
                </a:lnTo>
                <a:lnTo>
                  <a:pt x="14" y="4336"/>
                </a:lnTo>
                <a:moveTo>
                  <a:pt x="14" y="4606"/>
                </a:moveTo>
                <a:lnTo>
                  <a:pt x="14" y="4742"/>
                </a:lnTo>
                <a:lnTo>
                  <a:pt x="0" y="4742"/>
                </a:lnTo>
                <a:lnTo>
                  <a:pt x="0" y="4606"/>
                </a:lnTo>
                <a:lnTo>
                  <a:pt x="14" y="4606"/>
                </a:lnTo>
                <a:moveTo>
                  <a:pt x="14" y="4877"/>
                </a:moveTo>
                <a:lnTo>
                  <a:pt x="14" y="5013"/>
                </a:lnTo>
                <a:lnTo>
                  <a:pt x="0" y="5013"/>
                </a:lnTo>
                <a:lnTo>
                  <a:pt x="0" y="4877"/>
                </a:lnTo>
                <a:lnTo>
                  <a:pt x="14" y="4877"/>
                </a:lnTo>
                <a:moveTo>
                  <a:pt x="14" y="5148"/>
                </a:moveTo>
                <a:lnTo>
                  <a:pt x="14" y="5284"/>
                </a:lnTo>
                <a:lnTo>
                  <a:pt x="0" y="5284"/>
                </a:lnTo>
                <a:lnTo>
                  <a:pt x="0" y="5148"/>
                </a:lnTo>
                <a:lnTo>
                  <a:pt x="14" y="5148"/>
                </a:lnTo>
                <a:moveTo>
                  <a:pt x="14" y="5419"/>
                </a:moveTo>
                <a:lnTo>
                  <a:pt x="14" y="5555"/>
                </a:lnTo>
                <a:lnTo>
                  <a:pt x="0" y="5555"/>
                </a:lnTo>
                <a:lnTo>
                  <a:pt x="0" y="5419"/>
                </a:lnTo>
                <a:lnTo>
                  <a:pt x="14" y="5419"/>
                </a:lnTo>
                <a:moveTo>
                  <a:pt x="14" y="5690"/>
                </a:moveTo>
                <a:lnTo>
                  <a:pt x="14" y="5825"/>
                </a:lnTo>
                <a:lnTo>
                  <a:pt x="0" y="5825"/>
                </a:lnTo>
                <a:lnTo>
                  <a:pt x="0" y="5690"/>
                </a:lnTo>
                <a:lnTo>
                  <a:pt x="14" y="5690"/>
                </a:lnTo>
                <a:moveTo>
                  <a:pt x="14" y="5961"/>
                </a:moveTo>
                <a:lnTo>
                  <a:pt x="14" y="6096"/>
                </a:lnTo>
                <a:lnTo>
                  <a:pt x="0" y="6096"/>
                </a:lnTo>
                <a:lnTo>
                  <a:pt x="0" y="5961"/>
                </a:lnTo>
                <a:lnTo>
                  <a:pt x="14" y="596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66720" y="758160"/>
            <a:ext cx="486684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The ﬂow — 1. Discover &amp; request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15320" y="2034360"/>
            <a:ext cx="459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932760" y="1443960"/>
            <a:ext cx="156600" cy="156600"/>
          </a:xfrm>
          <a:custGeom>
            <a:avLst/>
            <a:gdLst/>
            <a:ahLst/>
            <a:rect l="0" t="0" r="r" b="b"/>
            <a:pathLst>
              <a:path w="435" h="435">
                <a:moveTo>
                  <a:pt x="435" y="218"/>
                </a:moveTo>
                <a:cubicBezTo>
                  <a:pt x="435" y="232"/>
                  <a:pt x="433" y="246"/>
                  <a:pt x="430" y="260"/>
                </a:cubicBezTo>
                <a:cubicBezTo>
                  <a:pt x="428" y="274"/>
                  <a:pt x="424" y="288"/>
                  <a:pt x="418" y="301"/>
                </a:cubicBezTo>
                <a:cubicBezTo>
                  <a:pt x="413" y="314"/>
                  <a:pt x="406" y="327"/>
                  <a:pt x="398" y="339"/>
                </a:cubicBezTo>
                <a:cubicBezTo>
                  <a:pt x="390" y="350"/>
                  <a:pt x="381" y="361"/>
                  <a:pt x="371" y="371"/>
                </a:cubicBezTo>
                <a:cubicBezTo>
                  <a:pt x="361" y="381"/>
                  <a:pt x="350" y="390"/>
                  <a:pt x="338" y="398"/>
                </a:cubicBezTo>
                <a:cubicBezTo>
                  <a:pt x="326" y="406"/>
                  <a:pt x="314" y="413"/>
                  <a:pt x="301" y="418"/>
                </a:cubicBezTo>
                <a:cubicBezTo>
                  <a:pt x="288" y="424"/>
                  <a:pt x="274" y="428"/>
                  <a:pt x="260" y="431"/>
                </a:cubicBezTo>
                <a:cubicBezTo>
                  <a:pt x="246" y="433"/>
                  <a:pt x="232" y="435"/>
                  <a:pt x="217" y="435"/>
                </a:cubicBezTo>
                <a:cubicBezTo>
                  <a:pt x="203" y="435"/>
                  <a:pt x="188" y="433"/>
                  <a:pt x="175" y="431"/>
                </a:cubicBezTo>
                <a:cubicBezTo>
                  <a:pt x="161" y="428"/>
                  <a:pt x="147" y="424"/>
                  <a:pt x="134" y="418"/>
                </a:cubicBezTo>
                <a:cubicBezTo>
                  <a:pt x="121" y="413"/>
                  <a:pt x="108" y="406"/>
                  <a:pt x="96" y="398"/>
                </a:cubicBezTo>
                <a:cubicBezTo>
                  <a:pt x="85" y="390"/>
                  <a:pt x="74" y="381"/>
                  <a:pt x="64" y="371"/>
                </a:cubicBezTo>
                <a:cubicBezTo>
                  <a:pt x="53" y="361"/>
                  <a:pt x="44" y="350"/>
                  <a:pt x="37" y="339"/>
                </a:cubicBezTo>
                <a:cubicBezTo>
                  <a:pt x="29" y="327"/>
                  <a:pt x="22" y="314"/>
                  <a:pt x="17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4"/>
                  <a:pt x="1" y="190"/>
                  <a:pt x="4" y="176"/>
                </a:cubicBezTo>
                <a:cubicBezTo>
                  <a:pt x="7" y="162"/>
                  <a:pt x="11" y="148"/>
                  <a:pt x="17" y="135"/>
                </a:cubicBezTo>
                <a:cubicBezTo>
                  <a:pt x="22" y="122"/>
                  <a:pt x="29" y="110"/>
                  <a:pt x="37" y="97"/>
                </a:cubicBezTo>
                <a:cubicBezTo>
                  <a:pt x="44" y="85"/>
                  <a:pt x="53" y="74"/>
                  <a:pt x="64" y="64"/>
                </a:cubicBezTo>
                <a:cubicBezTo>
                  <a:pt x="74" y="54"/>
                  <a:pt x="85" y="45"/>
                  <a:pt x="96" y="37"/>
                </a:cubicBezTo>
                <a:cubicBezTo>
                  <a:pt x="108" y="29"/>
                  <a:pt x="121" y="22"/>
                  <a:pt x="134" y="17"/>
                </a:cubicBezTo>
                <a:cubicBezTo>
                  <a:pt x="147" y="11"/>
                  <a:pt x="161" y="7"/>
                  <a:pt x="175" y="5"/>
                </a:cubicBezTo>
                <a:cubicBezTo>
                  <a:pt x="188" y="2"/>
                  <a:pt x="203" y="0"/>
                  <a:pt x="217" y="0"/>
                </a:cubicBezTo>
                <a:cubicBezTo>
                  <a:pt x="232" y="0"/>
                  <a:pt x="246" y="2"/>
                  <a:pt x="260" y="5"/>
                </a:cubicBezTo>
                <a:cubicBezTo>
                  <a:pt x="274" y="7"/>
                  <a:pt x="288" y="11"/>
                  <a:pt x="301" y="17"/>
                </a:cubicBezTo>
                <a:cubicBezTo>
                  <a:pt x="314" y="22"/>
                  <a:pt x="326" y="29"/>
                  <a:pt x="338" y="37"/>
                </a:cubicBezTo>
                <a:cubicBezTo>
                  <a:pt x="350" y="45"/>
                  <a:pt x="361" y="54"/>
                  <a:pt x="371" y="64"/>
                </a:cubicBezTo>
                <a:cubicBezTo>
                  <a:pt x="381" y="74"/>
                  <a:pt x="390" y="85"/>
                  <a:pt x="398" y="97"/>
                </a:cubicBezTo>
                <a:cubicBezTo>
                  <a:pt x="406" y="110"/>
                  <a:pt x="413" y="122"/>
                  <a:pt x="418" y="135"/>
                </a:cubicBezTo>
                <a:cubicBezTo>
                  <a:pt x="424" y="148"/>
                  <a:pt x="428" y="162"/>
                  <a:pt x="430" y="176"/>
                </a:cubicBezTo>
                <a:cubicBezTo>
                  <a:pt x="433" y="190"/>
                  <a:pt x="435" y="204"/>
                  <a:pt x="435" y="218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932760" y="1443960"/>
            <a:ext cx="156600" cy="156600"/>
          </a:xfrm>
          <a:custGeom>
            <a:avLst/>
            <a:gdLst/>
            <a:ahLst/>
            <a:rect l="0" t="0" r="r" b="b"/>
            <a:pathLst>
              <a:path w="435" h="435">
                <a:moveTo>
                  <a:pt x="435" y="218"/>
                </a:moveTo>
                <a:cubicBezTo>
                  <a:pt x="435" y="232"/>
                  <a:pt x="433" y="246"/>
                  <a:pt x="430" y="260"/>
                </a:cubicBezTo>
                <a:cubicBezTo>
                  <a:pt x="428" y="274"/>
                  <a:pt x="424" y="288"/>
                  <a:pt x="418" y="301"/>
                </a:cubicBezTo>
                <a:cubicBezTo>
                  <a:pt x="413" y="314"/>
                  <a:pt x="406" y="327"/>
                  <a:pt x="398" y="339"/>
                </a:cubicBezTo>
                <a:cubicBezTo>
                  <a:pt x="390" y="350"/>
                  <a:pt x="381" y="361"/>
                  <a:pt x="371" y="371"/>
                </a:cubicBezTo>
                <a:cubicBezTo>
                  <a:pt x="361" y="381"/>
                  <a:pt x="350" y="390"/>
                  <a:pt x="338" y="398"/>
                </a:cubicBezTo>
                <a:cubicBezTo>
                  <a:pt x="326" y="406"/>
                  <a:pt x="314" y="413"/>
                  <a:pt x="301" y="418"/>
                </a:cubicBezTo>
                <a:cubicBezTo>
                  <a:pt x="288" y="424"/>
                  <a:pt x="274" y="428"/>
                  <a:pt x="260" y="431"/>
                </a:cubicBezTo>
                <a:cubicBezTo>
                  <a:pt x="246" y="433"/>
                  <a:pt x="232" y="435"/>
                  <a:pt x="217" y="435"/>
                </a:cubicBezTo>
                <a:cubicBezTo>
                  <a:pt x="203" y="435"/>
                  <a:pt x="188" y="433"/>
                  <a:pt x="175" y="431"/>
                </a:cubicBezTo>
                <a:cubicBezTo>
                  <a:pt x="161" y="428"/>
                  <a:pt x="147" y="424"/>
                  <a:pt x="134" y="418"/>
                </a:cubicBezTo>
                <a:cubicBezTo>
                  <a:pt x="121" y="413"/>
                  <a:pt x="108" y="406"/>
                  <a:pt x="96" y="398"/>
                </a:cubicBezTo>
                <a:cubicBezTo>
                  <a:pt x="85" y="390"/>
                  <a:pt x="74" y="381"/>
                  <a:pt x="64" y="371"/>
                </a:cubicBezTo>
                <a:cubicBezTo>
                  <a:pt x="53" y="361"/>
                  <a:pt x="44" y="350"/>
                  <a:pt x="37" y="339"/>
                </a:cubicBezTo>
                <a:cubicBezTo>
                  <a:pt x="29" y="327"/>
                  <a:pt x="22" y="314"/>
                  <a:pt x="17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4"/>
                  <a:pt x="1" y="190"/>
                  <a:pt x="4" y="176"/>
                </a:cubicBezTo>
                <a:cubicBezTo>
                  <a:pt x="7" y="162"/>
                  <a:pt x="11" y="148"/>
                  <a:pt x="17" y="135"/>
                </a:cubicBezTo>
                <a:cubicBezTo>
                  <a:pt x="22" y="122"/>
                  <a:pt x="29" y="110"/>
                  <a:pt x="37" y="97"/>
                </a:cubicBezTo>
                <a:cubicBezTo>
                  <a:pt x="44" y="85"/>
                  <a:pt x="53" y="74"/>
                  <a:pt x="64" y="64"/>
                </a:cubicBezTo>
                <a:cubicBezTo>
                  <a:pt x="74" y="54"/>
                  <a:pt x="85" y="45"/>
                  <a:pt x="96" y="37"/>
                </a:cubicBezTo>
                <a:cubicBezTo>
                  <a:pt x="108" y="29"/>
                  <a:pt x="121" y="22"/>
                  <a:pt x="134" y="17"/>
                </a:cubicBezTo>
                <a:cubicBezTo>
                  <a:pt x="147" y="11"/>
                  <a:pt x="161" y="7"/>
                  <a:pt x="175" y="5"/>
                </a:cubicBezTo>
                <a:cubicBezTo>
                  <a:pt x="188" y="2"/>
                  <a:pt x="203" y="0"/>
                  <a:pt x="217" y="0"/>
                </a:cubicBezTo>
                <a:cubicBezTo>
                  <a:pt x="232" y="0"/>
                  <a:pt x="246" y="2"/>
                  <a:pt x="260" y="5"/>
                </a:cubicBezTo>
                <a:cubicBezTo>
                  <a:pt x="274" y="7"/>
                  <a:pt x="288" y="11"/>
                  <a:pt x="301" y="17"/>
                </a:cubicBezTo>
                <a:cubicBezTo>
                  <a:pt x="314" y="22"/>
                  <a:pt x="326" y="29"/>
                  <a:pt x="338" y="37"/>
                </a:cubicBezTo>
                <a:cubicBezTo>
                  <a:pt x="350" y="45"/>
                  <a:pt x="361" y="54"/>
                  <a:pt x="371" y="64"/>
                </a:cubicBezTo>
                <a:cubicBezTo>
                  <a:pt x="381" y="74"/>
                  <a:pt x="390" y="85"/>
                  <a:pt x="398" y="97"/>
                </a:cubicBezTo>
                <a:cubicBezTo>
                  <a:pt x="406" y="110"/>
                  <a:pt x="413" y="122"/>
                  <a:pt x="418" y="135"/>
                </a:cubicBezTo>
                <a:cubicBezTo>
                  <a:pt x="424" y="148"/>
                  <a:pt x="428" y="162"/>
                  <a:pt x="430" y="176"/>
                </a:cubicBezTo>
                <a:cubicBezTo>
                  <a:pt x="433" y="190"/>
                  <a:pt x="435" y="204"/>
                  <a:pt x="435" y="218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884160" y="1600200"/>
            <a:ext cx="253800" cy="410040"/>
          </a:xfrm>
          <a:custGeom>
            <a:avLst/>
            <a:gdLst/>
            <a:ahLst/>
            <a:rect l="0" t="0" r="r" b="b"/>
            <a:pathLst>
              <a:path fill="none" w="705" h="1139">
                <a:moveTo>
                  <a:pt x="353" y="0"/>
                </a:moveTo>
                <a:lnTo>
                  <a:pt x="353" y="732"/>
                </a:lnTo>
                <a:moveTo>
                  <a:pt x="0" y="217"/>
                </a:moveTo>
                <a:lnTo>
                  <a:pt x="705" y="217"/>
                </a:lnTo>
                <a:moveTo>
                  <a:pt x="353" y="732"/>
                </a:moveTo>
                <a:lnTo>
                  <a:pt x="0" y="1139"/>
                </a:lnTo>
                <a:moveTo>
                  <a:pt x="353" y="732"/>
                </a:moveTo>
                <a:lnTo>
                  <a:pt x="705" y="1139"/>
                </a:lnTo>
              </a:path>
            </a:pathLst>
          </a:custGeom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1240" y="2195280"/>
            <a:ext cx="4258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15320" y="4542120"/>
            <a:ext cx="459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32760" y="4858560"/>
            <a:ext cx="156600" cy="156240"/>
          </a:xfrm>
          <a:custGeom>
            <a:avLst/>
            <a:gdLst/>
            <a:ahLst/>
            <a:rect l="0" t="0" r="r" b="b"/>
            <a:pathLst>
              <a:path w="435" h="434">
                <a:moveTo>
                  <a:pt x="435" y="217"/>
                </a:moveTo>
                <a:cubicBezTo>
                  <a:pt x="435" y="232"/>
                  <a:pt x="433" y="246"/>
                  <a:pt x="430" y="260"/>
                </a:cubicBezTo>
                <a:cubicBezTo>
                  <a:pt x="428" y="274"/>
                  <a:pt x="424" y="287"/>
                  <a:pt x="418" y="300"/>
                </a:cubicBezTo>
                <a:cubicBezTo>
                  <a:pt x="413" y="314"/>
                  <a:pt x="406" y="326"/>
                  <a:pt x="398" y="338"/>
                </a:cubicBezTo>
                <a:cubicBezTo>
                  <a:pt x="390" y="350"/>
                  <a:pt x="381" y="361"/>
                  <a:pt x="371" y="371"/>
                </a:cubicBezTo>
                <a:cubicBezTo>
                  <a:pt x="361" y="381"/>
                  <a:pt x="350" y="390"/>
                  <a:pt x="338" y="398"/>
                </a:cubicBezTo>
                <a:cubicBezTo>
                  <a:pt x="326" y="406"/>
                  <a:pt x="314" y="412"/>
                  <a:pt x="301" y="418"/>
                </a:cubicBezTo>
                <a:cubicBezTo>
                  <a:pt x="288" y="423"/>
                  <a:pt x="274" y="427"/>
                  <a:pt x="260" y="430"/>
                </a:cubicBezTo>
                <a:cubicBezTo>
                  <a:pt x="246" y="433"/>
                  <a:pt x="232" y="434"/>
                  <a:pt x="217" y="434"/>
                </a:cubicBezTo>
                <a:cubicBezTo>
                  <a:pt x="203" y="434"/>
                  <a:pt x="188" y="433"/>
                  <a:pt x="175" y="430"/>
                </a:cubicBezTo>
                <a:cubicBezTo>
                  <a:pt x="161" y="427"/>
                  <a:pt x="147" y="423"/>
                  <a:pt x="134" y="418"/>
                </a:cubicBezTo>
                <a:cubicBezTo>
                  <a:pt x="121" y="412"/>
                  <a:pt x="108" y="406"/>
                  <a:pt x="96" y="398"/>
                </a:cubicBezTo>
                <a:cubicBezTo>
                  <a:pt x="85" y="390"/>
                  <a:pt x="74" y="381"/>
                  <a:pt x="64" y="371"/>
                </a:cubicBezTo>
                <a:cubicBezTo>
                  <a:pt x="53" y="361"/>
                  <a:pt x="44" y="350"/>
                  <a:pt x="37" y="338"/>
                </a:cubicBezTo>
                <a:cubicBezTo>
                  <a:pt x="29" y="326"/>
                  <a:pt x="22" y="314"/>
                  <a:pt x="17" y="300"/>
                </a:cubicBezTo>
                <a:cubicBezTo>
                  <a:pt x="11" y="287"/>
                  <a:pt x="7" y="274"/>
                  <a:pt x="4" y="260"/>
                </a:cubicBezTo>
                <a:cubicBezTo>
                  <a:pt x="1" y="246"/>
                  <a:pt x="0" y="232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7" y="134"/>
                </a:cubicBezTo>
                <a:cubicBezTo>
                  <a:pt x="22" y="120"/>
                  <a:pt x="29" y="108"/>
                  <a:pt x="37" y="96"/>
                </a:cubicBezTo>
                <a:cubicBezTo>
                  <a:pt x="44" y="84"/>
                  <a:pt x="53" y="73"/>
                  <a:pt x="64" y="63"/>
                </a:cubicBezTo>
                <a:cubicBezTo>
                  <a:pt x="74" y="53"/>
                  <a:pt x="85" y="44"/>
                  <a:pt x="96" y="36"/>
                </a:cubicBezTo>
                <a:cubicBezTo>
                  <a:pt x="108" y="28"/>
                  <a:pt x="121" y="22"/>
                  <a:pt x="134" y="16"/>
                </a:cubicBezTo>
                <a:cubicBezTo>
                  <a:pt x="147" y="11"/>
                  <a:pt x="161" y="7"/>
                  <a:pt x="175" y="4"/>
                </a:cubicBezTo>
                <a:cubicBezTo>
                  <a:pt x="188" y="1"/>
                  <a:pt x="203" y="0"/>
                  <a:pt x="217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4" y="7"/>
                  <a:pt x="288" y="11"/>
                  <a:pt x="301" y="16"/>
                </a:cubicBezTo>
                <a:cubicBezTo>
                  <a:pt x="314" y="22"/>
                  <a:pt x="326" y="28"/>
                  <a:pt x="338" y="36"/>
                </a:cubicBezTo>
                <a:cubicBezTo>
                  <a:pt x="350" y="44"/>
                  <a:pt x="361" y="53"/>
                  <a:pt x="371" y="63"/>
                </a:cubicBezTo>
                <a:cubicBezTo>
                  <a:pt x="381" y="73"/>
                  <a:pt x="390" y="84"/>
                  <a:pt x="398" y="96"/>
                </a:cubicBezTo>
                <a:cubicBezTo>
                  <a:pt x="406" y="108"/>
                  <a:pt x="413" y="120"/>
                  <a:pt x="418" y="134"/>
                </a:cubicBezTo>
                <a:cubicBezTo>
                  <a:pt x="424" y="148"/>
                  <a:pt x="428" y="161"/>
                  <a:pt x="430" y="175"/>
                </a:cubicBezTo>
                <a:cubicBezTo>
                  <a:pt x="433" y="189"/>
                  <a:pt x="435" y="203"/>
                  <a:pt x="435" y="217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932760" y="4858560"/>
            <a:ext cx="156600" cy="156240"/>
          </a:xfrm>
          <a:custGeom>
            <a:avLst/>
            <a:gdLst/>
            <a:ahLst/>
            <a:rect l="0" t="0" r="r" b="b"/>
            <a:pathLst>
              <a:path w="435" h="434">
                <a:moveTo>
                  <a:pt x="435" y="217"/>
                </a:moveTo>
                <a:cubicBezTo>
                  <a:pt x="435" y="232"/>
                  <a:pt x="433" y="246"/>
                  <a:pt x="430" y="260"/>
                </a:cubicBezTo>
                <a:cubicBezTo>
                  <a:pt x="428" y="274"/>
                  <a:pt x="424" y="287"/>
                  <a:pt x="418" y="300"/>
                </a:cubicBezTo>
                <a:cubicBezTo>
                  <a:pt x="413" y="314"/>
                  <a:pt x="406" y="326"/>
                  <a:pt x="398" y="338"/>
                </a:cubicBezTo>
                <a:cubicBezTo>
                  <a:pt x="390" y="350"/>
                  <a:pt x="381" y="361"/>
                  <a:pt x="371" y="371"/>
                </a:cubicBezTo>
                <a:cubicBezTo>
                  <a:pt x="361" y="381"/>
                  <a:pt x="350" y="390"/>
                  <a:pt x="338" y="398"/>
                </a:cubicBezTo>
                <a:cubicBezTo>
                  <a:pt x="326" y="406"/>
                  <a:pt x="314" y="412"/>
                  <a:pt x="301" y="418"/>
                </a:cubicBezTo>
                <a:cubicBezTo>
                  <a:pt x="288" y="423"/>
                  <a:pt x="274" y="427"/>
                  <a:pt x="260" y="430"/>
                </a:cubicBezTo>
                <a:cubicBezTo>
                  <a:pt x="246" y="433"/>
                  <a:pt x="232" y="434"/>
                  <a:pt x="217" y="434"/>
                </a:cubicBezTo>
                <a:cubicBezTo>
                  <a:pt x="203" y="434"/>
                  <a:pt x="188" y="433"/>
                  <a:pt x="175" y="430"/>
                </a:cubicBezTo>
                <a:cubicBezTo>
                  <a:pt x="161" y="427"/>
                  <a:pt x="147" y="423"/>
                  <a:pt x="134" y="418"/>
                </a:cubicBezTo>
                <a:cubicBezTo>
                  <a:pt x="121" y="412"/>
                  <a:pt x="108" y="406"/>
                  <a:pt x="96" y="398"/>
                </a:cubicBezTo>
                <a:cubicBezTo>
                  <a:pt x="85" y="390"/>
                  <a:pt x="74" y="381"/>
                  <a:pt x="64" y="371"/>
                </a:cubicBezTo>
                <a:cubicBezTo>
                  <a:pt x="53" y="361"/>
                  <a:pt x="44" y="350"/>
                  <a:pt x="37" y="338"/>
                </a:cubicBezTo>
                <a:cubicBezTo>
                  <a:pt x="29" y="326"/>
                  <a:pt x="22" y="314"/>
                  <a:pt x="17" y="300"/>
                </a:cubicBezTo>
                <a:cubicBezTo>
                  <a:pt x="11" y="287"/>
                  <a:pt x="7" y="274"/>
                  <a:pt x="4" y="260"/>
                </a:cubicBezTo>
                <a:cubicBezTo>
                  <a:pt x="1" y="246"/>
                  <a:pt x="0" y="232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7" y="134"/>
                </a:cubicBezTo>
                <a:cubicBezTo>
                  <a:pt x="22" y="120"/>
                  <a:pt x="29" y="108"/>
                  <a:pt x="37" y="96"/>
                </a:cubicBezTo>
                <a:cubicBezTo>
                  <a:pt x="44" y="84"/>
                  <a:pt x="53" y="73"/>
                  <a:pt x="64" y="63"/>
                </a:cubicBezTo>
                <a:cubicBezTo>
                  <a:pt x="74" y="53"/>
                  <a:pt x="85" y="44"/>
                  <a:pt x="96" y="36"/>
                </a:cubicBezTo>
                <a:cubicBezTo>
                  <a:pt x="108" y="28"/>
                  <a:pt x="121" y="22"/>
                  <a:pt x="134" y="16"/>
                </a:cubicBezTo>
                <a:cubicBezTo>
                  <a:pt x="147" y="11"/>
                  <a:pt x="161" y="7"/>
                  <a:pt x="175" y="4"/>
                </a:cubicBezTo>
                <a:cubicBezTo>
                  <a:pt x="188" y="1"/>
                  <a:pt x="203" y="0"/>
                  <a:pt x="217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4" y="7"/>
                  <a:pt x="288" y="11"/>
                  <a:pt x="301" y="16"/>
                </a:cubicBezTo>
                <a:cubicBezTo>
                  <a:pt x="314" y="22"/>
                  <a:pt x="326" y="28"/>
                  <a:pt x="338" y="36"/>
                </a:cubicBezTo>
                <a:cubicBezTo>
                  <a:pt x="350" y="44"/>
                  <a:pt x="361" y="53"/>
                  <a:pt x="371" y="63"/>
                </a:cubicBezTo>
                <a:cubicBezTo>
                  <a:pt x="381" y="73"/>
                  <a:pt x="390" y="84"/>
                  <a:pt x="398" y="96"/>
                </a:cubicBezTo>
                <a:cubicBezTo>
                  <a:pt x="406" y="108"/>
                  <a:pt x="413" y="120"/>
                  <a:pt x="418" y="134"/>
                </a:cubicBezTo>
                <a:cubicBezTo>
                  <a:pt x="424" y="148"/>
                  <a:pt x="428" y="161"/>
                  <a:pt x="430" y="175"/>
                </a:cubicBezTo>
                <a:cubicBezTo>
                  <a:pt x="433" y="189"/>
                  <a:pt x="435" y="203"/>
                  <a:pt x="435" y="217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84160" y="5014440"/>
            <a:ext cx="253800" cy="410040"/>
          </a:xfrm>
          <a:custGeom>
            <a:avLst/>
            <a:gdLst/>
            <a:ahLst/>
            <a:rect l="0" t="0" r="r" b="b"/>
            <a:pathLst>
              <a:path fill="none" w="705" h="1139">
                <a:moveTo>
                  <a:pt x="353" y="0"/>
                </a:moveTo>
                <a:lnTo>
                  <a:pt x="353" y="733"/>
                </a:lnTo>
                <a:moveTo>
                  <a:pt x="0" y="217"/>
                </a:moveTo>
                <a:lnTo>
                  <a:pt x="705" y="217"/>
                </a:lnTo>
                <a:moveTo>
                  <a:pt x="353" y="733"/>
                </a:moveTo>
                <a:lnTo>
                  <a:pt x="0" y="1139"/>
                </a:lnTo>
                <a:moveTo>
                  <a:pt x="353" y="733"/>
                </a:moveTo>
                <a:lnTo>
                  <a:pt x="705" y="1139"/>
                </a:lnTo>
              </a:path>
            </a:pathLst>
          </a:custGeom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3627000" y="1717200"/>
            <a:ext cx="1329120" cy="619200"/>
          </a:xfrm>
          <a:custGeom>
            <a:avLst/>
            <a:gdLst/>
            <a:ahLst/>
            <a:rect l="0" t="0" r="r" b="b"/>
            <a:pathLst>
              <a:path w="3692" h="1720">
                <a:moveTo>
                  <a:pt x="68" y="0"/>
                </a:moveTo>
                <a:lnTo>
                  <a:pt x="3625" y="0"/>
                </a:lnTo>
                <a:cubicBezTo>
                  <a:pt x="3634" y="0"/>
                  <a:pt x="3642" y="2"/>
                  <a:pt x="3650" y="5"/>
                </a:cubicBezTo>
                <a:cubicBezTo>
                  <a:pt x="3659" y="9"/>
                  <a:pt x="3666" y="14"/>
                  <a:pt x="3672" y="20"/>
                </a:cubicBezTo>
                <a:cubicBezTo>
                  <a:pt x="3679" y="26"/>
                  <a:pt x="3684" y="34"/>
                  <a:pt x="3687" y="42"/>
                </a:cubicBezTo>
                <a:cubicBezTo>
                  <a:pt x="3691" y="50"/>
                  <a:pt x="3692" y="59"/>
                  <a:pt x="3692" y="68"/>
                </a:cubicBezTo>
                <a:lnTo>
                  <a:pt x="3692" y="1653"/>
                </a:lnTo>
                <a:cubicBezTo>
                  <a:pt x="3692" y="1662"/>
                  <a:pt x="3691" y="1670"/>
                  <a:pt x="3687" y="1679"/>
                </a:cubicBezTo>
                <a:cubicBezTo>
                  <a:pt x="3684" y="1687"/>
                  <a:pt x="3679" y="1694"/>
                  <a:pt x="3672" y="1701"/>
                </a:cubicBezTo>
                <a:cubicBezTo>
                  <a:pt x="3666" y="1707"/>
                  <a:pt x="3659" y="1712"/>
                  <a:pt x="3650" y="1715"/>
                </a:cubicBezTo>
                <a:cubicBezTo>
                  <a:pt x="3642" y="1719"/>
                  <a:pt x="3634" y="1720"/>
                  <a:pt x="3625" y="1720"/>
                </a:cubicBezTo>
                <a:lnTo>
                  <a:pt x="68" y="1720"/>
                </a:lnTo>
                <a:cubicBezTo>
                  <a:pt x="59" y="1720"/>
                  <a:pt x="50" y="1719"/>
                  <a:pt x="42" y="1715"/>
                </a:cubicBezTo>
                <a:cubicBezTo>
                  <a:pt x="33" y="1712"/>
                  <a:pt x="26" y="1707"/>
                  <a:pt x="20" y="1701"/>
                </a:cubicBezTo>
                <a:cubicBezTo>
                  <a:pt x="13" y="1694"/>
                  <a:pt x="9" y="1687"/>
                  <a:pt x="5" y="1679"/>
                </a:cubicBezTo>
                <a:cubicBezTo>
                  <a:pt x="2" y="1670"/>
                  <a:pt x="0" y="1662"/>
                  <a:pt x="0" y="1653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3" y="26"/>
                  <a:pt x="20" y="20"/>
                </a:cubicBezTo>
                <a:cubicBezTo>
                  <a:pt x="26" y="14"/>
                  <a:pt x="33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3627000" y="1717200"/>
            <a:ext cx="1329120" cy="619200"/>
          </a:xfrm>
          <a:custGeom>
            <a:avLst/>
            <a:gdLst/>
            <a:ahLst/>
            <a:rect l="0" t="0" r="r" b="b"/>
            <a:pathLst>
              <a:path w="3692" h="1720">
                <a:moveTo>
                  <a:pt x="68" y="0"/>
                </a:moveTo>
                <a:lnTo>
                  <a:pt x="3625" y="0"/>
                </a:lnTo>
                <a:cubicBezTo>
                  <a:pt x="3634" y="0"/>
                  <a:pt x="3642" y="2"/>
                  <a:pt x="3650" y="5"/>
                </a:cubicBezTo>
                <a:cubicBezTo>
                  <a:pt x="3659" y="9"/>
                  <a:pt x="3666" y="14"/>
                  <a:pt x="3672" y="20"/>
                </a:cubicBezTo>
                <a:cubicBezTo>
                  <a:pt x="3679" y="26"/>
                  <a:pt x="3684" y="34"/>
                  <a:pt x="3687" y="42"/>
                </a:cubicBezTo>
                <a:cubicBezTo>
                  <a:pt x="3691" y="50"/>
                  <a:pt x="3692" y="59"/>
                  <a:pt x="3692" y="68"/>
                </a:cubicBezTo>
                <a:lnTo>
                  <a:pt x="3692" y="1653"/>
                </a:lnTo>
                <a:cubicBezTo>
                  <a:pt x="3692" y="1662"/>
                  <a:pt x="3691" y="1670"/>
                  <a:pt x="3687" y="1679"/>
                </a:cubicBezTo>
                <a:cubicBezTo>
                  <a:pt x="3684" y="1687"/>
                  <a:pt x="3679" y="1694"/>
                  <a:pt x="3672" y="1701"/>
                </a:cubicBezTo>
                <a:cubicBezTo>
                  <a:pt x="3666" y="1707"/>
                  <a:pt x="3659" y="1712"/>
                  <a:pt x="3650" y="1715"/>
                </a:cubicBezTo>
                <a:cubicBezTo>
                  <a:pt x="3642" y="1719"/>
                  <a:pt x="3634" y="1720"/>
                  <a:pt x="3625" y="1720"/>
                </a:cubicBezTo>
                <a:lnTo>
                  <a:pt x="68" y="1720"/>
                </a:lnTo>
                <a:cubicBezTo>
                  <a:pt x="59" y="1720"/>
                  <a:pt x="50" y="1719"/>
                  <a:pt x="42" y="1715"/>
                </a:cubicBezTo>
                <a:cubicBezTo>
                  <a:pt x="33" y="1712"/>
                  <a:pt x="26" y="1707"/>
                  <a:pt x="20" y="1701"/>
                </a:cubicBezTo>
                <a:cubicBezTo>
                  <a:pt x="13" y="1694"/>
                  <a:pt x="9" y="1687"/>
                  <a:pt x="5" y="1679"/>
                </a:cubicBezTo>
                <a:cubicBezTo>
                  <a:pt x="2" y="1670"/>
                  <a:pt x="0" y="1662"/>
                  <a:pt x="0" y="1653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3" y="26"/>
                  <a:pt x="20" y="20"/>
                </a:cubicBezTo>
                <a:cubicBezTo>
                  <a:pt x="26" y="14"/>
                  <a:pt x="33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741240" y="4702680"/>
            <a:ext cx="4258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940560" y="1795680"/>
            <a:ext cx="6148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Qld Health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695400" y="1956240"/>
            <a:ext cx="10522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Provider Directory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3627000" y="4532040"/>
            <a:ext cx="1329120" cy="619200"/>
          </a:xfrm>
          <a:custGeom>
            <a:avLst/>
            <a:gdLst/>
            <a:ahLst/>
            <a:rect l="0" t="0" r="r" b="b"/>
            <a:pathLst>
              <a:path w="3692" h="1720">
                <a:moveTo>
                  <a:pt x="68" y="0"/>
                </a:moveTo>
                <a:lnTo>
                  <a:pt x="3625" y="0"/>
                </a:lnTo>
                <a:cubicBezTo>
                  <a:pt x="3634" y="0"/>
                  <a:pt x="3642" y="2"/>
                  <a:pt x="3650" y="5"/>
                </a:cubicBezTo>
                <a:cubicBezTo>
                  <a:pt x="3659" y="9"/>
                  <a:pt x="3666" y="13"/>
                  <a:pt x="3672" y="20"/>
                </a:cubicBezTo>
                <a:cubicBezTo>
                  <a:pt x="3679" y="26"/>
                  <a:pt x="3684" y="33"/>
                  <a:pt x="3687" y="42"/>
                </a:cubicBezTo>
                <a:cubicBezTo>
                  <a:pt x="3691" y="50"/>
                  <a:pt x="3692" y="59"/>
                  <a:pt x="3692" y="68"/>
                </a:cubicBezTo>
                <a:lnTo>
                  <a:pt x="3692" y="1652"/>
                </a:lnTo>
                <a:cubicBezTo>
                  <a:pt x="3692" y="1661"/>
                  <a:pt x="3691" y="1670"/>
                  <a:pt x="3687" y="1678"/>
                </a:cubicBezTo>
                <a:cubicBezTo>
                  <a:pt x="3684" y="1687"/>
                  <a:pt x="3679" y="1694"/>
                  <a:pt x="3672" y="1700"/>
                </a:cubicBezTo>
                <a:cubicBezTo>
                  <a:pt x="3666" y="1707"/>
                  <a:pt x="3659" y="1711"/>
                  <a:pt x="3650" y="1715"/>
                </a:cubicBezTo>
                <a:cubicBezTo>
                  <a:pt x="3642" y="1718"/>
                  <a:pt x="3634" y="1720"/>
                  <a:pt x="3625" y="1720"/>
                </a:cubicBezTo>
                <a:lnTo>
                  <a:pt x="68" y="1720"/>
                </a:lnTo>
                <a:cubicBezTo>
                  <a:pt x="59" y="1720"/>
                  <a:pt x="50" y="1718"/>
                  <a:pt x="42" y="1715"/>
                </a:cubicBezTo>
                <a:cubicBezTo>
                  <a:pt x="33" y="1711"/>
                  <a:pt x="26" y="1707"/>
                  <a:pt x="20" y="1700"/>
                </a:cubicBezTo>
                <a:cubicBezTo>
                  <a:pt x="13" y="1694"/>
                  <a:pt x="9" y="1687"/>
                  <a:pt x="5" y="1678"/>
                </a:cubicBezTo>
                <a:cubicBezTo>
                  <a:pt x="2" y="1670"/>
                  <a:pt x="0" y="1661"/>
                  <a:pt x="0" y="1652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3627000" y="4532040"/>
            <a:ext cx="1329120" cy="619200"/>
          </a:xfrm>
          <a:custGeom>
            <a:avLst/>
            <a:gdLst/>
            <a:ahLst/>
            <a:rect l="0" t="0" r="r" b="b"/>
            <a:pathLst>
              <a:path w="3692" h="1720">
                <a:moveTo>
                  <a:pt x="68" y="0"/>
                </a:moveTo>
                <a:lnTo>
                  <a:pt x="3625" y="0"/>
                </a:lnTo>
                <a:cubicBezTo>
                  <a:pt x="3634" y="0"/>
                  <a:pt x="3642" y="2"/>
                  <a:pt x="3650" y="5"/>
                </a:cubicBezTo>
                <a:cubicBezTo>
                  <a:pt x="3659" y="9"/>
                  <a:pt x="3666" y="13"/>
                  <a:pt x="3672" y="20"/>
                </a:cubicBezTo>
                <a:cubicBezTo>
                  <a:pt x="3679" y="26"/>
                  <a:pt x="3684" y="33"/>
                  <a:pt x="3687" y="42"/>
                </a:cubicBezTo>
                <a:cubicBezTo>
                  <a:pt x="3691" y="50"/>
                  <a:pt x="3692" y="59"/>
                  <a:pt x="3692" y="68"/>
                </a:cubicBezTo>
                <a:lnTo>
                  <a:pt x="3692" y="1652"/>
                </a:lnTo>
                <a:cubicBezTo>
                  <a:pt x="3692" y="1661"/>
                  <a:pt x="3691" y="1670"/>
                  <a:pt x="3687" y="1678"/>
                </a:cubicBezTo>
                <a:cubicBezTo>
                  <a:pt x="3684" y="1687"/>
                  <a:pt x="3679" y="1694"/>
                  <a:pt x="3672" y="1700"/>
                </a:cubicBezTo>
                <a:cubicBezTo>
                  <a:pt x="3666" y="1707"/>
                  <a:pt x="3659" y="1711"/>
                  <a:pt x="3650" y="1715"/>
                </a:cubicBezTo>
                <a:cubicBezTo>
                  <a:pt x="3642" y="1718"/>
                  <a:pt x="3634" y="1720"/>
                  <a:pt x="3625" y="1720"/>
                </a:cubicBezTo>
                <a:lnTo>
                  <a:pt x="68" y="1720"/>
                </a:lnTo>
                <a:cubicBezTo>
                  <a:pt x="59" y="1720"/>
                  <a:pt x="50" y="1718"/>
                  <a:pt x="42" y="1715"/>
                </a:cubicBezTo>
                <a:cubicBezTo>
                  <a:pt x="33" y="1711"/>
                  <a:pt x="26" y="1707"/>
                  <a:pt x="20" y="1700"/>
                </a:cubicBezTo>
                <a:cubicBezTo>
                  <a:pt x="13" y="1694"/>
                  <a:pt x="9" y="1687"/>
                  <a:pt x="5" y="1678"/>
                </a:cubicBezTo>
                <a:cubicBezTo>
                  <a:pt x="2" y="1670"/>
                  <a:pt x="0" y="1661"/>
                  <a:pt x="0" y="1652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035960" y="2117160"/>
            <a:ext cx="4755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on FHIR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940560" y="4610160"/>
            <a:ext cx="6148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Qld Health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3695400" y="4771080"/>
            <a:ext cx="10522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Provider Directory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5053320" y="1878120"/>
            <a:ext cx="652320" cy="458280"/>
          </a:xfrm>
          <a:custGeom>
            <a:avLst/>
            <a:gdLst/>
            <a:ahLst/>
            <a:rect l="0" t="0" r="r" b="b"/>
            <a:pathLst>
              <a:path w="1812" h="1273">
                <a:moveTo>
                  <a:pt x="68" y="0"/>
                </a:moveTo>
                <a:lnTo>
                  <a:pt x="1744" y="0"/>
                </a:lnTo>
                <a:cubicBezTo>
                  <a:pt x="1753" y="0"/>
                  <a:pt x="1762" y="2"/>
                  <a:pt x="1770" y="5"/>
                </a:cubicBezTo>
                <a:cubicBezTo>
                  <a:pt x="1779" y="8"/>
                  <a:pt x="1786" y="13"/>
                  <a:pt x="1792" y="20"/>
                </a:cubicBezTo>
                <a:cubicBezTo>
                  <a:pt x="1799" y="26"/>
                  <a:pt x="1803" y="33"/>
                  <a:pt x="1807" y="42"/>
                </a:cubicBezTo>
                <a:cubicBezTo>
                  <a:pt x="1810" y="50"/>
                  <a:pt x="1812" y="59"/>
                  <a:pt x="1812" y="68"/>
                </a:cubicBezTo>
                <a:lnTo>
                  <a:pt x="1812" y="1206"/>
                </a:lnTo>
                <a:cubicBezTo>
                  <a:pt x="1812" y="1215"/>
                  <a:pt x="1810" y="1223"/>
                  <a:pt x="1807" y="1232"/>
                </a:cubicBezTo>
                <a:cubicBezTo>
                  <a:pt x="1803" y="1240"/>
                  <a:pt x="1799" y="1247"/>
                  <a:pt x="1792" y="1254"/>
                </a:cubicBezTo>
                <a:cubicBezTo>
                  <a:pt x="1786" y="1260"/>
                  <a:pt x="1779" y="1265"/>
                  <a:pt x="1770" y="1268"/>
                </a:cubicBezTo>
                <a:cubicBezTo>
                  <a:pt x="1762" y="1272"/>
                  <a:pt x="1753" y="1273"/>
                  <a:pt x="1744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5053320" y="1878120"/>
            <a:ext cx="652320" cy="458280"/>
          </a:xfrm>
          <a:custGeom>
            <a:avLst/>
            <a:gdLst/>
            <a:ahLst/>
            <a:rect l="0" t="0" r="r" b="b"/>
            <a:pathLst>
              <a:path w="1812" h="1273">
                <a:moveTo>
                  <a:pt x="68" y="0"/>
                </a:moveTo>
                <a:lnTo>
                  <a:pt x="1744" y="0"/>
                </a:lnTo>
                <a:cubicBezTo>
                  <a:pt x="1753" y="0"/>
                  <a:pt x="1762" y="2"/>
                  <a:pt x="1770" y="5"/>
                </a:cubicBezTo>
                <a:cubicBezTo>
                  <a:pt x="1779" y="8"/>
                  <a:pt x="1786" y="13"/>
                  <a:pt x="1792" y="20"/>
                </a:cubicBezTo>
                <a:cubicBezTo>
                  <a:pt x="1799" y="26"/>
                  <a:pt x="1803" y="33"/>
                  <a:pt x="1807" y="42"/>
                </a:cubicBezTo>
                <a:cubicBezTo>
                  <a:pt x="1810" y="50"/>
                  <a:pt x="1812" y="59"/>
                  <a:pt x="1812" y="68"/>
                </a:cubicBezTo>
                <a:lnTo>
                  <a:pt x="1812" y="1206"/>
                </a:lnTo>
                <a:cubicBezTo>
                  <a:pt x="1812" y="1215"/>
                  <a:pt x="1810" y="1223"/>
                  <a:pt x="1807" y="1232"/>
                </a:cubicBezTo>
                <a:cubicBezTo>
                  <a:pt x="1803" y="1240"/>
                  <a:pt x="1799" y="1247"/>
                  <a:pt x="1792" y="1254"/>
                </a:cubicBezTo>
                <a:cubicBezTo>
                  <a:pt x="1786" y="1260"/>
                  <a:pt x="1779" y="1265"/>
                  <a:pt x="1770" y="1268"/>
                </a:cubicBezTo>
                <a:cubicBezTo>
                  <a:pt x="1762" y="1272"/>
                  <a:pt x="1753" y="1273"/>
                  <a:pt x="1744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035960" y="4932000"/>
            <a:ext cx="4755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on FHIR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121720" y="1956240"/>
            <a:ext cx="447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5053320" y="4532040"/>
            <a:ext cx="652320" cy="458280"/>
          </a:xfrm>
          <a:custGeom>
            <a:avLst/>
            <a:gdLst/>
            <a:ahLst/>
            <a:rect l="0" t="0" r="r" b="b"/>
            <a:pathLst>
              <a:path w="1812" h="1273">
                <a:moveTo>
                  <a:pt x="68" y="0"/>
                </a:moveTo>
                <a:lnTo>
                  <a:pt x="1744" y="0"/>
                </a:lnTo>
                <a:cubicBezTo>
                  <a:pt x="1753" y="0"/>
                  <a:pt x="1762" y="2"/>
                  <a:pt x="1770" y="5"/>
                </a:cubicBezTo>
                <a:cubicBezTo>
                  <a:pt x="1779" y="9"/>
                  <a:pt x="1786" y="13"/>
                  <a:pt x="1792" y="20"/>
                </a:cubicBezTo>
                <a:cubicBezTo>
                  <a:pt x="1799" y="26"/>
                  <a:pt x="1803" y="33"/>
                  <a:pt x="1807" y="42"/>
                </a:cubicBezTo>
                <a:cubicBezTo>
                  <a:pt x="1810" y="50"/>
                  <a:pt x="1812" y="59"/>
                  <a:pt x="1812" y="68"/>
                </a:cubicBezTo>
                <a:lnTo>
                  <a:pt x="1812" y="1206"/>
                </a:lnTo>
                <a:cubicBezTo>
                  <a:pt x="1812" y="1215"/>
                  <a:pt x="1810" y="1223"/>
                  <a:pt x="1807" y="1232"/>
                </a:cubicBezTo>
                <a:cubicBezTo>
                  <a:pt x="1803" y="1240"/>
                  <a:pt x="1799" y="1247"/>
                  <a:pt x="1792" y="1254"/>
                </a:cubicBezTo>
                <a:cubicBezTo>
                  <a:pt x="1786" y="1260"/>
                  <a:pt x="1779" y="1265"/>
                  <a:pt x="1770" y="1268"/>
                </a:cubicBezTo>
                <a:cubicBezTo>
                  <a:pt x="1762" y="1272"/>
                  <a:pt x="1753" y="1273"/>
                  <a:pt x="1744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5053320" y="4532040"/>
            <a:ext cx="652320" cy="458280"/>
          </a:xfrm>
          <a:custGeom>
            <a:avLst/>
            <a:gdLst/>
            <a:ahLst/>
            <a:rect l="0" t="0" r="r" b="b"/>
            <a:pathLst>
              <a:path w="1812" h="1273">
                <a:moveTo>
                  <a:pt x="68" y="0"/>
                </a:moveTo>
                <a:lnTo>
                  <a:pt x="1744" y="0"/>
                </a:lnTo>
                <a:cubicBezTo>
                  <a:pt x="1753" y="0"/>
                  <a:pt x="1762" y="2"/>
                  <a:pt x="1770" y="5"/>
                </a:cubicBezTo>
                <a:cubicBezTo>
                  <a:pt x="1779" y="9"/>
                  <a:pt x="1786" y="13"/>
                  <a:pt x="1792" y="20"/>
                </a:cubicBezTo>
                <a:cubicBezTo>
                  <a:pt x="1799" y="26"/>
                  <a:pt x="1803" y="33"/>
                  <a:pt x="1807" y="42"/>
                </a:cubicBezTo>
                <a:cubicBezTo>
                  <a:pt x="1810" y="50"/>
                  <a:pt x="1812" y="59"/>
                  <a:pt x="1812" y="68"/>
                </a:cubicBezTo>
                <a:lnTo>
                  <a:pt x="1812" y="1206"/>
                </a:lnTo>
                <a:cubicBezTo>
                  <a:pt x="1812" y="1215"/>
                  <a:pt x="1810" y="1223"/>
                  <a:pt x="1807" y="1232"/>
                </a:cubicBezTo>
                <a:cubicBezTo>
                  <a:pt x="1803" y="1240"/>
                  <a:pt x="1799" y="1247"/>
                  <a:pt x="1792" y="1254"/>
                </a:cubicBezTo>
                <a:cubicBezTo>
                  <a:pt x="1786" y="1260"/>
                  <a:pt x="1779" y="1265"/>
                  <a:pt x="1770" y="1268"/>
                </a:cubicBezTo>
                <a:cubicBezTo>
                  <a:pt x="1762" y="1272"/>
                  <a:pt x="1753" y="1273"/>
                  <a:pt x="1744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175360" y="2117160"/>
            <a:ext cx="360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121720" y="4610160"/>
            <a:ext cx="447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7471440" y="1878120"/>
            <a:ext cx="1260360" cy="458280"/>
          </a:xfrm>
          <a:custGeom>
            <a:avLst/>
            <a:gdLst/>
            <a:ahLst/>
            <a:rect l="0" t="0" r="r" b="b"/>
            <a:pathLst>
              <a:path w="3501" h="1273">
                <a:moveTo>
                  <a:pt x="68" y="0"/>
                </a:moveTo>
                <a:lnTo>
                  <a:pt x="3433" y="0"/>
                </a:lnTo>
                <a:cubicBezTo>
                  <a:pt x="3442" y="0"/>
                  <a:pt x="3451" y="2"/>
                  <a:pt x="3459" y="5"/>
                </a:cubicBezTo>
                <a:cubicBezTo>
                  <a:pt x="3467" y="8"/>
                  <a:pt x="3475" y="13"/>
                  <a:pt x="3481" y="20"/>
                </a:cubicBezTo>
                <a:cubicBezTo>
                  <a:pt x="3487" y="26"/>
                  <a:pt x="3492" y="33"/>
                  <a:pt x="3496" y="42"/>
                </a:cubicBezTo>
                <a:cubicBezTo>
                  <a:pt x="3499" y="50"/>
                  <a:pt x="3501" y="59"/>
                  <a:pt x="3501" y="68"/>
                </a:cubicBezTo>
                <a:lnTo>
                  <a:pt x="3501" y="1206"/>
                </a:lnTo>
                <a:cubicBezTo>
                  <a:pt x="3501" y="1215"/>
                  <a:pt x="3499" y="1223"/>
                  <a:pt x="3496" y="1232"/>
                </a:cubicBezTo>
                <a:cubicBezTo>
                  <a:pt x="3492" y="1240"/>
                  <a:pt x="3487" y="1247"/>
                  <a:pt x="3481" y="1254"/>
                </a:cubicBezTo>
                <a:cubicBezTo>
                  <a:pt x="3475" y="1260"/>
                  <a:pt x="3467" y="1265"/>
                  <a:pt x="3459" y="1268"/>
                </a:cubicBezTo>
                <a:cubicBezTo>
                  <a:pt x="3451" y="1272"/>
                  <a:pt x="3442" y="1273"/>
                  <a:pt x="3433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7471440" y="1878120"/>
            <a:ext cx="1260360" cy="458280"/>
          </a:xfrm>
          <a:custGeom>
            <a:avLst/>
            <a:gdLst/>
            <a:ahLst/>
            <a:rect l="0" t="0" r="r" b="b"/>
            <a:pathLst>
              <a:path w="3501" h="1273">
                <a:moveTo>
                  <a:pt x="68" y="0"/>
                </a:moveTo>
                <a:lnTo>
                  <a:pt x="3433" y="0"/>
                </a:lnTo>
                <a:cubicBezTo>
                  <a:pt x="3442" y="0"/>
                  <a:pt x="3451" y="2"/>
                  <a:pt x="3459" y="5"/>
                </a:cubicBezTo>
                <a:cubicBezTo>
                  <a:pt x="3467" y="8"/>
                  <a:pt x="3475" y="13"/>
                  <a:pt x="3481" y="20"/>
                </a:cubicBezTo>
                <a:cubicBezTo>
                  <a:pt x="3487" y="26"/>
                  <a:pt x="3492" y="33"/>
                  <a:pt x="3496" y="42"/>
                </a:cubicBezTo>
                <a:cubicBezTo>
                  <a:pt x="3499" y="50"/>
                  <a:pt x="3501" y="59"/>
                  <a:pt x="3501" y="68"/>
                </a:cubicBezTo>
                <a:lnTo>
                  <a:pt x="3501" y="1206"/>
                </a:lnTo>
                <a:cubicBezTo>
                  <a:pt x="3501" y="1215"/>
                  <a:pt x="3499" y="1223"/>
                  <a:pt x="3496" y="1232"/>
                </a:cubicBezTo>
                <a:cubicBezTo>
                  <a:pt x="3492" y="1240"/>
                  <a:pt x="3487" y="1247"/>
                  <a:pt x="3481" y="1254"/>
                </a:cubicBezTo>
                <a:cubicBezTo>
                  <a:pt x="3475" y="1260"/>
                  <a:pt x="3467" y="1265"/>
                  <a:pt x="3459" y="1268"/>
                </a:cubicBezTo>
                <a:cubicBezTo>
                  <a:pt x="3451" y="1272"/>
                  <a:pt x="3442" y="1273"/>
                  <a:pt x="3433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175360" y="4771080"/>
            <a:ext cx="3607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539840" y="1956240"/>
            <a:ext cx="9730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471440" y="4532040"/>
            <a:ext cx="1260360" cy="458280"/>
          </a:xfrm>
          <a:custGeom>
            <a:avLst/>
            <a:gdLst/>
            <a:ahLst/>
            <a:rect l="0" t="0" r="r" b="b"/>
            <a:pathLst>
              <a:path w="3501" h="1273">
                <a:moveTo>
                  <a:pt x="68" y="0"/>
                </a:moveTo>
                <a:lnTo>
                  <a:pt x="3433" y="0"/>
                </a:lnTo>
                <a:cubicBezTo>
                  <a:pt x="3442" y="0"/>
                  <a:pt x="3451" y="2"/>
                  <a:pt x="3459" y="5"/>
                </a:cubicBezTo>
                <a:cubicBezTo>
                  <a:pt x="3467" y="9"/>
                  <a:pt x="3475" y="13"/>
                  <a:pt x="3481" y="20"/>
                </a:cubicBezTo>
                <a:cubicBezTo>
                  <a:pt x="3487" y="26"/>
                  <a:pt x="3492" y="33"/>
                  <a:pt x="3496" y="42"/>
                </a:cubicBezTo>
                <a:cubicBezTo>
                  <a:pt x="3499" y="50"/>
                  <a:pt x="3501" y="59"/>
                  <a:pt x="3501" y="68"/>
                </a:cubicBezTo>
                <a:lnTo>
                  <a:pt x="3501" y="1206"/>
                </a:lnTo>
                <a:cubicBezTo>
                  <a:pt x="3501" y="1215"/>
                  <a:pt x="3499" y="1223"/>
                  <a:pt x="3496" y="1232"/>
                </a:cubicBezTo>
                <a:cubicBezTo>
                  <a:pt x="3492" y="1240"/>
                  <a:pt x="3487" y="1247"/>
                  <a:pt x="3481" y="1254"/>
                </a:cubicBezTo>
                <a:cubicBezTo>
                  <a:pt x="3475" y="1260"/>
                  <a:pt x="3467" y="1265"/>
                  <a:pt x="3459" y="1268"/>
                </a:cubicBezTo>
                <a:cubicBezTo>
                  <a:pt x="3451" y="1272"/>
                  <a:pt x="3442" y="1273"/>
                  <a:pt x="3433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7471440" y="4532040"/>
            <a:ext cx="1260360" cy="458280"/>
          </a:xfrm>
          <a:custGeom>
            <a:avLst/>
            <a:gdLst/>
            <a:ahLst/>
            <a:rect l="0" t="0" r="r" b="b"/>
            <a:pathLst>
              <a:path w="3501" h="1273">
                <a:moveTo>
                  <a:pt x="68" y="0"/>
                </a:moveTo>
                <a:lnTo>
                  <a:pt x="3433" y="0"/>
                </a:lnTo>
                <a:cubicBezTo>
                  <a:pt x="3442" y="0"/>
                  <a:pt x="3451" y="2"/>
                  <a:pt x="3459" y="5"/>
                </a:cubicBezTo>
                <a:cubicBezTo>
                  <a:pt x="3467" y="9"/>
                  <a:pt x="3475" y="13"/>
                  <a:pt x="3481" y="20"/>
                </a:cubicBezTo>
                <a:cubicBezTo>
                  <a:pt x="3487" y="26"/>
                  <a:pt x="3492" y="33"/>
                  <a:pt x="3496" y="42"/>
                </a:cubicBezTo>
                <a:cubicBezTo>
                  <a:pt x="3499" y="50"/>
                  <a:pt x="3501" y="59"/>
                  <a:pt x="3501" y="68"/>
                </a:cubicBezTo>
                <a:lnTo>
                  <a:pt x="3501" y="1206"/>
                </a:lnTo>
                <a:cubicBezTo>
                  <a:pt x="3501" y="1215"/>
                  <a:pt x="3499" y="1223"/>
                  <a:pt x="3496" y="1232"/>
                </a:cubicBezTo>
                <a:cubicBezTo>
                  <a:pt x="3492" y="1240"/>
                  <a:pt x="3487" y="1247"/>
                  <a:pt x="3481" y="1254"/>
                </a:cubicBezTo>
                <a:cubicBezTo>
                  <a:pt x="3475" y="1260"/>
                  <a:pt x="3467" y="1265"/>
                  <a:pt x="3459" y="1268"/>
                </a:cubicBezTo>
                <a:cubicBezTo>
                  <a:pt x="3451" y="1272"/>
                  <a:pt x="3442" y="1273"/>
                  <a:pt x="3433" y="1273"/>
                </a:cubicBezTo>
                <a:lnTo>
                  <a:pt x="68" y="1273"/>
                </a:lnTo>
                <a:cubicBezTo>
                  <a:pt x="59" y="1273"/>
                  <a:pt x="50" y="1272"/>
                  <a:pt x="42" y="1268"/>
                </a:cubicBezTo>
                <a:cubicBezTo>
                  <a:pt x="34" y="1265"/>
                  <a:pt x="26" y="1260"/>
                  <a:pt x="20" y="1254"/>
                </a:cubicBezTo>
                <a:cubicBezTo>
                  <a:pt x="14" y="1247"/>
                  <a:pt x="9" y="1240"/>
                  <a:pt x="5" y="1232"/>
                </a:cubicBezTo>
                <a:cubicBezTo>
                  <a:pt x="2" y="1223"/>
                  <a:pt x="0" y="1215"/>
                  <a:pt x="0" y="1206"/>
                </a:cubicBezTo>
                <a:lnTo>
                  <a:pt x="0" y="68"/>
                </a:ln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468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895520" y="2117160"/>
            <a:ext cx="3690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539840" y="4610160"/>
            <a:ext cx="97308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4174200" y="261216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0" y="0"/>
                </a:moveTo>
                <a:lnTo>
                  <a:pt x="272" y="109"/>
                </a:lnTo>
                <a:lnTo>
                  <a:pt x="0" y="218"/>
                </a:lnTo>
                <a:lnTo>
                  <a:pt x="109" y="109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010880" y="2651400"/>
            <a:ext cx="3222000" cy="0"/>
          </a:xfrm>
          <a:prstGeom prst="line">
            <a:avLst/>
          </a:prstGeom>
          <a:ln w="97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895520" y="4771080"/>
            <a:ext cx="3690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7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10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020600" y="289800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272" y="0"/>
                </a:moveTo>
                <a:lnTo>
                  <a:pt x="0" y="110"/>
                </a:lnTo>
                <a:lnTo>
                  <a:pt x="272" y="218"/>
                </a:lnTo>
                <a:lnTo>
                  <a:pt x="162" y="110"/>
                </a:lnTo>
                <a:lnTo>
                  <a:pt x="272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059480" y="2932200"/>
            <a:ext cx="3219120" cy="10080"/>
          </a:xfrm>
          <a:custGeom>
            <a:avLst/>
            <a:gdLst/>
            <a:ahLst/>
            <a:rect l="0" t="0" r="r" b="b"/>
            <a:pathLst>
              <a:path w="8942" h="28">
                <a:moveTo>
                  <a:pt x="0" y="0"/>
                </a:moveTo>
                <a:lnTo>
                  <a:pt x="54" y="0"/>
                </a:lnTo>
                <a:lnTo>
                  <a:pt x="54" y="28"/>
                </a:lnTo>
                <a:lnTo>
                  <a:pt x="0" y="28"/>
                </a:lnTo>
                <a:lnTo>
                  <a:pt x="0" y="0"/>
                </a:lnTo>
                <a:moveTo>
                  <a:pt x="109" y="0"/>
                </a:moveTo>
                <a:lnTo>
                  <a:pt x="163" y="0"/>
                </a:lnTo>
                <a:lnTo>
                  <a:pt x="163" y="28"/>
                </a:lnTo>
                <a:lnTo>
                  <a:pt x="109" y="28"/>
                </a:lnTo>
                <a:lnTo>
                  <a:pt x="109" y="0"/>
                </a:lnTo>
                <a:moveTo>
                  <a:pt x="217" y="0"/>
                </a:moveTo>
                <a:lnTo>
                  <a:pt x="271" y="0"/>
                </a:lnTo>
                <a:lnTo>
                  <a:pt x="271" y="28"/>
                </a:lnTo>
                <a:lnTo>
                  <a:pt x="217" y="28"/>
                </a:lnTo>
                <a:lnTo>
                  <a:pt x="217" y="0"/>
                </a:lnTo>
                <a:moveTo>
                  <a:pt x="325" y="0"/>
                </a:moveTo>
                <a:lnTo>
                  <a:pt x="380" y="0"/>
                </a:lnTo>
                <a:lnTo>
                  <a:pt x="380" y="28"/>
                </a:lnTo>
                <a:lnTo>
                  <a:pt x="325" y="28"/>
                </a:lnTo>
                <a:lnTo>
                  <a:pt x="325" y="0"/>
                </a:lnTo>
                <a:moveTo>
                  <a:pt x="434" y="0"/>
                </a:moveTo>
                <a:lnTo>
                  <a:pt x="488" y="0"/>
                </a:lnTo>
                <a:lnTo>
                  <a:pt x="488" y="28"/>
                </a:lnTo>
                <a:lnTo>
                  <a:pt x="434" y="28"/>
                </a:lnTo>
                <a:lnTo>
                  <a:pt x="434" y="0"/>
                </a:lnTo>
                <a:moveTo>
                  <a:pt x="542" y="0"/>
                </a:moveTo>
                <a:lnTo>
                  <a:pt x="596" y="0"/>
                </a:lnTo>
                <a:lnTo>
                  <a:pt x="596" y="28"/>
                </a:lnTo>
                <a:lnTo>
                  <a:pt x="542" y="28"/>
                </a:lnTo>
                <a:lnTo>
                  <a:pt x="542" y="0"/>
                </a:lnTo>
                <a:moveTo>
                  <a:pt x="651" y="0"/>
                </a:moveTo>
                <a:lnTo>
                  <a:pt x="705" y="0"/>
                </a:lnTo>
                <a:lnTo>
                  <a:pt x="705" y="28"/>
                </a:lnTo>
                <a:lnTo>
                  <a:pt x="651" y="28"/>
                </a:lnTo>
                <a:lnTo>
                  <a:pt x="651" y="0"/>
                </a:lnTo>
                <a:moveTo>
                  <a:pt x="759" y="0"/>
                </a:moveTo>
                <a:lnTo>
                  <a:pt x="813" y="0"/>
                </a:lnTo>
                <a:lnTo>
                  <a:pt x="813" y="28"/>
                </a:lnTo>
                <a:lnTo>
                  <a:pt x="759" y="28"/>
                </a:lnTo>
                <a:lnTo>
                  <a:pt x="759" y="0"/>
                </a:lnTo>
                <a:moveTo>
                  <a:pt x="867" y="0"/>
                </a:moveTo>
                <a:lnTo>
                  <a:pt x="921" y="0"/>
                </a:lnTo>
                <a:lnTo>
                  <a:pt x="921" y="28"/>
                </a:lnTo>
                <a:lnTo>
                  <a:pt x="867" y="28"/>
                </a:lnTo>
                <a:lnTo>
                  <a:pt x="867" y="0"/>
                </a:lnTo>
                <a:moveTo>
                  <a:pt x="976" y="0"/>
                </a:moveTo>
                <a:lnTo>
                  <a:pt x="1030" y="0"/>
                </a:lnTo>
                <a:lnTo>
                  <a:pt x="1030" y="28"/>
                </a:lnTo>
                <a:lnTo>
                  <a:pt x="976" y="28"/>
                </a:lnTo>
                <a:lnTo>
                  <a:pt x="976" y="0"/>
                </a:lnTo>
                <a:moveTo>
                  <a:pt x="1084" y="0"/>
                </a:moveTo>
                <a:lnTo>
                  <a:pt x="1138" y="0"/>
                </a:lnTo>
                <a:lnTo>
                  <a:pt x="1138" y="28"/>
                </a:lnTo>
                <a:lnTo>
                  <a:pt x="1084" y="28"/>
                </a:lnTo>
                <a:lnTo>
                  <a:pt x="1084" y="0"/>
                </a:lnTo>
                <a:moveTo>
                  <a:pt x="1192" y="0"/>
                </a:moveTo>
                <a:lnTo>
                  <a:pt x="1247" y="0"/>
                </a:lnTo>
                <a:lnTo>
                  <a:pt x="1247" y="28"/>
                </a:lnTo>
                <a:lnTo>
                  <a:pt x="1192" y="28"/>
                </a:lnTo>
                <a:lnTo>
                  <a:pt x="1192" y="0"/>
                </a:lnTo>
                <a:moveTo>
                  <a:pt x="1301" y="0"/>
                </a:moveTo>
                <a:lnTo>
                  <a:pt x="1355" y="0"/>
                </a:lnTo>
                <a:lnTo>
                  <a:pt x="1355" y="28"/>
                </a:lnTo>
                <a:lnTo>
                  <a:pt x="1301" y="28"/>
                </a:lnTo>
                <a:lnTo>
                  <a:pt x="1301" y="0"/>
                </a:lnTo>
                <a:moveTo>
                  <a:pt x="1409" y="0"/>
                </a:moveTo>
                <a:lnTo>
                  <a:pt x="1463" y="0"/>
                </a:lnTo>
                <a:lnTo>
                  <a:pt x="1463" y="28"/>
                </a:lnTo>
                <a:lnTo>
                  <a:pt x="1409" y="28"/>
                </a:lnTo>
                <a:lnTo>
                  <a:pt x="1409" y="0"/>
                </a:lnTo>
                <a:moveTo>
                  <a:pt x="1518" y="0"/>
                </a:moveTo>
                <a:lnTo>
                  <a:pt x="1573" y="0"/>
                </a:lnTo>
                <a:lnTo>
                  <a:pt x="1573" y="28"/>
                </a:lnTo>
                <a:lnTo>
                  <a:pt x="1518" y="28"/>
                </a:lnTo>
                <a:lnTo>
                  <a:pt x="1518" y="0"/>
                </a:lnTo>
                <a:moveTo>
                  <a:pt x="1627" y="0"/>
                </a:moveTo>
                <a:lnTo>
                  <a:pt x="1681" y="0"/>
                </a:lnTo>
                <a:lnTo>
                  <a:pt x="1681" y="28"/>
                </a:lnTo>
                <a:lnTo>
                  <a:pt x="1627" y="28"/>
                </a:lnTo>
                <a:lnTo>
                  <a:pt x="1627" y="0"/>
                </a:lnTo>
                <a:moveTo>
                  <a:pt x="1735" y="0"/>
                </a:moveTo>
                <a:lnTo>
                  <a:pt x="1790" y="0"/>
                </a:lnTo>
                <a:lnTo>
                  <a:pt x="1790" y="28"/>
                </a:lnTo>
                <a:lnTo>
                  <a:pt x="1735" y="28"/>
                </a:lnTo>
                <a:lnTo>
                  <a:pt x="1735" y="0"/>
                </a:lnTo>
                <a:moveTo>
                  <a:pt x="1844" y="0"/>
                </a:moveTo>
                <a:lnTo>
                  <a:pt x="1898" y="0"/>
                </a:lnTo>
                <a:lnTo>
                  <a:pt x="1898" y="28"/>
                </a:lnTo>
                <a:lnTo>
                  <a:pt x="1844" y="28"/>
                </a:lnTo>
                <a:lnTo>
                  <a:pt x="1844" y="0"/>
                </a:lnTo>
                <a:moveTo>
                  <a:pt x="1952" y="0"/>
                </a:moveTo>
                <a:lnTo>
                  <a:pt x="2006" y="0"/>
                </a:lnTo>
                <a:lnTo>
                  <a:pt x="2006" y="28"/>
                </a:lnTo>
                <a:lnTo>
                  <a:pt x="1952" y="28"/>
                </a:lnTo>
                <a:lnTo>
                  <a:pt x="1952" y="0"/>
                </a:lnTo>
                <a:moveTo>
                  <a:pt x="2060" y="0"/>
                </a:moveTo>
                <a:lnTo>
                  <a:pt x="2115" y="0"/>
                </a:lnTo>
                <a:lnTo>
                  <a:pt x="2115" y="28"/>
                </a:lnTo>
                <a:lnTo>
                  <a:pt x="2060" y="28"/>
                </a:lnTo>
                <a:lnTo>
                  <a:pt x="2060" y="0"/>
                </a:lnTo>
                <a:moveTo>
                  <a:pt x="2169" y="0"/>
                </a:moveTo>
                <a:lnTo>
                  <a:pt x="2223" y="0"/>
                </a:lnTo>
                <a:lnTo>
                  <a:pt x="2223" y="28"/>
                </a:lnTo>
                <a:lnTo>
                  <a:pt x="2169" y="28"/>
                </a:lnTo>
                <a:lnTo>
                  <a:pt x="2169" y="0"/>
                </a:lnTo>
                <a:moveTo>
                  <a:pt x="2277" y="0"/>
                </a:moveTo>
                <a:lnTo>
                  <a:pt x="2331" y="0"/>
                </a:lnTo>
                <a:lnTo>
                  <a:pt x="2331" y="28"/>
                </a:lnTo>
                <a:lnTo>
                  <a:pt x="2277" y="28"/>
                </a:lnTo>
                <a:lnTo>
                  <a:pt x="2277" y="0"/>
                </a:lnTo>
                <a:moveTo>
                  <a:pt x="2386" y="0"/>
                </a:moveTo>
                <a:lnTo>
                  <a:pt x="2440" y="0"/>
                </a:lnTo>
                <a:lnTo>
                  <a:pt x="2440" y="28"/>
                </a:lnTo>
                <a:lnTo>
                  <a:pt x="2386" y="28"/>
                </a:lnTo>
                <a:lnTo>
                  <a:pt x="2386" y="0"/>
                </a:lnTo>
                <a:moveTo>
                  <a:pt x="2494" y="0"/>
                </a:moveTo>
                <a:lnTo>
                  <a:pt x="2548" y="0"/>
                </a:lnTo>
                <a:lnTo>
                  <a:pt x="2548" y="28"/>
                </a:lnTo>
                <a:lnTo>
                  <a:pt x="2494" y="28"/>
                </a:lnTo>
                <a:lnTo>
                  <a:pt x="2494" y="0"/>
                </a:lnTo>
                <a:moveTo>
                  <a:pt x="2602" y="0"/>
                </a:moveTo>
                <a:lnTo>
                  <a:pt x="2657" y="0"/>
                </a:lnTo>
                <a:lnTo>
                  <a:pt x="2657" y="28"/>
                </a:lnTo>
                <a:lnTo>
                  <a:pt x="2602" y="28"/>
                </a:lnTo>
                <a:lnTo>
                  <a:pt x="2602" y="0"/>
                </a:lnTo>
                <a:moveTo>
                  <a:pt x="2711" y="0"/>
                </a:moveTo>
                <a:lnTo>
                  <a:pt x="2765" y="0"/>
                </a:lnTo>
                <a:lnTo>
                  <a:pt x="2765" y="28"/>
                </a:lnTo>
                <a:lnTo>
                  <a:pt x="2711" y="28"/>
                </a:lnTo>
                <a:lnTo>
                  <a:pt x="2711" y="0"/>
                </a:lnTo>
                <a:moveTo>
                  <a:pt x="2819" y="0"/>
                </a:moveTo>
                <a:lnTo>
                  <a:pt x="2873" y="0"/>
                </a:lnTo>
                <a:lnTo>
                  <a:pt x="2873" y="28"/>
                </a:lnTo>
                <a:lnTo>
                  <a:pt x="2819" y="28"/>
                </a:lnTo>
                <a:lnTo>
                  <a:pt x="2819" y="0"/>
                </a:lnTo>
                <a:moveTo>
                  <a:pt x="2927" y="0"/>
                </a:moveTo>
                <a:lnTo>
                  <a:pt x="2982" y="0"/>
                </a:lnTo>
                <a:lnTo>
                  <a:pt x="2982" y="28"/>
                </a:lnTo>
                <a:lnTo>
                  <a:pt x="2927" y="28"/>
                </a:lnTo>
                <a:lnTo>
                  <a:pt x="2927" y="0"/>
                </a:lnTo>
                <a:moveTo>
                  <a:pt x="3036" y="0"/>
                </a:moveTo>
                <a:lnTo>
                  <a:pt x="3090" y="0"/>
                </a:lnTo>
                <a:lnTo>
                  <a:pt x="3090" y="28"/>
                </a:lnTo>
                <a:lnTo>
                  <a:pt x="3036" y="28"/>
                </a:lnTo>
                <a:lnTo>
                  <a:pt x="3036" y="0"/>
                </a:lnTo>
                <a:moveTo>
                  <a:pt x="3144" y="0"/>
                </a:moveTo>
                <a:lnTo>
                  <a:pt x="3198" y="0"/>
                </a:lnTo>
                <a:lnTo>
                  <a:pt x="3198" y="28"/>
                </a:lnTo>
                <a:lnTo>
                  <a:pt x="3144" y="28"/>
                </a:lnTo>
                <a:lnTo>
                  <a:pt x="3144" y="0"/>
                </a:lnTo>
                <a:moveTo>
                  <a:pt x="3253" y="0"/>
                </a:moveTo>
                <a:lnTo>
                  <a:pt x="3307" y="0"/>
                </a:lnTo>
                <a:lnTo>
                  <a:pt x="3307" y="28"/>
                </a:lnTo>
                <a:lnTo>
                  <a:pt x="3253" y="28"/>
                </a:lnTo>
                <a:lnTo>
                  <a:pt x="3253" y="0"/>
                </a:lnTo>
                <a:moveTo>
                  <a:pt x="3361" y="0"/>
                </a:moveTo>
                <a:lnTo>
                  <a:pt x="3415" y="0"/>
                </a:lnTo>
                <a:lnTo>
                  <a:pt x="3415" y="28"/>
                </a:lnTo>
                <a:lnTo>
                  <a:pt x="3361" y="28"/>
                </a:lnTo>
                <a:lnTo>
                  <a:pt x="3361" y="0"/>
                </a:lnTo>
                <a:moveTo>
                  <a:pt x="3469" y="0"/>
                </a:moveTo>
                <a:lnTo>
                  <a:pt x="3524" y="0"/>
                </a:lnTo>
                <a:lnTo>
                  <a:pt x="3524" y="28"/>
                </a:lnTo>
                <a:lnTo>
                  <a:pt x="3469" y="28"/>
                </a:lnTo>
                <a:lnTo>
                  <a:pt x="3469" y="0"/>
                </a:lnTo>
                <a:moveTo>
                  <a:pt x="3578" y="0"/>
                </a:moveTo>
                <a:lnTo>
                  <a:pt x="3632" y="0"/>
                </a:lnTo>
                <a:lnTo>
                  <a:pt x="3632" y="28"/>
                </a:lnTo>
                <a:lnTo>
                  <a:pt x="3578" y="28"/>
                </a:lnTo>
                <a:lnTo>
                  <a:pt x="3578" y="0"/>
                </a:lnTo>
                <a:moveTo>
                  <a:pt x="3686" y="0"/>
                </a:moveTo>
                <a:lnTo>
                  <a:pt x="3740" y="0"/>
                </a:lnTo>
                <a:lnTo>
                  <a:pt x="3740" y="28"/>
                </a:lnTo>
                <a:lnTo>
                  <a:pt x="3686" y="28"/>
                </a:lnTo>
                <a:lnTo>
                  <a:pt x="3686" y="0"/>
                </a:lnTo>
                <a:moveTo>
                  <a:pt x="3794" y="0"/>
                </a:moveTo>
                <a:lnTo>
                  <a:pt x="3849" y="0"/>
                </a:lnTo>
                <a:lnTo>
                  <a:pt x="3849" y="28"/>
                </a:lnTo>
                <a:lnTo>
                  <a:pt x="3794" y="28"/>
                </a:lnTo>
                <a:lnTo>
                  <a:pt x="3794" y="0"/>
                </a:lnTo>
                <a:moveTo>
                  <a:pt x="3903" y="0"/>
                </a:moveTo>
                <a:lnTo>
                  <a:pt x="3957" y="0"/>
                </a:lnTo>
                <a:lnTo>
                  <a:pt x="3957" y="28"/>
                </a:lnTo>
                <a:lnTo>
                  <a:pt x="3903" y="28"/>
                </a:lnTo>
                <a:lnTo>
                  <a:pt x="3903" y="0"/>
                </a:lnTo>
                <a:moveTo>
                  <a:pt x="4011" y="0"/>
                </a:moveTo>
                <a:lnTo>
                  <a:pt x="4065" y="0"/>
                </a:lnTo>
                <a:lnTo>
                  <a:pt x="4065" y="28"/>
                </a:lnTo>
                <a:lnTo>
                  <a:pt x="4011" y="28"/>
                </a:lnTo>
                <a:lnTo>
                  <a:pt x="4011" y="0"/>
                </a:lnTo>
                <a:moveTo>
                  <a:pt x="4120" y="0"/>
                </a:moveTo>
                <a:lnTo>
                  <a:pt x="4174" y="0"/>
                </a:lnTo>
                <a:lnTo>
                  <a:pt x="4174" y="28"/>
                </a:lnTo>
                <a:lnTo>
                  <a:pt x="4120" y="28"/>
                </a:lnTo>
                <a:lnTo>
                  <a:pt x="4120" y="0"/>
                </a:lnTo>
                <a:moveTo>
                  <a:pt x="4228" y="0"/>
                </a:moveTo>
                <a:lnTo>
                  <a:pt x="4282" y="0"/>
                </a:lnTo>
                <a:lnTo>
                  <a:pt x="4282" y="28"/>
                </a:lnTo>
                <a:lnTo>
                  <a:pt x="4228" y="28"/>
                </a:lnTo>
                <a:lnTo>
                  <a:pt x="4228" y="0"/>
                </a:lnTo>
                <a:moveTo>
                  <a:pt x="4336" y="0"/>
                </a:moveTo>
                <a:lnTo>
                  <a:pt x="4391" y="0"/>
                </a:lnTo>
                <a:lnTo>
                  <a:pt x="4391" y="28"/>
                </a:lnTo>
                <a:lnTo>
                  <a:pt x="4336" y="28"/>
                </a:lnTo>
                <a:lnTo>
                  <a:pt x="4336" y="0"/>
                </a:lnTo>
                <a:moveTo>
                  <a:pt x="4445" y="0"/>
                </a:moveTo>
                <a:lnTo>
                  <a:pt x="4499" y="0"/>
                </a:lnTo>
                <a:lnTo>
                  <a:pt x="4499" y="28"/>
                </a:lnTo>
                <a:lnTo>
                  <a:pt x="4445" y="28"/>
                </a:lnTo>
                <a:lnTo>
                  <a:pt x="4445" y="0"/>
                </a:lnTo>
                <a:moveTo>
                  <a:pt x="4553" y="0"/>
                </a:moveTo>
                <a:lnTo>
                  <a:pt x="4607" y="0"/>
                </a:lnTo>
                <a:lnTo>
                  <a:pt x="4607" y="28"/>
                </a:lnTo>
                <a:lnTo>
                  <a:pt x="4553" y="28"/>
                </a:lnTo>
                <a:lnTo>
                  <a:pt x="4553" y="0"/>
                </a:lnTo>
                <a:moveTo>
                  <a:pt x="4662" y="0"/>
                </a:moveTo>
                <a:lnTo>
                  <a:pt x="4716" y="0"/>
                </a:lnTo>
                <a:lnTo>
                  <a:pt x="4716" y="28"/>
                </a:lnTo>
                <a:lnTo>
                  <a:pt x="4662" y="28"/>
                </a:lnTo>
                <a:lnTo>
                  <a:pt x="4662" y="0"/>
                </a:lnTo>
                <a:moveTo>
                  <a:pt x="4770" y="0"/>
                </a:moveTo>
                <a:lnTo>
                  <a:pt x="4824" y="0"/>
                </a:lnTo>
                <a:lnTo>
                  <a:pt x="4824" y="28"/>
                </a:lnTo>
                <a:lnTo>
                  <a:pt x="4770" y="28"/>
                </a:lnTo>
                <a:lnTo>
                  <a:pt x="4770" y="0"/>
                </a:lnTo>
                <a:moveTo>
                  <a:pt x="4878" y="0"/>
                </a:moveTo>
                <a:lnTo>
                  <a:pt x="4932" y="0"/>
                </a:lnTo>
                <a:lnTo>
                  <a:pt x="4932" y="28"/>
                </a:lnTo>
                <a:lnTo>
                  <a:pt x="4878" y="28"/>
                </a:lnTo>
                <a:lnTo>
                  <a:pt x="4878" y="0"/>
                </a:lnTo>
                <a:moveTo>
                  <a:pt x="4987" y="0"/>
                </a:moveTo>
                <a:lnTo>
                  <a:pt x="5041" y="0"/>
                </a:lnTo>
                <a:lnTo>
                  <a:pt x="5041" y="28"/>
                </a:lnTo>
                <a:lnTo>
                  <a:pt x="4987" y="28"/>
                </a:lnTo>
                <a:lnTo>
                  <a:pt x="4987" y="0"/>
                </a:lnTo>
                <a:moveTo>
                  <a:pt x="5095" y="0"/>
                </a:moveTo>
                <a:lnTo>
                  <a:pt x="5149" y="0"/>
                </a:lnTo>
                <a:lnTo>
                  <a:pt x="5149" y="28"/>
                </a:lnTo>
                <a:lnTo>
                  <a:pt x="5095" y="28"/>
                </a:lnTo>
                <a:lnTo>
                  <a:pt x="5095" y="0"/>
                </a:lnTo>
                <a:moveTo>
                  <a:pt x="5203" y="0"/>
                </a:moveTo>
                <a:lnTo>
                  <a:pt x="5258" y="0"/>
                </a:lnTo>
                <a:lnTo>
                  <a:pt x="5258" y="28"/>
                </a:lnTo>
                <a:lnTo>
                  <a:pt x="5203" y="28"/>
                </a:lnTo>
                <a:lnTo>
                  <a:pt x="5203" y="0"/>
                </a:lnTo>
                <a:moveTo>
                  <a:pt x="5312" y="0"/>
                </a:moveTo>
                <a:lnTo>
                  <a:pt x="5366" y="0"/>
                </a:lnTo>
                <a:lnTo>
                  <a:pt x="5366" y="28"/>
                </a:lnTo>
                <a:lnTo>
                  <a:pt x="5312" y="28"/>
                </a:lnTo>
                <a:lnTo>
                  <a:pt x="5312" y="0"/>
                </a:lnTo>
                <a:moveTo>
                  <a:pt x="5420" y="0"/>
                </a:moveTo>
                <a:lnTo>
                  <a:pt x="5474" y="0"/>
                </a:lnTo>
                <a:lnTo>
                  <a:pt x="5474" y="28"/>
                </a:lnTo>
                <a:lnTo>
                  <a:pt x="5420" y="28"/>
                </a:lnTo>
                <a:lnTo>
                  <a:pt x="5420" y="0"/>
                </a:lnTo>
                <a:moveTo>
                  <a:pt x="5529" y="0"/>
                </a:moveTo>
                <a:lnTo>
                  <a:pt x="5583" y="0"/>
                </a:lnTo>
                <a:lnTo>
                  <a:pt x="5583" y="28"/>
                </a:lnTo>
                <a:lnTo>
                  <a:pt x="5529" y="28"/>
                </a:lnTo>
                <a:lnTo>
                  <a:pt x="5529" y="0"/>
                </a:lnTo>
                <a:moveTo>
                  <a:pt x="5637" y="0"/>
                </a:moveTo>
                <a:lnTo>
                  <a:pt x="5691" y="0"/>
                </a:lnTo>
                <a:lnTo>
                  <a:pt x="5691" y="28"/>
                </a:lnTo>
                <a:lnTo>
                  <a:pt x="5637" y="28"/>
                </a:lnTo>
                <a:lnTo>
                  <a:pt x="5637" y="0"/>
                </a:lnTo>
                <a:moveTo>
                  <a:pt x="5745" y="0"/>
                </a:moveTo>
                <a:lnTo>
                  <a:pt x="5799" y="0"/>
                </a:lnTo>
                <a:lnTo>
                  <a:pt x="5799" y="28"/>
                </a:lnTo>
                <a:lnTo>
                  <a:pt x="5745" y="28"/>
                </a:lnTo>
                <a:lnTo>
                  <a:pt x="5745" y="0"/>
                </a:lnTo>
                <a:moveTo>
                  <a:pt x="5854" y="0"/>
                </a:moveTo>
                <a:lnTo>
                  <a:pt x="5908" y="0"/>
                </a:lnTo>
                <a:lnTo>
                  <a:pt x="5908" y="28"/>
                </a:lnTo>
                <a:lnTo>
                  <a:pt x="5854" y="28"/>
                </a:lnTo>
                <a:lnTo>
                  <a:pt x="5854" y="0"/>
                </a:lnTo>
                <a:moveTo>
                  <a:pt x="5962" y="0"/>
                </a:moveTo>
                <a:lnTo>
                  <a:pt x="6016" y="0"/>
                </a:lnTo>
                <a:lnTo>
                  <a:pt x="6016" y="28"/>
                </a:lnTo>
                <a:lnTo>
                  <a:pt x="5962" y="28"/>
                </a:lnTo>
                <a:lnTo>
                  <a:pt x="5962" y="0"/>
                </a:lnTo>
                <a:moveTo>
                  <a:pt x="6070" y="0"/>
                </a:moveTo>
                <a:lnTo>
                  <a:pt x="6125" y="0"/>
                </a:lnTo>
                <a:lnTo>
                  <a:pt x="6125" y="28"/>
                </a:lnTo>
                <a:lnTo>
                  <a:pt x="6070" y="28"/>
                </a:lnTo>
                <a:lnTo>
                  <a:pt x="6070" y="0"/>
                </a:lnTo>
                <a:moveTo>
                  <a:pt x="6179" y="0"/>
                </a:moveTo>
                <a:lnTo>
                  <a:pt x="6233" y="0"/>
                </a:lnTo>
                <a:lnTo>
                  <a:pt x="6233" y="28"/>
                </a:lnTo>
                <a:lnTo>
                  <a:pt x="6179" y="28"/>
                </a:lnTo>
                <a:lnTo>
                  <a:pt x="6179" y="0"/>
                </a:lnTo>
                <a:moveTo>
                  <a:pt x="6287" y="0"/>
                </a:moveTo>
                <a:lnTo>
                  <a:pt x="6341" y="0"/>
                </a:lnTo>
                <a:lnTo>
                  <a:pt x="6341" y="28"/>
                </a:lnTo>
                <a:lnTo>
                  <a:pt x="6287" y="28"/>
                </a:lnTo>
                <a:lnTo>
                  <a:pt x="6287" y="0"/>
                </a:lnTo>
                <a:moveTo>
                  <a:pt x="6396" y="0"/>
                </a:moveTo>
                <a:lnTo>
                  <a:pt x="6450" y="0"/>
                </a:lnTo>
                <a:lnTo>
                  <a:pt x="6450" y="28"/>
                </a:lnTo>
                <a:lnTo>
                  <a:pt x="6396" y="28"/>
                </a:lnTo>
                <a:lnTo>
                  <a:pt x="6396" y="0"/>
                </a:lnTo>
                <a:moveTo>
                  <a:pt x="6504" y="0"/>
                </a:moveTo>
                <a:lnTo>
                  <a:pt x="6558" y="0"/>
                </a:lnTo>
                <a:lnTo>
                  <a:pt x="6558" y="28"/>
                </a:lnTo>
                <a:lnTo>
                  <a:pt x="6504" y="28"/>
                </a:lnTo>
                <a:lnTo>
                  <a:pt x="6504" y="0"/>
                </a:lnTo>
                <a:moveTo>
                  <a:pt x="6612" y="0"/>
                </a:moveTo>
                <a:lnTo>
                  <a:pt x="6666" y="0"/>
                </a:lnTo>
                <a:lnTo>
                  <a:pt x="6666" y="28"/>
                </a:lnTo>
                <a:lnTo>
                  <a:pt x="6612" y="28"/>
                </a:lnTo>
                <a:lnTo>
                  <a:pt x="6612" y="0"/>
                </a:lnTo>
                <a:moveTo>
                  <a:pt x="6721" y="0"/>
                </a:moveTo>
                <a:lnTo>
                  <a:pt x="6775" y="0"/>
                </a:lnTo>
                <a:lnTo>
                  <a:pt x="6775" y="28"/>
                </a:lnTo>
                <a:lnTo>
                  <a:pt x="6721" y="28"/>
                </a:lnTo>
                <a:lnTo>
                  <a:pt x="6721" y="0"/>
                </a:lnTo>
                <a:moveTo>
                  <a:pt x="6829" y="0"/>
                </a:moveTo>
                <a:lnTo>
                  <a:pt x="6883" y="0"/>
                </a:lnTo>
                <a:lnTo>
                  <a:pt x="6883" y="28"/>
                </a:lnTo>
                <a:lnTo>
                  <a:pt x="6829" y="28"/>
                </a:lnTo>
                <a:lnTo>
                  <a:pt x="6829" y="0"/>
                </a:lnTo>
                <a:moveTo>
                  <a:pt x="6937" y="0"/>
                </a:moveTo>
                <a:lnTo>
                  <a:pt x="6992" y="0"/>
                </a:lnTo>
                <a:lnTo>
                  <a:pt x="6992" y="28"/>
                </a:lnTo>
                <a:lnTo>
                  <a:pt x="6937" y="28"/>
                </a:lnTo>
                <a:lnTo>
                  <a:pt x="6937" y="0"/>
                </a:lnTo>
                <a:moveTo>
                  <a:pt x="7046" y="0"/>
                </a:moveTo>
                <a:lnTo>
                  <a:pt x="7100" y="0"/>
                </a:lnTo>
                <a:lnTo>
                  <a:pt x="7100" y="28"/>
                </a:lnTo>
                <a:lnTo>
                  <a:pt x="7046" y="28"/>
                </a:lnTo>
                <a:lnTo>
                  <a:pt x="7046" y="0"/>
                </a:lnTo>
                <a:moveTo>
                  <a:pt x="7154" y="0"/>
                </a:moveTo>
                <a:lnTo>
                  <a:pt x="7208" y="0"/>
                </a:lnTo>
                <a:lnTo>
                  <a:pt x="7208" y="28"/>
                </a:lnTo>
                <a:lnTo>
                  <a:pt x="7154" y="28"/>
                </a:lnTo>
                <a:lnTo>
                  <a:pt x="7154" y="0"/>
                </a:lnTo>
                <a:moveTo>
                  <a:pt x="7263" y="0"/>
                </a:moveTo>
                <a:lnTo>
                  <a:pt x="7317" y="0"/>
                </a:lnTo>
                <a:lnTo>
                  <a:pt x="7317" y="28"/>
                </a:lnTo>
                <a:lnTo>
                  <a:pt x="7263" y="28"/>
                </a:lnTo>
                <a:lnTo>
                  <a:pt x="7263" y="0"/>
                </a:lnTo>
                <a:moveTo>
                  <a:pt x="7371" y="0"/>
                </a:moveTo>
                <a:lnTo>
                  <a:pt x="7425" y="0"/>
                </a:lnTo>
                <a:lnTo>
                  <a:pt x="7425" y="28"/>
                </a:lnTo>
                <a:lnTo>
                  <a:pt x="7371" y="28"/>
                </a:lnTo>
                <a:lnTo>
                  <a:pt x="7371" y="0"/>
                </a:lnTo>
                <a:moveTo>
                  <a:pt x="7479" y="0"/>
                </a:moveTo>
                <a:lnTo>
                  <a:pt x="7534" y="0"/>
                </a:lnTo>
                <a:lnTo>
                  <a:pt x="7534" y="28"/>
                </a:lnTo>
                <a:lnTo>
                  <a:pt x="7479" y="28"/>
                </a:lnTo>
                <a:lnTo>
                  <a:pt x="7479" y="0"/>
                </a:lnTo>
                <a:moveTo>
                  <a:pt x="7588" y="0"/>
                </a:moveTo>
                <a:lnTo>
                  <a:pt x="7642" y="0"/>
                </a:lnTo>
                <a:lnTo>
                  <a:pt x="7642" y="28"/>
                </a:lnTo>
                <a:lnTo>
                  <a:pt x="7588" y="28"/>
                </a:lnTo>
                <a:lnTo>
                  <a:pt x="7588" y="0"/>
                </a:lnTo>
                <a:moveTo>
                  <a:pt x="7696" y="0"/>
                </a:moveTo>
                <a:lnTo>
                  <a:pt x="7750" y="0"/>
                </a:lnTo>
                <a:lnTo>
                  <a:pt x="7750" y="28"/>
                </a:lnTo>
                <a:lnTo>
                  <a:pt x="7696" y="28"/>
                </a:lnTo>
                <a:lnTo>
                  <a:pt x="7696" y="0"/>
                </a:lnTo>
                <a:moveTo>
                  <a:pt x="7804" y="0"/>
                </a:moveTo>
                <a:lnTo>
                  <a:pt x="7859" y="0"/>
                </a:lnTo>
                <a:lnTo>
                  <a:pt x="7859" y="28"/>
                </a:lnTo>
                <a:lnTo>
                  <a:pt x="7804" y="28"/>
                </a:lnTo>
                <a:lnTo>
                  <a:pt x="7804" y="0"/>
                </a:lnTo>
                <a:moveTo>
                  <a:pt x="7913" y="0"/>
                </a:moveTo>
                <a:lnTo>
                  <a:pt x="7967" y="0"/>
                </a:lnTo>
                <a:lnTo>
                  <a:pt x="7967" y="28"/>
                </a:lnTo>
                <a:lnTo>
                  <a:pt x="7913" y="28"/>
                </a:lnTo>
                <a:lnTo>
                  <a:pt x="7913" y="0"/>
                </a:lnTo>
                <a:moveTo>
                  <a:pt x="8021" y="0"/>
                </a:moveTo>
                <a:lnTo>
                  <a:pt x="8075" y="0"/>
                </a:lnTo>
                <a:lnTo>
                  <a:pt x="8075" y="28"/>
                </a:lnTo>
                <a:lnTo>
                  <a:pt x="8021" y="28"/>
                </a:lnTo>
                <a:lnTo>
                  <a:pt x="8021" y="0"/>
                </a:lnTo>
                <a:moveTo>
                  <a:pt x="8130" y="0"/>
                </a:moveTo>
                <a:lnTo>
                  <a:pt x="8184" y="0"/>
                </a:lnTo>
                <a:lnTo>
                  <a:pt x="8184" y="28"/>
                </a:lnTo>
                <a:lnTo>
                  <a:pt x="8130" y="28"/>
                </a:lnTo>
                <a:lnTo>
                  <a:pt x="8130" y="0"/>
                </a:lnTo>
                <a:moveTo>
                  <a:pt x="8238" y="0"/>
                </a:moveTo>
                <a:lnTo>
                  <a:pt x="8292" y="0"/>
                </a:lnTo>
                <a:lnTo>
                  <a:pt x="8292" y="28"/>
                </a:lnTo>
                <a:lnTo>
                  <a:pt x="8238" y="28"/>
                </a:lnTo>
                <a:lnTo>
                  <a:pt x="8238" y="0"/>
                </a:lnTo>
                <a:moveTo>
                  <a:pt x="8346" y="0"/>
                </a:moveTo>
                <a:lnTo>
                  <a:pt x="8401" y="0"/>
                </a:lnTo>
                <a:lnTo>
                  <a:pt x="8401" y="28"/>
                </a:lnTo>
                <a:lnTo>
                  <a:pt x="8346" y="28"/>
                </a:lnTo>
                <a:lnTo>
                  <a:pt x="8346" y="0"/>
                </a:lnTo>
                <a:moveTo>
                  <a:pt x="8455" y="0"/>
                </a:moveTo>
                <a:lnTo>
                  <a:pt x="8509" y="0"/>
                </a:lnTo>
                <a:lnTo>
                  <a:pt x="8509" y="28"/>
                </a:lnTo>
                <a:lnTo>
                  <a:pt x="8455" y="28"/>
                </a:lnTo>
                <a:lnTo>
                  <a:pt x="8455" y="0"/>
                </a:lnTo>
                <a:moveTo>
                  <a:pt x="8563" y="0"/>
                </a:moveTo>
                <a:lnTo>
                  <a:pt x="8617" y="0"/>
                </a:lnTo>
                <a:lnTo>
                  <a:pt x="8617" y="28"/>
                </a:lnTo>
                <a:lnTo>
                  <a:pt x="8563" y="28"/>
                </a:lnTo>
                <a:lnTo>
                  <a:pt x="8563" y="0"/>
                </a:lnTo>
                <a:moveTo>
                  <a:pt x="8671" y="0"/>
                </a:moveTo>
                <a:lnTo>
                  <a:pt x="8726" y="0"/>
                </a:lnTo>
                <a:lnTo>
                  <a:pt x="8726" y="28"/>
                </a:lnTo>
                <a:lnTo>
                  <a:pt x="8671" y="28"/>
                </a:lnTo>
                <a:lnTo>
                  <a:pt x="8671" y="0"/>
                </a:lnTo>
                <a:moveTo>
                  <a:pt x="8780" y="0"/>
                </a:moveTo>
                <a:lnTo>
                  <a:pt x="8834" y="0"/>
                </a:lnTo>
                <a:lnTo>
                  <a:pt x="8834" y="28"/>
                </a:lnTo>
                <a:lnTo>
                  <a:pt x="8780" y="28"/>
                </a:lnTo>
                <a:lnTo>
                  <a:pt x="8780" y="0"/>
                </a:lnTo>
                <a:moveTo>
                  <a:pt x="8888" y="0"/>
                </a:moveTo>
                <a:lnTo>
                  <a:pt x="8942" y="0"/>
                </a:lnTo>
                <a:lnTo>
                  <a:pt x="8942" y="28"/>
                </a:lnTo>
                <a:lnTo>
                  <a:pt x="8888" y="28"/>
                </a:lnTo>
                <a:lnTo>
                  <a:pt x="8888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079280" y="2491920"/>
            <a:ext cx="2552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search HealthcareService / Location / Endpoint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5262480" y="3183840"/>
            <a:ext cx="97560" cy="78480"/>
          </a:xfrm>
          <a:custGeom>
            <a:avLst/>
            <a:gdLst/>
            <a:ahLst/>
            <a:rect l="0" t="0" r="r" b="b"/>
            <a:pathLst>
              <a:path w="271" h="218">
                <a:moveTo>
                  <a:pt x="0" y="0"/>
                </a:moveTo>
                <a:lnTo>
                  <a:pt x="271" y="109"/>
                </a:lnTo>
                <a:lnTo>
                  <a:pt x="0" y="218"/>
                </a:lnTo>
                <a:lnTo>
                  <a:pt x="109" y="109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010880" y="3223080"/>
            <a:ext cx="4309920" cy="0"/>
          </a:xfrm>
          <a:prstGeom prst="line">
            <a:avLst/>
          </a:prstGeom>
          <a:ln w="97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76840" y="2777760"/>
            <a:ext cx="2046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matching services + receiving Endpoint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020600" y="346968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272" y="0"/>
                </a:moveTo>
                <a:lnTo>
                  <a:pt x="0" y="109"/>
                </a:lnTo>
                <a:lnTo>
                  <a:pt x="272" y="218"/>
                </a:lnTo>
                <a:lnTo>
                  <a:pt x="162" y="109"/>
                </a:lnTo>
                <a:lnTo>
                  <a:pt x="272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059480" y="3503880"/>
            <a:ext cx="4310640" cy="10080"/>
          </a:xfrm>
          <a:custGeom>
            <a:avLst/>
            <a:gdLst/>
            <a:ahLst/>
            <a:rect l="0" t="0" r="r" b="b"/>
            <a:pathLst>
              <a:path w="11974" h="28">
                <a:moveTo>
                  <a:pt x="0" y="0"/>
                </a:moveTo>
                <a:lnTo>
                  <a:pt x="54" y="0"/>
                </a:lnTo>
                <a:lnTo>
                  <a:pt x="54" y="28"/>
                </a:lnTo>
                <a:lnTo>
                  <a:pt x="0" y="28"/>
                </a:lnTo>
                <a:lnTo>
                  <a:pt x="0" y="0"/>
                </a:lnTo>
                <a:moveTo>
                  <a:pt x="109" y="0"/>
                </a:moveTo>
                <a:lnTo>
                  <a:pt x="163" y="0"/>
                </a:lnTo>
                <a:lnTo>
                  <a:pt x="163" y="28"/>
                </a:lnTo>
                <a:lnTo>
                  <a:pt x="109" y="28"/>
                </a:lnTo>
                <a:lnTo>
                  <a:pt x="109" y="0"/>
                </a:lnTo>
                <a:moveTo>
                  <a:pt x="217" y="0"/>
                </a:moveTo>
                <a:lnTo>
                  <a:pt x="271" y="0"/>
                </a:lnTo>
                <a:lnTo>
                  <a:pt x="271" y="28"/>
                </a:lnTo>
                <a:lnTo>
                  <a:pt x="217" y="28"/>
                </a:lnTo>
                <a:lnTo>
                  <a:pt x="217" y="0"/>
                </a:lnTo>
                <a:moveTo>
                  <a:pt x="325" y="0"/>
                </a:moveTo>
                <a:lnTo>
                  <a:pt x="380" y="0"/>
                </a:lnTo>
                <a:lnTo>
                  <a:pt x="380" y="28"/>
                </a:lnTo>
                <a:lnTo>
                  <a:pt x="325" y="28"/>
                </a:lnTo>
                <a:lnTo>
                  <a:pt x="325" y="0"/>
                </a:lnTo>
                <a:moveTo>
                  <a:pt x="434" y="0"/>
                </a:moveTo>
                <a:lnTo>
                  <a:pt x="488" y="0"/>
                </a:lnTo>
                <a:lnTo>
                  <a:pt x="488" y="28"/>
                </a:lnTo>
                <a:lnTo>
                  <a:pt x="434" y="28"/>
                </a:lnTo>
                <a:lnTo>
                  <a:pt x="434" y="0"/>
                </a:lnTo>
                <a:moveTo>
                  <a:pt x="542" y="0"/>
                </a:moveTo>
                <a:lnTo>
                  <a:pt x="596" y="0"/>
                </a:lnTo>
                <a:lnTo>
                  <a:pt x="596" y="28"/>
                </a:lnTo>
                <a:lnTo>
                  <a:pt x="542" y="28"/>
                </a:lnTo>
                <a:lnTo>
                  <a:pt x="542" y="0"/>
                </a:lnTo>
                <a:moveTo>
                  <a:pt x="651" y="0"/>
                </a:moveTo>
                <a:lnTo>
                  <a:pt x="705" y="0"/>
                </a:lnTo>
                <a:lnTo>
                  <a:pt x="705" y="28"/>
                </a:lnTo>
                <a:lnTo>
                  <a:pt x="651" y="28"/>
                </a:lnTo>
                <a:lnTo>
                  <a:pt x="651" y="0"/>
                </a:lnTo>
                <a:moveTo>
                  <a:pt x="759" y="0"/>
                </a:moveTo>
                <a:lnTo>
                  <a:pt x="813" y="0"/>
                </a:lnTo>
                <a:lnTo>
                  <a:pt x="813" y="28"/>
                </a:lnTo>
                <a:lnTo>
                  <a:pt x="759" y="28"/>
                </a:lnTo>
                <a:lnTo>
                  <a:pt x="759" y="0"/>
                </a:lnTo>
                <a:moveTo>
                  <a:pt x="867" y="0"/>
                </a:moveTo>
                <a:lnTo>
                  <a:pt x="921" y="0"/>
                </a:lnTo>
                <a:lnTo>
                  <a:pt x="921" y="28"/>
                </a:lnTo>
                <a:lnTo>
                  <a:pt x="867" y="28"/>
                </a:lnTo>
                <a:lnTo>
                  <a:pt x="867" y="0"/>
                </a:lnTo>
                <a:moveTo>
                  <a:pt x="976" y="0"/>
                </a:moveTo>
                <a:lnTo>
                  <a:pt x="1030" y="0"/>
                </a:lnTo>
                <a:lnTo>
                  <a:pt x="1030" y="28"/>
                </a:lnTo>
                <a:lnTo>
                  <a:pt x="976" y="28"/>
                </a:lnTo>
                <a:lnTo>
                  <a:pt x="976" y="0"/>
                </a:lnTo>
                <a:moveTo>
                  <a:pt x="1084" y="0"/>
                </a:moveTo>
                <a:lnTo>
                  <a:pt x="1138" y="0"/>
                </a:lnTo>
                <a:lnTo>
                  <a:pt x="1138" y="28"/>
                </a:lnTo>
                <a:lnTo>
                  <a:pt x="1084" y="28"/>
                </a:lnTo>
                <a:lnTo>
                  <a:pt x="1084" y="0"/>
                </a:lnTo>
                <a:moveTo>
                  <a:pt x="1192" y="0"/>
                </a:moveTo>
                <a:lnTo>
                  <a:pt x="1247" y="0"/>
                </a:lnTo>
                <a:lnTo>
                  <a:pt x="1247" y="28"/>
                </a:lnTo>
                <a:lnTo>
                  <a:pt x="1192" y="28"/>
                </a:lnTo>
                <a:lnTo>
                  <a:pt x="1192" y="0"/>
                </a:lnTo>
                <a:moveTo>
                  <a:pt x="1301" y="0"/>
                </a:moveTo>
                <a:lnTo>
                  <a:pt x="1355" y="0"/>
                </a:lnTo>
                <a:lnTo>
                  <a:pt x="1355" y="28"/>
                </a:lnTo>
                <a:lnTo>
                  <a:pt x="1301" y="28"/>
                </a:lnTo>
                <a:lnTo>
                  <a:pt x="1301" y="0"/>
                </a:lnTo>
                <a:moveTo>
                  <a:pt x="1409" y="0"/>
                </a:moveTo>
                <a:lnTo>
                  <a:pt x="1463" y="0"/>
                </a:lnTo>
                <a:lnTo>
                  <a:pt x="1463" y="28"/>
                </a:lnTo>
                <a:lnTo>
                  <a:pt x="1409" y="28"/>
                </a:lnTo>
                <a:lnTo>
                  <a:pt x="1409" y="0"/>
                </a:lnTo>
                <a:moveTo>
                  <a:pt x="1518" y="0"/>
                </a:moveTo>
                <a:lnTo>
                  <a:pt x="1572" y="0"/>
                </a:lnTo>
                <a:lnTo>
                  <a:pt x="1572" y="28"/>
                </a:lnTo>
                <a:lnTo>
                  <a:pt x="1518" y="28"/>
                </a:lnTo>
                <a:lnTo>
                  <a:pt x="1518" y="0"/>
                </a:lnTo>
                <a:moveTo>
                  <a:pt x="1626" y="0"/>
                </a:moveTo>
                <a:lnTo>
                  <a:pt x="1680" y="0"/>
                </a:lnTo>
                <a:lnTo>
                  <a:pt x="1680" y="28"/>
                </a:lnTo>
                <a:lnTo>
                  <a:pt x="1626" y="28"/>
                </a:lnTo>
                <a:lnTo>
                  <a:pt x="1626" y="0"/>
                </a:lnTo>
                <a:moveTo>
                  <a:pt x="1734" y="0"/>
                </a:moveTo>
                <a:lnTo>
                  <a:pt x="1789" y="0"/>
                </a:lnTo>
                <a:lnTo>
                  <a:pt x="1789" y="28"/>
                </a:lnTo>
                <a:lnTo>
                  <a:pt x="1734" y="28"/>
                </a:lnTo>
                <a:lnTo>
                  <a:pt x="1734" y="0"/>
                </a:lnTo>
                <a:moveTo>
                  <a:pt x="1843" y="0"/>
                </a:moveTo>
                <a:lnTo>
                  <a:pt x="1897" y="0"/>
                </a:lnTo>
                <a:lnTo>
                  <a:pt x="1897" y="28"/>
                </a:lnTo>
                <a:lnTo>
                  <a:pt x="1843" y="28"/>
                </a:lnTo>
                <a:lnTo>
                  <a:pt x="1843" y="0"/>
                </a:lnTo>
                <a:moveTo>
                  <a:pt x="1951" y="0"/>
                </a:moveTo>
                <a:lnTo>
                  <a:pt x="2005" y="0"/>
                </a:lnTo>
                <a:lnTo>
                  <a:pt x="2005" y="28"/>
                </a:lnTo>
                <a:lnTo>
                  <a:pt x="1951" y="28"/>
                </a:lnTo>
                <a:lnTo>
                  <a:pt x="1951" y="0"/>
                </a:lnTo>
                <a:moveTo>
                  <a:pt x="2059" y="0"/>
                </a:moveTo>
                <a:lnTo>
                  <a:pt x="2114" y="0"/>
                </a:lnTo>
                <a:lnTo>
                  <a:pt x="2114" y="28"/>
                </a:lnTo>
                <a:lnTo>
                  <a:pt x="2059" y="28"/>
                </a:lnTo>
                <a:lnTo>
                  <a:pt x="2059" y="0"/>
                </a:lnTo>
                <a:moveTo>
                  <a:pt x="2168" y="0"/>
                </a:moveTo>
                <a:lnTo>
                  <a:pt x="2222" y="0"/>
                </a:lnTo>
                <a:lnTo>
                  <a:pt x="2222" y="28"/>
                </a:lnTo>
                <a:lnTo>
                  <a:pt x="2168" y="28"/>
                </a:lnTo>
                <a:lnTo>
                  <a:pt x="2168" y="0"/>
                </a:lnTo>
                <a:moveTo>
                  <a:pt x="2276" y="0"/>
                </a:moveTo>
                <a:lnTo>
                  <a:pt x="2330" y="0"/>
                </a:lnTo>
                <a:lnTo>
                  <a:pt x="2330" y="28"/>
                </a:lnTo>
                <a:lnTo>
                  <a:pt x="2276" y="28"/>
                </a:lnTo>
                <a:lnTo>
                  <a:pt x="2276" y="0"/>
                </a:lnTo>
                <a:moveTo>
                  <a:pt x="2385" y="0"/>
                </a:moveTo>
                <a:lnTo>
                  <a:pt x="2439" y="0"/>
                </a:lnTo>
                <a:lnTo>
                  <a:pt x="2439" y="28"/>
                </a:lnTo>
                <a:lnTo>
                  <a:pt x="2385" y="28"/>
                </a:lnTo>
                <a:lnTo>
                  <a:pt x="2385" y="0"/>
                </a:lnTo>
                <a:moveTo>
                  <a:pt x="2493" y="0"/>
                </a:moveTo>
                <a:lnTo>
                  <a:pt x="2547" y="0"/>
                </a:lnTo>
                <a:lnTo>
                  <a:pt x="2547" y="28"/>
                </a:lnTo>
                <a:lnTo>
                  <a:pt x="2493" y="28"/>
                </a:lnTo>
                <a:lnTo>
                  <a:pt x="2493" y="0"/>
                </a:lnTo>
                <a:moveTo>
                  <a:pt x="2601" y="0"/>
                </a:moveTo>
                <a:lnTo>
                  <a:pt x="2656" y="0"/>
                </a:lnTo>
                <a:lnTo>
                  <a:pt x="2656" y="28"/>
                </a:lnTo>
                <a:lnTo>
                  <a:pt x="2601" y="28"/>
                </a:lnTo>
                <a:lnTo>
                  <a:pt x="2601" y="0"/>
                </a:lnTo>
                <a:moveTo>
                  <a:pt x="2710" y="0"/>
                </a:moveTo>
                <a:lnTo>
                  <a:pt x="2764" y="0"/>
                </a:lnTo>
                <a:lnTo>
                  <a:pt x="2764" y="28"/>
                </a:lnTo>
                <a:lnTo>
                  <a:pt x="2710" y="28"/>
                </a:lnTo>
                <a:lnTo>
                  <a:pt x="2710" y="0"/>
                </a:lnTo>
                <a:moveTo>
                  <a:pt x="2818" y="0"/>
                </a:moveTo>
                <a:lnTo>
                  <a:pt x="2872" y="0"/>
                </a:lnTo>
                <a:lnTo>
                  <a:pt x="2872" y="28"/>
                </a:lnTo>
                <a:lnTo>
                  <a:pt x="2818" y="28"/>
                </a:lnTo>
                <a:lnTo>
                  <a:pt x="2818" y="0"/>
                </a:lnTo>
                <a:moveTo>
                  <a:pt x="2926" y="0"/>
                </a:moveTo>
                <a:lnTo>
                  <a:pt x="2981" y="0"/>
                </a:lnTo>
                <a:lnTo>
                  <a:pt x="2981" y="28"/>
                </a:lnTo>
                <a:lnTo>
                  <a:pt x="2926" y="28"/>
                </a:lnTo>
                <a:lnTo>
                  <a:pt x="2926" y="0"/>
                </a:lnTo>
                <a:moveTo>
                  <a:pt x="3035" y="0"/>
                </a:moveTo>
                <a:lnTo>
                  <a:pt x="3090" y="0"/>
                </a:lnTo>
                <a:lnTo>
                  <a:pt x="3090" y="28"/>
                </a:lnTo>
                <a:lnTo>
                  <a:pt x="3035" y="28"/>
                </a:lnTo>
                <a:lnTo>
                  <a:pt x="3035" y="0"/>
                </a:lnTo>
                <a:moveTo>
                  <a:pt x="3144" y="0"/>
                </a:moveTo>
                <a:lnTo>
                  <a:pt x="3198" y="0"/>
                </a:lnTo>
                <a:lnTo>
                  <a:pt x="3198" y="28"/>
                </a:lnTo>
                <a:lnTo>
                  <a:pt x="3144" y="28"/>
                </a:lnTo>
                <a:lnTo>
                  <a:pt x="3144" y="0"/>
                </a:lnTo>
                <a:moveTo>
                  <a:pt x="3253" y="0"/>
                </a:moveTo>
                <a:lnTo>
                  <a:pt x="3307" y="0"/>
                </a:lnTo>
                <a:lnTo>
                  <a:pt x="3307" y="28"/>
                </a:lnTo>
                <a:lnTo>
                  <a:pt x="3253" y="28"/>
                </a:lnTo>
                <a:lnTo>
                  <a:pt x="3253" y="0"/>
                </a:lnTo>
                <a:moveTo>
                  <a:pt x="3361" y="0"/>
                </a:moveTo>
                <a:lnTo>
                  <a:pt x="3415" y="0"/>
                </a:lnTo>
                <a:lnTo>
                  <a:pt x="3415" y="28"/>
                </a:lnTo>
                <a:lnTo>
                  <a:pt x="3361" y="28"/>
                </a:lnTo>
                <a:lnTo>
                  <a:pt x="3361" y="0"/>
                </a:lnTo>
                <a:moveTo>
                  <a:pt x="3469" y="0"/>
                </a:moveTo>
                <a:lnTo>
                  <a:pt x="3524" y="0"/>
                </a:lnTo>
                <a:lnTo>
                  <a:pt x="3524" y="28"/>
                </a:lnTo>
                <a:lnTo>
                  <a:pt x="3469" y="28"/>
                </a:lnTo>
                <a:lnTo>
                  <a:pt x="3469" y="0"/>
                </a:lnTo>
                <a:moveTo>
                  <a:pt x="3578" y="0"/>
                </a:moveTo>
                <a:lnTo>
                  <a:pt x="3632" y="0"/>
                </a:lnTo>
                <a:lnTo>
                  <a:pt x="3632" y="28"/>
                </a:lnTo>
                <a:lnTo>
                  <a:pt x="3578" y="28"/>
                </a:lnTo>
                <a:lnTo>
                  <a:pt x="3578" y="0"/>
                </a:lnTo>
                <a:moveTo>
                  <a:pt x="3686" y="0"/>
                </a:moveTo>
                <a:lnTo>
                  <a:pt x="3740" y="0"/>
                </a:lnTo>
                <a:lnTo>
                  <a:pt x="3740" y="28"/>
                </a:lnTo>
                <a:lnTo>
                  <a:pt x="3686" y="28"/>
                </a:lnTo>
                <a:lnTo>
                  <a:pt x="3686" y="0"/>
                </a:lnTo>
                <a:moveTo>
                  <a:pt x="3794" y="0"/>
                </a:moveTo>
                <a:lnTo>
                  <a:pt x="3849" y="0"/>
                </a:lnTo>
                <a:lnTo>
                  <a:pt x="3849" y="28"/>
                </a:lnTo>
                <a:lnTo>
                  <a:pt x="3794" y="28"/>
                </a:lnTo>
                <a:lnTo>
                  <a:pt x="3794" y="0"/>
                </a:lnTo>
                <a:moveTo>
                  <a:pt x="3903" y="0"/>
                </a:moveTo>
                <a:lnTo>
                  <a:pt x="3957" y="0"/>
                </a:lnTo>
                <a:lnTo>
                  <a:pt x="3957" y="28"/>
                </a:lnTo>
                <a:lnTo>
                  <a:pt x="3903" y="28"/>
                </a:lnTo>
                <a:lnTo>
                  <a:pt x="3903" y="0"/>
                </a:lnTo>
                <a:moveTo>
                  <a:pt x="4011" y="0"/>
                </a:moveTo>
                <a:lnTo>
                  <a:pt x="4065" y="0"/>
                </a:lnTo>
                <a:lnTo>
                  <a:pt x="4065" y="28"/>
                </a:lnTo>
                <a:lnTo>
                  <a:pt x="4011" y="28"/>
                </a:lnTo>
                <a:lnTo>
                  <a:pt x="4011" y="0"/>
                </a:lnTo>
                <a:moveTo>
                  <a:pt x="4120" y="0"/>
                </a:moveTo>
                <a:lnTo>
                  <a:pt x="4174" y="0"/>
                </a:lnTo>
                <a:lnTo>
                  <a:pt x="4174" y="28"/>
                </a:lnTo>
                <a:lnTo>
                  <a:pt x="4120" y="28"/>
                </a:lnTo>
                <a:lnTo>
                  <a:pt x="4120" y="0"/>
                </a:lnTo>
                <a:moveTo>
                  <a:pt x="4228" y="0"/>
                </a:moveTo>
                <a:lnTo>
                  <a:pt x="4282" y="0"/>
                </a:lnTo>
                <a:lnTo>
                  <a:pt x="4282" y="28"/>
                </a:lnTo>
                <a:lnTo>
                  <a:pt x="4228" y="28"/>
                </a:lnTo>
                <a:lnTo>
                  <a:pt x="4228" y="0"/>
                </a:lnTo>
                <a:moveTo>
                  <a:pt x="4336" y="0"/>
                </a:moveTo>
                <a:lnTo>
                  <a:pt x="4391" y="0"/>
                </a:lnTo>
                <a:lnTo>
                  <a:pt x="4391" y="28"/>
                </a:lnTo>
                <a:lnTo>
                  <a:pt x="4336" y="28"/>
                </a:lnTo>
                <a:lnTo>
                  <a:pt x="4336" y="0"/>
                </a:lnTo>
                <a:moveTo>
                  <a:pt x="4445" y="0"/>
                </a:moveTo>
                <a:lnTo>
                  <a:pt x="4499" y="0"/>
                </a:lnTo>
                <a:lnTo>
                  <a:pt x="4499" y="28"/>
                </a:lnTo>
                <a:lnTo>
                  <a:pt x="4445" y="28"/>
                </a:lnTo>
                <a:lnTo>
                  <a:pt x="4445" y="0"/>
                </a:lnTo>
                <a:moveTo>
                  <a:pt x="4553" y="0"/>
                </a:moveTo>
                <a:lnTo>
                  <a:pt x="4607" y="0"/>
                </a:lnTo>
                <a:lnTo>
                  <a:pt x="4607" y="28"/>
                </a:lnTo>
                <a:lnTo>
                  <a:pt x="4553" y="28"/>
                </a:lnTo>
                <a:lnTo>
                  <a:pt x="4553" y="0"/>
                </a:lnTo>
                <a:moveTo>
                  <a:pt x="4662" y="0"/>
                </a:moveTo>
                <a:lnTo>
                  <a:pt x="4716" y="0"/>
                </a:lnTo>
                <a:lnTo>
                  <a:pt x="4716" y="28"/>
                </a:lnTo>
                <a:lnTo>
                  <a:pt x="4662" y="28"/>
                </a:lnTo>
                <a:lnTo>
                  <a:pt x="4662" y="0"/>
                </a:lnTo>
                <a:moveTo>
                  <a:pt x="4770" y="0"/>
                </a:moveTo>
                <a:lnTo>
                  <a:pt x="4824" y="0"/>
                </a:lnTo>
                <a:lnTo>
                  <a:pt x="4824" y="28"/>
                </a:lnTo>
                <a:lnTo>
                  <a:pt x="4770" y="28"/>
                </a:lnTo>
                <a:lnTo>
                  <a:pt x="4770" y="0"/>
                </a:lnTo>
                <a:moveTo>
                  <a:pt x="4878" y="0"/>
                </a:moveTo>
                <a:lnTo>
                  <a:pt x="4932" y="0"/>
                </a:lnTo>
                <a:lnTo>
                  <a:pt x="4932" y="28"/>
                </a:lnTo>
                <a:lnTo>
                  <a:pt x="4878" y="28"/>
                </a:lnTo>
                <a:lnTo>
                  <a:pt x="4878" y="0"/>
                </a:lnTo>
                <a:moveTo>
                  <a:pt x="4987" y="0"/>
                </a:moveTo>
                <a:lnTo>
                  <a:pt x="5041" y="0"/>
                </a:lnTo>
                <a:lnTo>
                  <a:pt x="5041" y="28"/>
                </a:lnTo>
                <a:lnTo>
                  <a:pt x="4987" y="28"/>
                </a:lnTo>
                <a:lnTo>
                  <a:pt x="4987" y="0"/>
                </a:lnTo>
                <a:moveTo>
                  <a:pt x="5095" y="0"/>
                </a:moveTo>
                <a:lnTo>
                  <a:pt x="5149" y="0"/>
                </a:lnTo>
                <a:lnTo>
                  <a:pt x="5149" y="28"/>
                </a:lnTo>
                <a:lnTo>
                  <a:pt x="5095" y="28"/>
                </a:lnTo>
                <a:lnTo>
                  <a:pt x="5095" y="0"/>
                </a:lnTo>
                <a:moveTo>
                  <a:pt x="5203" y="0"/>
                </a:moveTo>
                <a:lnTo>
                  <a:pt x="5258" y="0"/>
                </a:lnTo>
                <a:lnTo>
                  <a:pt x="5258" y="28"/>
                </a:lnTo>
                <a:lnTo>
                  <a:pt x="5203" y="28"/>
                </a:lnTo>
                <a:lnTo>
                  <a:pt x="5203" y="0"/>
                </a:lnTo>
                <a:moveTo>
                  <a:pt x="5312" y="0"/>
                </a:moveTo>
                <a:lnTo>
                  <a:pt x="5366" y="0"/>
                </a:lnTo>
                <a:lnTo>
                  <a:pt x="5366" y="28"/>
                </a:lnTo>
                <a:lnTo>
                  <a:pt x="5312" y="28"/>
                </a:lnTo>
                <a:lnTo>
                  <a:pt x="5312" y="0"/>
                </a:lnTo>
                <a:moveTo>
                  <a:pt x="5420" y="0"/>
                </a:moveTo>
                <a:lnTo>
                  <a:pt x="5474" y="0"/>
                </a:lnTo>
                <a:lnTo>
                  <a:pt x="5474" y="28"/>
                </a:lnTo>
                <a:lnTo>
                  <a:pt x="5420" y="28"/>
                </a:lnTo>
                <a:lnTo>
                  <a:pt x="5420" y="0"/>
                </a:lnTo>
                <a:moveTo>
                  <a:pt x="5529" y="0"/>
                </a:moveTo>
                <a:lnTo>
                  <a:pt x="5583" y="0"/>
                </a:lnTo>
                <a:lnTo>
                  <a:pt x="5583" y="28"/>
                </a:lnTo>
                <a:lnTo>
                  <a:pt x="5529" y="28"/>
                </a:lnTo>
                <a:lnTo>
                  <a:pt x="5529" y="0"/>
                </a:lnTo>
                <a:moveTo>
                  <a:pt x="5637" y="0"/>
                </a:moveTo>
                <a:lnTo>
                  <a:pt x="5691" y="0"/>
                </a:lnTo>
                <a:lnTo>
                  <a:pt x="5691" y="28"/>
                </a:lnTo>
                <a:lnTo>
                  <a:pt x="5637" y="28"/>
                </a:lnTo>
                <a:lnTo>
                  <a:pt x="5637" y="0"/>
                </a:lnTo>
                <a:moveTo>
                  <a:pt x="5745" y="0"/>
                </a:moveTo>
                <a:lnTo>
                  <a:pt x="5799" y="0"/>
                </a:lnTo>
                <a:lnTo>
                  <a:pt x="5799" y="28"/>
                </a:lnTo>
                <a:lnTo>
                  <a:pt x="5745" y="28"/>
                </a:lnTo>
                <a:lnTo>
                  <a:pt x="5745" y="0"/>
                </a:lnTo>
                <a:moveTo>
                  <a:pt x="5854" y="0"/>
                </a:moveTo>
                <a:lnTo>
                  <a:pt x="5908" y="0"/>
                </a:lnTo>
                <a:lnTo>
                  <a:pt x="5908" y="28"/>
                </a:lnTo>
                <a:lnTo>
                  <a:pt x="5854" y="28"/>
                </a:lnTo>
                <a:lnTo>
                  <a:pt x="5854" y="0"/>
                </a:lnTo>
                <a:moveTo>
                  <a:pt x="5962" y="0"/>
                </a:moveTo>
                <a:lnTo>
                  <a:pt x="6016" y="0"/>
                </a:lnTo>
                <a:lnTo>
                  <a:pt x="6016" y="28"/>
                </a:lnTo>
                <a:lnTo>
                  <a:pt x="5962" y="28"/>
                </a:lnTo>
                <a:lnTo>
                  <a:pt x="5962" y="0"/>
                </a:lnTo>
                <a:moveTo>
                  <a:pt x="6070" y="0"/>
                </a:moveTo>
                <a:lnTo>
                  <a:pt x="6125" y="0"/>
                </a:lnTo>
                <a:lnTo>
                  <a:pt x="6125" y="28"/>
                </a:lnTo>
                <a:lnTo>
                  <a:pt x="6070" y="28"/>
                </a:lnTo>
                <a:lnTo>
                  <a:pt x="6070" y="0"/>
                </a:lnTo>
                <a:moveTo>
                  <a:pt x="6179" y="0"/>
                </a:moveTo>
                <a:lnTo>
                  <a:pt x="6233" y="0"/>
                </a:lnTo>
                <a:lnTo>
                  <a:pt x="6233" y="28"/>
                </a:lnTo>
                <a:lnTo>
                  <a:pt x="6179" y="28"/>
                </a:lnTo>
                <a:lnTo>
                  <a:pt x="6179" y="0"/>
                </a:lnTo>
                <a:moveTo>
                  <a:pt x="6287" y="0"/>
                </a:moveTo>
                <a:lnTo>
                  <a:pt x="6341" y="0"/>
                </a:lnTo>
                <a:lnTo>
                  <a:pt x="6341" y="28"/>
                </a:lnTo>
                <a:lnTo>
                  <a:pt x="6287" y="28"/>
                </a:lnTo>
                <a:lnTo>
                  <a:pt x="6287" y="0"/>
                </a:lnTo>
                <a:moveTo>
                  <a:pt x="6396" y="0"/>
                </a:moveTo>
                <a:lnTo>
                  <a:pt x="6450" y="0"/>
                </a:lnTo>
                <a:lnTo>
                  <a:pt x="6450" y="28"/>
                </a:lnTo>
                <a:lnTo>
                  <a:pt x="6396" y="28"/>
                </a:lnTo>
                <a:lnTo>
                  <a:pt x="6396" y="0"/>
                </a:lnTo>
                <a:moveTo>
                  <a:pt x="6504" y="0"/>
                </a:moveTo>
                <a:lnTo>
                  <a:pt x="6558" y="0"/>
                </a:lnTo>
                <a:lnTo>
                  <a:pt x="6558" y="28"/>
                </a:lnTo>
                <a:lnTo>
                  <a:pt x="6504" y="28"/>
                </a:lnTo>
                <a:lnTo>
                  <a:pt x="6504" y="0"/>
                </a:lnTo>
                <a:moveTo>
                  <a:pt x="6612" y="0"/>
                </a:moveTo>
                <a:lnTo>
                  <a:pt x="6666" y="0"/>
                </a:lnTo>
                <a:lnTo>
                  <a:pt x="6666" y="28"/>
                </a:lnTo>
                <a:lnTo>
                  <a:pt x="6612" y="28"/>
                </a:lnTo>
                <a:lnTo>
                  <a:pt x="6612" y="0"/>
                </a:lnTo>
                <a:moveTo>
                  <a:pt x="6721" y="0"/>
                </a:moveTo>
                <a:lnTo>
                  <a:pt x="6775" y="0"/>
                </a:lnTo>
                <a:lnTo>
                  <a:pt x="6775" y="28"/>
                </a:lnTo>
                <a:lnTo>
                  <a:pt x="6721" y="28"/>
                </a:lnTo>
                <a:lnTo>
                  <a:pt x="6721" y="0"/>
                </a:lnTo>
                <a:moveTo>
                  <a:pt x="6829" y="0"/>
                </a:moveTo>
                <a:lnTo>
                  <a:pt x="6883" y="0"/>
                </a:lnTo>
                <a:lnTo>
                  <a:pt x="6883" y="28"/>
                </a:lnTo>
                <a:lnTo>
                  <a:pt x="6829" y="28"/>
                </a:lnTo>
                <a:lnTo>
                  <a:pt x="6829" y="0"/>
                </a:lnTo>
                <a:moveTo>
                  <a:pt x="6937" y="0"/>
                </a:moveTo>
                <a:lnTo>
                  <a:pt x="6992" y="0"/>
                </a:lnTo>
                <a:lnTo>
                  <a:pt x="6992" y="28"/>
                </a:lnTo>
                <a:lnTo>
                  <a:pt x="6937" y="28"/>
                </a:lnTo>
                <a:lnTo>
                  <a:pt x="6937" y="0"/>
                </a:lnTo>
                <a:moveTo>
                  <a:pt x="7046" y="0"/>
                </a:moveTo>
                <a:lnTo>
                  <a:pt x="7100" y="0"/>
                </a:lnTo>
                <a:lnTo>
                  <a:pt x="7100" y="28"/>
                </a:lnTo>
                <a:lnTo>
                  <a:pt x="7046" y="28"/>
                </a:lnTo>
                <a:lnTo>
                  <a:pt x="7046" y="0"/>
                </a:lnTo>
                <a:moveTo>
                  <a:pt x="7154" y="0"/>
                </a:moveTo>
                <a:lnTo>
                  <a:pt x="7208" y="0"/>
                </a:lnTo>
                <a:lnTo>
                  <a:pt x="7208" y="28"/>
                </a:lnTo>
                <a:lnTo>
                  <a:pt x="7154" y="28"/>
                </a:lnTo>
                <a:lnTo>
                  <a:pt x="7154" y="0"/>
                </a:lnTo>
                <a:moveTo>
                  <a:pt x="7263" y="0"/>
                </a:moveTo>
                <a:lnTo>
                  <a:pt x="7317" y="0"/>
                </a:lnTo>
                <a:lnTo>
                  <a:pt x="7317" y="28"/>
                </a:lnTo>
                <a:lnTo>
                  <a:pt x="7263" y="28"/>
                </a:lnTo>
                <a:lnTo>
                  <a:pt x="7263" y="0"/>
                </a:lnTo>
                <a:moveTo>
                  <a:pt x="7371" y="0"/>
                </a:moveTo>
                <a:lnTo>
                  <a:pt x="7425" y="0"/>
                </a:lnTo>
                <a:lnTo>
                  <a:pt x="7425" y="28"/>
                </a:lnTo>
                <a:lnTo>
                  <a:pt x="7371" y="28"/>
                </a:lnTo>
                <a:lnTo>
                  <a:pt x="7371" y="0"/>
                </a:lnTo>
                <a:moveTo>
                  <a:pt x="7479" y="0"/>
                </a:moveTo>
                <a:lnTo>
                  <a:pt x="7534" y="0"/>
                </a:lnTo>
                <a:lnTo>
                  <a:pt x="7534" y="28"/>
                </a:lnTo>
                <a:lnTo>
                  <a:pt x="7479" y="28"/>
                </a:lnTo>
                <a:lnTo>
                  <a:pt x="7479" y="0"/>
                </a:lnTo>
                <a:moveTo>
                  <a:pt x="7588" y="0"/>
                </a:moveTo>
                <a:lnTo>
                  <a:pt x="7642" y="0"/>
                </a:lnTo>
                <a:lnTo>
                  <a:pt x="7642" y="28"/>
                </a:lnTo>
                <a:lnTo>
                  <a:pt x="7588" y="28"/>
                </a:lnTo>
                <a:lnTo>
                  <a:pt x="7588" y="0"/>
                </a:lnTo>
                <a:moveTo>
                  <a:pt x="7696" y="0"/>
                </a:moveTo>
                <a:lnTo>
                  <a:pt x="7750" y="0"/>
                </a:lnTo>
                <a:lnTo>
                  <a:pt x="7750" y="28"/>
                </a:lnTo>
                <a:lnTo>
                  <a:pt x="7696" y="28"/>
                </a:lnTo>
                <a:lnTo>
                  <a:pt x="7696" y="0"/>
                </a:lnTo>
                <a:moveTo>
                  <a:pt x="7804" y="0"/>
                </a:moveTo>
                <a:lnTo>
                  <a:pt x="7859" y="0"/>
                </a:lnTo>
                <a:lnTo>
                  <a:pt x="7859" y="28"/>
                </a:lnTo>
                <a:lnTo>
                  <a:pt x="7804" y="28"/>
                </a:lnTo>
                <a:lnTo>
                  <a:pt x="7804" y="0"/>
                </a:lnTo>
                <a:moveTo>
                  <a:pt x="7913" y="0"/>
                </a:moveTo>
                <a:lnTo>
                  <a:pt x="7967" y="0"/>
                </a:lnTo>
                <a:lnTo>
                  <a:pt x="7967" y="28"/>
                </a:lnTo>
                <a:lnTo>
                  <a:pt x="7913" y="28"/>
                </a:lnTo>
                <a:lnTo>
                  <a:pt x="7913" y="0"/>
                </a:lnTo>
                <a:moveTo>
                  <a:pt x="8021" y="0"/>
                </a:moveTo>
                <a:lnTo>
                  <a:pt x="8075" y="0"/>
                </a:lnTo>
                <a:lnTo>
                  <a:pt x="8075" y="28"/>
                </a:lnTo>
                <a:lnTo>
                  <a:pt x="8021" y="28"/>
                </a:lnTo>
                <a:lnTo>
                  <a:pt x="8021" y="0"/>
                </a:lnTo>
                <a:moveTo>
                  <a:pt x="8130" y="0"/>
                </a:moveTo>
                <a:lnTo>
                  <a:pt x="8184" y="0"/>
                </a:lnTo>
                <a:lnTo>
                  <a:pt x="8184" y="28"/>
                </a:lnTo>
                <a:lnTo>
                  <a:pt x="8130" y="28"/>
                </a:lnTo>
                <a:lnTo>
                  <a:pt x="8130" y="0"/>
                </a:lnTo>
                <a:moveTo>
                  <a:pt x="8238" y="0"/>
                </a:moveTo>
                <a:lnTo>
                  <a:pt x="8292" y="0"/>
                </a:lnTo>
                <a:lnTo>
                  <a:pt x="8292" y="28"/>
                </a:lnTo>
                <a:lnTo>
                  <a:pt x="8238" y="28"/>
                </a:lnTo>
                <a:lnTo>
                  <a:pt x="8238" y="0"/>
                </a:lnTo>
                <a:moveTo>
                  <a:pt x="8346" y="0"/>
                </a:moveTo>
                <a:lnTo>
                  <a:pt x="8401" y="0"/>
                </a:lnTo>
                <a:lnTo>
                  <a:pt x="8401" y="28"/>
                </a:lnTo>
                <a:lnTo>
                  <a:pt x="8346" y="28"/>
                </a:lnTo>
                <a:lnTo>
                  <a:pt x="8346" y="0"/>
                </a:lnTo>
                <a:moveTo>
                  <a:pt x="8455" y="0"/>
                </a:moveTo>
                <a:lnTo>
                  <a:pt x="8509" y="0"/>
                </a:lnTo>
                <a:lnTo>
                  <a:pt x="8509" y="28"/>
                </a:lnTo>
                <a:lnTo>
                  <a:pt x="8455" y="28"/>
                </a:lnTo>
                <a:lnTo>
                  <a:pt x="8455" y="0"/>
                </a:lnTo>
                <a:moveTo>
                  <a:pt x="8563" y="0"/>
                </a:moveTo>
                <a:lnTo>
                  <a:pt x="8617" y="0"/>
                </a:lnTo>
                <a:lnTo>
                  <a:pt x="8617" y="28"/>
                </a:lnTo>
                <a:lnTo>
                  <a:pt x="8563" y="28"/>
                </a:lnTo>
                <a:lnTo>
                  <a:pt x="8563" y="0"/>
                </a:lnTo>
                <a:moveTo>
                  <a:pt x="8671" y="0"/>
                </a:moveTo>
                <a:lnTo>
                  <a:pt x="8726" y="0"/>
                </a:lnTo>
                <a:lnTo>
                  <a:pt x="8726" y="28"/>
                </a:lnTo>
                <a:lnTo>
                  <a:pt x="8671" y="28"/>
                </a:lnTo>
                <a:lnTo>
                  <a:pt x="8671" y="0"/>
                </a:lnTo>
                <a:moveTo>
                  <a:pt x="8780" y="0"/>
                </a:moveTo>
                <a:lnTo>
                  <a:pt x="8834" y="0"/>
                </a:lnTo>
                <a:lnTo>
                  <a:pt x="8834" y="28"/>
                </a:lnTo>
                <a:lnTo>
                  <a:pt x="8780" y="28"/>
                </a:lnTo>
                <a:lnTo>
                  <a:pt x="8780" y="0"/>
                </a:lnTo>
                <a:moveTo>
                  <a:pt x="8888" y="0"/>
                </a:moveTo>
                <a:lnTo>
                  <a:pt x="8942" y="0"/>
                </a:lnTo>
                <a:lnTo>
                  <a:pt x="8942" y="28"/>
                </a:lnTo>
                <a:lnTo>
                  <a:pt x="8888" y="28"/>
                </a:lnTo>
                <a:lnTo>
                  <a:pt x="8888" y="0"/>
                </a:lnTo>
                <a:moveTo>
                  <a:pt x="8997" y="0"/>
                </a:moveTo>
                <a:lnTo>
                  <a:pt x="9051" y="0"/>
                </a:lnTo>
                <a:lnTo>
                  <a:pt x="9051" y="28"/>
                </a:lnTo>
                <a:lnTo>
                  <a:pt x="8997" y="28"/>
                </a:lnTo>
                <a:lnTo>
                  <a:pt x="8997" y="0"/>
                </a:lnTo>
                <a:moveTo>
                  <a:pt x="9105" y="0"/>
                </a:moveTo>
                <a:lnTo>
                  <a:pt x="9159" y="0"/>
                </a:lnTo>
                <a:lnTo>
                  <a:pt x="9159" y="28"/>
                </a:lnTo>
                <a:lnTo>
                  <a:pt x="9105" y="28"/>
                </a:lnTo>
                <a:lnTo>
                  <a:pt x="9105" y="0"/>
                </a:lnTo>
                <a:moveTo>
                  <a:pt x="9213" y="0"/>
                </a:moveTo>
                <a:lnTo>
                  <a:pt x="9268" y="0"/>
                </a:lnTo>
                <a:lnTo>
                  <a:pt x="9268" y="28"/>
                </a:lnTo>
                <a:lnTo>
                  <a:pt x="9213" y="28"/>
                </a:lnTo>
                <a:lnTo>
                  <a:pt x="9213" y="0"/>
                </a:lnTo>
                <a:moveTo>
                  <a:pt x="9322" y="0"/>
                </a:moveTo>
                <a:lnTo>
                  <a:pt x="9376" y="0"/>
                </a:lnTo>
                <a:lnTo>
                  <a:pt x="9376" y="28"/>
                </a:lnTo>
                <a:lnTo>
                  <a:pt x="9322" y="28"/>
                </a:lnTo>
                <a:lnTo>
                  <a:pt x="9322" y="0"/>
                </a:lnTo>
                <a:moveTo>
                  <a:pt x="9430" y="0"/>
                </a:moveTo>
                <a:lnTo>
                  <a:pt x="9484" y="0"/>
                </a:lnTo>
                <a:lnTo>
                  <a:pt x="9484" y="28"/>
                </a:lnTo>
                <a:lnTo>
                  <a:pt x="9430" y="28"/>
                </a:lnTo>
                <a:lnTo>
                  <a:pt x="9430" y="0"/>
                </a:lnTo>
                <a:moveTo>
                  <a:pt x="9538" y="0"/>
                </a:moveTo>
                <a:lnTo>
                  <a:pt x="9593" y="0"/>
                </a:lnTo>
                <a:lnTo>
                  <a:pt x="9593" y="28"/>
                </a:lnTo>
                <a:lnTo>
                  <a:pt x="9538" y="28"/>
                </a:lnTo>
                <a:lnTo>
                  <a:pt x="9538" y="0"/>
                </a:lnTo>
                <a:moveTo>
                  <a:pt x="9647" y="0"/>
                </a:moveTo>
                <a:lnTo>
                  <a:pt x="9701" y="0"/>
                </a:lnTo>
                <a:lnTo>
                  <a:pt x="9701" y="28"/>
                </a:lnTo>
                <a:lnTo>
                  <a:pt x="9647" y="28"/>
                </a:lnTo>
                <a:lnTo>
                  <a:pt x="9647" y="0"/>
                </a:lnTo>
                <a:moveTo>
                  <a:pt x="9755" y="0"/>
                </a:moveTo>
                <a:lnTo>
                  <a:pt x="9809" y="0"/>
                </a:lnTo>
                <a:lnTo>
                  <a:pt x="9809" y="28"/>
                </a:lnTo>
                <a:lnTo>
                  <a:pt x="9755" y="28"/>
                </a:lnTo>
                <a:lnTo>
                  <a:pt x="9755" y="0"/>
                </a:lnTo>
                <a:moveTo>
                  <a:pt x="9864" y="0"/>
                </a:moveTo>
                <a:lnTo>
                  <a:pt x="9918" y="0"/>
                </a:lnTo>
                <a:lnTo>
                  <a:pt x="9918" y="28"/>
                </a:lnTo>
                <a:lnTo>
                  <a:pt x="9864" y="28"/>
                </a:lnTo>
                <a:lnTo>
                  <a:pt x="9864" y="0"/>
                </a:lnTo>
                <a:moveTo>
                  <a:pt x="9972" y="0"/>
                </a:moveTo>
                <a:lnTo>
                  <a:pt x="10026" y="0"/>
                </a:lnTo>
                <a:lnTo>
                  <a:pt x="10026" y="28"/>
                </a:lnTo>
                <a:lnTo>
                  <a:pt x="9972" y="28"/>
                </a:lnTo>
                <a:lnTo>
                  <a:pt x="9972" y="0"/>
                </a:lnTo>
                <a:moveTo>
                  <a:pt x="10080" y="0"/>
                </a:moveTo>
                <a:lnTo>
                  <a:pt x="10135" y="0"/>
                </a:lnTo>
                <a:lnTo>
                  <a:pt x="10135" y="28"/>
                </a:lnTo>
                <a:lnTo>
                  <a:pt x="10080" y="28"/>
                </a:lnTo>
                <a:lnTo>
                  <a:pt x="10080" y="0"/>
                </a:lnTo>
                <a:moveTo>
                  <a:pt x="10189" y="0"/>
                </a:moveTo>
                <a:lnTo>
                  <a:pt x="10243" y="0"/>
                </a:lnTo>
                <a:lnTo>
                  <a:pt x="10243" y="28"/>
                </a:lnTo>
                <a:lnTo>
                  <a:pt x="10189" y="28"/>
                </a:lnTo>
                <a:lnTo>
                  <a:pt x="10189" y="0"/>
                </a:lnTo>
                <a:moveTo>
                  <a:pt x="10297" y="0"/>
                </a:moveTo>
                <a:lnTo>
                  <a:pt x="10351" y="0"/>
                </a:lnTo>
                <a:lnTo>
                  <a:pt x="10351" y="28"/>
                </a:lnTo>
                <a:lnTo>
                  <a:pt x="10297" y="28"/>
                </a:lnTo>
                <a:lnTo>
                  <a:pt x="10297" y="0"/>
                </a:lnTo>
                <a:moveTo>
                  <a:pt x="10406" y="0"/>
                </a:moveTo>
                <a:lnTo>
                  <a:pt x="10460" y="0"/>
                </a:lnTo>
                <a:lnTo>
                  <a:pt x="10460" y="28"/>
                </a:lnTo>
                <a:lnTo>
                  <a:pt x="10406" y="28"/>
                </a:lnTo>
                <a:lnTo>
                  <a:pt x="10406" y="0"/>
                </a:lnTo>
                <a:moveTo>
                  <a:pt x="10514" y="0"/>
                </a:moveTo>
                <a:lnTo>
                  <a:pt x="10568" y="0"/>
                </a:lnTo>
                <a:lnTo>
                  <a:pt x="10568" y="28"/>
                </a:lnTo>
                <a:lnTo>
                  <a:pt x="10514" y="28"/>
                </a:lnTo>
                <a:lnTo>
                  <a:pt x="10514" y="0"/>
                </a:lnTo>
                <a:moveTo>
                  <a:pt x="10622" y="0"/>
                </a:moveTo>
                <a:lnTo>
                  <a:pt x="10676" y="0"/>
                </a:lnTo>
                <a:lnTo>
                  <a:pt x="10676" y="28"/>
                </a:lnTo>
                <a:lnTo>
                  <a:pt x="10622" y="28"/>
                </a:lnTo>
                <a:lnTo>
                  <a:pt x="10622" y="0"/>
                </a:lnTo>
                <a:moveTo>
                  <a:pt x="10731" y="0"/>
                </a:moveTo>
                <a:lnTo>
                  <a:pt x="10785" y="0"/>
                </a:lnTo>
                <a:lnTo>
                  <a:pt x="10785" y="28"/>
                </a:lnTo>
                <a:lnTo>
                  <a:pt x="10731" y="28"/>
                </a:lnTo>
                <a:lnTo>
                  <a:pt x="10731" y="0"/>
                </a:lnTo>
                <a:moveTo>
                  <a:pt x="10839" y="0"/>
                </a:moveTo>
                <a:lnTo>
                  <a:pt x="10893" y="0"/>
                </a:lnTo>
                <a:lnTo>
                  <a:pt x="10893" y="28"/>
                </a:lnTo>
                <a:lnTo>
                  <a:pt x="10839" y="28"/>
                </a:lnTo>
                <a:lnTo>
                  <a:pt x="10839" y="0"/>
                </a:lnTo>
                <a:moveTo>
                  <a:pt x="10947" y="0"/>
                </a:moveTo>
                <a:lnTo>
                  <a:pt x="11002" y="0"/>
                </a:lnTo>
                <a:lnTo>
                  <a:pt x="11002" y="28"/>
                </a:lnTo>
                <a:lnTo>
                  <a:pt x="10947" y="28"/>
                </a:lnTo>
                <a:lnTo>
                  <a:pt x="10947" y="0"/>
                </a:lnTo>
                <a:moveTo>
                  <a:pt x="11056" y="0"/>
                </a:moveTo>
                <a:lnTo>
                  <a:pt x="11110" y="0"/>
                </a:lnTo>
                <a:lnTo>
                  <a:pt x="11110" y="28"/>
                </a:lnTo>
                <a:lnTo>
                  <a:pt x="11056" y="28"/>
                </a:lnTo>
                <a:lnTo>
                  <a:pt x="11056" y="0"/>
                </a:lnTo>
                <a:moveTo>
                  <a:pt x="11164" y="0"/>
                </a:moveTo>
                <a:lnTo>
                  <a:pt x="11218" y="0"/>
                </a:lnTo>
                <a:lnTo>
                  <a:pt x="11218" y="28"/>
                </a:lnTo>
                <a:lnTo>
                  <a:pt x="11164" y="28"/>
                </a:lnTo>
                <a:lnTo>
                  <a:pt x="11164" y="0"/>
                </a:lnTo>
                <a:moveTo>
                  <a:pt x="11273" y="0"/>
                </a:moveTo>
                <a:lnTo>
                  <a:pt x="11327" y="0"/>
                </a:lnTo>
                <a:lnTo>
                  <a:pt x="11327" y="28"/>
                </a:lnTo>
                <a:lnTo>
                  <a:pt x="11273" y="28"/>
                </a:lnTo>
                <a:lnTo>
                  <a:pt x="11273" y="0"/>
                </a:lnTo>
                <a:moveTo>
                  <a:pt x="11381" y="0"/>
                </a:moveTo>
                <a:lnTo>
                  <a:pt x="11435" y="0"/>
                </a:lnTo>
                <a:lnTo>
                  <a:pt x="11435" y="28"/>
                </a:lnTo>
                <a:lnTo>
                  <a:pt x="11381" y="28"/>
                </a:lnTo>
                <a:lnTo>
                  <a:pt x="11381" y="0"/>
                </a:lnTo>
                <a:moveTo>
                  <a:pt x="11489" y="0"/>
                </a:moveTo>
                <a:lnTo>
                  <a:pt x="11543" y="0"/>
                </a:lnTo>
                <a:lnTo>
                  <a:pt x="11543" y="28"/>
                </a:lnTo>
                <a:lnTo>
                  <a:pt x="11489" y="28"/>
                </a:lnTo>
                <a:lnTo>
                  <a:pt x="11489" y="0"/>
                </a:lnTo>
                <a:moveTo>
                  <a:pt x="11598" y="0"/>
                </a:moveTo>
                <a:lnTo>
                  <a:pt x="11652" y="0"/>
                </a:lnTo>
                <a:lnTo>
                  <a:pt x="11652" y="28"/>
                </a:lnTo>
                <a:lnTo>
                  <a:pt x="11598" y="28"/>
                </a:lnTo>
                <a:lnTo>
                  <a:pt x="11598" y="0"/>
                </a:lnTo>
                <a:moveTo>
                  <a:pt x="11706" y="0"/>
                </a:moveTo>
                <a:lnTo>
                  <a:pt x="11760" y="0"/>
                </a:lnTo>
                <a:lnTo>
                  <a:pt x="11760" y="28"/>
                </a:lnTo>
                <a:lnTo>
                  <a:pt x="11706" y="28"/>
                </a:lnTo>
                <a:lnTo>
                  <a:pt x="11706" y="0"/>
                </a:lnTo>
                <a:moveTo>
                  <a:pt x="11814" y="0"/>
                </a:moveTo>
                <a:lnTo>
                  <a:pt x="11869" y="0"/>
                </a:lnTo>
                <a:lnTo>
                  <a:pt x="11869" y="28"/>
                </a:lnTo>
                <a:lnTo>
                  <a:pt x="11814" y="28"/>
                </a:lnTo>
                <a:lnTo>
                  <a:pt x="11814" y="0"/>
                </a:lnTo>
                <a:moveTo>
                  <a:pt x="11923" y="0"/>
                </a:moveTo>
                <a:lnTo>
                  <a:pt x="11974" y="0"/>
                </a:lnTo>
                <a:lnTo>
                  <a:pt x="11974" y="28"/>
                </a:lnTo>
                <a:lnTo>
                  <a:pt x="11923" y="28"/>
                </a:lnTo>
                <a:lnTo>
                  <a:pt x="11923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79280" y="3063600"/>
            <a:ext cx="3005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POST Bundle (ServiceRequest + Task + supporting info)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5389200" y="375552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272" y="0"/>
                </a:moveTo>
                <a:lnTo>
                  <a:pt x="0" y="109"/>
                </a:lnTo>
                <a:lnTo>
                  <a:pt x="272" y="218"/>
                </a:lnTo>
                <a:lnTo>
                  <a:pt x="163" y="109"/>
                </a:lnTo>
                <a:lnTo>
                  <a:pt x="272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5428080" y="3794400"/>
            <a:ext cx="2663640" cy="0"/>
          </a:xfrm>
          <a:prstGeom prst="line">
            <a:avLst/>
          </a:prstGeom>
          <a:ln w="97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76840" y="3349440"/>
            <a:ext cx="612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201 Created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7984440" y="404136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0" y="0"/>
                </a:moveTo>
                <a:lnTo>
                  <a:pt x="272" y="108"/>
                </a:lnTo>
                <a:lnTo>
                  <a:pt x="0" y="218"/>
                </a:lnTo>
                <a:lnTo>
                  <a:pt x="109" y="10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5379480" y="4075560"/>
            <a:ext cx="2663640" cy="10080"/>
          </a:xfrm>
          <a:custGeom>
            <a:avLst/>
            <a:gdLst/>
            <a:ahLst/>
            <a:rect l="0" t="0" r="r" b="b"/>
            <a:pathLst>
              <a:path w="7399" h="28">
                <a:moveTo>
                  <a:pt x="0" y="0"/>
                </a:moveTo>
                <a:lnTo>
                  <a:pt x="54" y="0"/>
                </a:lnTo>
                <a:lnTo>
                  <a:pt x="54" y="28"/>
                </a:lnTo>
                <a:lnTo>
                  <a:pt x="0" y="28"/>
                </a:lnTo>
                <a:lnTo>
                  <a:pt x="0" y="0"/>
                </a:lnTo>
                <a:moveTo>
                  <a:pt x="108" y="0"/>
                </a:moveTo>
                <a:lnTo>
                  <a:pt x="162" y="0"/>
                </a:lnTo>
                <a:lnTo>
                  <a:pt x="162" y="28"/>
                </a:lnTo>
                <a:lnTo>
                  <a:pt x="108" y="28"/>
                </a:lnTo>
                <a:lnTo>
                  <a:pt x="108" y="0"/>
                </a:lnTo>
                <a:moveTo>
                  <a:pt x="216" y="0"/>
                </a:moveTo>
                <a:lnTo>
                  <a:pt x="271" y="0"/>
                </a:lnTo>
                <a:lnTo>
                  <a:pt x="271" y="28"/>
                </a:lnTo>
                <a:lnTo>
                  <a:pt x="216" y="28"/>
                </a:lnTo>
                <a:lnTo>
                  <a:pt x="216" y="0"/>
                </a:lnTo>
                <a:moveTo>
                  <a:pt x="325" y="0"/>
                </a:moveTo>
                <a:lnTo>
                  <a:pt x="379" y="0"/>
                </a:lnTo>
                <a:lnTo>
                  <a:pt x="379" y="28"/>
                </a:lnTo>
                <a:lnTo>
                  <a:pt x="325" y="28"/>
                </a:lnTo>
                <a:lnTo>
                  <a:pt x="325" y="0"/>
                </a:lnTo>
                <a:moveTo>
                  <a:pt x="433" y="0"/>
                </a:moveTo>
                <a:lnTo>
                  <a:pt x="487" y="0"/>
                </a:lnTo>
                <a:lnTo>
                  <a:pt x="487" y="28"/>
                </a:lnTo>
                <a:lnTo>
                  <a:pt x="433" y="28"/>
                </a:lnTo>
                <a:lnTo>
                  <a:pt x="433" y="0"/>
                </a:lnTo>
                <a:moveTo>
                  <a:pt x="542" y="0"/>
                </a:moveTo>
                <a:lnTo>
                  <a:pt x="596" y="0"/>
                </a:lnTo>
                <a:lnTo>
                  <a:pt x="596" y="28"/>
                </a:lnTo>
                <a:lnTo>
                  <a:pt x="542" y="28"/>
                </a:lnTo>
                <a:lnTo>
                  <a:pt x="542" y="0"/>
                </a:lnTo>
                <a:moveTo>
                  <a:pt x="650" y="0"/>
                </a:moveTo>
                <a:lnTo>
                  <a:pt x="704" y="0"/>
                </a:lnTo>
                <a:lnTo>
                  <a:pt x="704" y="28"/>
                </a:lnTo>
                <a:lnTo>
                  <a:pt x="650" y="28"/>
                </a:lnTo>
                <a:lnTo>
                  <a:pt x="650" y="0"/>
                </a:lnTo>
                <a:moveTo>
                  <a:pt x="758" y="0"/>
                </a:moveTo>
                <a:lnTo>
                  <a:pt x="812" y="0"/>
                </a:lnTo>
                <a:lnTo>
                  <a:pt x="812" y="28"/>
                </a:lnTo>
                <a:lnTo>
                  <a:pt x="758" y="28"/>
                </a:lnTo>
                <a:lnTo>
                  <a:pt x="758" y="0"/>
                </a:lnTo>
                <a:moveTo>
                  <a:pt x="867" y="0"/>
                </a:moveTo>
                <a:lnTo>
                  <a:pt x="921" y="0"/>
                </a:lnTo>
                <a:lnTo>
                  <a:pt x="921" y="28"/>
                </a:lnTo>
                <a:lnTo>
                  <a:pt x="867" y="28"/>
                </a:lnTo>
                <a:lnTo>
                  <a:pt x="867" y="0"/>
                </a:lnTo>
                <a:moveTo>
                  <a:pt x="975" y="0"/>
                </a:moveTo>
                <a:lnTo>
                  <a:pt x="1029" y="0"/>
                </a:lnTo>
                <a:lnTo>
                  <a:pt x="1029" y="28"/>
                </a:lnTo>
                <a:lnTo>
                  <a:pt x="975" y="28"/>
                </a:lnTo>
                <a:lnTo>
                  <a:pt x="975" y="0"/>
                </a:lnTo>
                <a:moveTo>
                  <a:pt x="1083" y="0"/>
                </a:moveTo>
                <a:lnTo>
                  <a:pt x="1138" y="0"/>
                </a:lnTo>
                <a:lnTo>
                  <a:pt x="1138" y="28"/>
                </a:lnTo>
                <a:lnTo>
                  <a:pt x="1083" y="28"/>
                </a:lnTo>
                <a:lnTo>
                  <a:pt x="1083" y="0"/>
                </a:lnTo>
                <a:moveTo>
                  <a:pt x="1192" y="0"/>
                </a:moveTo>
                <a:lnTo>
                  <a:pt x="1246" y="0"/>
                </a:lnTo>
                <a:lnTo>
                  <a:pt x="1246" y="28"/>
                </a:lnTo>
                <a:lnTo>
                  <a:pt x="1192" y="28"/>
                </a:lnTo>
                <a:lnTo>
                  <a:pt x="1192" y="0"/>
                </a:lnTo>
                <a:moveTo>
                  <a:pt x="1300" y="0"/>
                </a:moveTo>
                <a:lnTo>
                  <a:pt x="1354" y="0"/>
                </a:lnTo>
                <a:lnTo>
                  <a:pt x="1354" y="28"/>
                </a:lnTo>
                <a:lnTo>
                  <a:pt x="1300" y="28"/>
                </a:lnTo>
                <a:lnTo>
                  <a:pt x="1300" y="0"/>
                </a:lnTo>
                <a:moveTo>
                  <a:pt x="1409" y="0"/>
                </a:moveTo>
                <a:lnTo>
                  <a:pt x="1463" y="0"/>
                </a:lnTo>
                <a:lnTo>
                  <a:pt x="1463" y="28"/>
                </a:lnTo>
                <a:lnTo>
                  <a:pt x="1409" y="28"/>
                </a:lnTo>
                <a:lnTo>
                  <a:pt x="1409" y="0"/>
                </a:lnTo>
                <a:moveTo>
                  <a:pt x="1517" y="0"/>
                </a:moveTo>
                <a:lnTo>
                  <a:pt x="1571" y="0"/>
                </a:lnTo>
                <a:lnTo>
                  <a:pt x="1571" y="28"/>
                </a:lnTo>
                <a:lnTo>
                  <a:pt x="1517" y="28"/>
                </a:lnTo>
                <a:lnTo>
                  <a:pt x="1517" y="0"/>
                </a:lnTo>
                <a:moveTo>
                  <a:pt x="1625" y="0"/>
                </a:moveTo>
                <a:lnTo>
                  <a:pt x="1680" y="0"/>
                </a:lnTo>
                <a:lnTo>
                  <a:pt x="1680" y="28"/>
                </a:lnTo>
                <a:lnTo>
                  <a:pt x="1625" y="28"/>
                </a:lnTo>
                <a:lnTo>
                  <a:pt x="1625" y="0"/>
                </a:lnTo>
                <a:moveTo>
                  <a:pt x="1734" y="0"/>
                </a:moveTo>
                <a:lnTo>
                  <a:pt x="1788" y="0"/>
                </a:lnTo>
                <a:lnTo>
                  <a:pt x="1788" y="28"/>
                </a:lnTo>
                <a:lnTo>
                  <a:pt x="1734" y="28"/>
                </a:lnTo>
                <a:lnTo>
                  <a:pt x="1734" y="0"/>
                </a:lnTo>
                <a:moveTo>
                  <a:pt x="1842" y="0"/>
                </a:moveTo>
                <a:lnTo>
                  <a:pt x="1896" y="0"/>
                </a:lnTo>
                <a:lnTo>
                  <a:pt x="1896" y="28"/>
                </a:lnTo>
                <a:lnTo>
                  <a:pt x="1842" y="28"/>
                </a:lnTo>
                <a:lnTo>
                  <a:pt x="1842" y="0"/>
                </a:lnTo>
                <a:moveTo>
                  <a:pt x="1950" y="0"/>
                </a:moveTo>
                <a:lnTo>
                  <a:pt x="2005" y="0"/>
                </a:lnTo>
                <a:lnTo>
                  <a:pt x="2005" y="28"/>
                </a:lnTo>
                <a:lnTo>
                  <a:pt x="1950" y="28"/>
                </a:lnTo>
                <a:lnTo>
                  <a:pt x="1950" y="0"/>
                </a:lnTo>
                <a:moveTo>
                  <a:pt x="2059" y="0"/>
                </a:moveTo>
                <a:lnTo>
                  <a:pt x="2113" y="0"/>
                </a:lnTo>
                <a:lnTo>
                  <a:pt x="2113" y="28"/>
                </a:lnTo>
                <a:lnTo>
                  <a:pt x="2059" y="28"/>
                </a:lnTo>
                <a:lnTo>
                  <a:pt x="2059" y="0"/>
                </a:lnTo>
                <a:moveTo>
                  <a:pt x="2167" y="0"/>
                </a:moveTo>
                <a:lnTo>
                  <a:pt x="2221" y="0"/>
                </a:lnTo>
                <a:lnTo>
                  <a:pt x="2221" y="28"/>
                </a:lnTo>
                <a:lnTo>
                  <a:pt x="2167" y="28"/>
                </a:lnTo>
                <a:lnTo>
                  <a:pt x="2167" y="0"/>
                </a:lnTo>
                <a:moveTo>
                  <a:pt x="2276" y="0"/>
                </a:moveTo>
                <a:lnTo>
                  <a:pt x="2330" y="0"/>
                </a:lnTo>
                <a:lnTo>
                  <a:pt x="2330" y="28"/>
                </a:lnTo>
                <a:lnTo>
                  <a:pt x="2276" y="28"/>
                </a:lnTo>
                <a:lnTo>
                  <a:pt x="2276" y="0"/>
                </a:lnTo>
                <a:moveTo>
                  <a:pt x="2384" y="0"/>
                </a:moveTo>
                <a:lnTo>
                  <a:pt x="2438" y="0"/>
                </a:lnTo>
                <a:lnTo>
                  <a:pt x="2438" y="28"/>
                </a:lnTo>
                <a:lnTo>
                  <a:pt x="2384" y="28"/>
                </a:lnTo>
                <a:lnTo>
                  <a:pt x="2384" y="0"/>
                </a:lnTo>
                <a:moveTo>
                  <a:pt x="2492" y="0"/>
                </a:moveTo>
                <a:lnTo>
                  <a:pt x="2547" y="0"/>
                </a:lnTo>
                <a:lnTo>
                  <a:pt x="2547" y="28"/>
                </a:lnTo>
                <a:lnTo>
                  <a:pt x="2492" y="28"/>
                </a:lnTo>
                <a:lnTo>
                  <a:pt x="2492" y="0"/>
                </a:lnTo>
                <a:moveTo>
                  <a:pt x="2601" y="0"/>
                </a:moveTo>
                <a:lnTo>
                  <a:pt x="2655" y="0"/>
                </a:lnTo>
                <a:lnTo>
                  <a:pt x="2655" y="28"/>
                </a:lnTo>
                <a:lnTo>
                  <a:pt x="2601" y="28"/>
                </a:lnTo>
                <a:lnTo>
                  <a:pt x="2601" y="0"/>
                </a:lnTo>
                <a:moveTo>
                  <a:pt x="2709" y="0"/>
                </a:moveTo>
                <a:lnTo>
                  <a:pt x="2763" y="0"/>
                </a:lnTo>
                <a:lnTo>
                  <a:pt x="2763" y="28"/>
                </a:lnTo>
                <a:lnTo>
                  <a:pt x="2709" y="28"/>
                </a:lnTo>
                <a:lnTo>
                  <a:pt x="2709" y="0"/>
                </a:lnTo>
                <a:moveTo>
                  <a:pt x="2817" y="0"/>
                </a:moveTo>
                <a:lnTo>
                  <a:pt x="2872" y="0"/>
                </a:lnTo>
                <a:lnTo>
                  <a:pt x="2872" y="28"/>
                </a:lnTo>
                <a:lnTo>
                  <a:pt x="2817" y="28"/>
                </a:lnTo>
                <a:lnTo>
                  <a:pt x="2817" y="0"/>
                </a:lnTo>
                <a:moveTo>
                  <a:pt x="2926" y="0"/>
                </a:moveTo>
                <a:lnTo>
                  <a:pt x="2980" y="0"/>
                </a:lnTo>
                <a:lnTo>
                  <a:pt x="2980" y="28"/>
                </a:lnTo>
                <a:lnTo>
                  <a:pt x="2926" y="28"/>
                </a:lnTo>
                <a:lnTo>
                  <a:pt x="2926" y="0"/>
                </a:lnTo>
                <a:moveTo>
                  <a:pt x="3034" y="0"/>
                </a:moveTo>
                <a:lnTo>
                  <a:pt x="3088" y="0"/>
                </a:lnTo>
                <a:lnTo>
                  <a:pt x="3088" y="28"/>
                </a:lnTo>
                <a:lnTo>
                  <a:pt x="3034" y="28"/>
                </a:lnTo>
                <a:lnTo>
                  <a:pt x="3034" y="0"/>
                </a:lnTo>
                <a:moveTo>
                  <a:pt x="3143" y="0"/>
                </a:moveTo>
                <a:lnTo>
                  <a:pt x="3197" y="0"/>
                </a:lnTo>
                <a:lnTo>
                  <a:pt x="3197" y="28"/>
                </a:lnTo>
                <a:lnTo>
                  <a:pt x="3143" y="28"/>
                </a:lnTo>
                <a:lnTo>
                  <a:pt x="3143" y="0"/>
                </a:lnTo>
                <a:moveTo>
                  <a:pt x="3251" y="0"/>
                </a:moveTo>
                <a:lnTo>
                  <a:pt x="3305" y="0"/>
                </a:lnTo>
                <a:lnTo>
                  <a:pt x="3305" y="28"/>
                </a:lnTo>
                <a:lnTo>
                  <a:pt x="3251" y="28"/>
                </a:lnTo>
                <a:lnTo>
                  <a:pt x="3251" y="0"/>
                </a:lnTo>
                <a:moveTo>
                  <a:pt x="3359" y="0"/>
                </a:moveTo>
                <a:lnTo>
                  <a:pt x="3414" y="0"/>
                </a:lnTo>
                <a:lnTo>
                  <a:pt x="3414" y="28"/>
                </a:lnTo>
                <a:lnTo>
                  <a:pt x="3359" y="28"/>
                </a:lnTo>
                <a:lnTo>
                  <a:pt x="3359" y="0"/>
                </a:lnTo>
                <a:moveTo>
                  <a:pt x="3468" y="0"/>
                </a:moveTo>
                <a:lnTo>
                  <a:pt x="3522" y="0"/>
                </a:lnTo>
                <a:lnTo>
                  <a:pt x="3522" y="28"/>
                </a:lnTo>
                <a:lnTo>
                  <a:pt x="3468" y="28"/>
                </a:lnTo>
                <a:lnTo>
                  <a:pt x="3468" y="0"/>
                </a:lnTo>
                <a:moveTo>
                  <a:pt x="3577" y="0"/>
                </a:moveTo>
                <a:lnTo>
                  <a:pt x="3631" y="0"/>
                </a:lnTo>
                <a:lnTo>
                  <a:pt x="3631" y="28"/>
                </a:lnTo>
                <a:lnTo>
                  <a:pt x="3577" y="28"/>
                </a:lnTo>
                <a:lnTo>
                  <a:pt x="3577" y="0"/>
                </a:lnTo>
                <a:moveTo>
                  <a:pt x="3685" y="0"/>
                </a:moveTo>
                <a:lnTo>
                  <a:pt x="3740" y="0"/>
                </a:lnTo>
                <a:lnTo>
                  <a:pt x="3740" y="28"/>
                </a:lnTo>
                <a:lnTo>
                  <a:pt x="3685" y="28"/>
                </a:lnTo>
                <a:lnTo>
                  <a:pt x="3685" y="0"/>
                </a:lnTo>
                <a:moveTo>
                  <a:pt x="3794" y="0"/>
                </a:moveTo>
                <a:lnTo>
                  <a:pt x="3848" y="0"/>
                </a:lnTo>
                <a:lnTo>
                  <a:pt x="3848" y="28"/>
                </a:lnTo>
                <a:lnTo>
                  <a:pt x="3794" y="28"/>
                </a:lnTo>
                <a:lnTo>
                  <a:pt x="3794" y="0"/>
                </a:lnTo>
                <a:moveTo>
                  <a:pt x="3902" y="0"/>
                </a:moveTo>
                <a:lnTo>
                  <a:pt x="3956" y="0"/>
                </a:lnTo>
                <a:lnTo>
                  <a:pt x="3956" y="28"/>
                </a:lnTo>
                <a:lnTo>
                  <a:pt x="3902" y="28"/>
                </a:lnTo>
                <a:lnTo>
                  <a:pt x="3902" y="0"/>
                </a:lnTo>
                <a:moveTo>
                  <a:pt x="4011" y="0"/>
                </a:moveTo>
                <a:lnTo>
                  <a:pt x="4065" y="0"/>
                </a:lnTo>
                <a:lnTo>
                  <a:pt x="4065" y="28"/>
                </a:lnTo>
                <a:lnTo>
                  <a:pt x="4011" y="28"/>
                </a:lnTo>
                <a:lnTo>
                  <a:pt x="4011" y="0"/>
                </a:lnTo>
                <a:moveTo>
                  <a:pt x="4119" y="0"/>
                </a:moveTo>
                <a:lnTo>
                  <a:pt x="4173" y="0"/>
                </a:lnTo>
                <a:lnTo>
                  <a:pt x="4173" y="28"/>
                </a:lnTo>
                <a:lnTo>
                  <a:pt x="4119" y="28"/>
                </a:lnTo>
                <a:lnTo>
                  <a:pt x="4119" y="0"/>
                </a:lnTo>
                <a:moveTo>
                  <a:pt x="4227" y="0"/>
                </a:moveTo>
                <a:lnTo>
                  <a:pt x="4282" y="0"/>
                </a:lnTo>
                <a:lnTo>
                  <a:pt x="4282" y="28"/>
                </a:lnTo>
                <a:lnTo>
                  <a:pt x="4227" y="28"/>
                </a:lnTo>
                <a:lnTo>
                  <a:pt x="4227" y="0"/>
                </a:lnTo>
                <a:moveTo>
                  <a:pt x="4336" y="0"/>
                </a:moveTo>
                <a:lnTo>
                  <a:pt x="4390" y="0"/>
                </a:lnTo>
                <a:lnTo>
                  <a:pt x="4390" y="28"/>
                </a:lnTo>
                <a:lnTo>
                  <a:pt x="4336" y="28"/>
                </a:lnTo>
                <a:lnTo>
                  <a:pt x="4336" y="0"/>
                </a:lnTo>
                <a:moveTo>
                  <a:pt x="4444" y="0"/>
                </a:moveTo>
                <a:lnTo>
                  <a:pt x="4498" y="0"/>
                </a:lnTo>
                <a:lnTo>
                  <a:pt x="4498" y="28"/>
                </a:lnTo>
                <a:lnTo>
                  <a:pt x="4444" y="28"/>
                </a:lnTo>
                <a:lnTo>
                  <a:pt x="4444" y="0"/>
                </a:lnTo>
                <a:moveTo>
                  <a:pt x="4553" y="0"/>
                </a:moveTo>
                <a:lnTo>
                  <a:pt x="4607" y="0"/>
                </a:lnTo>
                <a:lnTo>
                  <a:pt x="4607" y="28"/>
                </a:lnTo>
                <a:lnTo>
                  <a:pt x="4553" y="28"/>
                </a:lnTo>
                <a:lnTo>
                  <a:pt x="4553" y="0"/>
                </a:lnTo>
                <a:moveTo>
                  <a:pt x="4661" y="0"/>
                </a:moveTo>
                <a:lnTo>
                  <a:pt x="4715" y="0"/>
                </a:lnTo>
                <a:lnTo>
                  <a:pt x="4715" y="28"/>
                </a:lnTo>
                <a:lnTo>
                  <a:pt x="4661" y="28"/>
                </a:lnTo>
                <a:lnTo>
                  <a:pt x="4661" y="0"/>
                </a:lnTo>
                <a:moveTo>
                  <a:pt x="4769" y="0"/>
                </a:moveTo>
                <a:lnTo>
                  <a:pt x="4823" y="0"/>
                </a:lnTo>
                <a:lnTo>
                  <a:pt x="4823" y="28"/>
                </a:lnTo>
                <a:lnTo>
                  <a:pt x="4769" y="28"/>
                </a:lnTo>
                <a:lnTo>
                  <a:pt x="4769" y="0"/>
                </a:lnTo>
                <a:moveTo>
                  <a:pt x="4878" y="0"/>
                </a:moveTo>
                <a:lnTo>
                  <a:pt x="4932" y="0"/>
                </a:lnTo>
                <a:lnTo>
                  <a:pt x="4932" y="28"/>
                </a:lnTo>
                <a:lnTo>
                  <a:pt x="4878" y="28"/>
                </a:lnTo>
                <a:lnTo>
                  <a:pt x="4878" y="0"/>
                </a:lnTo>
                <a:moveTo>
                  <a:pt x="4986" y="0"/>
                </a:moveTo>
                <a:lnTo>
                  <a:pt x="5040" y="0"/>
                </a:lnTo>
                <a:lnTo>
                  <a:pt x="5040" y="28"/>
                </a:lnTo>
                <a:lnTo>
                  <a:pt x="4986" y="28"/>
                </a:lnTo>
                <a:lnTo>
                  <a:pt x="4986" y="0"/>
                </a:lnTo>
                <a:moveTo>
                  <a:pt x="5094" y="0"/>
                </a:moveTo>
                <a:lnTo>
                  <a:pt x="5149" y="0"/>
                </a:lnTo>
                <a:lnTo>
                  <a:pt x="5149" y="28"/>
                </a:lnTo>
                <a:lnTo>
                  <a:pt x="5094" y="28"/>
                </a:lnTo>
                <a:lnTo>
                  <a:pt x="5094" y="0"/>
                </a:lnTo>
                <a:moveTo>
                  <a:pt x="5203" y="0"/>
                </a:moveTo>
                <a:lnTo>
                  <a:pt x="5257" y="0"/>
                </a:lnTo>
                <a:lnTo>
                  <a:pt x="5257" y="28"/>
                </a:lnTo>
                <a:lnTo>
                  <a:pt x="5203" y="28"/>
                </a:lnTo>
                <a:lnTo>
                  <a:pt x="5203" y="0"/>
                </a:lnTo>
                <a:moveTo>
                  <a:pt x="5311" y="0"/>
                </a:moveTo>
                <a:lnTo>
                  <a:pt x="5365" y="0"/>
                </a:lnTo>
                <a:lnTo>
                  <a:pt x="5365" y="28"/>
                </a:lnTo>
                <a:lnTo>
                  <a:pt x="5311" y="28"/>
                </a:lnTo>
                <a:lnTo>
                  <a:pt x="5311" y="0"/>
                </a:lnTo>
                <a:moveTo>
                  <a:pt x="5420" y="0"/>
                </a:moveTo>
                <a:lnTo>
                  <a:pt x="5474" y="0"/>
                </a:lnTo>
                <a:lnTo>
                  <a:pt x="5474" y="28"/>
                </a:lnTo>
                <a:lnTo>
                  <a:pt x="5420" y="28"/>
                </a:lnTo>
                <a:lnTo>
                  <a:pt x="5420" y="0"/>
                </a:lnTo>
                <a:moveTo>
                  <a:pt x="5528" y="0"/>
                </a:moveTo>
                <a:lnTo>
                  <a:pt x="5582" y="0"/>
                </a:lnTo>
                <a:lnTo>
                  <a:pt x="5582" y="28"/>
                </a:lnTo>
                <a:lnTo>
                  <a:pt x="5528" y="28"/>
                </a:lnTo>
                <a:lnTo>
                  <a:pt x="5528" y="0"/>
                </a:lnTo>
                <a:moveTo>
                  <a:pt x="5636" y="0"/>
                </a:moveTo>
                <a:lnTo>
                  <a:pt x="5690" y="0"/>
                </a:lnTo>
                <a:lnTo>
                  <a:pt x="5690" y="28"/>
                </a:lnTo>
                <a:lnTo>
                  <a:pt x="5636" y="28"/>
                </a:lnTo>
                <a:lnTo>
                  <a:pt x="5636" y="0"/>
                </a:lnTo>
                <a:moveTo>
                  <a:pt x="5745" y="0"/>
                </a:moveTo>
                <a:lnTo>
                  <a:pt x="5799" y="0"/>
                </a:lnTo>
                <a:lnTo>
                  <a:pt x="5799" y="28"/>
                </a:lnTo>
                <a:lnTo>
                  <a:pt x="5745" y="28"/>
                </a:lnTo>
                <a:lnTo>
                  <a:pt x="5745" y="0"/>
                </a:lnTo>
                <a:moveTo>
                  <a:pt x="5853" y="0"/>
                </a:moveTo>
                <a:lnTo>
                  <a:pt x="5907" y="0"/>
                </a:lnTo>
                <a:lnTo>
                  <a:pt x="5907" y="28"/>
                </a:lnTo>
                <a:lnTo>
                  <a:pt x="5853" y="28"/>
                </a:lnTo>
                <a:lnTo>
                  <a:pt x="5853" y="0"/>
                </a:lnTo>
                <a:moveTo>
                  <a:pt x="5961" y="0"/>
                </a:moveTo>
                <a:lnTo>
                  <a:pt x="6016" y="0"/>
                </a:lnTo>
                <a:lnTo>
                  <a:pt x="6016" y="28"/>
                </a:lnTo>
                <a:lnTo>
                  <a:pt x="5961" y="28"/>
                </a:lnTo>
                <a:lnTo>
                  <a:pt x="5961" y="0"/>
                </a:lnTo>
                <a:moveTo>
                  <a:pt x="6070" y="0"/>
                </a:moveTo>
                <a:lnTo>
                  <a:pt x="6124" y="0"/>
                </a:lnTo>
                <a:lnTo>
                  <a:pt x="6124" y="28"/>
                </a:lnTo>
                <a:lnTo>
                  <a:pt x="6070" y="28"/>
                </a:lnTo>
                <a:lnTo>
                  <a:pt x="6070" y="0"/>
                </a:lnTo>
                <a:moveTo>
                  <a:pt x="6178" y="0"/>
                </a:moveTo>
                <a:lnTo>
                  <a:pt x="6232" y="0"/>
                </a:lnTo>
                <a:lnTo>
                  <a:pt x="6232" y="28"/>
                </a:lnTo>
                <a:lnTo>
                  <a:pt x="6178" y="28"/>
                </a:lnTo>
                <a:lnTo>
                  <a:pt x="6178" y="0"/>
                </a:lnTo>
                <a:moveTo>
                  <a:pt x="6287" y="0"/>
                </a:moveTo>
                <a:lnTo>
                  <a:pt x="6341" y="0"/>
                </a:lnTo>
                <a:lnTo>
                  <a:pt x="6341" y="28"/>
                </a:lnTo>
                <a:lnTo>
                  <a:pt x="6287" y="28"/>
                </a:lnTo>
                <a:lnTo>
                  <a:pt x="6287" y="0"/>
                </a:lnTo>
                <a:moveTo>
                  <a:pt x="6395" y="0"/>
                </a:moveTo>
                <a:lnTo>
                  <a:pt x="6449" y="0"/>
                </a:lnTo>
                <a:lnTo>
                  <a:pt x="6449" y="28"/>
                </a:lnTo>
                <a:lnTo>
                  <a:pt x="6395" y="28"/>
                </a:lnTo>
                <a:lnTo>
                  <a:pt x="6395" y="0"/>
                </a:lnTo>
                <a:moveTo>
                  <a:pt x="6503" y="0"/>
                </a:moveTo>
                <a:lnTo>
                  <a:pt x="6558" y="0"/>
                </a:lnTo>
                <a:lnTo>
                  <a:pt x="6558" y="28"/>
                </a:lnTo>
                <a:lnTo>
                  <a:pt x="6503" y="28"/>
                </a:lnTo>
                <a:lnTo>
                  <a:pt x="6503" y="0"/>
                </a:lnTo>
                <a:moveTo>
                  <a:pt x="6612" y="0"/>
                </a:moveTo>
                <a:lnTo>
                  <a:pt x="6666" y="0"/>
                </a:lnTo>
                <a:lnTo>
                  <a:pt x="6666" y="28"/>
                </a:lnTo>
                <a:lnTo>
                  <a:pt x="6612" y="28"/>
                </a:lnTo>
                <a:lnTo>
                  <a:pt x="6612" y="0"/>
                </a:lnTo>
                <a:moveTo>
                  <a:pt x="6720" y="0"/>
                </a:moveTo>
                <a:lnTo>
                  <a:pt x="6774" y="0"/>
                </a:lnTo>
                <a:lnTo>
                  <a:pt x="6774" y="28"/>
                </a:lnTo>
                <a:lnTo>
                  <a:pt x="6720" y="28"/>
                </a:lnTo>
                <a:lnTo>
                  <a:pt x="6720" y="0"/>
                </a:lnTo>
                <a:moveTo>
                  <a:pt x="6828" y="0"/>
                </a:moveTo>
                <a:lnTo>
                  <a:pt x="6883" y="0"/>
                </a:lnTo>
                <a:lnTo>
                  <a:pt x="6883" y="28"/>
                </a:lnTo>
                <a:lnTo>
                  <a:pt x="6828" y="28"/>
                </a:lnTo>
                <a:lnTo>
                  <a:pt x="6828" y="0"/>
                </a:lnTo>
                <a:moveTo>
                  <a:pt x="6937" y="0"/>
                </a:moveTo>
                <a:lnTo>
                  <a:pt x="6991" y="0"/>
                </a:lnTo>
                <a:lnTo>
                  <a:pt x="6991" y="28"/>
                </a:lnTo>
                <a:lnTo>
                  <a:pt x="6937" y="28"/>
                </a:lnTo>
                <a:lnTo>
                  <a:pt x="6937" y="0"/>
                </a:lnTo>
                <a:moveTo>
                  <a:pt x="7045" y="0"/>
                </a:moveTo>
                <a:lnTo>
                  <a:pt x="7099" y="0"/>
                </a:lnTo>
                <a:lnTo>
                  <a:pt x="7099" y="28"/>
                </a:lnTo>
                <a:lnTo>
                  <a:pt x="7045" y="28"/>
                </a:lnTo>
                <a:lnTo>
                  <a:pt x="7045" y="0"/>
                </a:lnTo>
                <a:moveTo>
                  <a:pt x="7154" y="0"/>
                </a:moveTo>
                <a:lnTo>
                  <a:pt x="7208" y="0"/>
                </a:lnTo>
                <a:lnTo>
                  <a:pt x="7208" y="28"/>
                </a:lnTo>
                <a:lnTo>
                  <a:pt x="7154" y="28"/>
                </a:lnTo>
                <a:lnTo>
                  <a:pt x="7154" y="0"/>
                </a:lnTo>
                <a:moveTo>
                  <a:pt x="7262" y="0"/>
                </a:moveTo>
                <a:lnTo>
                  <a:pt x="7316" y="0"/>
                </a:lnTo>
                <a:lnTo>
                  <a:pt x="7316" y="28"/>
                </a:lnTo>
                <a:lnTo>
                  <a:pt x="7262" y="28"/>
                </a:lnTo>
                <a:lnTo>
                  <a:pt x="7262" y="0"/>
                </a:lnTo>
                <a:moveTo>
                  <a:pt x="7370" y="0"/>
                </a:moveTo>
                <a:lnTo>
                  <a:pt x="7399" y="0"/>
                </a:lnTo>
                <a:lnTo>
                  <a:pt x="7399" y="28"/>
                </a:lnTo>
                <a:lnTo>
                  <a:pt x="7370" y="28"/>
                </a:lnTo>
                <a:lnTo>
                  <a:pt x="737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5545440" y="3635280"/>
            <a:ext cx="1656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poll / subscribe for new Tasks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5389200" y="4327200"/>
            <a:ext cx="97920" cy="78480"/>
          </a:xfrm>
          <a:custGeom>
            <a:avLst/>
            <a:gdLst/>
            <a:ahLst/>
            <a:rect l="0" t="0" r="r" b="b"/>
            <a:pathLst>
              <a:path w="272" h="218">
                <a:moveTo>
                  <a:pt x="272" y="0"/>
                </a:moveTo>
                <a:lnTo>
                  <a:pt x="0" y="108"/>
                </a:lnTo>
                <a:lnTo>
                  <a:pt x="272" y="218"/>
                </a:lnTo>
                <a:lnTo>
                  <a:pt x="163" y="108"/>
                </a:lnTo>
                <a:lnTo>
                  <a:pt x="272" y="0"/>
                </a:lnTo>
                <a:close/>
              </a:path>
            </a:pathLst>
          </a:custGeom>
          <a:solidFill>
            <a:srgbClr val="001D34"/>
          </a:solidFill>
          <a:ln w="9720">
            <a:solidFill>
              <a:srgbClr val="001D34"/>
            </a:solidFill>
            <a:miter/>
          </a:ln>
        </p:spPr>
        <p:txBody>
          <a:bodyPr lIns="4680" tIns="4680" rIns="4680" bIns="468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5428080" y="4366080"/>
            <a:ext cx="2663640" cy="0"/>
          </a:xfrm>
          <a:prstGeom prst="line">
            <a:avLst/>
          </a:prstGeom>
          <a:ln w="97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5447880" y="3921120"/>
            <a:ext cx="17650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(requested) + ServiceRequest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545440" y="4206960"/>
            <a:ext cx="20120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accept / reject / on-hold (coded reason)</a:t>
            </a:r>
            <a:endParaRPr lang="en-AU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66720" y="5788800"/>
            <a:ext cx="82944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Search the directory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LucidaGrande"/>
                <a:ea typeface="LucidaGrande"/>
              </a:rPr>
              <a:t>→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raise the referral (ServiceRequest + Task)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LucidaGrande"/>
                <a:ea typeface="LucidaGrande"/>
              </a:rPr>
              <a:t>→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ﬁller triages.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tIns="5400" rIns="5400" bIns="54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00332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02852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425376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42796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700488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0300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66720" y="758160"/>
            <a:ext cx="589248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The ﬂow — 2. Track this request &amp; book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812160" y="1881360"/>
            <a:ext cx="3423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937800" y="154692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7"/>
                </a:lnTo>
                <a:moveTo>
                  <a:pt x="0" y="162"/>
                </a:moveTo>
                <a:lnTo>
                  <a:pt x="526" y="162"/>
                </a:lnTo>
                <a:moveTo>
                  <a:pt x="262" y="547"/>
                </a:moveTo>
                <a:lnTo>
                  <a:pt x="0" y="850"/>
                </a:lnTo>
                <a:moveTo>
                  <a:pt x="262" y="547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833400" y="2019960"/>
            <a:ext cx="3171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812160" y="4754160"/>
            <a:ext cx="3423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937800" y="513360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5"/>
                </a:lnTo>
                <a:moveTo>
                  <a:pt x="0" y="161"/>
                </a:moveTo>
                <a:lnTo>
                  <a:pt x="526" y="161"/>
                </a:lnTo>
                <a:moveTo>
                  <a:pt x="262" y="545"/>
                </a:moveTo>
                <a:lnTo>
                  <a:pt x="0" y="850"/>
                </a:lnTo>
                <a:moveTo>
                  <a:pt x="262" y="545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33400" y="4892760"/>
            <a:ext cx="3171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4092480" y="1823040"/>
            <a:ext cx="333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129560" y="1961640"/>
            <a:ext cx="268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092480" y="4804920"/>
            <a:ext cx="333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129560" y="4943520"/>
            <a:ext cx="268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617520" y="1823040"/>
            <a:ext cx="7246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887880" y="1961640"/>
            <a:ext cx="2746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617520" y="4804920"/>
            <a:ext cx="7246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w="10204" h="1617">
                <a:moveTo>
                  <a:pt x="0" y="1617"/>
                </a:move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  <a:lnTo>
                  <a:pt x="0" y="1617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fill="none"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w="203" h="203">
                <a:moveTo>
                  <a:pt x="0" y="203"/>
                </a:moveTo>
                <a:lnTo>
                  <a:pt x="203" y="203"/>
                </a:lnTo>
                <a:lnTo>
                  <a:pt x="0" y="0"/>
                </a:lnTo>
                <a:lnTo>
                  <a:pt x="0" y="203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fill="none"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887880" y="4943520"/>
            <a:ext cx="2746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80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18960" y="2302920"/>
            <a:ext cx="2482560" cy="12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Track</a:t>
            </a:r>
            <a:r>
              <a:rPr lang="en-AU" sz="75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this referral's Task</a:t>
            </a:r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— Task?focus=ServiceRequest/{id} —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218960" y="2431800"/>
            <a:ext cx="2279520" cy="12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know whether</a:t>
            </a:r>
            <a:r>
              <a:rPr lang="en-AU" sz="75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this speciﬁc request</a:t>
            </a:r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has been acted on,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218960" y="2560680"/>
            <a:ext cx="228096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 generic Slot availability. The ﬁller publishes availability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4195440" y="301752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032120" y="304668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218960" y="2689560"/>
            <a:ext cx="85320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 n d e p e n d e n t l y.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w="1263" h="399">
                <a:moveTo>
                  <a:pt x="1263" y="0"/>
                </a:move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  <a:lnTo>
                  <a:pt x="1263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fill="none"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</a:path>
            </a:pathLst>
          </a:custGeom>
          <a:ln w="10800">
            <a:solidFill>
              <a:srgbClr val="000000"/>
            </a:solidFill>
            <a:miter/>
          </a:ln>
        </p:spPr>
        <p:txBody>
          <a:bodyPr lIns="5400" tIns="5400" rIns="5400" bIns="54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tIns="5400" rIns="5400" bIns="54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083240" y="2919960"/>
            <a:ext cx="213408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GET Task?focus=ServiceRequest/{id} (poll or subscribe)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848520" y="3179880"/>
            <a:ext cx="153720" cy="122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 l t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039680" y="3442680"/>
            <a:ext cx="73080" cy="58320"/>
          </a:xfrm>
          <a:custGeom>
            <a:avLst/>
            <a:gdLst/>
            <a:ahLst/>
            <a:rect l="0" t="0" r="r" b="b"/>
            <a:pathLst>
              <a:path w="203" h="162">
                <a:moveTo>
                  <a:pt x="203" y="0"/>
                </a:moveTo>
                <a:lnTo>
                  <a:pt x="0" y="81"/>
                </a:lnTo>
                <a:lnTo>
                  <a:pt x="203" y="162"/>
                </a:lnTo>
                <a:lnTo>
                  <a:pt x="122" y="81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068480" y="3467880"/>
            <a:ext cx="3207240" cy="7920"/>
          </a:xfrm>
          <a:custGeom>
            <a:avLst/>
            <a:gdLst/>
            <a:ahLst/>
            <a:rect l="0" t="0" r="r" b="b"/>
            <a:pathLst>
              <a:path w="8909" h="22">
                <a:moveTo>
                  <a:pt x="0" y="0"/>
                </a:moveTo>
                <a:lnTo>
                  <a:pt x="41" y="0"/>
                </a:lnTo>
                <a:lnTo>
                  <a:pt x="41" y="22"/>
                </a:lnTo>
                <a:lnTo>
                  <a:pt x="0" y="22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2"/>
                </a:lnTo>
                <a:lnTo>
                  <a:pt x="81" y="22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2"/>
                </a:lnTo>
                <a:lnTo>
                  <a:pt x="162" y="22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2"/>
                </a:lnTo>
                <a:lnTo>
                  <a:pt x="243" y="22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2"/>
                </a:lnTo>
                <a:lnTo>
                  <a:pt x="324" y="22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2"/>
                </a:lnTo>
                <a:lnTo>
                  <a:pt x="404" y="22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2"/>
                </a:lnTo>
                <a:lnTo>
                  <a:pt x="485" y="22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2"/>
                </a:lnTo>
                <a:lnTo>
                  <a:pt x="566" y="22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2"/>
                </a:lnTo>
                <a:lnTo>
                  <a:pt x="647" y="22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2"/>
                </a:lnTo>
                <a:lnTo>
                  <a:pt x="728" y="22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2"/>
                </a:lnTo>
                <a:lnTo>
                  <a:pt x="809" y="22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2"/>
                </a:lnTo>
                <a:lnTo>
                  <a:pt x="889" y="22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2"/>
                </a:lnTo>
                <a:lnTo>
                  <a:pt x="970" y="22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2"/>
                </a:lnTo>
                <a:lnTo>
                  <a:pt x="1051" y="22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2"/>
                </a:lnTo>
                <a:lnTo>
                  <a:pt x="1132" y="22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2"/>
                </a:lnTo>
                <a:lnTo>
                  <a:pt x="1213" y="22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2"/>
                </a:lnTo>
                <a:lnTo>
                  <a:pt x="1293" y="22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2"/>
                </a:lnTo>
                <a:lnTo>
                  <a:pt x="1374" y="22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2"/>
                </a:lnTo>
                <a:lnTo>
                  <a:pt x="1455" y="22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2"/>
                </a:lnTo>
                <a:lnTo>
                  <a:pt x="1537" y="22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2"/>
                </a:lnTo>
                <a:lnTo>
                  <a:pt x="1618" y="22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2"/>
                </a:lnTo>
                <a:lnTo>
                  <a:pt x="1699" y="22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2"/>
                </a:lnTo>
                <a:lnTo>
                  <a:pt x="1779" y="22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2"/>
                </a:lnTo>
                <a:lnTo>
                  <a:pt x="1860" y="22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2"/>
                </a:lnTo>
                <a:lnTo>
                  <a:pt x="1941" y="22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2"/>
                </a:lnTo>
                <a:lnTo>
                  <a:pt x="2022" y="22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2"/>
                </a:lnTo>
                <a:lnTo>
                  <a:pt x="2103" y="22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2"/>
                </a:lnTo>
                <a:lnTo>
                  <a:pt x="2183" y="22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2"/>
                </a:lnTo>
                <a:lnTo>
                  <a:pt x="2264" y="22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2"/>
                </a:lnTo>
                <a:lnTo>
                  <a:pt x="2345" y="22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2"/>
                </a:lnTo>
                <a:lnTo>
                  <a:pt x="2426" y="22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2"/>
                </a:lnTo>
                <a:lnTo>
                  <a:pt x="2507" y="22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2"/>
                </a:lnTo>
                <a:lnTo>
                  <a:pt x="2587" y="22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2"/>
                </a:lnTo>
                <a:lnTo>
                  <a:pt x="2668" y="22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2"/>
                </a:lnTo>
                <a:lnTo>
                  <a:pt x="2749" y="22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2"/>
                </a:lnTo>
                <a:lnTo>
                  <a:pt x="2830" y="22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2"/>
                </a:lnTo>
                <a:lnTo>
                  <a:pt x="2911" y="22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2"/>
                </a:lnTo>
                <a:lnTo>
                  <a:pt x="2992" y="22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2"/>
                </a:lnTo>
                <a:lnTo>
                  <a:pt x="3072" y="22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2"/>
                </a:lnTo>
                <a:lnTo>
                  <a:pt x="3153" y="22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2"/>
                </a:lnTo>
                <a:lnTo>
                  <a:pt x="3234" y="22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2"/>
                </a:lnTo>
                <a:lnTo>
                  <a:pt x="3315" y="22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2"/>
                </a:lnTo>
                <a:lnTo>
                  <a:pt x="3396" y="22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2"/>
                </a:lnTo>
                <a:lnTo>
                  <a:pt x="3476" y="22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2"/>
                </a:lnTo>
                <a:lnTo>
                  <a:pt x="3557" y="22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2"/>
                </a:lnTo>
                <a:lnTo>
                  <a:pt x="3638" y="22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2"/>
                </a:lnTo>
                <a:lnTo>
                  <a:pt x="3719" y="22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2"/>
                </a:lnTo>
                <a:lnTo>
                  <a:pt x="3800" y="22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2"/>
                </a:lnTo>
                <a:lnTo>
                  <a:pt x="3880" y="22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2"/>
                </a:lnTo>
                <a:lnTo>
                  <a:pt x="3961" y="22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2"/>
                </a:lnTo>
                <a:lnTo>
                  <a:pt x="4042" y="22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2"/>
                </a:lnTo>
                <a:lnTo>
                  <a:pt x="4123" y="22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2"/>
                </a:lnTo>
                <a:lnTo>
                  <a:pt x="4204" y="22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2"/>
                </a:lnTo>
                <a:lnTo>
                  <a:pt x="4285" y="22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2"/>
                </a:lnTo>
                <a:lnTo>
                  <a:pt x="4365" y="22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2"/>
                </a:lnTo>
                <a:lnTo>
                  <a:pt x="4446" y="22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2"/>
                </a:lnTo>
                <a:lnTo>
                  <a:pt x="4527" y="22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2"/>
                </a:lnTo>
                <a:lnTo>
                  <a:pt x="4608" y="22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2"/>
                </a:lnTo>
                <a:lnTo>
                  <a:pt x="4689" y="22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2"/>
                </a:lnTo>
                <a:lnTo>
                  <a:pt x="4769" y="22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2"/>
                </a:lnTo>
                <a:lnTo>
                  <a:pt x="4850" y="22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2"/>
                </a:lnTo>
                <a:lnTo>
                  <a:pt x="4931" y="22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2"/>
                </a:lnTo>
                <a:lnTo>
                  <a:pt x="5012" y="22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2"/>
                </a:lnTo>
                <a:lnTo>
                  <a:pt x="5093" y="22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2"/>
                </a:lnTo>
                <a:lnTo>
                  <a:pt x="5174" y="22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2"/>
                </a:lnTo>
                <a:lnTo>
                  <a:pt x="5254" y="22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2"/>
                </a:lnTo>
                <a:lnTo>
                  <a:pt x="5335" y="22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2"/>
                </a:lnTo>
                <a:lnTo>
                  <a:pt x="5416" y="22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2"/>
                </a:lnTo>
                <a:lnTo>
                  <a:pt x="5497" y="22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2"/>
                </a:lnTo>
                <a:lnTo>
                  <a:pt x="5578" y="22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2"/>
                </a:lnTo>
                <a:lnTo>
                  <a:pt x="5658" y="22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2"/>
                </a:lnTo>
                <a:lnTo>
                  <a:pt x="5739" y="22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2"/>
                </a:lnTo>
                <a:lnTo>
                  <a:pt x="5820" y="22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2"/>
                </a:lnTo>
                <a:lnTo>
                  <a:pt x="5901" y="22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2"/>
                </a:lnTo>
                <a:lnTo>
                  <a:pt x="5982" y="22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2"/>
                </a:lnTo>
                <a:lnTo>
                  <a:pt x="6062" y="22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2"/>
                </a:lnTo>
                <a:lnTo>
                  <a:pt x="6143" y="22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2"/>
                </a:lnTo>
                <a:lnTo>
                  <a:pt x="6224" y="22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2"/>
                </a:lnTo>
                <a:lnTo>
                  <a:pt x="6305" y="22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2"/>
                </a:lnTo>
                <a:lnTo>
                  <a:pt x="6386" y="22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2"/>
                </a:lnTo>
                <a:lnTo>
                  <a:pt x="6467" y="22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2"/>
                </a:lnTo>
                <a:lnTo>
                  <a:pt x="6547" y="22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2"/>
                </a:lnTo>
                <a:lnTo>
                  <a:pt x="6628" y="22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2"/>
                </a:lnTo>
                <a:lnTo>
                  <a:pt x="6709" y="22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2"/>
                </a:lnTo>
                <a:lnTo>
                  <a:pt x="6790" y="22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2"/>
                </a:lnTo>
                <a:lnTo>
                  <a:pt x="6871" y="22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2"/>
                </a:lnTo>
                <a:lnTo>
                  <a:pt x="6951" y="22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2"/>
                </a:lnTo>
                <a:lnTo>
                  <a:pt x="7032" y="22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2"/>
                </a:lnTo>
                <a:lnTo>
                  <a:pt x="7113" y="22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2"/>
                </a:lnTo>
                <a:lnTo>
                  <a:pt x="7194" y="22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2"/>
                </a:lnTo>
                <a:lnTo>
                  <a:pt x="7275" y="22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2"/>
                </a:lnTo>
                <a:lnTo>
                  <a:pt x="7356" y="22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2"/>
                </a:lnTo>
                <a:lnTo>
                  <a:pt x="7436" y="22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2"/>
                </a:lnTo>
                <a:lnTo>
                  <a:pt x="7517" y="22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2"/>
                </a:lnTo>
                <a:lnTo>
                  <a:pt x="7598" y="22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2"/>
                </a:lnTo>
                <a:lnTo>
                  <a:pt x="7679" y="22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2"/>
                </a:lnTo>
                <a:lnTo>
                  <a:pt x="7760" y="22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2"/>
                </a:lnTo>
                <a:lnTo>
                  <a:pt x="7840" y="22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2"/>
                </a:lnTo>
                <a:lnTo>
                  <a:pt x="7921" y="22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2"/>
                </a:lnTo>
                <a:lnTo>
                  <a:pt x="8002" y="22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2"/>
                </a:lnTo>
                <a:lnTo>
                  <a:pt x="8083" y="22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2"/>
                </a:lnTo>
                <a:lnTo>
                  <a:pt x="8164" y="22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2"/>
                </a:lnTo>
                <a:lnTo>
                  <a:pt x="8244" y="22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2"/>
                </a:lnTo>
                <a:lnTo>
                  <a:pt x="8325" y="22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2"/>
                </a:lnTo>
                <a:lnTo>
                  <a:pt x="8406" y="22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2"/>
                </a:lnTo>
                <a:lnTo>
                  <a:pt x="8487" y="22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2"/>
                </a:lnTo>
                <a:lnTo>
                  <a:pt x="8568" y="22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2"/>
                </a:lnTo>
                <a:lnTo>
                  <a:pt x="8649" y="22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2"/>
                </a:lnTo>
                <a:lnTo>
                  <a:pt x="8729" y="22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2"/>
                </a:lnTo>
                <a:lnTo>
                  <a:pt x="8810" y="22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2"/>
                </a:lnTo>
                <a:lnTo>
                  <a:pt x="8891" y="22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302840" y="3184560"/>
            <a:ext cx="1707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3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[Task accepted / scheduled — request acted on]</a:t>
            </a:r>
            <a:endParaRPr lang="en-AU" sz="6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4195440" y="3673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032120" y="370224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155960" y="3345120"/>
            <a:ext cx="114192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(accepted) + linked Slots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4290120" y="390384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4318920" y="3933000"/>
            <a:ext cx="270756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083240" y="3575520"/>
            <a:ext cx="267984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search Slot / POST Appointment (proposed, basedOn ServiceRequest)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739440" y="3994920"/>
            <a:ext cx="6822720" cy="7560"/>
          </a:xfrm>
          <a:custGeom>
            <a:avLst/>
            <a:gdLst/>
            <a:ahLst/>
            <a:rect l="0" t="0" r="r" b="b"/>
            <a:pathLst>
              <a:path w="18952" h="21">
                <a:moveTo>
                  <a:pt x="0" y="0"/>
                </a:moveTo>
                <a:lnTo>
                  <a:pt x="40" y="0"/>
                </a:lnTo>
                <a:lnTo>
                  <a:pt x="40" y="21"/>
                </a:lnTo>
                <a:lnTo>
                  <a:pt x="0" y="21"/>
                </a:lnTo>
                <a:lnTo>
                  <a:pt x="0" y="0"/>
                </a:lnTo>
                <a:moveTo>
                  <a:pt x="80" y="0"/>
                </a:moveTo>
                <a:lnTo>
                  <a:pt x="121" y="0"/>
                </a:lnTo>
                <a:lnTo>
                  <a:pt x="121" y="21"/>
                </a:lnTo>
                <a:lnTo>
                  <a:pt x="80" y="21"/>
                </a:lnTo>
                <a:lnTo>
                  <a:pt x="80" y="0"/>
                </a:lnTo>
                <a:moveTo>
                  <a:pt x="161" y="0"/>
                </a:moveTo>
                <a:lnTo>
                  <a:pt x="202" y="0"/>
                </a:lnTo>
                <a:lnTo>
                  <a:pt x="202" y="21"/>
                </a:lnTo>
                <a:lnTo>
                  <a:pt x="161" y="21"/>
                </a:lnTo>
                <a:lnTo>
                  <a:pt x="161" y="0"/>
                </a:lnTo>
                <a:moveTo>
                  <a:pt x="242" y="0"/>
                </a:moveTo>
                <a:lnTo>
                  <a:pt x="282" y="0"/>
                </a:lnTo>
                <a:lnTo>
                  <a:pt x="282" y="21"/>
                </a:lnTo>
                <a:lnTo>
                  <a:pt x="242" y="21"/>
                </a:lnTo>
                <a:lnTo>
                  <a:pt x="242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21"/>
                </a:lnTo>
                <a:lnTo>
                  <a:pt x="323" y="21"/>
                </a:lnTo>
                <a:lnTo>
                  <a:pt x="323" y="0"/>
                </a:lnTo>
                <a:moveTo>
                  <a:pt x="404" y="0"/>
                </a:moveTo>
                <a:lnTo>
                  <a:pt x="444" y="0"/>
                </a:lnTo>
                <a:lnTo>
                  <a:pt x="444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5" y="0"/>
                </a:lnTo>
                <a:lnTo>
                  <a:pt x="525" y="21"/>
                </a:lnTo>
                <a:lnTo>
                  <a:pt x="485" y="21"/>
                </a:lnTo>
                <a:lnTo>
                  <a:pt x="485" y="0"/>
                </a:lnTo>
                <a:moveTo>
                  <a:pt x="565" y="0"/>
                </a:moveTo>
                <a:lnTo>
                  <a:pt x="606" y="0"/>
                </a:lnTo>
                <a:lnTo>
                  <a:pt x="606" y="21"/>
                </a:lnTo>
                <a:lnTo>
                  <a:pt x="565" y="21"/>
                </a:lnTo>
                <a:lnTo>
                  <a:pt x="565" y="0"/>
                </a:lnTo>
                <a:moveTo>
                  <a:pt x="646" y="0"/>
                </a:moveTo>
                <a:lnTo>
                  <a:pt x="687" y="0"/>
                </a:lnTo>
                <a:lnTo>
                  <a:pt x="687" y="21"/>
                </a:lnTo>
                <a:lnTo>
                  <a:pt x="646" y="21"/>
                </a:lnTo>
                <a:lnTo>
                  <a:pt x="646" y="0"/>
                </a:lnTo>
                <a:moveTo>
                  <a:pt x="727" y="0"/>
                </a:moveTo>
                <a:lnTo>
                  <a:pt x="767" y="0"/>
                </a:lnTo>
                <a:lnTo>
                  <a:pt x="767" y="21"/>
                </a:lnTo>
                <a:lnTo>
                  <a:pt x="727" y="21"/>
                </a:lnTo>
                <a:lnTo>
                  <a:pt x="727" y="0"/>
                </a:lnTo>
                <a:moveTo>
                  <a:pt x="808" y="0"/>
                </a:moveTo>
                <a:lnTo>
                  <a:pt x="848" y="0"/>
                </a:lnTo>
                <a:lnTo>
                  <a:pt x="848" y="21"/>
                </a:lnTo>
                <a:lnTo>
                  <a:pt x="808" y="21"/>
                </a:lnTo>
                <a:lnTo>
                  <a:pt x="808" y="0"/>
                </a:lnTo>
                <a:moveTo>
                  <a:pt x="889" y="0"/>
                </a:moveTo>
                <a:lnTo>
                  <a:pt x="929" y="0"/>
                </a:lnTo>
                <a:lnTo>
                  <a:pt x="929" y="21"/>
                </a:lnTo>
                <a:lnTo>
                  <a:pt x="889" y="21"/>
                </a:lnTo>
                <a:lnTo>
                  <a:pt x="889" y="0"/>
                </a:lnTo>
                <a:moveTo>
                  <a:pt x="969" y="0"/>
                </a:moveTo>
                <a:lnTo>
                  <a:pt x="1010" y="0"/>
                </a:lnTo>
                <a:lnTo>
                  <a:pt x="1010" y="21"/>
                </a:lnTo>
                <a:lnTo>
                  <a:pt x="969" y="21"/>
                </a:lnTo>
                <a:lnTo>
                  <a:pt x="969" y="0"/>
                </a:lnTo>
                <a:moveTo>
                  <a:pt x="1050" y="0"/>
                </a:moveTo>
                <a:lnTo>
                  <a:pt x="1091" y="0"/>
                </a:lnTo>
                <a:lnTo>
                  <a:pt x="1091" y="21"/>
                </a:lnTo>
                <a:lnTo>
                  <a:pt x="1050" y="21"/>
                </a:lnTo>
                <a:lnTo>
                  <a:pt x="1050" y="0"/>
                </a:lnTo>
                <a:moveTo>
                  <a:pt x="1131" y="0"/>
                </a:moveTo>
                <a:lnTo>
                  <a:pt x="1171" y="0"/>
                </a:lnTo>
                <a:lnTo>
                  <a:pt x="1171" y="21"/>
                </a:lnTo>
                <a:lnTo>
                  <a:pt x="1131" y="21"/>
                </a:lnTo>
                <a:lnTo>
                  <a:pt x="1131" y="0"/>
                </a:lnTo>
                <a:moveTo>
                  <a:pt x="1212" y="0"/>
                </a:moveTo>
                <a:lnTo>
                  <a:pt x="1252" y="0"/>
                </a:lnTo>
                <a:lnTo>
                  <a:pt x="1252" y="21"/>
                </a:lnTo>
                <a:lnTo>
                  <a:pt x="1212" y="21"/>
                </a:lnTo>
                <a:lnTo>
                  <a:pt x="1212" y="0"/>
                </a:lnTo>
                <a:moveTo>
                  <a:pt x="1293" y="0"/>
                </a:moveTo>
                <a:lnTo>
                  <a:pt x="1333" y="0"/>
                </a:lnTo>
                <a:lnTo>
                  <a:pt x="1333" y="21"/>
                </a:lnTo>
                <a:lnTo>
                  <a:pt x="1293" y="21"/>
                </a:lnTo>
                <a:lnTo>
                  <a:pt x="1293" y="0"/>
                </a:lnTo>
                <a:moveTo>
                  <a:pt x="1373" y="0"/>
                </a:moveTo>
                <a:lnTo>
                  <a:pt x="1414" y="0"/>
                </a:lnTo>
                <a:lnTo>
                  <a:pt x="1414" y="21"/>
                </a:lnTo>
                <a:lnTo>
                  <a:pt x="1373" y="21"/>
                </a:lnTo>
                <a:lnTo>
                  <a:pt x="1373" y="0"/>
                </a:lnTo>
                <a:moveTo>
                  <a:pt x="1454" y="0"/>
                </a:moveTo>
                <a:lnTo>
                  <a:pt x="1495" y="0"/>
                </a:lnTo>
                <a:lnTo>
                  <a:pt x="1495" y="21"/>
                </a:lnTo>
                <a:lnTo>
                  <a:pt x="1454" y="21"/>
                </a:lnTo>
                <a:lnTo>
                  <a:pt x="1454" y="0"/>
                </a:lnTo>
                <a:moveTo>
                  <a:pt x="1535" y="0"/>
                </a:moveTo>
                <a:lnTo>
                  <a:pt x="1575" y="0"/>
                </a:lnTo>
                <a:lnTo>
                  <a:pt x="1575" y="21"/>
                </a:lnTo>
                <a:lnTo>
                  <a:pt x="1535" y="21"/>
                </a:lnTo>
                <a:lnTo>
                  <a:pt x="1535" y="0"/>
                </a:lnTo>
                <a:moveTo>
                  <a:pt x="1616" y="0"/>
                </a:moveTo>
                <a:lnTo>
                  <a:pt x="1656" y="0"/>
                </a:lnTo>
                <a:lnTo>
                  <a:pt x="1656" y="21"/>
                </a:lnTo>
                <a:lnTo>
                  <a:pt x="1616" y="21"/>
                </a:lnTo>
                <a:lnTo>
                  <a:pt x="1616" y="0"/>
                </a:lnTo>
                <a:moveTo>
                  <a:pt x="1697" y="0"/>
                </a:moveTo>
                <a:lnTo>
                  <a:pt x="1737" y="0"/>
                </a:lnTo>
                <a:lnTo>
                  <a:pt x="1737" y="21"/>
                </a:lnTo>
                <a:lnTo>
                  <a:pt x="1697" y="21"/>
                </a:lnTo>
                <a:lnTo>
                  <a:pt x="1697" y="0"/>
                </a:lnTo>
                <a:moveTo>
                  <a:pt x="1778" y="0"/>
                </a:moveTo>
                <a:lnTo>
                  <a:pt x="1818" y="0"/>
                </a:lnTo>
                <a:lnTo>
                  <a:pt x="1818" y="21"/>
                </a:lnTo>
                <a:lnTo>
                  <a:pt x="1778" y="21"/>
                </a:lnTo>
                <a:lnTo>
                  <a:pt x="1778" y="0"/>
                </a:lnTo>
                <a:moveTo>
                  <a:pt x="1858" y="0"/>
                </a:moveTo>
                <a:lnTo>
                  <a:pt x="1899" y="0"/>
                </a:lnTo>
                <a:lnTo>
                  <a:pt x="1899" y="21"/>
                </a:lnTo>
                <a:lnTo>
                  <a:pt x="1858" y="21"/>
                </a:lnTo>
                <a:lnTo>
                  <a:pt x="1858" y="0"/>
                </a:lnTo>
                <a:moveTo>
                  <a:pt x="1939" y="0"/>
                </a:moveTo>
                <a:lnTo>
                  <a:pt x="1980" y="0"/>
                </a:lnTo>
                <a:lnTo>
                  <a:pt x="1980" y="21"/>
                </a:lnTo>
                <a:lnTo>
                  <a:pt x="1939" y="21"/>
                </a:lnTo>
                <a:lnTo>
                  <a:pt x="1939" y="0"/>
                </a:lnTo>
                <a:moveTo>
                  <a:pt x="2020" y="0"/>
                </a:moveTo>
                <a:lnTo>
                  <a:pt x="2060" y="0"/>
                </a:lnTo>
                <a:lnTo>
                  <a:pt x="2060" y="21"/>
                </a:lnTo>
                <a:lnTo>
                  <a:pt x="2020" y="21"/>
                </a:lnTo>
                <a:lnTo>
                  <a:pt x="2020" y="0"/>
                </a:lnTo>
                <a:moveTo>
                  <a:pt x="2101" y="0"/>
                </a:moveTo>
                <a:lnTo>
                  <a:pt x="2141" y="0"/>
                </a:lnTo>
                <a:lnTo>
                  <a:pt x="2141" y="21"/>
                </a:lnTo>
                <a:lnTo>
                  <a:pt x="2101" y="21"/>
                </a:lnTo>
                <a:lnTo>
                  <a:pt x="2101" y="0"/>
                </a:lnTo>
                <a:moveTo>
                  <a:pt x="2182" y="0"/>
                </a:moveTo>
                <a:lnTo>
                  <a:pt x="2222" y="0"/>
                </a:lnTo>
                <a:lnTo>
                  <a:pt x="2222" y="21"/>
                </a:lnTo>
                <a:lnTo>
                  <a:pt x="2182" y="21"/>
                </a:lnTo>
                <a:lnTo>
                  <a:pt x="2182" y="0"/>
                </a:lnTo>
                <a:moveTo>
                  <a:pt x="2262" y="0"/>
                </a:moveTo>
                <a:lnTo>
                  <a:pt x="2303" y="0"/>
                </a:lnTo>
                <a:lnTo>
                  <a:pt x="2303" y="21"/>
                </a:lnTo>
                <a:lnTo>
                  <a:pt x="2262" y="21"/>
                </a:lnTo>
                <a:lnTo>
                  <a:pt x="2262" y="0"/>
                </a:lnTo>
                <a:moveTo>
                  <a:pt x="2343" y="0"/>
                </a:moveTo>
                <a:lnTo>
                  <a:pt x="2384" y="0"/>
                </a:lnTo>
                <a:lnTo>
                  <a:pt x="2384" y="21"/>
                </a:lnTo>
                <a:lnTo>
                  <a:pt x="2343" y="21"/>
                </a:lnTo>
                <a:lnTo>
                  <a:pt x="2343" y="0"/>
                </a:lnTo>
                <a:moveTo>
                  <a:pt x="2424" y="0"/>
                </a:moveTo>
                <a:lnTo>
                  <a:pt x="2464" y="0"/>
                </a:lnTo>
                <a:lnTo>
                  <a:pt x="2464" y="21"/>
                </a:lnTo>
                <a:lnTo>
                  <a:pt x="2424" y="21"/>
                </a:lnTo>
                <a:lnTo>
                  <a:pt x="2424" y="0"/>
                </a:lnTo>
                <a:moveTo>
                  <a:pt x="2505" y="0"/>
                </a:moveTo>
                <a:lnTo>
                  <a:pt x="2545" y="0"/>
                </a:lnTo>
                <a:lnTo>
                  <a:pt x="2545" y="21"/>
                </a:lnTo>
                <a:lnTo>
                  <a:pt x="2505" y="21"/>
                </a:lnTo>
                <a:lnTo>
                  <a:pt x="2505" y="0"/>
                </a:lnTo>
                <a:moveTo>
                  <a:pt x="2586" y="0"/>
                </a:moveTo>
                <a:lnTo>
                  <a:pt x="2626" y="0"/>
                </a:lnTo>
                <a:lnTo>
                  <a:pt x="2626" y="21"/>
                </a:lnTo>
                <a:lnTo>
                  <a:pt x="2586" y="21"/>
                </a:lnTo>
                <a:lnTo>
                  <a:pt x="2586" y="0"/>
                </a:lnTo>
                <a:moveTo>
                  <a:pt x="2666" y="0"/>
                </a:moveTo>
                <a:lnTo>
                  <a:pt x="2707" y="0"/>
                </a:lnTo>
                <a:lnTo>
                  <a:pt x="2707" y="21"/>
                </a:lnTo>
                <a:lnTo>
                  <a:pt x="2666" y="21"/>
                </a:lnTo>
                <a:lnTo>
                  <a:pt x="2666" y="0"/>
                </a:lnTo>
                <a:moveTo>
                  <a:pt x="2747" y="0"/>
                </a:moveTo>
                <a:lnTo>
                  <a:pt x="2788" y="0"/>
                </a:lnTo>
                <a:lnTo>
                  <a:pt x="2788" y="21"/>
                </a:lnTo>
                <a:lnTo>
                  <a:pt x="2747" y="21"/>
                </a:lnTo>
                <a:lnTo>
                  <a:pt x="2747" y="0"/>
                </a:lnTo>
                <a:moveTo>
                  <a:pt x="2828" y="0"/>
                </a:moveTo>
                <a:lnTo>
                  <a:pt x="2869" y="0"/>
                </a:lnTo>
                <a:lnTo>
                  <a:pt x="2869" y="21"/>
                </a:lnTo>
                <a:lnTo>
                  <a:pt x="2828" y="21"/>
                </a:lnTo>
                <a:lnTo>
                  <a:pt x="2828" y="0"/>
                </a:lnTo>
                <a:moveTo>
                  <a:pt x="2909" y="0"/>
                </a:moveTo>
                <a:lnTo>
                  <a:pt x="2949" y="0"/>
                </a:lnTo>
                <a:lnTo>
                  <a:pt x="2949" y="21"/>
                </a:lnTo>
                <a:lnTo>
                  <a:pt x="2909" y="21"/>
                </a:lnTo>
                <a:lnTo>
                  <a:pt x="2909" y="0"/>
                </a:lnTo>
                <a:moveTo>
                  <a:pt x="2990" y="0"/>
                </a:moveTo>
                <a:lnTo>
                  <a:pt x="3030" y="0"/>
                </a:lnTo>
                <a:lnTo>
                  <a:pt x="3030" y="21"/>
                </a:lnTo>
                <a:lnTo>
                  <a:pt x="2990" y="21"/>
                </a:lnTo>
                <a:lnTo>
                  <a:pt x="2990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21"/>
                </a:lnTo>
                <a:lnTo>
                  <a:pt x="3071" y="21"/>
                </a:lnTo>
                <a:lnTo>
                  <a:pt x="3071" y="0"/>
                </a:lnTo>
                <a:moveTo>
                  <a:pt x="3151" y="0"/>
                </a:moveTo>
                <a:lnTo>
                  <a:pt x="3192" y="0"/>
                </a:lnTo>
                <a:lnTo>
                  <a:pt x="3192" y="21"/>
                </a:lnTo>
                <a:lnTo>
                  <a:pt x="3151" y="21"/>
                </a:lnTo>
                <a:lnTo>
                  <a:pt x="3151" y="0"/>
                </a:lnTo>
                <a:moveTo>
                  <a:pt x="3232" y="0"/>
                </a:moveTo>
                <a:lnTo>
                  <a:pt x="3273" y="0"/>
                </a:lnTo>
                <a:lnTo>
                  <a:pt x="3273" y="21"/>
                </a:lnTo>
                <a:lnTo>
                  <a:pt x="3232" y="21"/>
                </a:lnTo>
                <a:lnTo>
                  <a:pt x="3232" y="0"/>
                </a:lnTo>
                <a:moveTo>
                  <a:pt x="3313" y="0"/>
                </a:moveTo>
                <a:lnTo>
                  <a:pt x="3353" y="0"/>
                </a:lnTo>
                <a:lnTo>
                  <a:pt x="3353" y="21"/>
                </a:lnTo>
                <a:lnTo>
                  <a:pt x="3313" y="21"/>
                </a:lnTo>
                <a:lnTo>
                  <a:pt x="3313" y="0"/>
                </a:lnTo>
                <a:moveTo>
                  <a:pt x="3394" y="0"/>
                </a:moveTo>
                <a:lnTo>
                  <a:pt x="3434" y="0"/>
                </a:lnTo>
                <a:lnTo>
                  <a:pt x="3434" y="21"/>
                </a:lnTo>
                <a:lnTo>
                  <a:pt x="3394" y="21"/>
                </a:lnTo>
                <a:lnTo>
                  <a:pt x="3394" y="0"/>
                </a:lnTo>
                <a:moveTo>
                  <a:pt x="3475" y="0"/>
                </a:moveTo>
                <a:lnTo>
                  <a:pt x="3515" y="0"/>
                </a:lnTo>
                <a:lnTo>
                  <a:pt x="3515" y="21"/>
                </a:lnTo>
                <a:lnTo>
                  <a:pt x="3475" y="21"/>
                </a:lnTo>
                <a:lnTo>
                  <a:pt x="3475" y="0"/>
                </a:lnTo>
                <a:moveTo>
                  <a:pt x="3555" y="0"/>
                </a:moveTo>
                <a:lnTo>
                  <a:pt x="3596" y="0"/>
                </a:lnTo>
                <a:lnTo>
                  <a:pt x="3596" y="21"/>
                </a:lnTo>
                <a:lnTo>
                  <a:pt x="3555" y="21"/>
                </a:lnTo>
                <a:lnTo>
                  <a:pt x="3555" y="0"/>
                </a:lnTo>
                <a:moveTo>
                  <a:pt x="3636" y="0"/>
                </a:moveTo>
                <a:lnTo>
                  <a:pt x="3677" y="0"/>
                </a:lnTo>
                <a:lnTo>
                  <a:pt x="3677" y="21"/>
                </a:lnTo>
                <a:lnTo>
                  <a:pt x="3636" y="21"/>
                </a:lnTo>
                <a:lnTo>
                  <a:pt x="3636" y="0"/>
                </a:lnTo>
                <a:moveTo>
                  <a:pt x="3717" y="0"/>
                </a:moveTo>
                <a:lnTo>
                  <a:pt x="3757" y="0"/>
                </a:lnTo>
                <a:lnTo>
                  <a:pt x="3757" y="21"/>
                </a:lnTo>
                <a:lnTo>
                  <a:pt x="3717" y="21"/>
                </a:lnTo>
                <a:lnTo>
                  <a:pt x="3717" y="0"/>
                </a:lnTo>
                <a:moveTo>
                  <a:pt x="3798" y="0"/>
                </a:moveTo>
                <a:lnTo>
                  <a:pt x="3838" y="0"/>
                </a:lnTo>
                <a:lnTo>
                  <a:pt x="3838" y="21"/>
                </a:lnTo>
                <a:lnTo>
                  <a:pt x="3798" y="21"/>
                </a:lnTo>
                <a:lnTo>
                  <a:pt x="3798" y="0"/>
                </a:lnTo>
                <a:moveTo>
                  <a:pt x="3879" y="0"/>
                </a:moveTo>
                <a:lnTo>
                  <a:pt x="3919" y="0"/>
                </a:lnTo>
                <a:lnTo>
                  <a:pt x="3919" y="21"/>
                </a:lnTo>
                <a:lnTo>
                  <a:pt x="3879" y="21"/>
                </a:lnTo>
                <a:lnTo>
                  <a:pt x="3879" y="0"/>
                </a:lnTo>
                <a:moveTo>
                  <a:pt x="3960" y="0"/>
                </a:moveTo>
                <a:lnTo>
                  <a:pt x="4000" y="0"/>
                </a:lnTo>
                <a:lnTo>
                  <a:pt x="4000" y="21"/>
                </a:lnTo>
                <a:lnTo>
                  <a:pt x="3960" y="21"/>
                </a:lnTo>
                <a:lnTo>
                  <a:pt x="3960" y="0"/>
                </a:lnTo>
                <a:moveTo>
                  <a:pt x="4040" y="0"/>
                </a:moveTo>
                <a:lnTo>
                  <a:pt x="4081" y="0"/>
                </a:lnTo>
                <a:lnTo>
                  <a:pt x="4081" y="21"/>
                </a:lnTo>
                <a:lnTo>
                  <a:pt x="4040" y="21"/>
                </a:lnTo>
                <a:lnTo>
                  <a:pt x="4040" y="0"/>
                </a:lnTo>
                <a:moveTo>
                  <a:pt x="4121" y="0"/>
                </a:moveTo>
                <a:lnTo>
                  <a:pt x="4162" y="0"/>
                </a:lnTo>
                <a:lnTo>
                  <a:pt x="4162" y="21"/>
                </a:lnTo>
                <a:lnTo>
                  <a:pt x="4121" y="21"/>
                </a:lnTo>
                <a:lnTo>
                  <a:pt x="4121" y="0"/>
                </a:lnTo>
                <a:moveTo>
                  <a:pt x="4202" y="0"/>
                </a:moveTo>
                <a:lnTo>
                  <a:pt x="4242" y="0"/>
                </a:lnTo>
                <a:lnTo>
                  <a:pt x="4242" y="21"/>
                </a:lnTo>
                <a:lnTo>
                  <a:pt x="4202" y="21"/>
                </a:lnTo>
                <a:lnTo>
                  <a:pt x="4202" y="0"/>
                </a:lnTo>
                <a:moveTo>
                  <a:pt x="4283" y="0"/>
                </a:moveTo>
                <a:lnTo>
                  <a:pt x="4323" y="0"/>
                </a:lnTo>
                <a:lnTo>
                  <a:pt x="4323" y="21"/>
                </a:lnTo>
                <a:lnTo>
                  <a:pt x="4283" y="21"/>
                </a:lnTo>
                <a:lnTo>
                  <a:pt x="4283" y="0"/>
                </a:lnTo>
                <a:moveTo>
                  <a:pt x="4364" y="0"/>
                </a:moveTo>
                <a:lnTo>
                  <a:pt x="4404" y="0"/>
                </a:lnTo>
                <a:lnTo>
                  <a:pt x="4404" y="21"/>
                </a:lnTo>
                <a:lnTo>
                  <a:pt x="4364" y="21"/>
                </a:lnTo>
                <a:lnTo>
                  <a:pt x="4364" y="0"/>
                </a:lnTo>
                <a:moveTo>
                  <a:pt x="4444" y="0"/>
                </a:moveTo>
                <a:lnTo>
                  <a:pt x="4485" y="0"/>
                </a:lnTo>
                <a:lnTo>
                  <a:pt x="4485" y="21"/>
                </a:lnTo>
                <a:lnTo>
                  <a:pt x="4444" y="21"/>
                </a:lnTo>
                <a:lnTo>
                  <a:pt x="4444" y="0"/>
                </a:lnTo>
                <a:moveTo>
                  <a:pt x="4525" y="0"/>
                </a:moveTo>
                <a:lnTo>
                  <a:pt x="4566" y="0"/>
                </a:lnTo>
                <a:lnTo>
                  <a:pt x="4566" y="21"/>
                </a:lnTo>
                <a:lnTo>
                  <a:pt x="4525" y="21"/>
                </a:lnTo>
                <a:lnTo>
                  <a:pt x="4525" y="0"/>
                </a:lnTo>
                <a:moveTo>
                  <a:pt x="4606" y="0"/>
                </a:moveTo>
                <a:lnTo>
                  <a:pt x="4646" y="0"/>
                </a:lnTo>
                <a:lnTo>
                  <a:pt x="4646" y="21"/>
                </a:lnTo>
                <a:lnTo>
                  <a:pt x="4606" y="21"/>
                </a:lnTo>
                <a:lnTo>
                  <a:pt x="4606" y="0"/>
                </a:lnTo>
                <a:moveTo>
                  <a:pt x="4687" y="0"/>
                </a:moveTo>
                <a:lnTo>
                  <a:pt x="4727" y="0"/>
                </a:lnTo>
                <a:lnTo>
                  <a:pt x="4727" y="21"/>
                </a:lnTo>
                <a:lnTo>
                  <a:pt x="4687" y="21"/>
                </a:lnTo>
                <a:lnTo>
                  <a:pt x="4687" y="0"/>
                </a:lnTo>
                <a:moveTo>
                  <a:pt x="4768" y="0"/>
                </a:moveTo>
                <a:lnTo>
                  <a:pt x="4808" y="0"/>
                </a:lnTo>
                <a:lnTo>
                  <a:pt x="4808" y="21"/>
                </a:lnTo>
                <a:lnTo>
                  <a:pt x="4768" y="21"/>
                </a:lnTo>
                <a:lnTo>
                  <a:pt x="4768" y="0"/>
                </a:lnTo>
                <a:moveTo>
                  <a:pt x="4848" y="0"/>
                </a:moveTo>
                <a:lnTo>
                  <a:pt x="4889" y="0"/>
                </a:lnTo>
                <a:lnTo>
                  <a:pt x="4889" y="21"/>
                </a:lnTo>
                <a:lnTo>
                  <a:pt x="4848" y="21"/>
                </a:lnTo>
                <a:lnTo>
                  <a:pt x="4848" y="0"/>
                </a:lnTo>
                <a:moveTo>
                  <a:pt x="4929" y="0"/>
                </a:moveTo>
                <a:lnTo>
                  <a:pt x="4970" y="0"/>
                </a:lnTo>
                <a:lnTo>
                  <a:pt x="4970" y="21"/>
                </a:lnTo>
                <a:lnTo>
                  <a:pt x="4929" y="21"/>
                </a:lnTo>
                <a:lnTo>
                  <a:pt x="4929" y="0"/>
                </a:lnTo>
                <a:moveTo>
                  <a:pt x="5010" y="0"/>
                </a:moveTo>
                <a:lnTo>
                  <a:pt x="5051" y="0"/>
                </a:lnTo>
                <a:lnTo>
                  <a:pt x="5051" y="21"/>
                </a:lnTo>
                <a:lnTo>
                  <a:pt x="5010" y="21"/>
                </a:lnTo>
                <a:lnTo>
                  <a:pt x="5010" y="0"/>
                </a:lnTo>
                <a:moveTo>
                  <a:pt x="5091" y="0"/>
                </a:moveTo>
                <a:lnTo>
                  <a:pt x="5131" y="0"/>
                </a:lnTo>
                <a:lnTo>
                  <a:pt x="5131" y="21"/>
                </a:lnTo>
                <a:lnTo>
                  <a:pt x="5091" y="21"/>
                </a:lnTo>
                <a:lnTo>
                  <a:pt x="5091" y="0"/>
                </a:lnTo>
                <a:moveTo>
                  <a:pt x="5172" y="0"/>
                </a:moveTo>
                <a:lnTo>
                  <a:pt x="5212" y="0"/>
                </a:lnTo>
                <a:lnTo>
                  <a:pt x="5212" y="21"/>
                </a:lnTo>
                <a:lnTo>
                  <a:pt x="5172" y="21"/>
                </a:lnTo>
                <a:lnTo>
                  <a:pt x="5172" y="0"/>
                </a:lnTo>
                <a:moveTo>
                  <a:pt x="5253" y="0"/>
                </a:moveTo>
                <a:lnTo>
                  <a:pt x="5293" y="0"/>
                </a:lnTo>
                <a:lnTo>
                  <a:pt x="5293" y="21"/>
                </a:lnTo>
                <a:lnTo>
                  <a:pt x="5253" y="21"/>
                </a:lnTo>
                <a:lnTo>
                  <a:pt x="5253" y="0"/>
                </a:lnTo>
                <a:moveTo>
                  <a:pt x="5333" y="0"/>
                </a:moveTo>
                <a:lnTo>
                  <a:pt x="5374" y="0"/>
                </a:lnTo>
                <a:lnTo>
                  <a:pt x="5374" y="21"/>
                </a:lnTo>
                <a:lnTo>
                  <a:pt x="5333" y="21"/>
                </a:lnTo>
                <a:lnTo>
                  <a:pt x="5333" y="0"/>
                </a:lnTo>
                <a:moveTo>
                  <a:pt x="5414" y="0"/>
                </a:moveTo>
                <a:lnTo>
                  <a:pt x="5455" y="0"/>
                </a:lnTo>
                <a:lnTo>
                  <a:pt x="5455" y="21"/>
                </a:lnTo>
                <a:lnTo>
                  <a:pt x="5414" y="21"/>
                </a:lnTo>
                <a:lnTo>
                  <a:pt x="5414" y="0"/>
                </a:lnTo>
                <a:moveTo>
                  <a:pt x="5495" y="0"/>
                </a:moveTo>
                <a:lnTo>
                  <a:pt x="5535" y="0"/>
                </a:lnTo>
                <a:lnTo>
                  <a:pt x="5535" y="21"/>
                </a:lnTo>
                <a:lnTo>
                  <a:pt x="5495" y="21"/>
                </a:lnTo>
                <a:lnTo>
                  <a:pt x="5495" y="0"/>
                </a:lnTo>
                <a:moveTo>
                  <a:pt x="5576" y="0"/>
                </a:moveTo>
                <a:lnTo>
                  <a:pt x="5616" y="0"/>
                </a:lnTo>
                <a:lnTo>
                  <a:pt x="5616" y="21"/>
                </a:lnTo>
                <a:lnTo>
                  <a:pt x="5576" y="21"/>
                </a:lnTo>
                <a:lnTo>
                  <a:pt x="5576" y="0"/>
                </a:lnTo>
                <a:moveTo>
                  <a:pt x="5657" y="0"/>
                </a:moveTo>
                <a:lnTo>
                  <a:pt x="5697" y="0"/>
                </a:lnTo>
                <a:lnTo>
                  <a:pt x="5697" y="21"/>
                </a:lnTo>
                <a:lnTo>
                  <a:pt x="5657" y="21"/>
                </a:lnTo>
                <a:lnTo>
                  <a:pt x="5657" y="0"/>
                </a:lnTo>
                <a:moveTo>
                  <a:pt x="5737" y="0"/>
                </a:moveTo>
                <a:lnTo>
                  <a:pt x="5778" y="0"/>
                </a:lnTo>
                <a:lnTo>
                  <a:pt x="5778" y="21"/>
                </a:lnTo>
                <a:lnTo>
                  <a:pt x="5737" y="21"/>
                </a:lnTo>
                <a:lnTo>
                  <a:pt x="5737" y="0"/>
                </a:lnTo>
                <a:moveTo>
                  <a:pt x="5818" y="0"/>
                </a:moveTo>
                <a:lnTo>
                  <a:pt x="5859" y="0"/>
                </a:lnTo>
                <a:lnTo>
                  <a:pt x="5859" y="21"/>
                </a:lnTo>
                <a:lnTo>
                  <a:pt x="5818" y="21"/>
                </a:lnTo>
                <a:lnTo>
                  <a:pt x="5818" y="0"/>
                </a:lnTo>
                <a:moveTo>
                  <a:pt x="5899" y="0"/>
                </a:moveTo>
                <a:lnTo>
                  <a:pt x="5939" y="0"/>
                </a:lnTo>
                <a:lnTo>
                  <a:pt x="5939" y="21"/>
                </a:lnTo>
                <a:lnTo>
                  <a:pt x="5899" y="21"/>
                </a:lnTo>
                <a:lnTo>
                  <a:pt x="5899" y="0"/>
                </a:lnTo>
                <a:moveTo>
                  <a:pt x="5980" y="0"/>
                </a:moveTo>
                <a:lnTo>
                  <a:pt x="6020" y="0"/>
                </a:lnTo>
                <a:lnTo>
                  <a:pt x="6020" y="21"/>
                </a:lnTo>
                <a:lnTo>
                  <a:pt x="5980" y="21"/>
                </a:lnTo>
                <a:lnTo>
                  <a:pt x="5980" y="0"/>
                </a:lnTo>
                <a:moveTo>
                  <a:pt x="6061" y="0"/>
                </a:moveTo>
                <a:lnTo>
                  <a:pt x="6101" y="0"/>
                </a:lnTo>
                <a:lnTo>
                  <a:pt x="6101" y="21"/>
                </a:lnTo>
                <a:lnTo>
                  <a:pt x="6061" y="21"/>
                </a:lnTo>
                <a:lnTo>
                  <a:pt x="6061" y="0"/>
                </a:lnTo>
                <a:moveTo>
                  <a:pt x="6141" y="0"/>
                </a:moveTo>
                <a:lnTo>
                  <a:pt x="6182" y="0"/>
                </a:lnTo>
                <a:lnTo>
                  <a:pt x="6182" y="21"/>
                </a:lnTo>
                <a:lnTo>
                  <a:pt x="6141" y="21"/>
                </a:lnTo>
                <a:lnTo>
                  <a:pt x="6141" y="0"/>
                </a:lnTo>
                <a:moveTo>
                  <a:pt x="6222" y="0"/>
                </a:moveTo>
                <a:lnTo>
                  <a:pt x="6263" y="0"/>
                </a:lnTo>
                <a:lnTo>
                  <a:pt x="6263" y="21"/>
                </a:lnTo>
                <a:lnTo>
                  <a:pt x="6222" y="21"/>
                </a:lnTo>
                <a:lnTo>
                  <a:pt x="6222" y="0"/>
                </a:lnTo>
                <a:moveTo>
                  <a:pt x="6303" y="0"/>
                </a:moveTo>
                <a:lnTo>
                  <a:pt x="6344" y="0"/>
                </a:lnTo>
                <a:lnTo>
                  <a:pt x="6344" y="21"/>
                </a:lnTo>
                <a:lnTo>
                  <a:pt x="6303" y="21"/>
                </a:lnTo>
                <a:lnTo>
                  <a:pt x="6303" y="0"/>
                </a:lnTo>
                <a:moveTo>
                  <a:pt x="6384" y="0"/>
                </a:moveTo>
                <a:lnTo>
                  <a:pt x="6424" y="0"/>
                </a:lnTo>
                <a:lnTo>
                  <a:pt x="6424" y="21"/>
                </a:lnTo>
                <a:lnTo>
                  <a:pt x="6384" y="21"/>
                </a:lnTo>
                <a:lnTo>
                  <a:pt x="6384" y="0"/>
                </a:lnTo>
                <a:moveTo>
                  <a:pt x="6465" y="0"/>
                </a:moveTo>
                <a:lnTo>
                  <a:pt x="6505" y="0"/>
                </a:lnTo>
                <a:lnTo>
                  <a:pt x="6505" y="21"/>
                </a:lnTo>
                <a:lnTo>
                  <a:pt x="6465" y="21"/>
                </a:lnTo>
                <a:lnTo>
                  <a:pt x="6465" y="0"/>
                </a:lnTo>
                <a:moveTo>
                  <a:pt x="6546" y="0"/>
                </a:moveTo>
                <a:lnTo>
                  <a:pt x="6586" y="0"/>
                </a:lnTo>
                <a:lnTo>
                  <a:pt x="6586" y="21"/>
                </a:lnTo>
                <a:lnTo>
                  <a:pt x="6546" y="21"/>
                </a:lnTo>
                <a:lnTo>
                  <a:pt x="6546" y="0"/>
                </a:lnTo>
                <a:moveTo>
                  <a:pt x="6626" y="0"/>
                </a:moveTo>
                <a:lnTo>
                  <a:pt x="6667" y="0"/>
                </a:lnTo>
                <a:lnTo>
                  <a:pt x="6667" y="21"/>
                </a:lnTo>
                <a:lnTo>
                  <a:pt x="6626" y="21"/>
                </a:lnTo>
                <a:lnTo>
                  <a:pt x="6626" y="0"/>
                </a:lnTo>
                <a:moveTo>
                  <a:pt x="6707" y="0"/>
                </a:moveTo>
                <a:lnTo>
                  <a:pt x="6748" y="0"/>
                </a:lnTo>
                <a:lnTo>
                  <a:pt x="6748" y="21"/>
                </a:lnTo>
                <a:lnTo>
                  <a:pt x="6707" y="21"/>
                </a:lnTo>
                <a:lnTo>
                  <a:pt x="6707" y="0"/>
                </a:lnTo>
                <a:moveTo>
                  <a:pt x="6788" y="0"/>
                </a:moveTo>
                <a:lnTo>
                  <a:pt x="6828" y="0"/>
                </a:lnTo>
                <a:lnTo>
                  <a:pt x="6828" y="21"/>
                </a:lnTo>
                <a:lnTo>
                  <a:pt x="6788" y="21"/>
                </a:lnTo>
                <a:lnTo>
                  <a:pt x="6788" y="0"/>
                </a:lnTo>
                <a:moveTo>
                  <a:pt x="6869" y="0"/>
                </a:moveTo>
                <a:lnTo>
                  <a:pt x="6909" y="0"/>
                </a:lnTo>
                <a:lnTo>
                  <a:pt x="6909" y="21"/>
                </a:lnTo>
                <a:lnTo>
                  <a:pt x="6869" y="21"/>
                </a:lnTo>
                <a:lnTo>
                  <a:pt x="6869" y="0"/>
                </a:lnTo>
                <a:moveTo>
                  <a:pt x="6950" y="0"/>
                </a:moveTo>
                <a:lnTo>
                  <a:pt x="6990" y="0"/>
                </a:lnTo>
                <a:lnTo>
                  <a:pt x="6990" y="21"/>
                </a:lnTo>
                <a:lnTo>
                  <a:pt x="6950" y="21"/>
                </a:lnTo>
                <a:lnTo>
                  <a:pt x="6950" y="0"/>
                </a:lnTo>
                <a:moveTo>
                  <a:pt x="7030" y="0"/>
                </a:moveTo>
                <a:lnTo>
                  <a:pt x="7071" y="0"/>
                </a:lnTo>
                <a:lnTo>
                  <a:pt x="7071" y="21"/>
                </a:lnTo>
                <a:lnTo>
                  <a:pt x="7030" y="21"/>
                </a:lnTo>
                <a:lnTo>
                  <a:pt x="7030" y="0"/>
                </a:lnTo>
                <a:moveTo>
                  <a:pt x="7111" y="0"/>
                </a:moveTo>
                <a:lnTo>
                  <a:pt x="7152" y="0"/>
                </a:lnTo>
                <a:lnTo>
                  <a:pt x="7152" y="21"/>
                </a:lnTo>
                <a:lnTo>
                  <a:pt x="7111" y="21"/>
                </a:lnTo>
                <a:lnTo>
                  <a:pt x="7111" y="0"/>
                </a:lnTo>
                <a:moveTo>
                  <a:pt x="7192" y="0"/>
                </a:moveTo>
                <a:lnTo>
                  <a:pt x="7232" y="0"/>
                </a:lnTo>
                <a:lnTo>
                  <a:pt x="7232" y="21"/>
                </a:lnTo>
                <a:lnTo>
                  <a:pt x="7192" y="21"/>
                </a:lnTo>
                <a:lnTo>
                  <a:pt x="7192" y="0"/>
                </a:lnTo>
                <a:moveTo>
                  <a:pt x="7273" y="0"/>
                </a:moveTo>
                <a:lnTo>
                  <a:pt x="7313" y="0"/>
                </a:lnTo>
                <a:lnTo>
                  <a:pt x="7313" y="21"/>
                </a:lnTo>
                <a:lnTo>
                  <a:pt x="7273" y="21"/>
                </a:lnTo>
                <a:lnTo>
                  <a:pt x="7273" y="0"/>
                </a:lnTo>
                <a:moveTo>
                  <a:pt x="7354" y="0"/>
                </a:moveTo>
                <a:lnTo>
                  <a:pt x="7394" y="0"/>
                </a:lnTo>
                <a:lnTo>
                  <a:pt x="7394" y="21"/>
                </a:lnTo>
                <a:lnTo>
                  <a:pt x="7354" y="21"/>
                </a:lnTo>
                <a:lnTo>
                  <a:pt x="7354" y="0"/>
                </a:lnTo>
                <a:moveTo>
                  <a:pt x="7436" y="0"/>
                </a:moveTo>
                <a:lnTo>
                  <a:pt x="7476" y="0"/>
                </a:lnTo>
                <a:lnTo>
                  <a:pt x="7476" y="21"/>
                </a:lnTo>
                <a:lnTo>
                  <a:pt x="7436" y="21"/>
                </a:lnTo>
                <a:lnTo>
                  <a:pt x="7436" y="0"/>
                </a:lnTo>
                <a:moveTo>
                  <a:pt x="7516" y="0"/>
                </a:moveTo>
                <a:lnTo>
                  <a:pt x="7557" y="0"/>
                </a:lnTo>
                <a:lnTo>
                  <a:pt x="7557" y="21"/>
                </a:lnTo>
                <a:lnTo>
                  <a:pt x="7516" y="21"/>
                </a:lnTo>
                <a:lnTo>
                  <a:pt x="7516" y="0"/>
                </a:lnTo>
                <a:moveTo>
                  <a:pt x="7597" y="0"/>
                </a:moveTo>
                <a:lnTo>
                  <a:pt x="7638" y="0"/>
                </a:lnTo>
                <a:lnTo>
                  <a:pt x="7638" y="21"/>
                </a:lnTo>
                <a:lnTo>
                  <a:pt x="7597" y="21"/>
                </a:lnTo>
                <a:lnTo>
                  <a:pt x="7597" y="0"/>
                </a:lnTo>
                <a:moveTo>
                  <a:pt x="7678" y="0"/>
                </a:moveTo>
                <a:lnTo>
                  <a:pt x="7718" y="0"/>
                </a:lnTo>
                <a:lnTo>
                  <a:pt x="7718" y="21"/>
                </a:lnTo>
                <a:lnTo>
                  <a:pt x="7678" y="21"/>
                </a:lnTo>
                <a:lnTo>
                  <a:pt x="7678" y="0"/>
                </a:lnTo>
                <a:moveTo>
                  <a:pt x="7759" y="0"/>
                </a:moveTo>
                <a:lnTo>
                  <a:pt x="7799" y="0"/>
                </a:lnTo>
                <a:lnTo>
                  <a:pt x="7799" y="21"/>
                </a:lnTo>
                <a:lnTo>
                  <a:pt x="7759" y="21"/>
                </a:lnTo>
                <a:lnTo>
                  <a:pt x="7759" y="0"/>
                </a:lnTo>
                <a:moveTo>
                  <a:pt x="7840" y="0"/>
                </a:moveTo>
                <a:lnTo>
                  <a:pt x="7880" y="0"/>
                </a:lnTo>
                <a:lnTo>
                  <a:pt x="7880" y="21"/>
                </a:lnTo>
                <a:lnTo>
                  <a:pt x="7840" y="21"/>
                </a:lnTo>
                <a:lnTo>
                  <a:pt x="7840" y="0"/>
                </a:lnTo>
                <a:moveTo>
                  <a:pt x="7920" y="0"/>
                </a:moveTo>
                <a:lnTo>
                  <a:pt x="7961" y="0"/>
                </a:lnTo>
                <a:lnTo>
                  <a:pt x="7961" y="21"/>
                </a:lnTo>
                <a:lnTo>
                  <a:pt x="7920" y="21"/>
                </a:lnTo>
                <a:lnTo>
                  <a:pt x="7920" y="0"/>
                </a:lnTo>
                <a:moveTo>
                  <a:pt x="8001" y="0"/>
                </a:moveTo>
                <a:lnTo>
                  <a:pt x="8042" y="0"/>
                </a:lnTo>
                <a:lnTo>
                  <a:pt x="8042" y="21"/>
                </a:lnTo>
                <a:lnTo>
                  <a:pt x="8001" y="21"/>
                </a:lnTo>
                <a:lnTo>
                  <a:pt x="8001" y="0"/>
                </a:lnTo>
                <a:moveTo>
                  <a:pt x="8082" y="0"/>
                </a:moveTo>
                <a:lnTo>
                  <a:pt x="8122" y="0"/>
                </a:lnTo>
                <a:lnTo>
                  <a:pt x="8122" y="21"/>
                </a:lnTo>
                <a:lnTo>
                  <a:pt x="8082" y="21"/>
                </a:lnTo>
                <a:lnTo>
                  <a:pt x="8082" y="0"/>
                </a:lnTo>
                <a:moveTo>
                  <a:pt x="8163" y="0"/>
                </a:moveTo>
                <a:lnTo>
                  <a:pt x="8203" y="0"/>
                </a:lnTo>
                <a:lnTo>
                  <a:pt x="8203" y="21"/>
                </a:lnTo>
                <a:lnTo>
                  <a:pt x="8163" y="21"/>
                </a:lnTo>
                <a:lnTo>
                  <a:pt x="8163" y="0"/>
                </a:lnTo>
                <a:moveTo>
                  <a:pt x="8244" y="0"/>
                </a:moveTo>
                <a:lnTo>
                  <a:pt x="8284" y="0"/>
                </a:lnTo>
                <a:lnTo>
                  <a:pt x="8284" y="21"/>
                </a:lnTo>
                <a:lnTo>
                  <a:pt x="8244" y="21"/>
                </a:lnTo>
                <a:lnTo>
                  <a:pt x="8244" y="0"/>
                </a:lnTo>
                <a:moveTo>
                  <a:pt x="8324" y="0"/>
                </a:moveTo>
                <a:lnTo>
                  <a:pt x="8365" y="0"/>
                </a:lnTo>
                <a:lnTo>
                  <a:pt x="8365" y="21"/>
                </a:lnTo>
                <a:lnTo>
                  <a:pt x="8324" y="21"/>
                </a:lnTo>
                <a:lnTo>
                  <a:pt x="8324" y="0"/>
                </a:lnTo>
                <a:moveTo>
                  <a:pt x="8405" y="0"/>
                </a:moveTo>
                <a:lnTo>
                  <a:pt x="8446" y="0"/>
                </a:lnTo>
                <a:lnTo>
                  <a:pt x="8446" y="21"/>
                </a:lnTo>
                <a:lnTo>
                  <a:pt x="8405" y="21"/>
                </a:lnTo>
                <a:lnTo>
                  <a:pt x="8405" y="0"/>
                </a:lnTo>
                <a:moveTo>
                  <a:pt x="8486" y="0"/>
                </a:moveTo>
                <a:lnTo>
                  <a:pt x="8527" y="0"/>
                </a:lnTo>
                <a:lnTo>
                  <a:pt x="8527" y="21"/>
                </a:lnTo>
                <a:lnTo>
                  <a:pt x="8486" y="21"/>
                </a:lnTo>
                <a:lnTo>
                  <a:pt x="8486" y="0"/>
                </a:lnTo>
                <a:moveTo>
                  <a:pt x="8567" y="0"/>
                </a:moveTo>
                <a:lnTo>
                  <a:pt x="8607" y="0"/>
                </a:lnTo>
                <a:lnTo>
                  <a:pt x="8607" y="21"/>
                </a:lnTo>
                <a:lnTo>
                  <a:pt x="8567" y="21"/>
                </a:lnTo>
                <a:lnTo>
                  <a:pt x="8567" y="0"/>
                </a:lnTo>
                <a:moveTo>
                  <a:pt x="8648" y="0"/>
                </a:moveTo>
                <a:lnTo>
                  <a:pt x="8688" y="0"/>
                </a:lnTo>
                <a:lnTo>
                  <a:pt x="8688" y="21"/>
                </a:lnTo>
                <a:lnTo>
                  <a:pt x="8648" y="21"/>
                </a:lnTo>
                <a:lnTo>
                  <a:pt x="8648" y="0"/>
                </a:lnTo>
                <a:moveTo>
                  <a:pt x="8729" y="0"/>
                </a:moveTo>
                <a:lnTo>
                  <a:pt x="8769" y="0"/>
                </a:lnTo>
                <a:lnTo>
                  <a:pt x="8769" y="21"/>
                </a:lnTo>
                <a:lnTo>
                  <a:pt x="8729" y="21"/>
                </a:lnTo>
                <a:lnTo>
                  <a:pt x="8729" y="0"/>
                </a:lnTo>
                <a:moveTo>
                  <a:pt x="8809" y="0"/>
                </a:moveTo>
                <a:lnTo>
                  <a:pt x="8850" y="0"/>
                </a:lnTo>
                <a:lnTo>
                  <a:pt x="8850" y="21"/>
                </a:lnTo>
                <a:lnTo>
                  <a:pt x="8809" y="21"/>
                </a:lnTo>
                <a:lnTo>
                  <a:pt x="8809" y="0"/>
                </a:lnTo>
                <a:moveTo>
                  <a:pt x="8890" y="0"/>
                </a:moveTo>
                <a:lnTo>
                  <a:pt x="8931" y="0"/>
                </a:lnTo>
                <a:lnTo>
                  <a:pt x="8931" y="21"/>
                </a:lnTo>
                <a:lnTo>
                  <a:pt x="8890" y="21"/>
                </a:lnTo>
                <a:lnTo>
                  <a:pt x="8890" y="0"/>
                </a:lnTo>
                <a:moveTo>
                  <a:pt x="8971" y="0"/>
                </a:moveTo>
                <a:lnTo>
                  <a:pt x="9011" y="0"/>
                </a:lnTo>
                <a:lnTo>
                  <a:pt x="9011" y="21"/>
                </a:lnTo>
                <a:lnTo>
                  <a:pt x="8971" y="21"/>
                </a:lnTo>
                <a:lnTo>
                  <a:pt x="8971" y="0"/>
                </a:lnTo>
                <a:moveTo>
                  <a:pt x="9052" y="0"/>
                </a:moveTo>
                <a:lnTo>
                  <a:pt x="9092" y="0"/>
                </a:lnTo>
                <a:lnTo>
                  <a:pt x="9092" y="21"/>
                </a:lnTo>
                <a:lnTo>
                  <a:pt x="9052" y="21"/>
                </a:lnTo>
                <a:lnTo>
                  <a:pt x="9052" y="0"/>
                </a:lnTo>
                <a:moveTo>
                  <a:pt x="9133" y="0"/>
                </a:moveTo>
                <a:lnTo>
                  <a:pt x="9173" y="0"/>
                </a:lnTo>
                <a:lnTo>
                  <a:pt x="9173" y="21"/>
                </a:lnTo>
                <a:lnTo>
                  <a:pt x="9133" y="21"/>
                </a:lnTo>
                <a:lnTo>
                  <a:pt x="9133" y="0"/>
                </a:lnTo>
                <a:moveTo>
                  <a:pt x="9213" y="0"/>
                </a:moveTo>
                <a:lnTo>
                  <a:pt x="9254" y="0"/>
                </a:lnTo>
                <a:lnTo>
                  <a:pt x="9254" y="21"/>
                </a:lnTo>
                <a:lnTo>
                  <a:pt x="9213" y="21"/>
                </a:lnTo>
                <a:lnTo>
                  <a:pt x="9213" y="0"/>
                </a:lnTo>
                <a:moveTo>
                  <a:pt x="9294" y="0"/>
                </a:moveTo>
                <a:lnTo>
                  <a:pt x="9335" y="0"/>
                </a:lnTo>
                <a:lnTo>
                  <a:pt x="9335" y="21"/>
                </a:lnTo>
                <a:lnTo>
                  <a:pt x="9294" y="21"/>
                </a:lnTo>
                <a:lnTo>
                  <a:pt x="9294" y="0"/>
                </a:lnTo>
                <a:moveTo>
                  <a:pt x="9375" y="0"/>
                </a:moveTo>
                <a:lnTo>
                  <a:pt x="9415" y="0"/>
                </a:lnTo>
                <a:lnTo>
                  <a:pt x="9415" y="21"/>
                </a:lnTo>
                <a:lnTo>
                  <a:pt x="9375" y="21"/>
                </a:lnTo>
                <a:lnTo>
                  <a:pt x="9375" y="0"/>
                </a:lnTo>
                <a:moveTo>
                  <a:pt x="9456" y="0"/>
                </a:moveTo>
                <a:lnTo>
                  <a:pt x="9496" y="0"/>
                </a:lnTo>
                <a:lnTo>
                  <a:pt x="9496" y="21"/>
                </a:lnTo>
                <a:lnTo>
                  <a:pt x="9456" y="21"/>
                </a:lnTo>
                <a:lnTo>
                  <a:pt x="9456" y="0"/>
                </a:lnTo>
                <a:moveTo>
                  <a:pt x="9537" y="0"/>
                </a:moveTo>
                <a:lnTo>
                  <a:pt x="9577" y="0"/>
                </a:lnTo>
                <a:lnTo>
                  <a:pt x="9577" y="21"/>
                </a:lnTo>
                <a:lnTo>
                  <a:pt x="9537" y="21"/>
                </a:lnTo>
                <a:lnTo>
                  <a:pt x="9537" y="0"/>
                </a:lnTo>
                <a:moveTo>
                  <a:pt x="9618" y="0"/>
                </a:moveTo>
                <a:lnTo>
                  <a:pt x="9658" y="0"/>
                </a:lnTo>
                <a:lnTo>
                  <a:pt x="9658" y="21"/>
                </a:lnTo>
                <a:lnTo>
                  <a:pt x="9618" y="21"/>
                </a:lnTo>
                <a:lnTo>
                  <a:pt x="9618" y="0"/>
                </a:lnTo>
                <a:moveTo>
                  <a:pt x="9698" y="0"/>
                </a:moveTo>
                <a:lnTo>
                  <a:pt x="9739" y="0"/>
                </a:lnTo>
                <a:lnTo>
                  <a:pt x="9739" y="21"/>
                </a:lnTo>
                <a:lnTo>
                  <a:pt x="9698" y="21"/>
                </a:lnTo>
                <a:lnTo>
                  <a:pt x="9698" y="0"/>
                </a:lnTo>
                <a:moveTo>
                  <a:pt x="9779" y="0"/>
                </a:moveTo>
                <a:lnTo>
                  <a:pt x="9820" y="0"/>
                </a:lnTo>
                <a:lnTo>
                  <a:pt x="9820" y="21"/>
                </a:lnTo>
                <a:lnTo>
                  <a:pt x="9779" y="21"/>
                </a:lnTo>
                <a:lnTo>
                  <a:pt x="9779" y="0"/>
                </a:lnTo>
                <a:moveTo>
                  <a:pt x="9860" y="0"/>
                </a:moveTo>
                <a:lnTo>
                  <a:pt x="9900" y="0"/>
                </a:lnTo>
                <a:lnTo>
                  <a:pt x="9900" y="21"/>
                </a:lnTo>
                <a:lnTo>
                  <a:pt x="9860" y="21"/>
                </a:lnTo>
                <a:lnTo>
                  <a:pt x="9860" y="0"/>
                </a:lnTo>
                <a:moveTo>
                  <a:pt x="9941" y="0"/>
                </a:moveTo>
                <a:lnTo>
                  <a:pt x="9981" y="0"/>
                </a:lnTo>
                <a:lnTo>
                  <a:pt x="9981" y="21"/>
                </a:lnTo>
                <a:lnTo>
                  <a:pt x="9941" y="21"/>
                </a:lnTo>
                <a:lnTo>
                  <a:pt x="9941" y="0"/>
                </a:lnTo>
                <a:moveTo>
                  <a:pt x="10022" y="0"/>
                </a:moveTo>
                <a:lnTo>
                  <a:pt x="10062" y="0"/>
                </a:lnTo>
                <a:lnTo>
                  <a:pt x="10062" y="21"/>
                </a:lnTo>
                <a:lnTo>
                  <a:pt x="10022" y="21"/>
                </a:lnTo>
                <a:lnTo>
                  <a:pt x="10022" y="0"/>
                </a:lnTo>
                <a:moveTo>
                  <a:pt x="10102" y="0"/>
                </a:moveTo>
                <a:lnTo>
                  <a:pt x="10143" y="0"/>
                </a:lnTo>
                <a:lnTo>
                  <a:pt x="10143" y="21"/>
                </a:lnTo>
                <a:lnTo>
                  <a:pt x="10102" y="21"/>
                </a:lnTo>
                <a:lnTo>
                  <a:pt x="10102" y="0"/>
                </a:lnTo>
                <a:moveTo>
                  <a:pt x="10183" y="0"/>
                </a:moveTo>
                <a:lnTo>
                  <a:pt x="10224" y="0"/>
                </a:lnTo>
                <a:lnTo>
                  <a:pt x="10224" y="21"/>
                </a:lnTo>
                <a:lnTo>
                  <a:pt x="10183" y="21"/>
                </a:lnTo>
                <a:lnTo>
                  <a:pt x="10183" y="0"/>
                </a:lnTo>
                <a:moveTo>
                  <a:pt x="10264" y="0"/>
                </a:moveTo>
                <a:lnTo>
                  <a:pt x="10304" y="0"/>
                </a:lnTo>
                <a:lnTo>
                  <a:pt x="10304" y="21"/>
                </a:lnTo>
                <a:lnTo>
                  <a:pt x="10264" y="21"/>
                </a:lnTo>
                <a:lnTo>
                  <a:pt x="10264" y="0"/>
                </a:lnTo>
                <a:moveTo>
                  <a:pt x="10345" y="0"/>
                </a:moveTo>
                <a:lnTo>
                  <a:pt x="10385" y="0"/>
                </a:lnTo>
                <a:lnTo>
                  <a:pt x="10385" y="21"/>
                </a:lnTo>
                <a:lnTo>
                  <a:pt x="10345" y="21"/>
                </a:lnTo>
                <a:lnTo>
                  <a:pt x="10345" y="0"/>
                </a:lnTo>
                <a:moveTo>
                  <a:pt x="10426" y="0"/>
                </a:moveTo>
                <a:lnTo>
                  <a:pt x="10466" y="0"/>
                </a:lnTo>
                <a:lnTo>
                  <a:pt x="10466" y="21"/>
                </a:lnTo>
                <a:lnTo>
                  <a:pt x="10426" y="21"/>
                </a:lnTo>
                <a:lnTo>
                  <a:pt x="10426" y="0"/>
                </a:lnTo>
                <a:moveTo>
                  <a:pt x="10506" y="0"/>
                </a:moveTo>
                <a:lnTo>
                  <a:pt x="10547" y="0"/>
                </a:lnTo>
                <a:lnTo>
                  <a:pt x="10547" y="21"/>
                </a:lnTo>
                <a:lnTo>
                  <a:pt x="10506" y="21"/>
                </a:lnTo>
                <a:lnTo>
                  <a:pt x="10506" y="0"/>
                </a:lnTo>
                <a:moveTo>
                  <a:pt x="10587" y="0"/>
                </a:moveTo>
                <a:lnTo>
                  <a:pt x="10628" y="0"/>
                </a:lnTo>
                <a:lnTo>
                  <a:pt x="10628" y="21"/>
                </a:lnTo>
                <a:lnTo>
                  <a:pt x="10587" y="21"/>
                </a:lnTo>
                <a:lnTo>
                  <a:pt x="10587" y="0"/>
                </a:lnTo>
                <a:moveTo>
                  <a:pt x="10668" y="0"/>
                </a:moveTo>
                <a:lnTo>
                  <a:pt x="10708" y="0"/>
                </a:lnTo>
                <a:lnTo>
                  <a:pt x="10708" y="21"/>
                </a:lnTo>
                <a:lnTo>
                  <a:pt x="10668" y="21"/>
                </a:lnTo>
                <a:lnTo>
                  <a:pt x="10668" y="0"/>
                </a:lnTo>
                <a:moveTo>
                  <a:pt x="10749" y="0"/>
                </a:moveTo>
                <a:lnTo>
                  <a:pt x="10789" y="0"/>
                </a:lnTo>
                <a:lnTo>
                  <a:pt x="10789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830" y="0"/>
                </a:moveTo>
                <a:lnTo>
                  <a:pt x="10870" y="0"/>
                </a:lnTo>
                <a:lnTo>
                  <a:pt x="10870" y="21"/>
                </a:lnTo>
                <a:lnTo>
                  <a:pt x="10830" y="21"/>
                </a:lnTo>
                <a:lnTo>
                  <a:pt x="10830" y="0"/>
                </a:lnTo>
                <a:moveTo>
                  <a:pt x="10911" y="0"/>
                </a:moveTo>
                <a:lnTo>
                  <a:pt x="10951" y="0"/>
                </a:lnTo>
                <a:lnTo>
                  <a:pt x="10951" y="21"/>
                </a:lnTo>
                <a:lnTo>
                  <a:pt x="10911" y="21"/>
                </a:lnTo>
                <a:lnTo>
                  <a:pt x="10911" y="0"/>
                </a:lnTo>
                <a:moveTo>
                  <a:pt x="10991" y="0"/>
                </a:moveTo>
                <a:lnTo>
                  <a:pt x="11032" y="0"/>
                </a:lnTo>
                <a:lnTo>
                  <a:pt x="11032" y="21"/>
                </a:lnTo>
                <a:lnTo>
                  <a:pt x="10991" y="21"/>
                </a:lnTo>
                <a:lnTo>
                  <a:pt x="10991" y="0"/>
                </a:lnTo>
                <a:moveTo>
                  <a:pt x="11072" y="0"/>
                </a:moveTo>
                <a:lnTo>
                  <a:pt x="11113" y="0"/>
                </a:lnTo>
                <a:lnTo>
                  <a:pt x="11113" y="21"/>
                </a:lnTo>
                <a:lnTo>
                  <a:pt x="11072" y="21"/>
                </a:lnTo>
                <a:lnTo>
                  <a:pt x="11072" y="0"/>
                </a:lnTo>
                <a:moveTo>
                  <a:pt x="11153" y="0"/>
                </a:moveTo>
                <a:lnTo>
                  <a:pt x="11193" y="0"/>
                </a:lnTo>
                <a:lnTo>
                  <a:pt x="11193" y="21"/>
                </a:lnTo>
                <a:lnTo>
                  <a:pt x="11153" y="21"/>
                </a:lnTo>
                <a:lnTo>
                  <a:pt x="11153" y="0"/>
                </a:lnTo>
                <a:moveTo>
                  <a:pt x="11234" y="0"/>
                </a:moveTo>
                <a:lnTo>
                  <a:pt x="11274" y="0"/>
                </a:lnTo>
                <a:lnTo>
                  <a:pt x="11274" y="21"/>
                </a:lnTo>
                <a:lnTo>
                  <a:pt x="11234" y="21"/>
                </a:lnTo>
                <a:lnTo>
                  <a:pt x="11234" y="0"/>
                </a:lnTo>
                <a:moveTo>
                  <a:pt x="11315" y="0"/>
                </a:moveTo>
                <a:lnTo>
                  <a:pt x="11355" y="0"/>
                </a:lnTo>
                <a:lnTo>
                  <a:pt x="11355" y="21"/>
                </a:lnTo>
                <a:lnTo>
                  <a:pt x="11315" y="21"/>
                </a:lnTo>
                <a:lnTo>
                  <a:pt x="11315" y="0"/>
                </a:lnTo>
                <a:moveTo>
                  <a:pt x="11395" y="0"/>
                </a:moveTo>
                <a:lnTo>
                  <a:pt x="11436" y="0"/>
                </a:lnTo>
                <a:lnTo>
                  <a:pt x="11436" y="21"/>
                </a:lnTo>
                <a:lnTo>
                  <a:pt x="11395" y="21"/>
                </a:lnTo>
                <a:lnTo>
                  <a:pt x="11395" y="0"/>
                </a:lnTo>
                <a:moveTo>
                  <a:pt x="11476" y="0"/>
                </a:moveTo>
                <a:lnTo>
                  <a:pt x="11517" y="0"/>
                </a:lnTo>
                <a:lnTo>
                  <a:pt x="11517" y="21"/>
                </a:lnTo>
                <a:lnTo>
                  <a:pt x="11476" y="21"/>
                </a:lnTo>
                <a:lnTo>
                  <a:pt x="11476" y="0"/>
                </a:lnTo>
                <a:moveTo>
                  <a:pt x="11557" y="0"/>
                </a:moveTo>
                <a:lnTo>
                  <a:pt x="11597" y="0"/>
                </a:lnTo>
                <a:lnTo>
                  <a:pt x="11597" y="21"/>
                </a:lnTo>
                <a:lnTo>
                  <a:pt x="11557" y="21"/>
                </a:lnTo>
                <a:lnTo>
                  <a:pt x="11557" y="0"/>
                </a:lnTo>
                <a:moveTo>
                  <a:pt x="11638" y="0"/>
                </a:moveTo>
                <a:lnTo>
                  <a:pt x="11678" y="0"/>
                </a:lnTo>
                <a:lnTo>
                  <a:pt x="11678" y="21"/>
                </a:lnTo>
                <a:lnTo>
                  <a:pt x="11638" y="21"/>
                </a:lnTo>
                <a:lnTo>
                  <a:pt x="11638" y="0"/>
                </a:lnTo>
                <a:moveTo>
                  <a:pt x="11719" y="0"/>
                </a:moveTo>
                <a:lnTo>
                  <a:pt x="11759" y="0"/>
                </a:lnTo>
                <a:lnTo>
                  <a:pt x="11759" y="21"/>
                </a:lnTo>
                <a:lnTo>
                  <a:pt x="11719" y="21"/>
                </a:lnTo>
                <a:lnTo>
                  <a:pt x="11719" y="0"/>
                </a:lnTo>
                <a:moveTo>
                  <a:pt x="11799" y="0"/>
                </a:moveTo>
                <a:lnTo>
                  <a:pt x="11840" y="0"/>
                </a:lnTo>
                <a:lnTo>
                  <a:pt x="11840" y="21"/>
                </a:lnTo>
                <a:lnTo>
                  <a:pt x="11799" y="21"/>
                </a:lnTo>
                <a:lnTo>
                  <a:pt x="11799" y="0"/>
                </a:lnTo>
                <a:moveTo>
                  <a:pt x="11880" y="0"/>
                </a:moveTo>
                <a:lnTo>
                  <a:pt x="11921" y="0"/>
                </a:lnTo>
                <a:lnTo>
                  <a:pt x="11921" y="21"/>
                </a:lnTo>
                <a:lnTo>
                  <a:pt x="11880" y="21"/>
                </a:lnTo>
                <a:lnTo>
                  <a:pt x="11880" y="0"/>
                </a:lnTo>
                <a:moveTo>
                  <a:pt x="11961" y="0"/>
                </a:moveTo>
                <a:lnTo>
                  <a:pt x="12002" y="0"/>
                </a:lnTo>
                <a:lnTo>
                  <a:pt x="12002" y="21"/>
                </a:lnTo>
                <a:lnTo>
                  <a:pt x="11961" y="21"/>
                </a:lnTo>
                <a:lnTo>
                  <a:pt x="11961" y="0"/>
                </a:lnTo>
                <a:moveTo>
                  <a:pt x="12042" y="0"/>
                </a:moveTo>
                <a:lnTo>
                  <a:pt x="12082" y="0"/>
                </a:lnTo>
                <a:lnTo>
                  <a:pt x="12082" y="21"/>
                </a:lnTo>
                <a:lnTo>
                  <a:pt x="12042" y="21"/>
                </a:lnTo>
                <a:lnTo>
                  <a:pt x="12042" y="0"/>
                </a:lnTo>
                <a:moveTo>
                  <a:pt x="12123" y="0"/>
                </a:moveTo>
                <a:lnTo>
                  <a:pt x="12163" y="0"/>
                </a:lnTo>
                <a:lnTo>
                  <a:pt x="12163" y="21"/>
                </a:lnTo>
                <a:lnTo>
                  <a:pt x="12123" y="21"/>
                </a:lnTo>
                <a:lnTo>
                  <a:pt x="12123" y="0"/>
                </a:lnTo>
                <a:moveTo>
                  <a:pt x="12204" y="0"/>
                </a:moveTo>
                <a:lnTo>
                  <a:pt x="12244" y="0"/>
                </a:lnTo>
                <a:lnTo>
                  <a:pt x="12244" y="21"/>
                </a:lnTo>
                <a:lnTo>
                  <a:pt x="12204" y="21"/>
                </a:lnTo>
                <a:lnTo>
                  <a:pt x="12204" y="0"/>
                </a:lnTo>
                <a:moveTo>
                  <a:pt x="12284" y="0"/>
                </a:moveTo>
                <a:lnTo>
                  <a:pt x="12325" y="0"/>
                </a:lnTo>
                <a:lnTo>
                  <a:pt x="12325" y="21"/>
                </a:lnTo>
                <a:lnTo>
                  <a:pt x="12284" y="21"/>
                </a:lnTo>
                <a:lnTo>
                  <a:pt x="12284" y="0"/>
                </a:lnTo>
                <a:moveTo>
                  <a:pt x="12365" y="0"/>
                </a:moveTo>
                <a:lnTo>
                  <a:pt x="12406" y="0"/>
                </a:lnTo>
                <a:lnTo>
                  <a:pt x="12406" y="21"/>
                </a:lnTo>
                <a:lnTo>
                  <a:pt x="12365" y="21"/>
                </a:lnTo>
                <a:lnTo>
                  <a:pt x="12365" y="0"/>
                </a:lnTo>
                <a:moveTo>
                  <a:pt x="12446" y="0"/>
                </a:moveTo>
                <a:lnTo>
                  <a:pt x="12486" y="0"/>
                </a:lnTo>
                <a:lnTo>
                  <a:pt x="12486" y="21"/>
                </a:lnTo>
                <a:lnTo>
                  <a:pt x="12446" y="21"/>
                </a:lnTo>
                <a:lnTo>
                  <a:pt x="12446" y="0"/>
                </a:lnTo>
                <a:moveTo>
                  <a:pt x="12527" y="0"/>
                </a:moveTo>
                <a:lnTo>
                  <a:pt x="12567" y="0"/>
                </a:lnTo>
                <a:lnTo>
                  <a:pt x="12567" y="21"/>
                </a:lnTo>
                <a:lnTo>
                  <a:pt x="12527" y="21"/>
                </a:lnTo>
                <a:lnTo>
                  <a:pt x="12527" y="0"/>
                </a:lnTo>
                <a:moveTo>
                  <a:pt x="12608" y="0"/>
                </a:moveTo>
                <a:lnTo>
                  <a:pt x="12648" y="0"/>
                </a:lnTo>
                <a:lnTo>
                  <a:pt x="12648" y="21"/>
                </a:lnTo>
                <a:lnTo>
                  <a:pt x="12608" y="21"/>
                </a:lnTo>
                <a:lnTo>
                  <a:pt x="12608" y="0"/>
                </a:lnTo>
                <a:moveTo>
                  <a:pt x="12688" y="0"/>
                </a:moveTo>
                <a:lnTo>
                  <a:pt x="12729" y="0"/>
                </a:lnTo>
                <a:lnTo>
                  <a:pt x="12729" y="21"/>
                </a:lnTo>
                <a:lnTo>
                  <a:pt x="12688" y="21"/>
                </a:lnTo>
                <a:lnTo>
                  <a:pt x="12688" y="0"/>
                </a:lnTo>
                <a:moveTo>
                  <a:pt x="12769" y="0"/>
                </a:moveTo>
                <a:lnTo>
                  <a:pt x="12810" y="0"/>
                </a:lnTo>
                <a:lnTo>
                  <a:pt x="12810" y="21"/>
                </a:lnTo>
                <a:lnTo>
                  <a:pt x="12769" y="21"/>
                </a:lnTo>
                <a:lnTo>
                  <a:pt x="12769" y="0"/>
                </a:lnTo>
                <a:moveTo>
                  <a:pt x="12850" y="0"/>
                </a:moveTo>
                <a:lnTo>
                  <a:pt x="12890" y="0"/>
                </a:lnTo>
                <a:lnTo>
                  <a:pt x="12890" y="21"/>
                </a:lnTo>
                <a:lnTo>
                  <a:pt x="12850" y="21"/>
                </a:lnTo>
                <a:lnTo>
                  <a:pt x="12850" y="0"/>
                </a:lnTo>
                <a:moveTo>
                  <a:pt x="12931" y="0"/>
                </a:moveTo>
                <a:lnTo>
                  <a:pt x="12971" y="0"/>
                </a:lnTo>
                <a:lnTo>
                  <a:pt x="12971" y="21"/>
                </a:lnTo>
                <a:lnTo>
                  <a:pt x="12931" y="21"/>
                </a:lnTo>
                <a:lnTo>
                  <a:pt x="12931" y="0"/>
                </a:lnTo>
                <a:moveTo>
                  <a:pt x="13012" y="0"/>
                </a:moveTo>
                <a:lnTo>
                  <a:pt x="13052" y="0"/>
                </a:lnTo>
                <a:lnTo>
                  <a:pt x="13052" y="21"/>
                </a:lnTo>
                <a:lnTo>
                  <a:pt x="13012" y="21"/>
                </a:lnTo>
                <a:lnTo>
                  <a:pt x="13012" y="0"/>
                </a:lnTo>
                <a:moveTo>
                  <a:pt x="13093" y="0"/>
                </a:moveTo>
                <a:lnTo>
                  <a:pt x="13133" y="0"/>
                </a:lnTo>
                <a:lnTo>
                  <a:pt x="13133" y="21"/>
                </a:lnTo>
                <a:lnTo>
                  <a:pt x="13093" y="21"/>
                </a:lnTo>
                <a:lnTo>
                  <a:pt x="13093" y="0"/>
                </a:lnTo>
                <a:moveTo>
                  <a:pt x="13173" y="0"/>
                </a:moveTo>
                <a:lnTo>
                  <a:pt x="13214" y="0"/>
                </a:lnTo>
                <a:lnTo>
                  <a:pt x="13214" y="21"/>
                </a:lnTo>
                <a:lnTo>
                  <a:pt x="13173" y="21"/>
                </a:lnTo>
                <a:lnTo>
                  <a:pt x="13173" y="0"/>
                </a:lnTo>
                <a:moveTo>
                  <a:pt x="13254" y="0"/>
                </a:moveTo>
                <a:lnTo>
                  <a:pt x="13295" y="0"/>
                </a:lnTo>
                <a:lnTo>
                  <a:pt x="13295" y="21"/>
                </a:lnTo>
                <a:lnTo>
                  <a:pt x="13254" y="21"/>
                </a:lnTo>
                <a:lnTo>
                  <a:pt x="13254" y="0"/>
                </a:lnTo>
                <a:moveTo>
                  <a:pt x="13335" y="0"/>
                </a:moveTo>
                <a:lnTo>
                  <a:pt x="13375" y="0"/>
                </a:lnTo>
                <a:lnTo>
                  <a:pt x="13375" y="21"/>
                </a:lnTo>
                <a:lnTo>
                  <a:pt x="13335" y="21"/>
                </a:lnTo>
                <a:lnTo>
                  <a:pt x="13335" y="0"/>
                </a:lnTo>
                <a:moveTo>
                  <a:pt x="13416" y="0"/>
                </a:moveTo>
                <a:lnTo>
                  <a:pt x="13456" y="0"/>
                </a:lnTo>
                <a:lnTo>
                  <a:pt x="13456" y="21"/>
                </a:lnTo>
                <a:lnTo>
                  <a:pt x="13416" y="21"/>
                </a:lnTo>
                <a:lnTo>
                  <a:pt x="13416" y="0"/>
                </a:lnTo>
                <a:moveTo>
                  <a:pt x="13497" y="0"/>
                </a:moveTo>
                <a:lnTo>
                  <a:pt x="13537" y="0"/>
                </a:lnTo>
                <a:lnTo>
                  <a:pt x="13537" y="21"/>
                </a:lnTo>
                <a:lnTo>
                  <a:pt x="13497" y="21"/>
                </a:lnTo>
                <a:lnTo>
                  <a:pt x="13497" y="0"/>
                </a:lnTo>
                <a:moveTo>
                  <a:pt x="13577" y="0"/>
                </a:moveTo>
                <a:lnTo>
                  <a:pt x="13618" y="0"/>
                </a:lnTo>
                <a:lnTo>
                  <a:pt x="13618" y="21"/>
                </a:lnTo>
                <a:lnTo>
                  <a:pt x="13577" y="21"/>
                </a:lnTo>
                <a:lnTo>
                  <a:pt x="13577" y="0"/>
                </a:lnTo>
                <a:moveTo>
                  <a:pt x="13658" y="0"/>
                </a:moveTo>
                <a:lnTo>
                  <a:pt x="13699" y="0"/>
                </a:lnTo>
                <a:lnTo>
                  <a:pt x="13699" y="21"/>
                </a:lnTo>
                <a:lnTo>
                  <a:pt x="13658" y="21"/>
                </a:lnTo>
                <a:lnTo>
                  <a:pt x="13658" y="0"/>
                </a:lnTo>
                <a:moveTo>
                  <a:pt x="13739" y="0"/>
                </a:moveTo>
                <a:lnTo>
                  <a:pt x="13779" y="0"/>
                </a:lnTo>
                <a:lnTo>
                  <a:pt x="13779" y="21"/>
                </a:lnTo>
                <a:lnTo>
                  <a:pt x="13739" y="21"/>
                </a:lnTo>
                <a:lnTo>
                  <a:pt x="13739" y="0"/>
                </a:lnTo>
                <a:moveTo>
                  <a:pt x="13820" y="0"/>
                </a:moveTo>
                <a:lnTo>
                  <a:pt x="13860" y="0"/>
                </a:lnTo>
                <a:lnTo>
                  <a:pt x="13860" y="21"/>
                </a:lnTo>
                <a:lnTo>
                  <a:pt x="13820" y="21"/>
                </a:lnTo>
                <a:lnTo>
                  <a:pt x="13820" y="0"/>
                </a:lnTo>
                <a:moveTo>
                  <a:pt x="13901" y="0"/>
                </a:moveTo>
                <a:lnTo>
                  <a:pt x="13941" y="0"/>
                </a:lnTo>
                <a:lnTo>
                  <a:pt x="13941" y="21"/>
                </a:lnTo>
                <a:lnTo>
                  <a:pt x="13901" y="21"/>
                </a:lnTo>
                <a:lnTo>
                  <a:pt x="13901" y="0"/>
                </a:lnTo>
                <a:moveTo>
                  <a:pt x="13981" y="0"/>
                </a:moveTo>
                <a:lnTo>
                  <a:pt x="14022" y="0"/>
                </a:lnTo>
                <a:lnTo>
                  <a:pt x="14022" y="21"/>
                </a:lnTo>
                <a:lnTo>
                  <a:pt x="13981" y="21"/>
                </a:lnTo>
                <a:lnTo>
                  <a:pt x="13981" y="0"/>
                </a:lnTo>
                <a:moveTo>
                  <a:pt x="14062" y="0"/>
                </a:moveTo>
                <a:lnTo>
                  <a:pt x="14103" y="0"/>
                </a:lnTo>
                <a:lnTo>
                  <a:pt x="14103" y="21"/>
                </a:lnTo>
                <a:lnTo>
                  <a:pt x="14062" y="21"/>
                </a:lnTo>
                <a:lnTo>
                  <a:pt x="14062" y="0"/>
                </a:lnTo>
                <a:moveTo>
                  <a:pt x="14143" y="0"/>
                </a:moveTo>
                <a:lnTo>
                  <a:pt x="14184" y="0"/>
                </a:lnTo>
                <a:lnTo>
                  <a:pt x="14184" y="21"/>
                </a:lnTo>
                <a:lnTo>
                  <a:pt x="14143" y="21"/>
                </a:lnTo>
                <a:lnTo>
                  <a:pt x="14143" y="0"/>
                </a:lnTo>
                <a:moveTo>
                  <a:pt x="14224" y="0"/>
                </a:moveTo>
                <a:lnTo>
                  <a:pt x="14264" y="0"/>
                </a:lnTo>
                <a:lnTo>
                  <a:pt x="14264" y="21"/>
                </a:lnTo>
                <a:lnTo>
                  <a:pt x="14224" y="21"/>
                </a:lnTo>
                <a:lnTo>
                  <a:pt x="14224" y="0"/>
                </a:lnTo>
                <a:moveTo>
                  <a:pt x="14305" y="0"/>
                </a:moveTo>
                <a:lnTo>
                  <a:pt x="14345" y="0"/>
                </a:lnTo>
                <a:lnTo>
                  <a:pt x="14345" y="21"/>
                </a:lnTo>
                <a:lnTo>
                  <a:pt x="14305" y="21"/>
                </a:lnTo>
                <a:lnTo>
                  <a:pt x="14305" y="0"/>
                </a:lnTo>
                <a:moveTo>
                  <a:pt x="14386" y="0"/>
                </a:moveTo>
                <a:lnTo>
                  <a:pt x="14426" y="0"/>
                </a:lnTo>
                <a:lnTo>
                  <a:pt x="14426" y="21"/>
                </a:lnTo>
                <a:lnTo>
                  <a:pt x="14386" y="21"/>
                </a:lnTo>
                <a:lnTo>
                  <a:pt x="14386" y="0"/>
                </a:lnTo>
                <a:moveTo>
                  <a:pt x="14466" y="0"/>
                </a:moveTo>
                <a:lnTo>
                  <a:pt x="14507" y="0"/>
                </a:lnTo>
                <a:lnTo>
                  <a:pt x="14507" y="21"/>
                </a:lnTo>
                <a:lnTo>
                  <a:pt x="14466" y="21"/>
                </a:lnTo>
                <a:lnTo>
                  <a:pt x="14466" y="0"/>
                </a:lnTo>
                <a:moveTo>
                  <a:pt x="14547" y="0"/>
                </a:moveTo>
                <a:lnTo>
                  <a:pt x="14588" y="0"/>
                </a:lnTo>
                <a:lnTo>
                  <a:pt x="14588" y="21"/>
                </a:lnTo>
                <a:lnTo>
                  <a:pt x="14547" y="21"/>
                </a:lnTo>
                <a:lnTo>
                  <a:pt x="14547" y="0"/>
                </a:lnTo>
                <a:moveTo>
                  <a:pt x="14628" y="0"/>
                </a:moveTo>
                <a:lnTo>
                  <a:pt x="14668" y="0"/>
                </a:lnTo>
                <a:lnTo>
                  <a:pt x="14668" y="21"/>
                </a:lnTo>
                <a:lnTo>
                  <a:pt x="14628" y="21"/>
                </a:lnTo>
                <a:lnTo>
                  <a:pt x="14628" y="0"/>
                </a:lnTo>
                <a:moveTo>
                  <a:pt x="14709" y="0"/>
                </a:moveTo>
                <a:lnTo>
                  <a:pt x="14749" y="0"/>
                </a:lnTo>
                <a:lnTo>
                  <a:pt x="14749" y="21"/>
                </a:lnTo>
                <a:lnTo>
                  <a:pt x="14709" y="21"/>
                </a:lnTo>
                <a:lnTo>
                  <a:pt x="14709" y="0"/>
                </a:lnTo>
                <a:moveTo>
                  <a:pt x="14790" y="0"/>
                </a:moveTo>
                <a:lnTo>
                  <a:pt x="14830" y="0"/>
                </a:lnTo>
                <a:lnTo>
                  <a:pt x="14830" y="21"/>
                </a:lnTo>
                <a:lnTo>
                  <a:pt x="14790" y="21"/>
                </a:lnTo>
                <a:lnTo>
                  <a:pt x="14790" y="0"/>
                </a:lnTo>
                <a:moveTo>
                  <a:pt x="14870" y="0"/>
                </a:moveTo>
                <a:lnTo>
                  <a:pt x="14911" y="0"/>
                </a:lnTo>
                <a:lnTo>
                  <a:pt x="14911" y="21"/>
                </a:lnTo>
                <a:lnTo>
                  <a:pt x="14870" y="21"/>
                </a:lnTo>
                <a:lnTo>
                  <a:pt x="14870" y="0"/>
                </a:lnTo>
                <a:moveTo>
                  <a:pt x="14951" y="0"/>
                </a:moveTo>
                <a:lnTo>
                  <a:pt x="14992" y="0"/>
                </a:lnTo>
                <a:lnTo>
                  <a:pt x="14992" y="21"/>
                </a:lnTo>
                <a:lnTo>
                  <a:pt x="14951" y="21"/>
                </a:lnTo>
                <a:lnTo>
                  <a:pt x="14951" y="0"/>
                </a:lnTo>
                <a:moveTo>
                  <a:pt x="15032" y="0"/>
                </a:moveTo>
                <a:lnTo>
                  <a:pt x="15072" y="0"/>
                </a:lnTo>
                <a:lnTo>
                  <a:pt x="15072" y="21"/>
                </a:lnTo>
                <a:lnTo>
                  <a:pt x="15032" y="21"/>
                </a:lnTo>
                <a:lnTo>
                  <a:pt x="15032" y="0"/>
                </a:lnTo>
                <a:moveTo>
                  <a:pt x="15113" y="0"/>
                </a:moveTo>
                <a:lnTo>
                  <a:pt x="15153" y="0"/>
                </a:lnTo>
                <a:lnTo>
                  <a:pt x="15153" y="21"/>
                </a:lnTo>
                <a:lnTo>
                  <a:pt x="15113" y="21"/>
                </a:lnTo>
                <a:lnTo>
                  <a:pt x="15113" y="0"/>
                </a:lnTo>
                <a:moveTo>
                  <a:pt x="15194" y="0"/>
                </a:moveTo>
                <a:lnTo>
                  <a:pt x="15234" y="0"/>
                </a:lnTo>
                <a:lnTo>
                  <a:pt x="15234" y="21"/>
                </a:lnTo>
                <a:lnTo>
                  <a:pt x="15194" y="21"/>
                </a:lnTo>
                <a:lnTo>
                  <a:pt x="15194" y="0"/>
                </a:lnTo>
                <a:moveTo>
                  <a:pt x="15274" y="0"/>
                </a:moveTo>
                <a:lnTo>
                  <a:pt x="15315" y="0"/>
                </a:lnTo>
                <a:lnTo>
                  <a:pt x="15315" y="21"/>
                </a:lnTo>
                <a:lnTo>
                  <a:pt x="15274" y="21"/>
                </a:lnTo>
                <a:lnTo>
                  <a:pt x="15274" y="0"/>
                </a:lnTo>
                <a:moveTo>
                  <a:pt x="15355" y="0"/>
                </a:moveTo>
                <a:lnTo>
                  <a:pt x="15396" y="0"/>
                </a:lnTo>
                <a:lnTo>
                  <a:pt x="15396" y="21"/>
                </a:lnTo>
                <a:lnTo>
                  <a:pt x="15355" y="21"/>
                </a:lnTo>
                <a:lnTo>
                  <a:pt x="15355" y="0"/>
                </a:lnTo>
                <a:moveTo>
                  <a:pt x="15436" y="0"/>
                </a:moveTo>
                <a:lnTo>
                  <a:pt x="15477" y="0"/>
                </a:lnTo>
                <a:lnTo>
                  <a:pt x="15477" y="21"/>
                </a:lnTo>
                <a:lnTo>
                  <a:pt x="15436" y="21"/>
                </a:lnTo>
                <a:lnTo>
                  <a:pt x="15436" y="0"/>
                </a:lnTo>
                <a:moveTo>
                  <a:pt x="15517" y="0"/>
                </a:moveTo>
                <a:lnTo>
                  <a:pt x="15557" y="0"/>
                </a:lnTo>
                <a:lnTo>
                  <a:pt x="15557" y="21"/>
                </a:lnTo>
                <a:lnTo>
                  <a:pt x="15517" y="21"/>
                </a:lnTo>
                <a:lnTo>
                  <a:pt x="15517" y="0"/>
                </a:lnTo>
                <a:moveTo>
                  <a:pt x="15598" y="0"/>
                </a:moveTo>
                <a:lnTo>
                  <a:pt x="15638" y="0"/>
                </a:lnTo>
                <a:lnTo>
                  <a:pt x="15638" y="21"/>
                </a:lnTo>
                <a:lnTo>
                  <a:pt x="15598" y="21"/>
                </a:lnTo>
                <a:lnTo>
                  <a:pt x="15598" y="0"/>
                </a:lnTo>
                <a:moveTo>
                  <a:pt x="15679" y="0"/>
                </a:moveTo>
                <a:lnTo>
                  <a:pt x="15719" y="0"/>
                </a:lnTo>
                <a:lnTo>
                  <a:pt x="15719" y="21"/>
                </a:lnTo>
                <a:lnTo>
                  <a:pt x="15679" y="21"/>
                </a:lnTo>
                <a:lnTo>
                  <a:pt x="15679" y="0"/>
                </a:lnTo>
                <a:moveTo>
                  <a:pt x="15759" y="0"/>
                </a:moveTo>
                <a:lnTo>
                  <a:pt x="15800" y="0"/>
                </a:lnTo>
                <a:lnTo>
                  <a:pt x="15800" y="21"/>
                </a:lnTo>
                <a:lnTo>
                  <a:pt x="15759" y="21"/>
                </a:lnTo>
                <a:lnTo>
                  <a:pt x="15759" y="0"/>
                </a:lnTo>
                <a:moveTo>
                  <a:pt x="15840" y="0"/>
                </a:moveTo>
                <a:lnTo>
                  <a:pt x="15881" y="0"/>
                </a:lnTo>
                <a:lnTo>
                  <a:pt x="15881" y="21"/>
                </a:lnTo>
                <a:lnTo>
                  <a:pt x="15840" y="21"/>
                </a:lnTo>
                <a:lnTo>
                  <a:pt x="15840" y="0"/>
                </a:lnTo>
                <a:moveTo>
                  <a:pt x="15921" y="0"/>
                </a:moveTo>
                <a:lnTo>
                  <a:pt x="15961" y="0"/>
                </a:lnTo>
                <a:lnTo>
                  <a:pt x="15961" y="21"/>
                </a:lnTo>
                <a:lnTo>
                  <a:pt x="15921" y="21"/>
                </a:lnTo>
                <a:lnTo>
                  <a:pt x="15921" y="0"/>
                </a:lnTo>
                <a:moveTo>
                  <a:pt x="16002" y="0"/>
                </a:moveTo>
                <a:lnTo>
                  <a:pt x="16042" y="0"/>
                </a:lnTo>
                <a:lnTo>
                  <a:pt x="16042" y="21"/>
                </a:lnTo>
                <a:lnTo>
                  <a:pt x="16002" y="21"/>
                </a:lnTo>
                <a:lnTo>
                  <a:pt x="16002" y="0"/>
                </a:lnTo>
                <a:moveTo>
                  <a:pt x="16083" y="0"/>
                </a:moveTo>
                <a:lnTo>
                  <a:pt x="16123" y="0"/>
                </a:lnTo>
                <a:lnTo>
                  <a:pt x="16123" y="21"/>
                </a:lnTo>
                <a:lnTo>
                  <a:pt x="16083" y="21"/>
                </a:lnTo>
                <a:lnTo>
                  <a:pt x="16083" y="0"/>
                </a:lnTo>
                <a:moveTo>
                  <a:pt x="16163" y="0"/>
                </a:moveTo>
                <a:lnTo>
                  <a:pt x="16204" y="0"/>
                </a:lnTo>
                <a:lnTo>
                  <a:pt x="16204" y="21"/>
                </a:lnTo>
                <a:lnTo>
                  <a:pt x="16163" y="21"/>
                </a:lnTo>
                <a:lnTo>
                  <a:pt x="16163" y="0"/>
                </a:lnTo>
                <a:moveTo>
                  <a:pt x="16244" y="0"/>
                </a:moveTo>
                <a:lnTo>
                  <a:pt x="16285" y="0"/>
                </a:lnTo>
                <a:lnTo>
                  <a:pt x="16285" y="21"/>
                </a:lnTo>
                <a:lnTo>
                  <a:pt x="16244" y="21"/>
                </a:lnTo>
                <a:lnTo>
                  <a:pt x="16244" y="0"/>
                </a:lnTo>
                <a:moveTo>
                  <a:pt x="16325" y="0"/>
                </a:moveTo>
                <a:lnTo>
                  <a:pt x="16365" y="0"/>
                </a:lnTo>
                <a:lnTo>
                  <a:pt x="16365" y="21"/>
                </a:lnTo>
                <a:lnTo>
                  <a:pt x="16325" y="21"/>
                </a:lnTo>
                <a:lnTo>
                  <a:pt x="16325" y="0"/>
                </a:lnTo>
                <a:moveTo>
                  <a:pt x="16406" y="0"/>
                </a:moveTo>
                <a:lnTo>
                  <a:pt x="16446" y="0"/>
                </a:lnTo>
                <a:lnTo>
                  <a:pt x="16446" y="21"/>
                </a:lnTo>
                <a:lnTo>
                  <a:pt x="16406" y="21"/>
                </a:lnTo>
                <a:lnTo>
                  <a:pt x="16406" y="0"/>
                </a:lnTo>
                <a:moveTo>
                  <a:pt x="16487" y="0"/>
                </a:moveTo>
                <a:lnTo>
                  <a:pt x="16527" y="0"/>
                </a:lnTo>
                <a:lnTo>
                  <a:pt x="16527" y="21"/>
                </a:lnTo>
                <a:lnTo>
                  <a:pt x="16487" y="21"/>
                </a:lnTo>
                <a:lnTo>
                  <a:pt x="16487" y="0"/>
                </a:lnTo>
                <a:moveTo>
                  <a:pt x="16568" y="0"/>
                </a:moveTo>
                <a:lnTo>
                  <a:pt x="16608" y="0"/>
                </a:lnTo>
                <a:lnTo>
                  <a:pt x="16608" y="21"/>
                </a:lnTo>
                <a:lnTo>
                  <a:pt x="16568" y="21"/>
                </a:lnTo>
                <a:lnTo>
                  <a:pt x="16568" y="0"/>
                </a:lnTo>
                <a:moveTo>
                  <a:pt x="16648" y="0"/>
                </a:moveTo>
                <a:lnTo>
                  <a:pt x="16689" y="0"/>
                </a:lnTo>
                <a:lnTo>
                  <a:pt x="16689" y="21"/>
                </a:lnTo>
                <a:lnTo>
                  <a:pt x="16648" y="21"/>
                </a:lnTo>
                <a:lnTo>
                  <a:pt x="16648" y="0"/>
                </a:lnTo>
                <a:moveTo>
                  <a:pt x="16729" y="0"/>
                </a:moveTo>
                <a:lnTo>
                  <a:pt x="16770" y="0"/>
                </a:lnTo>
                <a:lnTo>
                  <a:pt x="16770" y="21"/>
                </a:lnTo>
                <a:lnTo>
                  <a:pt x="16729" y="21"/>
                </a:lnTo>
                <a:lnTo>
                  <a:pt x="16729" y="0"/>
                </a:lnTo>
                <a:moveTo>
                  <a:pt x="16810" y="0"/>
                </a:moveTo>
                <a:lnTo>
                  <a:pt x="16850" y="0"/>
                </a:lnTo>
                <a:lnTo>
                  <a:pt x="16850" y="21"/>
                </a:lnTo>
                <a:lnTo>
                  <a:pt x="16810" y="21"/>
                </a:lnTo>
                <a:lnTo>
                  <a:pt x="16810" y="0"/>
                </a:lnTo>
                <a:moveTo>
                  <a:pt x="16891" y="0"/>
                </a:moveTo>
                <a:lnTo>
                  <a:pt x="16931" y="0"/>
                </a:lnTo>
                <a:lnTo>
                  <a:pt x="16931" y="21"/>
                </a:lnTo>
                <a:lnTo>
                  <a:pt x="16891" y="21"/>
                </a:lnTo>
                <a:lnTo>
                  <a:pt x="16891" y="0"/>
                </a:lnTo>
                <a:moveTo>
                  <a:pt x="16972" y="0"/>
                </a:moveTo>
                <a:lnTo>
                  <a:pt x="17012" y="0"/>
                </a:lnTo>
                <a:lnTo>
                  <a:pt x="17012" y="21"/>
                </a:lnTo>
                <a:lnTo>
                  <a:pt x="16972" y="21"/>
                </a:lnTo>
                <a:lnTo>
                  <a:pt x="16972" y="0"/>
                </a:lnTo>
                <a:moveTo>
                  <a:pt x="17052" y="0"/>
                </a:moveTo>
                <a:lnTo>
                  <a:pt x="17093" y="0"/>
                </a:lnTo>
                <a:lnTo>
                  <a:pt x="17093" y="21"/>
                </a:lnTo>
                <a:lnTo>
                  <a:pt x="17052" y="21"/>
                </a:lnTo>
                <a:lnTo>
                  <a:pt x="17052" y="0"/>
                </a:lnTo>
                <a:moveTo>
                  <a:pt x="17133" y="0"/>
                </a:moveTo>
                <a:lnTo>
                  <a:pt x="17174" y="0"/>
                </a:lnTo>
                <a:lnTo>
                  <a:pt x="17174" y="21"/>
                </a:lnTo>
                <a:lnTo>
                  <a:pt x="17133" y="21"/>
                </a:lnTo>
                <a:lnTo>
                  <a:pt x="17133" y="0"/>
                </a:lnTo>
                <a:moveTo>
                  <a:pt x="17214" y="0"/>
                </a:moveTo>
                <a:lnTo>
                  <a:pt x="17254" y="0"/>
                </a:lnTo>
                <a:lnTo>
                  <a:pt x="17254" y="21"/>
                </a:lnTo>
                <a:lnTo>
                  <a:pt x="17214" y="21"/>
                </a:lnTo>
                <a:lnTo>
                  <a:pt x="17214" y="0"/>
                </a:lnTo>
                <a:moveTo>
                  <a:pt x="17295" y="0"/>
                </a:moveTo>
                <a:lnTo>
                  <a:pt x="17335" y="0"/>
                </a:lnTo>
                <a:lnTo>
                  <a:pt x="17335" y="21"/>
                </a:lnTo>
                <a:lnTo>
                  <a:pt x="17295" y="21"/>
                </a:lnTo>
                <a:lnTo>
                  <a:pt x="17295" y="0"/>
                </a:lnTo>
                <a:moveTo>
                  <a:pt x="17376" y="0"/>
                </a:moveTo>
                <a:lnTo>
                  <a:pt x="17416" y="0"/>
                </a:lnTo>
                <a:lnTo>
                  <a:pt x="17416" y="21"/>
                </a:lnTo>
                <a:lnTo>
                  <a:pt x="17376" y="21"/>
                </a:lnTo>
                <a:lnTo>
                  <a:pt x="17376" y="0"/>
                </a:lnTo>
                <a:moveTo>
                  <a:pt x="17456" y="0"/>
                </a:moveTo>
                <a:lnTo>
                  <a:pt x="17497" y="0"/>
                </a:lnTo>
                <a:lnTo>
                  <a:pt x="17497" y="21"/>
                </a:lnTo>
                <a:lnTo>
                  <a:pt x="17456" y="21"/>
                </a:lnTo>
                <a:lnTo>
                  <a:pt x="17456" y="0"/>
                </a:lnTo>
                <a:moveTo>
                  <a:pt x="17537" y="0"/>
                </a:moveTo>
                <a:lnTo>
                  <a:pt x="17578" y="0"/>
                </a:lnTo>
                <a:lnTo>
                  <a:pt x="17578" y="21"/>
                </a:lnTo>
                <a:lnTo>
                  <a:pt x="17537" y="21"/>
                </a:lnTo>
                <a:lnTo>
                  <a:pt x="17537" y="0"/>
                </a:lnTo>
                <a:moveTo>
                  <a:pt x="17618" y="0"/>
                </a:moveTo>
                <a:lnTo>
                  <a:pt x="17659" y="0"/>
                </a:lnTo>
                <a:lnTo>
                  <a:pt x="17659" y="21"/>
                </a:lnTo>
                <a:lnTo>
                  <a:pt x="17618" y="21"/>
                </a:lnTo>
                <a:lnTo>
                  <a:pt x="17618" y="0"/>
                </a:lnTo>
                <a:moveTo>
                  <a:pt x="17699" y="0"/>
                </a:moveTo>
                <a:lnTo>
                  <a:pt x="17739" y="0"/>
                </a:lnTo>
                <a:lnTo>
                  <a:pt x="17739" y="21"/>
                </a:lnTo>
                <a:lnTo>
                  <a:pt x="17699" y="21"/>
                </a:lnTo>
                <a:lnTo>
                  <a:pt x="17699" y="0"/>
                </a:lnTo>
                <a:moveTo>
                  <a:pt x="17780" y="0"/>
                </a:moveTo>
                <a:lnTo>
                  <a:pt x="17820" y="0"/>
                </a:lnTo>
                <a:lnTo>
                  <a:pt x="17820" y="21"/>
                </a:lnTo>
                <a:lnTo>
                  <a:pt x="17780" y="21"/>
                </a:lnTo>
                <a:lnTo>
                  <a:pt x="17780" y="0"/>
                </a:lnTo>
                <a:moveTo>
                  <a:pt x="17861" y="0"/>
                </a:moveTo>
                <a:lnTo>
                  <a:pt x="17901" y="0"/>
                </a:lnTo>
                <a:lnTo>
                  <a:pt x="17901" y="21"/>
                </a:lnTo>
                <a:lnTo>
                  <a:pt x="17861" y="21"/>
                </a:lnTo>
                <a:lnTo>
                  <a:pt x="17861" y="0"/>
                </a:lnTo>
                <a:moveTo>
                  <a:pt x="17941" y="0"/>
                </a:moveTo>
                <a:lnTo>
                  <a:pt x="17982" y="0"/>
                </a:lnTo>
                <a:lnTo>
                  <a:pt x="17982" y="21"/>
                </a:lnTo>
                <a:lnTo>
                  <a:pt x="17941" y="21"/>
                </a:lnTo>
                <a:lnTo>
                  <a:pt x="17941" y="0"/>
                </a:lnTo>
                <a:moveTo>
                  <a:pt x="18022" y="0"/>
                </a:moveTo>
                <a:lnTo>
                  <a:pt x="18063" y="0"/>
                </a:lnTo>
                <a:lnTo>
                  <a:pt x="18063" y="21"/>
                </a:lnTo>
                <a:lnTo>
                  <a:pt x="18022" y="21"/>
                </a:lnTo>
                <a:lnTo>
                  <a:pt x="18022" y="0"/>
                </a:lnTo>
                <a:moveTo>
                  <a:pt x="18103" y="0"/>
                </a:moveTo>
                <a:lnTo>
                  <a:pt x="18143" y="0"/>
                </a:lnTo>
                <a:lnTo>
                  <a:pt x="18143" y="21"/>
                </a:lnTo>
                <a:lnTo>
                  <a:pt x="18103" y="21"/>
                </a:lnTo>
                <a:lnTo>
                  <a:pt x="18103" y="0"/>
                </a:lnTo>
                <a:moveTo>
                  <a:pt x="18184" y="0"/>
                </a:moveTo>
                <a:lnTo>
                  <a:pt x="18224" y="0"/>
                </a:lnTo>
                <a:lnTo>
                  <a:pt x="18224" y="21"/>
                </a:lnTo>
                <a:lnTo>
                  <a:pt x="18184" y="21"/>
                </a:lnTo>
                <a:lnTo>
                  <a:pt x="18184" y="0"/>
                </a:lnTo>
                <a:moveTo>
                  <a:pt x="18265" y="0"/>
                </a:moveTo>
                <a:lnTo>
                  <a:pt x="18305" y="0"/>
                </a:lnTo>
                <a:lnTo>
                  <a:pt x="18305" y="21"/>
                </a:lnTo>
                <a:lnTo>
                  <a:pt x="18265" y="21"/>
                </a:lnTo>
                <a:lnTo>
                  <a:pt x="18265" y="0"/>
                </a:lnTo>
                <a:moveTo>
                  <a:pt x="18345" y="0"/>
                </a:moveTo>
                <a:lnTo>
                  <a:pt x="18386" y="0"/>
                </a:lnTo>
                <a:lnTo>
                  <a:pt x="18386" y="21"/>
                </a:lnTo>
                <a:lnTo>
                  <a:pt x="18345" y="21"/>
                </a:lnTo>
                <a:lnTo>
                  <a:pt x="18345" y="0"/>
                </a:lnTo>
                <a:moveTo>
                  <a:pt x="18426" y="0"/>
                </a:moveTo>
                <a:lnTo>
                  <a:pt x="18467" y="0"/>
                </a:lnTo>
                <a:lnTo>
                  <a:pt x="18467" y="21"/>
                </a:lnTo>
                <a:lnTo>
                  <a:pt x="18426" y="21"/>
                </a:lnTo>
                <a:lnTo>
                  <a:pt x="18426" y="0"/>
                </a:lnTo>
                <a:moveTo>
                  <a:pt x="18507" y="0"/>
                </a:moveTo>
                <a:lnTo>
                  <a:pt x="18547" y="0"/>
                </a:lnTo>
                <a:lnTo>
                  <a:pt x="18547" y="21"/>
                </a:lnTo>
                <a:lnTo>
                  <a:pt x="18507" y="21"/>
                </a:lnTo>
                <a:lnTo>
                  <a:pt x="18507" y="0"/>
                </a:lnTo>
                <a:moveTo>
                  <a:pt x="18588" y="0"/>
                </a:moveTo>
                <a:lnTo>
                  <a:pt x="18628" y="0"/>
                </a:lnTo>
                <a:lnTo>
                  <a:pt x="18628" y="21"/>
                </a:lnTo>
                <a:lnTo>
                  <a:pt x="18588" y="21"/>
                </a:lnTo>
                <a:lnTo>
                  <a:pt x="18588" y="0"/>
                </a:lnTo>
                <a:moveTo>
                  <a:pt x="18669" y="0"/>
                </a:moveTo>
                <a:lnTo>
                  <a:pt x="18709" y="0"/>
                </a:lnTo>
                <a:lnTo>
                  <a:pt x="18709" y="21"/>
                </a:lnTo>
                <a:lnTo>
                  <a:pt x="18669" y="21"/>
                </a:lnTo>
                <a:lnTo>
                  <a:pt x="18669" y="0"/>
                </a:lnTo>
                <a:moveTo>
                  <a:pt x="18750" y="0"/>
                </a:moveTo>
                <a:lnTo>
                  <a:pt x="18790" y="0"/>
                </a:lnTo>
                <a:lnTo>
                  <a:pt x="18790" y="21"/>
                </a:lnTo>
                <a:lnTo>
                  <a:pt x="18750" y="21"/>
                </a:lnTo>
                <a:lnTo>
                  <a:pt x="18750" y="0"/>
                </a:lnTo>
                <a:moveTo>
                  <a:pt x="18830" y="0"/>
                </a:moveTo>
                <a:lnTo>
                  <a:pt x="18871" y="0"/>
                </a:lnTo>
                <a:lnTo>
                  <a:pt x="18871" y="21"/>
                </a:lnTo>
                <a:lnTo>
                  <a:pt x="18830" y="21"/>
                </a:lnTo>
                <a:lnTo>
                  <a:pt x="18830" y="0"/>
                </a:lnTo>
                <a:moveTo>
                  <a:pt x="18911" y="0"/>
                </a:moveTo>
                <a:lnTo>
                  <a:pt x="18952" y="0"/>
                </a:lnTo>
                <a:lnTo>
                  <a:pt x="18952" y="21"/>
                </a:lnTo>
                <a:lnTo>
                  <a:pt x="18911" y="21"/>
                </a:lnTo>
                <a:lnTo>
                  <a:pt x="1891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406400" y="3806280"/>
            <a:ext cx="224712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conﬁrm: Appointment booked, Slot busy, Task in-progress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039680" y="4258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068480" y="4283640"/>
            <a:ext cx="3207240" cy="7560"/>
          </a:xfrm>
          <a:custGeom>
            <a:avLst/>
            <a:gdLst/>
            <a:ahLst/>
            <a:rect l="0" t="0" r="r" b="b"/>
            <a:pathLst>
              <a:path w="8909" h="21">
                <a:moveTo>
                  <a:pt x="0" y="0"/>
                </a:moveTo>
                <a:lnTo>
                  <a:pt x="41" y="0"/>
                </a:lnTo>
                <a:lnTo>
                  <a:pt x="41" y="21"/>
                </a:lnTo>
                <a:lnTo>
                  <a:pt x="0" y="21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1"/>
                </a:lnTo>
                <a:lnTo>
                  <a:pt x="81" y="21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1"/>
                </a:lnTo>
                <a:lnTo>
                  <a:pt x="162" y="21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1"/>
                </a:lnTo>
                <a:lnTo>
                  <a:pt x="243" y="21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1"/>
                </a:lnTo>
                <a:lnTo>
                  <a:pt x="324" y="21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1"/>
                </a:lnTo>
                <a:lnTo>
                  <a:pt x="485" y="21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1"/>
                </a:lnTo>
                <a:lnTo>
                  <a:pt x="566" y="21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1"/>
                </a:lnTo>
                <a:lnTo>
                  <a:pt x="647" y="21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1"/>
                </a:lnTo>
                <a:lnTo>
                  <a:pt x="728" y="21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1"/>
                </a:lnTo>
                <a:lnTo>
                  <a:pt x="809" y="21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1"/>
                </a:lnTo>
                <a:lnTo>
                  <a:pt x="889" y="21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1"/>
                </a:lnTo>
                <a:lnTo>
                  <a:pt x="970" y="21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1"/>
                </a:lnTo>
                <a:lnTo>
                  <a:pt x="1051" y="21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1"/>
                </a:lnTo>
                <a:lnTo>
                  <a:pt x="1132" y="21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1"/>
                </a:lnTo>
                <a:lnTo>
                  <a:pt x="1213" y="21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1"/>
                </a:lnTo>
                <a:lnTo>
                  <a:pt x="1293" y="21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1"/>
                </a:lnTo>
                <a:lnTo>
                  <a:pt x="1374" y="21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1"/>
                </a:lnTo>
                <a:lnTo>
                  <a:pt x="1455" y="21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1"/>
                </a:lnTo>
                <a:lnTo>
                  <a:pt x="1537" y="21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1"/>
                </a:lnTo>
                <a:lnTo>
                  <a:pt x="1618" y="21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1"/>
                </a:lnTo>
                <a:lnTo>
                  <a:pt x="1699" y="21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1"/>
                </a:lnTo>
                <a:lnTo>
                  <a:pt x="1779" y="21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1"/>
                </a:lnTo>
                <a:lnTo>
                  <a:pt x="1860" y="21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1"/>
                </a:lnTo>
                <a:lnTo>
                  <a:pt x="1941" y="21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1"/>
                </a:lnTo>
                <a:lnTo>
                  <a:pt x="2022" y="21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1"/>
                </a:lnTo>
                <a:lnTo>
                  <a:pt x="2103" y="21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1"/>
                </a:lnTo>
                <a:lnTo>
                  <a:pt x="2183" y="21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1"/>
                </a:lnTo>
                <a:lnTo>
                  <a:pt x="2264" y="21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1"/>
                </a:lnTo>
                <a:lnTo>
                  <a:pt x="2345" y="21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1"/>
                </a:lnTo>
                <a:lnTo>
                  <a:pt x="2426" y="21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1"/>
                </a:lnTo>
                <a:lnTo>
                  <a:pt x="2507" y="21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1"/>
                </a:lnTo>
                <a:lnTo>
                  <a:pt x="2587" y="21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1"/>
                </a:lnTo>
                <a:lnTo>
                  <a:pt x="2668" y="21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1"/>
                </a:lnTo>
                <a:lnTo>
                  <a:pt x="2749" y="21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1"/>
                </a:lnTo>
                <a:lnTo>
                  <a:pt x="2830" y="21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1"/>
                </a:lnTo>
                <a:lnTo>
                  <a:pt x="2911" y="21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1"/>
                </a:lnTo>
                <a:lnTo>
                  <a:pt x="2992" y="21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1"/>
                </a:lnTo>
                <a:lnTo>
                  <a:pt x="3072" y="21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1"/>
                </a:lnTo>
                <a:lnTo>
                  <a:pt x="3153" y="21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1"/>
                </a:lnTo>
                <a:lnTo>
                  <a:pt x="3234" y="21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1"/>
                </a:lnTo>
                <a:lnTo>
                  <a:pt x="3315" y="21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1"/>
                </a:lnTo>
                <a:lnTo>
                  <a:pt x="3396" y="21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1"/>
                </a:lnTo>
                <a:lnTo>
                  <a:pt x="3476" y="21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1"/>
                </a:lnTo>
                <a:lnTo>
                  <a:pt x="3557" y="21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1"/>
                </a:lnTo>
                <a:lnTo>
                  <a:pt x="3638" y="21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1"/>
                </a:lnTo>
                <a:lnTo>
                  <a:pt x="3719" y="21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1"/>
                </a:lnTo>
                <a:lnTo>
                  <a:pt x="3800" y="21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1"/>
                </a:lnTo>
                <a:lnTo>
                  <a:pt x="3880" y="21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1"/>
                </a:lnTo>
                <a:lnTo>
                  <a:pt x="3961" y="21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1"/>
                </a:lnTo>
                <a:lnTo>
                  <a:pt x="4042" y="21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1"/>
                </a:lnTo>
                <a:lnTo>
                  <a:pt x="4123" y="21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1"/>
                </a:lnTo>
                <a:lnTo>
                  <a:pt x="4204" y="21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1"/>
                </a:lnTo>
                <a:lnTo>
                  <a:pt x="4285" y="21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1"/>
                </a:lnTo>
                <a:lnTo>
                  <a:pt x="4365" y="21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1"/>
                </a:lnTo>
                <a:lnTo>
                  <a:pt x="4446" y="21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1"/>
                </a:lnTo>
                <a:lnTo>
                  <a:pt x="4527" y="21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1"/>
                </a:lnTo>
                <a:lnTo>
                  <a:pt x="4608" y="21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1"/>
                </a:lnTo>
                <a:lnTo>
                  <a:pt x="4689" y="21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1"/>
                </a:lnTo>
                <a:lnTo>
                  <a:pt x="4769" y="21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1"/>
                </a:lnTo>
                <a:lnTo>
                  <a:pt x="4850" y="21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1"/>
                </a:lnTo>
                <a:lnTo>
                  <a:pt x="4931" y="21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1"/>
                </a:lnTo>
                <a:lnTo>
                  <a:pt x="5012" y="21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1"/>
                </a:lnTo>
                <a:lnTo>
                  <a:pt x="5093" y="21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1"/>
                </a:lnTo>
                <a:lnTo>
                  <a:pt x="5174" y="21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1"/>
                </a:lnTo>
                <a:lnTo>
                  <a:pt x="5254" y="21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1"/>
                </a:lnTo>
                <a:lnTo>
                  <a:pt x="5335" y="21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1"/>
                </a:lnTo>
                <a:lnTo>
                  <a:pt x="5416" y="21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1"/>
                </a:lnTo>
                <a:lnTo>
                  <a:pt x="5497" y="21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1"/>
                </a:lnTo>
                <a:lnTo>
                  <a:pt x="5578" y="21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1"/>
                </a:lnTo>
                <a:lnTo>
                  <a:pt x="5658" y="21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1"/>
                </a:lnTo>
                <a:lnTo>
                  <a:pt x="5739" y="21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1"/>
                </a:lnTo>
                <a:lnTo>
                  <a:pt x="5820" y="21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1"/>
                </a:lnTo>
                <a:lnTo>
                  <a:pt x="5901" y="21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1"/>
                </a:lnTo>
                <a:lnTo>
                  <a:pt x="5982" y="21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1"/>
                </a:lnTo>
                <a:lnTo>
                  <a:pt x="6062" y="21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1"/>
                </a:lnTo>
                <a:lnTo>
                  <a:pt x="6143" y="21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1"/>
                </a:lnTo>
                <a:lnTo>
                  <a:pt x="6224" y="21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1"/>
                </a:lnTo>
                <a:lnTo>
                  <a:pt x="6305" y="21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1"/>
                </a:lnTo>
                <a:lnTo>
                  <a:pt x="6386" y="21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1"/>
                </a:lnTo>
                <a:lnTo>
                  <a:pt x="6467" y="21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1"/>
                </a:lnTo>
                <a:lnTo>
                  <a:pt x="6547" y="21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1"/>
                </a:lnTo>
                <a:lnTo>
                  <a:pt x="6628" y="21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1"/>
                </a:lnTo>
                <a:lnTo>
                  <a:pt x="6709" y="21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1"/>
                </a:lnTo>
                <a:lnTo>
                  <a:pt x="6790" y="21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1"/>
                </a:lnTo>
                <a:lnTo>
                  <a:pt x="6871" y="21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1"/>
                </a:lnTo>
                <a:lnTo>
                  <a:pt x="6951" y="21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1"/>
                </a:lnTo>
                <a:lnTo>
                  <a:pt x="7032" y="21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1"/>
                </a:lnTo>
                <a:lnTo>
                  <a:pt x="7113" y="21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1"/>
                </a:lnTo>
                <a:lnTo>
                  <a:pt x="7194" y="21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1"/>
                </a:lnTo>
                <a:lnTo>
                  <a:pt x="7275" y="21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1"/>
                </a:lnTo>
                <a:lnTo>
                  <a:pt x="7356" y="21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1"/>
                </a:lnTo>
                <a:lnTo>
                  <a:pt x="7436" y="21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1"/>
                </a:lnTo>
                <a:lnTo>
                  <a:pt x="7517" y="21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1"/>
                </a:lnTo>
                <a:lnTo>
                  <a:pt x="7598" y="21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1"/>
                </a:lnTo>
                <a:lnTo>
                  <a:pt x="7679" y="21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1"/>
                </a:lnTo>
                <a:lnTo>
                  <a:pt x="7760" y="21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1"/>
                </a:lnTo>
                <a:lnTo>
                  <a:pt x="7840" y="21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1"/>
                </a:lnTo>
                <a:lnTo>
                  <a:pt x="7921" y="21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1"/>
                </a:lnTo>
                <a:lnTo>
                  <a:pt x="8002" y="21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1"/>
                </a:lnTo>
                <a:lnTo>
                  <a:pt x="8083" y="21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1"/>
                </a:lnTo>
                <a:lnTo>
                  <a:pt x="8164" y="21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1"/>
                </a:lnTo>
                <a:lnTo>
                  <a:pt x="8244" y="21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1"/>
                </a:lnTo>
                <a:lnTo>
                  <a:pt x="8325" y="21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1"/>
                </a:lnTo>
                <a:lnTo>
                  <a:pt x="8406" y="21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1"/>
                </a:lnTo>
                <a:lnTo>
                  <a:pt x="8487" y="21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1"/>
                </a:lnTo>
                <a:lnTo>
                  <a:pt x="8568" y="21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1"/>
                </a:lnTo>
                <a:lnTo>
                  <a:pt x="8649" y="21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1"/>
                </a:lnTo>
                <a:lnTo>
                  <a:pt x="8729" y="21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1"/>
                </a:lnTo>
                <a:lnTo>
                  <a:pt x="8810" y="21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1"/>
                </a:lnTo>
                <a:lnTo>
                  <a:pt x="8891" y="21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775800" y="4012560"/>
            <a:ext cx="1789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63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[Task still requested / on-hold — not yet acted on]</a:t>
            </a:r>
            <a:endParaRPr lang="en-AU" sz="6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w="5880" h="547">
                <a:moveTo>
                  <a:pt x="0" y="547"/>
                </a:move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  <a:lnTo>
                  <a:pt x="0" y="547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fill="none"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0" y="204"/>
                </a:moveTo>
                <a:lnTo>
                  <a:pt x="203" y="204"/>
                </a:lnTo>
                <a:lnTo>
                  <a:pt x="0" y="0"/>
                </a:lnTo>
                <a:lnTo>
                  <a:pt x="0" y="204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fill="none"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tIns="1800" rIns="1800" bIns="18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155960" y="4160520"/>
            <a:ext cx="156240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(requested / on-hold, statusReason)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110240" y="4434840"/>
            <a:ext cx="1715400" cy="107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5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keep watching the Task; retry once accepted</a:t>
            </a:r>
            <a:endParaRPr lang="en-AU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66720" y="5788800"/>
            <a:ext cx="78267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Monitor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this referral's Task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to know when it has been acted on, then book.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66720" y="1161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940680" y="1846080"/>
            <a:ext cx="39240" cy="1608840"/>
          </a:xfrm>
          <a:custGeom>
            <a:avLst/>
            <a:gdLst/>
            <a:ahLst/>
            <a:rect l="0" t="0" r="r" b="b"/>
            <a:pathLst>
              <a:path w="109" h="4469">
                <a:moveTo>
                  <a:pt x="0" y="0"/>
                </a:moveTo>
                <a:lnTo>
                  <a:pt x="109" y="0"/>
                </a:lnTo>
                <a:lnTo>
                  <a:pt x="109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95760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95760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940680" y="3664440"/>
            <a:ext cx="39240" cy="990360"/>
          </a:xfrm>
          <a:custGeom>
            <a:avLst/>
            <a:gdLst/>
            <a:ahLst/>
            <a:rect l="0" t="0" r="r" b="b"/>
            <a:pathLst>
              <a:path w="109" h="2751">
                <a:moveTo>
                  <a:pt x="0" y="0"/>
                </a:moveTo>
                <a:lnTo>
                  <a:pt x="109" y="0"/>
                </a:lnTo>
                <a:lnTo>
                  <a:pt x="109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95760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2521080" y="1846080"/>
            <a:ext cx="39600" cy="1608840"/>
          </a:xfrm>
          <a:custGeom>
            <a:avLst/>
            <a:gdLst/>
            <a:ahLst/>
            <a:rect l="0" t="0" r="r" b="b"/>
            <a:pathLst>
              <a:path w="110" h="4469">
                <a:moveTo>
                  <a:pt x="0" y="0"/>
                </a:moveTo>
                <a:lnTo>
                  <a:pt x="110" y="0"/>
                </a:lnTo>
                <a:lnTo>
                  <a:pt x="110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253872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253872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2521080" y="3664440"/>
            <a:ext cx="39600" cy="990360"/>
          </a:xfrm>
          <a:custGeom>
            <a:avLst/>
            <a:gdLst/>
            <a:ahLst/>
            <a:rect l="0" t="0" r="r" b="b"/>
            <a:pathLst>
              <a:path w="110" h="2751">
                <a:moveTo>
                  <a:pt x="0" y="0"/>
                </a:moveTo>
                <a:lnTo>
                  <a:pt x="110" y="0"/>
                </a:lnTo>
                <a:lnTo>
                  <a:pt x="110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253872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66720" y="720000"/>
            <a:ext cx="402336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Tracking: poll vs subscribe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812880" y="1672200"/>
            <a:ext cx="2300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896760" y="1447560"/>
            <a:ext cx="127080" cy="205560"/>
          </a:xfrm>
          <a:custGeom>
            <a:avLst/>
            <a:gdLst/>
            <a:ahLst/>
            <a:rect l="0" t="0" r="r" b="b"/>
            <a:pathLst>
              <a:path fill="none" w="353" h="571">
                <a:moveTo>
                  <a:pt x="177" y="0"/>
                </a:moveTo>
                <a:lnTo>
                  <a:pt x="177" y="367"/>
                </a:lnTo>
                <a:moveTo>
                  <a:pt x="0" y="109"/>
                </a:moveTo>
                <a:lnTo>
                  <a:pt x="353" y="109"/>
                </a:lnTo>
                <a:moveTo>
                  <a:pt x="177" y="367"/>
                </a:moveTo>
                <a:lnTo>
                  <a:pt x="0" y="571"/>
                </a:lnTo>
                <a:moveTo>
                  <a:pt x="177" y="367"/>
                </a:moveTo>
                <a:lnTo>
                  <a:pt x="353" y="571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826920" y="1765080"/>
            <a:ext cx="2134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12880" y="4661640"/>
            <a:ext cx="2300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896760" y="4916160"/>
            <a:ext cx="127080" cy="205200"/>
          </a:xfrm>
          <a:custGeom>
            <a:avLst/>
            <a:gdLst/>
            <a:ahLst/>
            <a:rect l="0" t="0" r="r" b="b"/>
            <a:pathLst>
              <a:path fill="none" w="353" h="570">
                <a:moveTo>
                  <a:pt x="177" y="0"/>
                </a:moveTo>
                <a:lnTo>
                  <a:pt x="177" y="367"/>
                </a:lnTo>
                <a:moveTo>
                  <a:pt x="0" y="108"/>
                </a:moveTo>
                <a:lnTo>
                  <a:pt x="353" y="108"/>
                </a:lnTo>
                <a:moveTo>
                  <a:pt x="177" y="367"/>
                </a:moveTo>
                <a:lnTo>
                  <a:pt x="0" y="570"/>
                </a:lnTo>
                <a:moveTo>
                  <a:pt x="177" y="367"/>
                </a:moveTo>
                <a:lnTo>
                  <a:pt x="353" y="57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826920" y="4754520"/>
            <a:ext cx="2134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413440" y="1632960"/>
            <a:ext cx="2239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438280" y="1725840"/>
            <a:ext cx="180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2413440" y="4695840"/>
            <a:ext cx="2239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w="2265" h="268">
                <a:moveTo>
                  <a:pt x="2265" y="0"/>
                </a:move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  <a:lnTo>
                  <a:pt x="2265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fill="none"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2438280" y="4788720"/>
            <a:ext cx="180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4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5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w="993" h="268">
                <a:moveTo>
                  <a:pt x="993" y="0"/>
                </a:move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  <a:lnTo>
                  <a:pt x="993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fill="none"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88400" y="1945080"/>
            <a:ext cx="54252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Polling — baseline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37000" y="2075400"/>
            <a:ext cx="1738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 o o p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2482200" y="22514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960120" y="227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94120" y="2078640"/>
            <a:ext cx="523440" cy="69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419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[until status changes]</a:t>
            </a:r>
            <a:endParaRPr lang="en-AU" sz="41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965160" y="240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984600" y="242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94320" y="2185920"/>
            <a:ext cx="96012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GET Task?focus=ServiceRequest/{id}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2482200" y="259488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4"/>
                </a:lnTo>
                <a:lnTo>
                  <a:pt x="0" y="110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960120" y="261432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042920" y="2340720"/>
            <a:ext cx="54252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(still requested)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965160" y="274968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984600" y="276660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994320" y="2529720"/>
            <a:ext cx="96012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GET Task?focus=ServiceRequest/{id}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w="4388" h="268">
                <a:moveTo>
                  <a:pt x="4388" y="0"/>
                </a:move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  <a:lnTo>
                  <a:pt x="4388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fill="none"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tIns="3600" rIns="3600" bIns="360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1042920" y="2684160"/>
            <a:ext cx="74268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(accepted) — now book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2482200" y="324144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5"/>
                </a:lnTo>
                <a:lnTo>
                  <a:pt x="0" y="110"/>
                </a:lnTo>
                <a:lnTo>
                  <a:pt x="54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960120" y="326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37000" y="2892600"/>
            <a:ext cx="127476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FHIR Subscription — stretch (R4 rest-hook)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994320" y="3003480"/>
            <a:ext cx="49248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POST Subscription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94320" y="3089880"/>
            <a:ext cx="107712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(criteria: Task?focus=ServiceRequest/{id},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965160" y="339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5"/>
                </a:lnTo>
                <a:lnTo>
                  <a:pt x="136" y="109"/>
                </a:lnTo>
                <a:lnTo>
                  <a:pt x="81" y="55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984600" y="341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994320" y="3176280"/>
            <a:ext cx="50760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channel: rest-hook)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42920" y="3330720"/>
            <a:ext cx="86040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201 Created (requested -&gt; active)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965160" y="37605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984600" y="37800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485000" y="3532320"/>
            <a:ext cx="467280" cy="6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41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ﬁller acts on the Task</a:t>
            </a:r>
            <a:endParaRPr lang="en-AU" sz="41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482200" y="39153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960120" y="39348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042920" y="369540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notiﬁcation (rest-hook POST) — matching change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965160" y="406980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136" y="0"/>
                </a:moveTo>
                <a:lnTo>
                  <a:pt x="0" y="54"/>
                </a:lnTo>
                <a:lnTo>
                  <a:pt x="136" y="110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984600" y="4087080"/>
            <a:ext cx="1548720" cy="5040"/>
          </a:xfrm>
          <a:custGeom>
            <a:avLst/>
            <a:gdLst/>
            <a:ahLst/>
            <a:rect l="0" t="0" r="r" b="b"/>
            <a:pathLst>
              <a:path w="4302" h="14">
                <a:moveTo>
                  <a:pt x="0" y="0"/>
                </a:moveTo>
                <a:lnTo>
                  <a:pt x="27" y="0"/>
                </a:lnTo>
                <a:lnTo>
                  <a:pt x="27" y="14"/>
                </a:lnTo>
                <a:lnTo>
                  <a:pt x="0" y="14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4"/>
                </a:lnTo>
                <a:lnTo>
                  <a:pt x="54" y="14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4"/>
                </a:lnTo>
                <a:lnTo>
                  <a:pt x="108" y="14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4"/>
                </a:lnTo>
                <a:lnTo>
                  <a:pt x="162" y="14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4"/>
                </a:lnTo>
                <a:lnTo>
                  <a:pt x="216" y="14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4"/>
                </a:lnTo>
                <a:lnTo>
                  <a:pt x="270" y="14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4"/>
                </a:lnTo>
                <a:lnTo>
                  <a:pt x="324" y="14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4"/>
                </a:lnTo>
                <a:lnTo>
                  <a:pt x="378" y="14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4"/>
                </a:lnTo>
                <a:lnTo>
                  <a:pt x="432" y="14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4"/>
                </a:lnTo>
                <a:lnTo>
                  <a:pt x="487" y="14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4"/>
                </a:lnTo>
                <a:lnTo>
                  <a:pt x="541" y="14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4"/>
                </a:lnTo>
                <a:lnTo>
                  <a:pt x="595" y="14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4"/>
                </a:lnTo>
                <a:lnTo>
                  <a:pt x="649" y="14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4"/>
                </a:lnTo>
                <a:lnTo>
                  <a:pt x="703" y="14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4"/>
                </a:lnTo>
                <a:lnTo>
                  <a:pt x="757" y="14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4"/>
                </a:lnTo>
                <a:lnTo>
                  <a:pt x="811" y="14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4"/>
                </a:lnTo>
                <a:lnTo>
                  <a:pt x="865" y="14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4"/>
                </a:lnTo>
                <a:lnTo>
                  <a:pt x="919" y="14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4"/>
                </a:lnTo>
                <a:lnTo>
                  <a:pt x="974" y="14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4"/>
                </a:lnTo>
                <a:lnTo>
                  <a:pt x="1028" y="14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4"/>
                </a:lnTo>
                <a:lnTo>
                  <a:pt x="1082" y="14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4"/>
                </a:lnTo>
                <a:lnTo>
                  <a:pt x="1136" y="14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4"/>
                </a:lnTo>
                <a:lnTo>
                  <a:pt x="1190" y="14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4"/>
                </a:lnTo>
                <a:lnTo>
                  <a:pt x="1244" y="14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4"/>
                </a:lnTo>
                <a:lnTo>
                  <a:pt x="1298" y="14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4"/>
                </a:lnTo>
                <a:lnTo>
                  <a:pt x="1352" y="14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4"/>
                </a:lnTo>
                <a:lnTo>
                  <a:pt x="1406" y="14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4"/>
                </a:lnTo>
                <a:lnTo>
                  <a:pt x="1461" y="14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4"/>
                </a:lnTo>
                <a:lnTo>
                  <a:pt x="1515" y="14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4"/>
                </a:lnTo>
                <a:lnTo>
                  <a:pt x="1569" y="14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4"/>
                </a:lnTo>
                <a:lnTo>
                  <a:pt x="1623" y="14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4"/>
                </a:lnTo>
                <a:lnTo>
                  <a:pt x="1677" y="14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4"/>
                </a:lnTo>
                <a:lnTo>
                  <a:pt x="1731" y="14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4"/>
                </a:lnTo>
                <a:lnTo>
                  <a:pt x="1785" y="14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4"/>
                </a:lnTo>
                <a:lnTo>
                  <a:pt x="1839" y="14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4"/>
                </a:lnTo>
                <a:lnTo>
                  <a:pt x="1893" y="14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4"/>
                </a:lnTo>
                <a:lnTo>
                  <a:pt x="1948" y="14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4"/>
                </a:lnTo>
                <a:lnTo>
                  <a:pt x="2002" y="14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4"/>
                </a:lnTo>
                <a:lnTo>
                  <a:pt x="2056" y="14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4"/>
                </a:lnTo>
                <a:lnTo>
                  <a:pt x="2110" y="14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4"/>
                </a:lnTo>
                <a:lnTo>
                  <a:pt x="2164" y="14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4"/>
                </a:lnTo>
                <a:lnTo>
                  <a:pt x="2218" y="14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4"/>
                </a:lnTo>
                <a:lnTo>
                  <a:pt x="2272" y="14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4"/>
                </a:lnTo>
                <a:lnTo>
                  <a:pt x="2326" y="14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4"/>
                </a:lnTo>
                <a:lnTo>
                  <a:pt x="2380" y="14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4"/>
                </a:lnTo>
                <a:lnTo>
                  <a:pt x="2435" y="14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4"/>
                </a:lnTo>
                <a:lnTo>
                  <a:pt x="2489" y="14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4"/>
                </a:lnTo>
                <a:lnTo>
                  <a:pt x="2597" y="14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4"/>
                </a:lnTo>
                <a:lnTo>
                  <a:pt x="2651" y="14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4"/>
                </a:lnTo>
                <a:lnTo>
                  <a:pt x="2705" y="14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4"/>
                </a:lnTo>
                <a:lnTo>
                  <a:pt x="2759" y="14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4"/>
                </a:lnTo>
                <a:lnTo>
                  <a:pt x="2813" y="14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4"/>
                </a:lnTo>
                <a:lnTo>
                  <a:pt x="2867" y="14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4"/>
                </a:lnTo>
                <a:lnTo>
                  <a:pt x="2921" y="14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4"/>
                </a:lnTo>
                <a:lnTo>
                  <a:pt x="2976" y="14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4"/>
                </a:lnTo>
                <a:lnTo>
                  <a:pt x="3030" y="14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4"/>
                </a:lnTo>
                <a:lnTo>
                  <a:pt x="3084" y="14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4"/>
                </a:lnTo>
                <a:lnTo>
                  <a:pt x="3138" y="14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4"/>
                </a:lnTo>
                <a:lnTo>
                  <a:pt x="3192" y="14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4"/>
                </a:lnTo>
                <a:lnTo>
                  <a:pt x="3246" y="14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4"/>
                </a:lnTo>
                <a:lnTo>
                  <a:pt x="3300" y="14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4"/>
                </a:lnTo>
                <a:lnTo>
                  <a:pt x="3354" y="14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4"/>
                </a:lnTo>
                <a:lnTo>
                  <a:pt x="3408" y="14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4"/>
                </a:lnTo>
                <a:lnTo>
                  <a:pt x="3463" y="14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4"/>
                </a:lnTo>
                <a:lnTo>
                  <a:pt x="3517" y="14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4"/>
                </a:lnTo>
                <a:lnTo>
                  <a:pt x="3571" y="14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4"/>
                </a:lnTo>
                <a:lnTo>
                  <a:pt x="3625" y="14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4"/>
                </a:lnTo>
                <a:lnTo>
                  <a:pt x="3679" y="14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4"/>
                </a:lnTo>
                <a:lnTo>
                  <a:pt x="3734" y="14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4"/>
                </a:lnTo>
                <a:lnTo>
                  <a:pt x="3788" y="14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4"/>
                </a:lnTo>
                <a:lnTo>
                  <a:pt x="3842" y="14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4"/>
                </a:lnTo>
                <a:lnTo>
                  <a:pt x="3896" y="14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4"/>
                </a:lnTo>
                <a:lnTo>
                  <a:pt x="3951" y="14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4"/>
                </a:lnTo>
                <a:lnTo>
                  <a:pt x="4005" y="14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4"/>
                </a:lnTo>
                <a:lnTo>
                  <a:pt x="4059" y="14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4"/>
                </a:lnTo>
                <a:lnTo>
                  <a:pt x="4113" y="14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4"/>
                </a:lnTo>
                <a:lnTo>
                  <a:pt x="4167" y="14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4"/>
                </a:lnTo>
                <a:lnTo>
                  <a:pt x="4221" y="14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4"/>
                </a:lnTo>
                <a:lnTo>
                  <a:pt x="4275" y="14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994320" y="3849840"/>
            <a:ext cx="36216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GET Task/{id}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w="5182" h="1085">
                <a:moveTo>
                  <a:pt x="0" y="1085"/>
                </a:move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  <a:lnTo>
                  <a:pt x="0" y="1085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fill="none"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w="136" h="137">
                <a:moveTo>
                  <a:pt x="0" y="137"/>
                </a:moveTo>
                <a:lnTo>
                  <a:pt x="136" y="137"/>
                </a:lnTo>
                <a:lnTo>
                  <a:pt x="0" y="0"/>
                </a:lnTo>
                <a:lnTo>
                  <a:pt x="0" y="137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fill="none"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tIns="1080" rIns="1080" bIns="10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1042920" y="4004640"/>
            <a:ext cx="74268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(accepted) — now book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045080" y="4222440"/>
            <a:ext cx="105408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Baseline: poll the Task for</a:t>
            </a:r>
            <a:r>
              <a:rPr lang="en-AU" sz="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this request</a:t>
            </a:r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045080" y="4308840"/>
            <a:ext cx="115200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Stretch: subscribe and be notiﬁed on change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1045080" y="4395240"/>
            <a:ext cx="120888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(R4 rest-hook; topic-based / R5 backport is the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045080" y="4481640"/>
            <a:ext cx="501840" cy="7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5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direction of travel).</a:t>
            </a:r>
            <a:endParaRPr lang="en-AU" sz="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666720" y="5455440"/>
            <a:ext cx="71370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Baseline: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poll the Task for this request.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Stretch: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a FHIR Subscription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66720" y="5826960"/>
            <a:ext cx="611784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(R4 rest-hook) pushes a notiﬁcation on change — no polling.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666720" y="1352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tIns="6480" rIns="6480" bIns="64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0886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1203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3055680" y="2473560"/>
            <a:ext cx="73080" cy="1934640"/>
          </a:xfrm>
          <a:custGeom>
            <a:avLst/>
            <a:gdLst/>
            <a:ahLst/>
            <a:rect l="0" t="0" r="r" b="b"/>
            <a:pathLst>
              <a:path w="203" h="5374">
                <a:moveTo>
                  <a:pt x="0" y="0"/>
                </a:moveTo>
                <a:lnTo>
                  <a:pt x="203" y="0"/>
                </a:lnTo>
                <a:lnTo>
                  <a:pt x="203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308808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63410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63727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66720" y="901080"/>
            <a:ext cx="507132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The ﬂow — 3. Conﬁrm &amp; complete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848880" y="2148480"/>
            <a:ext cx="42912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1006560" y="1729440"/>
            <a:ext cx="237600" cy="383040"/>
          </a:xfrm>
          <a:custGeom>
            <a:avLst/>
            <a:gdLst/>
            <a:ahLst/>
            <a:rect l="0" t="0" r="r" b="b"/>
            <a:pathLst>
              <a:path fill="none" w="660" h="1064">
                <a:moveTo>
                  <a:pt x="330" y="0"/>
                </a:moveTo>
                <a:lnTo>
                  <a:pt x="330" y="683"/>
                </a:lnTo>
                <a:moveTo>
                  <a:pt x="0" y="202"/>
                </a:moveTo>
                <a:lnTo>
                  <a:pt x="660" y="202"/>
                </a:lnTo>
                <a:moveTo>
                  <a:pt x="330" y="683"/>
                </a:moveTo>
                <a:lnTo>
                  <a:pt x="0" y="1064"/>
                </a:lnTo>
                <a:moveTo>
                  <a:pt x="330" y="683"/>
                </a:moveTo>
                <a:lnTo>
                  <a:pt x="660" y="106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875520" y="2322000"/>
            <a:ext cx="39744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848880" y="4421160"/>
            <a:ext cx="42912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Referrer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1006560" y="4896720"/>
            <a:ext cx="237600" cy="383400"/>
          </a:xfrm>
          <a:custGeom>
            <a:avLst/>
            <a:gdLst/>
            <a:ahLst/>
            <a:rect l="0" t="0" r="r" b="b"/>
            <a:pathLst>
              <a:path fill="none" w="660" h="1065">
                <a:moveTo>
                  <a:pt x="330" y="0"/>
                </a:moveTo>
                <a:lnTo>
                  <a:pt x="330" y="684"/>
                </a:lnTo>
                <a:moveTo>
                  <a:pt x="0" y="203"/>
                </a:moveTo>
                <a:lnTo>
                  <a:pt x="660" y="203"/>
                </a:lnTo>
                <a:moveTo>
                  <a:pt x="330" y="684"/>
                </a:moveTo>
                <a:lnTo>
                  <a:pt x="0" y="1065"/>
                </a:lnTo>
                <a:moveTo>
                  <a:pt x="330" y="684"/>
                </a:moveTo>
                <a:lnTo>
                  <a:pt x="660" y="1065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875520" y="4595040"/>
            <a:ext cx="39744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(Placer)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2853360" y="2075400"/>
            <a:ext cx="41760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899800" y="2249280"/>
            <a:ext cx="33696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2853360" y="4485240"/>
            <a:ext cx="41760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Referral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2899800" y="4658760"/>
            <a:ext cx="33696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Server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855400" y="2075400"/>
            <a:ext cx="90828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tIns="2160" rIns="2160" bIns="216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194520" y="2249280"/>
            <a:ext cx="34416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855400" y="4485240"/>
            <a:ext cx="90828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Imaging Provider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2982600" y="274428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0" y="0"/>
                </a:moveTo>
                <a:lnTo>
                  <a:pt x="254" y="101"/>
                </a:lnTo>
                <a:lnTo>
                  <a:pt x="0" y="203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tIns="4320" rIns="4320" bIns="432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125000" y="278064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tIns="-4320" rIns="4320" bIns="-432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194520" y="4658760"/>
            <a:ext cx="344160" cy="14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010" b="0" u="none" strike="noStrike">
                <a:solidFill>
                  <a:srgbClr val="001D34"/>
                </a:solidFill>
                <a:effectLst/>
                <a:uFillTx/>
                <a:latin typeface="Times New Roman"/>
                <a:ea typeface="Times New Roman"/>
              </a:rPr>
              <a:t>(Filler)</a:t>
            </a:r>
            <a:endParaRPr lang="en-AU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134360" y="303300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254" y="0"/>
                </a:moveTo>
                <a:lnTo>
                  <a:pt x="0" y="102"/>
                </a:lnTo>
                <a:lnTo>
                  <a:pt x="254" y="204"/>
                </a:lnTo>
                <a:lnTo>
                  <a:pt x="153" y="102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tIns="4320" rIns="4320" bIns="432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1170720" y="30650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1189080" y="2621880"/>
            <a:ext cx="15307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 Task / Appointment status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w="1696" h="499">
                <a:moveTo>
                  <a:pt x="1696" y="0"/>
                </a:move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  <a:lnTo>
                  <a:pt x="1696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fill="none"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</a:path>
            </a:pathLst>
          </a:custGeom>
          <a:ln w="13320">
            <a:solidFill>
              <a:srgbClr val="000000"/>
            </a:solidFill>
            <a:miter/>
          </a:ln>
        </p:spPr>
        <p:txBody>
          <a:bodyPr lIns="6480" tIns="6480" rIns="6480" bIns="64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tIns="6480" rIns="6480" bIns="648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1280160" y="2910960"/>
            <a:ext cx="14518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businessStatus = Booked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894600" y="3236400"/>
            <a:ext cx="232200" cy="154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 p t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3101040" y="35654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255" y="0"/>
                </a:moveTo>
                <a:lnTo>
                  <a:pt x="0" y="103"/>
                </a:lnTo>
                <a:lnTo>
                  <a:pt x="255" y="204"/>
                </a:lnTo>
                <a:lnTo>
                  <a:pt x="153" y="103"/>
                </a:lnTo>
                <a:lnTo>
                  <a:pt x="255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tIns="4320" rIns="4320" bIns="432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3137760" y="3602160"/>
            <a:ext cx="323064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tIns="-4320" rIns="4320" bIns="-432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505160" y="3242160"/>
            <a:ext cx="11044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79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[report return (stretch)]</a:t>
            </a:r>
            <a:endParaRPr lang="en-AU" sz="7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2982600" y="385452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0" y="0"/>
                </a:moveTo>
                <a:lnTo>
                  <a:pt x="254" y="102"/>
                </a:lnTo>
                <a:lnTo>
                  <a:pt x="0" y="204"/>
                </a:lnTo>
                <a:lnTo>
                  <a:pt x="101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tIns="4320" rIns="4320" bIns="432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1125000" y="389088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tIns="-4320" rIns="4320" bIns="-432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3247200" y="3443400"/>
            <a:ext cx="26766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post DiagnosticReport / ImagingStudy; Task completed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1134360" y="414360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254" y="0"/>
                </a:moveTo>
                <a:lnTo>
                  <a:pt x="0" y="101"/>
                </a:lnTo>
                <a:lnTo>
                  <a:pt x="254" y="203"/>
                </a:lnTo>
                <a:lnTo>
                  <a:pt x="153" y="101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tIns="4320" rIns="4320" bIns="432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1170720" y="41756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189080" y="3732120"/>
            <a:ext cx="4683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 Task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280160" y="4021200"/>
            <a:ext cx="1168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939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Task status = completed</a:t>
            </a:r>
            <a:endParaRPr lang="en-AU" sz="93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66720" y="5645880"/>
            <a:ext cx="72975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Track status through to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Booked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; report return closes the Task (stretch).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177884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666720" y="16668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66720" y="4914720"/>
            <a:ext cx="57240" cy="743400"/>
          </a:xfrm>
          <a:custGeom>
            <a:avLst/>
            <a:gdLst/>
            <a:ahLst/>
            <a:rect l="0" t="0" r="r" b="b"/>
            <a:pathLst>
              <a:path w="159" h="2065">
                <a:moveTo>
                  <a:pt x="0" y="0"/>
                </a:moveTo>
                <a:lnTo>
                  <a:pt x="159" y="0"/>
                </a:lnTo>
                <a:lnTo>
                  <a:pt x="159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942840" y="20001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666720" y="1225080"/>
            <a:ext cx="280296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Standards in scope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942840" y="2438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162080" y="1893240"/>
            <a:ext cx="89956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AU Core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Patient, Practitioner, PractitionerRole, Organization, Condition, Observation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942840" y="28666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162080" y="2331360"/>
            <a:ext cx="9531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AU eRequesting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imaging ServiceRequest, Group + fulﬁlment Task (baseline to align with)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162080" y="2759760"/>
            <a:ext cx="97290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QH FHIR Referrals IG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QH extensions: referral category, urgency, facility identiﬁers </a:t>
            </a:r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(version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42840" y="36763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162080" y="3131280"/>
            <a:ext cx="5047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TBC)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162080" y="3569400"/>
            <a:ext cx="81471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ADHA Provider Directory IG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directory resources and search </a:t>
            </a:r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(spec pending)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162080" y="3998160"/>
            <a:ext cx="54889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FHIR R4 Scheduling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Schedule, Slot, Appointment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8086680" y="4410000"/>
            <a:ext cx="1057320" cy="333720"/>
          </a:xfrm>
          <a:custGeom>
            <a:avLst/>
            <a:gdLst/>
            <a:ahLst/>
            <a:rect l="0" t="0" r="r" b="b"/>
            <a:pathLst>
              <a:path w="2937" h="927">
                <a:moveTo>
                  <a:pt x="0" y="768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779" y="0"/>
                </a:lnTo>
                <a:cubicBezTo>
                  <a:pt x="2789" y="0"/>
                  <a:pt x="2799" y="1"/>
                  <a:pt x="2810" y="3"/>
                </a:cubicBezTo>
                <a:cubicBezTo>
                  <a:pt x="2820" y="5"/>
                  <a:pt x="2830" y="8"/>
                  <a:pt x="2839" y="12"/>
                </a:cubicBezTo>
                <a:cubicBezTo>
                  <a:pt x="2849" y="16"/>
                  <a:pt x="2858" y="21"/>
                  <a:pt x="2867" y="26"/>
                </a:cubicBezTo>
                <a:cubicBezTo>
                  <a:pt x="2876" y="32"/>
                  <a:pt x="2884" y="39"/>
                  <a:pt x="2891" y="46"/>
                </a:cubicBezTo>
                <a:cubicBezTo>
                  <a:pt x="2898" y="54"/>
                  <a:pt x="2905" y="62"/>
                  <a:pt x="2911" y="70"/>
                </a:cubicBezTo>
                <a:cubicBezTo>
                  <a:pt x="2917" y="79"/>
                  <a:pt x="2921" y="88"/>
                  <a:pt x="2925" y="98"/>
                </a:cubicBezTo>
                <a:cubicBezTo>
                  <a:pt x="2929" y="107"/>
                  <a:pt x="2932" y="117"/>
                  <a:pt x="2934" y="127"/>
                </a:cubicBezTo>
                <a:cubicBezTo>
                  <a:pt x="2936" y="138"/>
                  <a:pt x="2937" y="148"/>
                  <a:pt x="2937" y="158"/>
                </a:cubicBezTo>
                <a:lnTo>
                  <a:pt x="2937" y="768"/>
                </a:lnTo>
                <a:cubicBezTo>
                  <a:pt x="2937" y="778"/>
                  <a:pt x="2936" y="789"/>
                  <a:pt x="2934" y="799"/>
                </a:cubicBezTo>
                <a:cubicBezTo>
                  <a:pt x="2932" y="809"/>
                  <a:pt x="2929" y="819"/>
                  <a:pt x="2925" y="829"/>
                </a:cubicBezTo>
                <a:cubicBezTo>
                  <a:pt x="2921" y="838"/>
                  <a:pt x="2917" y="848"/>
                  <a:pt x="2911" y="856"/>
                </a:cubicBezTo>
                <a:cubicBezTo>
                  <a:pt x="2905" y="865"/>
                  <a:pt x="2898" y="873"/>
                  <a:pt x="2891" y="880"/>
                </a:cubicBezTo>
                <a:cubicBezTo>
                  <a:pt x="2884" y="888"/>
                  <a:pt x="2876" y="894"/>
                  <a:pt x="2867" y="900"/>
                </a:cubicBezTo>
                <a:cubicBezTo>
                  <a:pt x="2858" y="906"/>
                  <a:pt x="2849" y="911"/>
                  <a:pt x="2839" y="915"/>
                </a:cubicBezTo>
                <a:cubicBezTo>
                  <a:pt x="2830" y="919"/>
                  <a:pt x="2820" y="922"/>
                  <a:pt x="2810" y="924"/>
                </a:cubicBezTo>
                <a:cubicBezTo>
                  <a:pt x="2799" y="926"/>
                  <a:pt x="2789" y="927"/>
                  <a:pt x="2779" y="927"/>
                </a:cubicBezTo>
                <a:lnTo>
                  <a:pt x="158" y="927"/>
                </a:lnTo>
                <a:cubicBezTo>
                  <a:pt x="148" y="927"/>
                  <a:pt x="138" y="926"/>
                  <a:pt x="127" y="924"/>
                </a:cubicBezTo>
                <a:cubicBezTo>
                  <a:pt x="117" y="922"/>
                  <a:pt x="107" y="919"/>
                  <a:pt x="98" y="915"/>
                </a:cubicBezTo>
                <a:cubicBezTo>
                  <a:pt x="88" y="911"/>
                  <a:pt x="79" y="906"/>
                  <a:pt x="70" y="900"/>
                </a:cubicBezTo>
                <a:cubicBezTo>
                  <a:pt x="62" y="894"/>
                  <a:pt x="53" y="888"/>
                  <a:pt x="46" y="880"/>
                </a:cubicBezTo>
                <a:cubicBezTo>
                  <a:pt x="39" y="873"/>
                  <a:pt x="32" y="865"/>
                  <a:pt x="26" y="856"/>
                </a:cubicBezTo>
                <a:cubicBezTo>
                  <a:pt x="21" y="848"/>
                  <a:pt x="16" y="838"/>
                  <a:pt x="12" y="829"/>
                </a:cubicBezTo>
                <a:cubicBezTo>
                  <a:pt x="8" y="819"/>
                  <a:pt x="5" y="809"/>
                  <a:pt x="3" y="799"/>
                </a:cubicBezTo>
                <a:cubicBezTo>
                  <a:pt x="1" y="789"/>
                  <a:pt x="0" y="778"/>
                  <a:pt x="0" y="768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162080" y="4436280"/>
            <a:ext cx="63579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Bulk Data Access IG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— Qld Health Provider Directory on FHIR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69120" y="4464000"/>
            <a:ext cx="655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$export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9140400" y="4436280"/>
            <a:ext cx="9057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(stretch)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971280" y="5305320"/>
            <a:ext cx="4601160" cy="333720"/>
          </a:xfrm>
          <a:custGeom>
            <a:avLst/>
            <a:gdLst/>
            <a:ahLst/>
            <a:rect l="0" t="0" r="r" b="b"/>
            <a:pathLst>
              <a:path w="12781" h="927">
                <a:moveTo>
                  <a:pt x="0" y="76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2622" y="0"/>
                </a:lnTo>
                <a:cubicBezTo>
                  <a:pt x="12632" y="0"/>
                  <a:pt x="12643" y="1"/>
                  <a:pt x="12653" y="3"/>
                </a:cubicBezTo>
                <a:cubicBezTo>
                  <a:pt x="12663" y="5"/>
                  <a:pt x="12673" y="8"/>
                  <a:pt x="12683" y="12"/>
                </a:cubicBezTo>
                <a:cubicBezTo>
                  <a:pt x="12692" y="16"/>
                  <a:pt x="12701" y="21"/>
                  <a:pt x="12710" y="27"/>
                </a:cubicBezTo>
                <a:cubicBezTo>
                  <a:pt x="12719" y="32"/>
                  <a:pt x="12727" y="39"/>
                  <a:pt x="12734" y="46"/>
                </a:cubicBezTo>
                <a:cubicBezTo>
                  <a:pt x="12741" y="54"/>
                  <a:pt x="12748" y="62"/>
                  <a:pt x="12754" y="70"/>
                </a:cubicBezTo>
                <a:cubicBezTo>
                  <a:pt x="12760" y="79"/>
                  <a:pt x="12765" y="88"/>
                  <a:pt x="12769" y="98"/>
                </a:cubicBezTo>
                <a:cubicBezTo>
                  <a:pt x="12773" y="107"/>
                  <a:pt x="12776" y="117"/>
                  <a:pt x="12778" y="128"/>
                </a:cubicBezTo>
                <a:cubicBezTo>
                  <a:pt x="12780" y="138"/>
                  <a:pt x="12781" y="148"/>
                  <a:pt x="12781" y="159"/>
                </a:cubicBezTo>
                <a:lnTo>
                  <a:pt x="12781" y="768"/>
                </a:lnTo>
                <a:cubicBezTo>
                  <a:pt x="12781" y="779"/>
                  <a:pt x="12780" y="789"/>
                  <a:pt x="12778" y="799"/>
                </a:cubicBezTo>
                <a:cubicBezTo>
                  <a:pt x="12776" y="809"/>
                  <a:pt x="12773" y="819"/>
                  <a:pt x="12769" y="829"/>
                </a:cubicBezTo>
                <a:cubicBezTo>
                  <a:pt x="12765" y="838"/>
                  <a:pt x="12760" y="848"/>
                  <a:pt x="12754" y="856"/>
                </a:cubicBezTo>
                <a:cubicBezTo>
                  <a:pt x="12748" y="865"/>
                  <a:pt x="12741" y="873"/>
                  <a:pt x="12734" y="880"/>
                </a:cubicBezTo>
                <a:cubicBezTo>
                  <a:pt x="12727" y="888"/>
                  <a:pt x="12719" y="894"/>
                  <a:pt x="12710" y="900"/>
                </a:cubicBezTo>
                <a:cubicBezTo>
                  <a:pt x="12701" y="906"/>
                  <a:pt x="12692" y="911"/>
                  <a:pt x="12683" y="915"/>
                </a:cubicBezTo>
                <a:cubicBezTo>
                  <a:pt x="12673" y="919"/>
                  <a:pt x="12663" y="922"/>
                  <a:pt x="12653" y="924"/>
                </a:cubicBezTo>
                <a:cubicBezTo>
                  <a:pt x="12643" y="926"/>
                  <a:pt x="12632" y="927"/>
                  <a:pt x="12622" y="927"/>
                </a:cubicBezTo>
                <a:lnTo>
                  <a:pt x="159" y="927"/>
                </a:lnTo>
                <a:cubicBezTo>
                  <a:pt x="149" y="927"/>
                  <a:pt x="138" y="926"/>
                  <a:pt x="128" y="924"/>
                </a:cubicBezTo>
                <a:cubicBezTo>
                  <a:pt x="118" y="922"/>
                  <a:pt x="108" y="919"/>
                  <a:pt x="98" y="915"/>
                </a:cubicBezTo>
                <a:cubicBezTo>
                  <a:pt x="89" y="911"/>
                  <a:pt x="79" y="906"/>
                  <a:pt x="71" y="900"/>
                </a:cubicBezTo>
                <a:cubicBezTo>
                  <a:pt x="62" y="894"/>
                  <a:pt x="54" y="888"/>
                  <a:pt x="47" y="880"/>
                </a:cubicBezTo>
                <a:cubicBezTo>
                  <a:pt x="39" y="873"/>
                  <a:pt x="33" y="865"/>
                  <a:pt x="27" y="856"/>
                </a:cubicBezTo>
                <a:cubicBezTo>
                  <a:pt x="21" y="848"/>
                  <a:pt x="16" y="838"/>
                  <a:pt x="12" y="829"/>
                </a:cubicBezTo>
                <a:cubicBezTo>
                  <a:pt x="8" y="819"/>
                  <a:pt x="5" y="809"/>
                  <a:pt x="3" y="799"/>
                </a:cubicBezTo>
                <a:cubicBezTo>
                  <a:pt x="1" y="789"/>
                  <a:pt x="0" y="779"/>
                  <a:pt x="0" y="768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971640" y="4960080"/>
            <a:ext cx="71884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Proﬁles for this scenario: the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Radiology Referral and Booking IG</a:t>
            </a:r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 —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055520" y="5359320"/>
            <a:ext cx="3096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github.com/aehrc/radiology-referral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5575320" y="5331600"/>
            <a:ext cx="34023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 (builds on AU eRequesting 1.0.1).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165176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666720" y="19429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666720" y="1491480"/>
            <a:ext cx="420156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Two streams, run in parallel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942840" y="2838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666720" y="2219040"/>
            <a:ext cx="223956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10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Browser core path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162080" y="2731320"/>
            <a:ext cx="90525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Qld Health Provider Directory on FHIR queries, referral creation and booking via a client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942840" y="36385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162080" y="3102840"/>
            <a:ext cx="32731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(Postman / Bruno / test harness)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162080" y="3531600"/>
            <a:ext cx="755568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Right for less-technical participants and anyone with locked-down laptops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942840" y="4724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666720" y="4105080"/>
            <a:ext cx="407880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10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Developer deep dive (~10 people)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942840" y="51624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162080" y="4617360"/>
            <a:ext cx="73332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Local tooling, extending the workﬂow, validation and state management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162080" y="5055480"/>
            <a:ext cx="63306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Laptop permissions and prerequisites shared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the event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1166868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666720" y="195228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676080" y="2143080"/>
            <a:ext cx="1295640" cy="438480"/>
          </a:xfrm>
          <a:custGeom>
            <a:avLst/>
            <a:gdLst/>
            <a:ahLst/>
            <a:rect l="0" t="0" r="r" b="b"/>
            <a:pathLst>
              <a:path w="3599" h="1218">
                <a:moveTo>
                  <a:pt x="0" y="0"/>
                </a:moveTo>
                <a:lnTo>
                  <a:pt x="3599" y="0"/>
                </a:lnTo>
                <a:lnTo>
                  <a:pt x="359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971360" y="2143080"/>
            <a:ext cx="9554040" cy="438480"/>
          </a:xfrm>
          <a:custGeom>
            <a:avLst/>
            <a:gdLst/>
            <a:ahLst/>
            <a:rect l="0" t="0" r="r" b="b"/>
            <a:pathLst>
              <a:path w="26539" h="1218">
                <a:moveTo>
                  <a:pt x="0" y="0"/>
                </a:moveTo>
                <a:lnTo>
                  <a:pt x="26539" y="0"/>
                </a:lnTo>
                <a:lnTo>
                  <a:pt x="2653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676080" y="2143080"/>
            <a:ext cx="1295640" cy="438480"/>
          </a:xfrm>
          <a:custGeom>
            <a:avLst/>
            <a:gdLst/>
            <a:ahLst/>
            <a:rect l="0" t="0" r="r" b="b"/>
            <a:pathLst>
              <a:path w="3599" h="1218">
                <a:moveTo>
                  <a:pt x="0" y="0"/>
                </a:moveTo>
                <a:lnTo>
                  <a:pt x="3599" y="0"/>
                </a:lnTo>
                <a:lnTo>
                  <a:pt x="359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1971360" y="2143080"/>
            <a:ext cx="9554040" cy="438480"/>
          </a:xfrm>
          <a:custGeom>
            <a:avLst/>
            <a:gdLst/>
            <a:ahLst/>
            <a:rect l="0" t="0" r="r" b="b"/>
            <a:pathLst>
              <a:path w="26539" h="1218">
                <a:moveTo>
                  <a:pt x="0" y="0"/>
                </a:moveTo>
                <a:lnTo>
                  <a:pt x="26539" y="0"/>
                </a:lnTo>
                <a:lnTo>
                  <a:pt x="2653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676080" y="2581200"/>
            <a:ext cx="1295640" cy="752760"/>
          </a:xfrm>
          <a:custGeom>
            <a:avLst/>
            <a:gdLst/>
            <a:ahLst/>
            <a:rect l="0" t="0" r="r" b="b"/>
            <a:pathLst>
              <a:path w="3599" h="2091">
                <a:moveTo>
                  <a:pt x="0" y="0"/>
                </a:moveTo>
                <a:lnTo>
                  <a:pt x="3599" y="0"/>
                </a:lnTo>
                <a:lnTo>
                  <a:pt x="359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971360" y="2581200"/>
            <a:ext cx="9554040" cy="752760"/>
          </a:xfrm>
          <a:custGeom>
            <a:avLst/>
            <a:gdLst/>
            <a:ahLst/>
            <a:rect l="0" t="0" r="r" b="b"/>
            <a:pathLst>
              <a:path w="26539" h="2091">
                <a:moveTo>
                  <a:pt x="0" y="0"/>
                </a:moveTo>
                <a:lnTo>
                  <a:pt x="26539" y="0"/>
                </a:lnTo>
                <a:lnTo>
                  <a:pt x="2653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676080" y="3333600"/>
            <a:ext cx="1295640" cy="752760"/>
          </a:xfrm>
          <a:custGeom>
            <a:avLst/>
            <a:gdLst/>
            <a:ahLst/>
            <a:rect l="0" t="0" r="r" b="b"/>
            <a:pathLst>
              <a:path w="3599" h="2091">
                <a:moveTo>
                  <a:pt x="0" y="0"/>
                </a:moveTo>
                <a:lnTo>
                  <a:pt x="3599" y="0"/>
                </a:lnTo>
                <a:lnTo>
                  <a:pt x="359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971360" y="3333600"/>
            <a:ext cx="9554040" cy="752760"/>
          </a:xfrm>
          <a:custGeom>
            <a:avLst/>
            <a:gdLst/>
            <a:ahLst/>
            <a:rect l="0" t="0" r="r" b="b"/>
            <a:pathLst>
              <a:path w="26539" h="2091">
                <a:moveTo>
                  <a:pt x="0" y="0"/>
                </a:moveTo>
                <a:lnTo>
                  <a:pt x="26539" y="0"/>
                </a:lnTo>
                <a:lnTo>
                  <a:pt x="2653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676080" y="4086000"/>
            <a:ext cx="1295640" cy="752760"/>
          </a:xfrm>
          <a:custGeom>
            <a:avLst/>
            <a:gdLst/>
            <a:ahLst/>
            <a:rect l="0" t="0" r="r" b="b"/>
            <a:pathLst>
              <a:path w="3599" h="2091">
                <a:moveTo>
                  <a:pt x="0" y="0"/>
                </a:moveTo>
                <a:lnTo>
                  <a:pt x="3599" y="0"/>
                </a:lnTo>
                <a:lnTo>
                  <a:pt x="359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971360" y="4086000"/>
            <a:ext cx="9554040" cy="752760"/>
          </a:xfrm>
          <a:custGeom>
            <a:avLst/>
            <a:gdLst/>
            <a:ahLst/>
            <a:rect l="0" t="0" r="r" b="b"/>
            <a:pathLst>
              <a:path w="26539" h="2091">
                <a:moveTo>
                  <a:pt x="0" y="0"/>
                </a:moveTo>
                <a:lnTo>
                  <a:pt x="26539" y="0"/>
                </a:lnTo>
                <a:lnTo>
                  <a:pt x="26539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666720" y="213336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666720" y="2133360"/>
            <a:ext cx="1314720" cy="10080"/>
          </a:xfrm>
          <a:custGeom>
            <a:avLst/>
            <a:gdLst/>
            <a:ahLst/>
            <a:rect l="0" t="0" r="r" b="b"/>
            <a:pathLst>
              <a:path w="3652" h="28">
                <a:moveTo>
                  <a:pt x="0" y="0"/>
                </a:moveTo>
                <a:lnTo>
                  <a:pt x="3652" y="0"/>
                </a:lnTo>
                <a:lnTo>
                  <a:pt x="36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971360" y="213336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981080" y="2133360"/>
            <a:ext cx="9544320" cy="10080"/>
          </a:xfrm>
          <a:custGeom>
            <a:avLst/>
            <a:gdLst/>
            <a:ahLst/>
            <a:rect l="0" t="0" r="r" b="b"/>
            <a:pathLst>
              <a:path w="26512" h="28">
                <a:moveTo>
                  <a:pt x="0" y="0"/>
                </a:moveTo>
                <a:lnTo>
                  <a:pt x="26512" y="0"/>
                </a:lnTo>
                <a:lnTo>
                  <a:pt x="26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1515680" y="213336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666720" y="2571480"/>
            <a:ext cx="1314720" cy="10080"/>
          </a:xfrm>
          <a:custGeom>
            <a:avLst/>
            <a:gdLst/>
            <a:ahLst/>
            <a:rect l="0" t="0" r="r" b="b"/>
            <a:pathLst>
              <a:path w="3652" h="28">
                <a:moveTo>
                  <a:pt x="0" y="0"/>
                </a:moveTo>
                <a:lnTo>
                  <a:pt x="3652" y="0"/>
                </a:lnTo>
                <a:lnTo>
                  <a:pt x="36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1981080" y="2571480"/>
            <a:ext cx="9544320" cy="10080"/>
          </a:xfrm>
          <a:custGeom>
            <a:avLst/>
            <a:gdLst/>
            <a:ahLst/>
            <a:rect l="0" t="0" r="r" b="b"/>
            <a:pathLst>
              <a:path w="26512" h="28">
                <a:moveTo>
                  <a:pt x="0" y="0"/>
                </a:moveTo>
                <a:lnTo>
                  <a:pt x="26512" y="0"/>
                </a:lnTo>
                <a:lnTo>
                  <a:pt x="26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666720" y="25812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1971360" y="25812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11515680" y="25812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666720" y="33336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666720" y="3323880"/>
            <a:ext cx="1314720" cy="10080"/>
          </a:xfrm>
          <a:custGeom>
            <a:avLst/>
            <a:gdLst/>
            <a:ahLst/>
            <a:rect l="0" t="0" r="r" b="b"/>
            <a:pathLst>
              <a:path w="3652" h="28">
                <a:moveTo>
                  <a:pt x="0" y="0"/>
                </a:moveTo>
                <a:lnTo>
                  <a:pt x="3652" y="0"/>
                </a:lnTo>
                <a:lnTo>
                  <a:pt x="36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1971360" y="33336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1981080" y="3323880"/>
            <a:ext cx="9544320" cy="10080"/>
          </a:xfrm>
          <a:custGeom>
            <a:avLst/>
            <a:gdLst/>
            <a:ahLst/>
            <a:rect l="0" t="0" r="r" b="b"/>
            <a:pathLst>
              <a:path w="26512" h="28">
                <a:moveTo>
                  <a:pt x="0" y="0"/>
                </a:moveTo>
                <a:lnTo>
                  <a:pt x="26512" y="0"/>
                </a:lnTo>
                <a:lnTo>
                  <a:pt x="26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11515680" y="33336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666720" y="40860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666720" y="4076640"/>
            <a:ext cx="1314720" cy="9720"/>
          </a:xfrm>
          <a:custGeom>
            <a:avLst/>
            <a:gdLst/>
            <a:ahLst/>
            <a:rect l="0" t="0" r="r" b="b"/>
            <a:pathLst>
              <a:path w="3652" h="27">
                <a:moveTo>
                  <a:pt x="0" y="0"/>
                </a:moveTo>
                <a:lnTo>
                  <a:pt x="3652" y="0"/>
                </a:lnTo>
                <a:lnTo>
                  <a:pt x="36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1971360" y="40860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1981080" y="4076640"/>
            <a:ext cx="9544320" cy="9720"/>
          </a:xfrm>
          <a:custGeom>
            <a:avLst/>
            <a:gdLst/>
            <a:ahLst/>
            <a:rect l="0" t="0" r="r" b="b"/>
            <a:pathLst>
              <a:path w="26512" h="27">
                <a:moveTo>
                  <a:pt x="0" y="0"/>
                </a:moveTo>
                <a:lnTo>
                  <a:pt x="26512" y="0"/>
                </a:lnTo>
                <a:lnTo>
                  <a:pt x="26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11515680" y="40860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27" y="0"/>
                </a:lnTo>
                <a:lnTo>
                  <a:pt x="2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666720" y="4829040"/>
            <a:ext cx="1314720" cy="9720"/>
          </a:xfrm>
          <a:custGeom>
            <a:avLst/>
            <a:gdLst/>
            <a:ahLst/>
            <a:rect l="0" t="0" r="r" b="b"/>
            <a:pathLst>
              <a:path w="3652" h="27">
                <a:moveTo>
                  <a:pt x="0" y="0"/>
                </a:moveTo>
                <a:lnTo>
                  <a:pt x="3652" y="0"/>
                </a:lnTo>
                <a:lnTo>
                  <a:pt x="36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1981080" y="4829040"/>
            <a:ext cx="9544320" cy="9720"/>
          </a:xfrm>
          <a:custGeom>
            <a:avLst/>
            <a:gdLst/>
            <a:ahLst/>
            <a:rect l="0" t="0" r="r" b="b"/>
            <a:pathLst>
              <a:path w="26512" h="27">
                <a:moveTo>
                  <a:pt x="0" y="0"/>
                </a:moveTo>
                <a:lnTo>
                  <a:pt x="26512" y="0"/>
                </a:lnTo>
                <a:lnTo>
                  <a:pt x="26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66720" y="1510560"/>
            <a:ext cx="439272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Day 1 — Thursday 29 October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080000" y="2241360"/>
            <a:ext cx="4975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Time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438600" y="2241360"/>
            <a:ext cx="56340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Focus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799920" y="2679840"/>
            <a:ext cx="5526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11:30–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799920" y="2994120"/>
            <a:ext cx="4381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13:00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2102400" y="2679840"/>
            <a:ext cx="77029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Kick-off &amp; environment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scenario intro, roles, Qld Health Provider Directory on FHIR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102400" y="2994120"/>
            <a:ext cx="311796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connectivity, seed data; split streams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799920" y="3432240"/>
            <a:ext cx="5526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14:00–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799920" y="3746520"/>
            <a:ext cx="4381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15:00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102400" y="3594240"/>
            <a:ext cx="795780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Discovery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Qld Health Provider Directory on FHIR queries; resolve the receiving Endpoint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99920" y="4184640"/>
            <a:ext cx="5526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15:30–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799920" y="4498920"/>
            <a:ext cx="4381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17:00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7067520" y="4333680"/>
            <a:ext cx="1105200" cy="267120"/>
          </a:xfrm>
          <a:custGeom>
            <a:avLst/>
            <a:gdLst/>
            <a:ahLst/>
            <a:rect l="0" t="0" r="r" b="b"/>
            <a:pathLst>
              <a:path w="3070" h="742">
                <a:moveTo>
                  <a:pt x="0" y="58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1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1" y="16"/>
                  <a:pt x="2991" y="21"/>
                  <a:pt x="2999" y="27"/>
                </a:cubicBezTo>
                <a:cubicBezTo>
                  <a:pt x="3008" y="33"/>
                  <a:pt x="3016" y="39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79"/>
                  <a:pt x="3054" y="88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8"/>
                  <a:pt x="3070" y="159"/>
                </a:cubicBezTo>
                <a:lnTo>
                  <a:pt x="3070" y="583"/>
                </a:lnTo>
                <a:cubicBezTo>
                  <a:pt x="3070" y="594"/>
                  <a:pt x="3069" y="604"/>
                  <a:pt x="3067" y="614"/>
                </a:cubicBezTo>
                <a:cubicBezTo>
                  <a:pt x="3065" y="624"/>
                  <a:pt x="3062" y="634"/>
                  <a:pt x="3058" y="644"/>
                </a:cubicBezTo>
                <a:cubicBezTo>
                  <a:pt x="3054" y="654"/>
                  <a:pt x="3049" y="663"/>
                  <a:pt x="3043" y="671"/>
                </a:cubicBezTo>
                <a:cubicBezTo>
                  <a:pt x="3037" y="680"/>
                  <a:pt x="3031" y="688"/>
                  <a:pt x="3023" y="695"/>
                </a:cubicBezTo>
                <a:cubicBezTo>
                  <a:pt x="3016" y="703"/>
                  <a:pt x="3008" y="709"/>
                  <a:pt x="2999" y="715"/>
                </a:cubicBezTo>
                <a:cubicBezTo>
                  <a:pt x="2991" y="721"/>
                  <a:pt x="2981" y="726"/>
                  <a:pt x="2972" y="730"/>
                </a:cubicBezTo>
                <a:cubicBezTo>
                  <a:pt x="2962" y="734"/>
                  <a:pt x="2952" y="737"/>
                  <a:pt x="2942" y="739"/>
                </a:cubicBezTo>
                <a:cubicBezTo>
                  <a:pt x="2932" y="741"/>
                  <a:pt x="2921" y="742"/>
                  <a:pt x="2911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1" y="709"/>
                  <a:pt x="53" y="703"/>
                  <a:pt x="46" y="695"/>
                </a:cubicBezTo>
                <a:cubicBezTo>
                  <a:pt x="39" y="688"/>
                  <a:pt x="32" y="680"/>
                  <a:pt x="26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102400" y="4346640"/>
            <a:ext cx="456048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Referral creation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ServiceRequest + Task Bundle; 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137720" y="4372200"/>
            <a:ext cx="656640" cy="20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41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$validate</a:t>
            </a:r>
            <a:endParaRPr lang="en-AU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8173800" y="4346640"/>
            <a:ext cx="79992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on HAPI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666720" y="5036400"/>
            <a:ext cx="72306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(Plenaries 9:00–10:30, morning tea 11:00, lunch 13:00, afternoon tea 15:00.)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165176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676080" y="239076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2095200" y="239076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676080" y="239076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095200" y="239076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676080" y="282888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2095200" y="282888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676080" y="326700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2095200" y="326700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676080" y="370512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2095200" y="370512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676080" y="4143240"/>
            <a:ext cx="1419480" cy="438480"/>
          </a:xfrm>
          <a:custGeom>
            <a:avLst/>
            <a:gdLst/>
            <a:ahLst/>
            <a:rect l="0" t="0" r="r" b="b"/>
            <a:pathLst>
              <a:path w="3943" h="1218">
                <a:moveTo>
                  <a:pt x="0" y="0"/>
                </a:moveTo>
                <a:lnTo>
                  <a:pt x="3943" y="0"/>
                </a:lnTo>
                <a:lnTo>
                  <a:pt x="3943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2095200" y="4143240"/>
            <a:ext cx="6534720" cy="438480"/>
          </a:xfrm>
          <a:custGeom>
            <a:avLst/>
            <a:gdLst/>
            <a:ahLst/>
            <a:rect l="0" t="0" r="r" b="b"/>
            <a:pathLst>
              <a:path w="18152" h="1218">
                <a:moveTo>
                  <a:pt x="0" y="0"/>
                </a:moveTo>
                <a:lnTo>
                  <a:pt x="18152" y="0"/>
                </a:lnTo>
                <a:lnTo>
                  <a:pt x="181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666720" y="239076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208584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2095200" y="239076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86198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666720" y="28288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2095200" y="282888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08584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86198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666720" y="326700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08584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2095200" y="326700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86198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666720" y="370512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208584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2095200" y="370512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86198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666720" y="414324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208584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2095200" y="414324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86198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666720" y="458136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2095200" y="4581360"/>
            <a:ext cx="6534720" cy="9720"/>
          </a:xfrm>
          <a:custGeom>
            <a:avLst/>
            <a:gdLst/>
            <a:ahLst/>
            <a:rect l="0" t="0" r="r" b="b"/>
            <a:pathLst>
              <a:path w="18152" h="27">
                <a:moveTo>
                  <a:pt x="0" y="0"/>
                </a:moveTo>
                <a:lnTo>
                  <a:pt x="18152" y="0"/>
                </a:lnTo>
                <a:lnTo>
                  <a:pt x="181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666720" y="1758240"/>
            <a:ext cx="394956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Day 2 — Friday 30 October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140120" y="2498760"/>
            <a:ext cx="4975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Time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052960" y="2498760"/>
            <a:ext cx="56340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Focus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99920" y="2936880"/>
            <a:ext cx="8928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9:30–10:30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2222640" y="2936880"/>
            <a:ext cx="59317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Filler triage &amp; availability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accept / reject / on-hold; publish Slots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99920" y="3375000"/>
            <a:ext cx="9900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11:00–12:30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2222640" y="3375000"/>
            <a:ext cx="571248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Booking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Appointment, conﬁrm, cancel &amp; rebook, negative tests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799920" y="3813120"/>
            <a:ext cx="9900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13:30–15:00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22640" y="3813120"/>
            <a:ext cx="37285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Status tracking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end-to-end + stretch goals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799920" y="4251240"/>
            <a:ext cx="990000" cy="237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15:30–16:30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2222640" y="4251240"/>
            <a:ext cx="321804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Show and Tell!</a:t>
            </a:r>
            <a:r>
              <a:rPr lang="en-AU" sz="16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demo the full ﬂow</a:t>
            </a:r>
            <a:endParaRPr lang="en-AU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666720" y="4788720"/>
            <a:ext cx="74304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(Recap 9:00, morning tea 10:30, lunch 12:30, afternoon tea 15:00, close 16:30.)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1165176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666720" y="255240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942840" y="28857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66720" y="2101320"/>
            <a:ext cx="222624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Getting started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942840" y="33145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162080" y="2778840"/>
            <a:ext cx="9216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Servers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AU" sz="1950" b="0" i="1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(conﬁrm 2026 URLs) 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— secured &amp; open FHIR endpoints on the shared HAPI server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8991360" y="3190680"/>
            <a:ext cx="1857960" cy="324360"/>
          </a:xfrm>
          <a:custGeom>
            <a:avLst/>
            <a:gdLst/>
            <a:ahLst/>
            <a:rect l="0" t="0" r="r" b="b"/>
            <a:pathLst>
              <a:path w="5161" h="901">
                <a:moveTo>
                  <a:pt x="0" y="74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161" y="0"/>
                </a:lnTo>
                <a:lnTo>
                  <a:pt x="5161" y="901"/>
                </a:ln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3"/>
                  <a:pt x="98" y="889"/>
                </a:cubicBezTo>
                <a:cubicBezTo>
                  <a:pt x="89" y="885"/>
                  <a:pt x="79" y="880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3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3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162080" y="3207600"/>
            <a:ext cx="75063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Every Qld Health Provider Directory on FHIR request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sends header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1161720" y="3562200"/>
            <a:ext cx="1229400" cy="324000"/>
          </a:xfrm>
          <a:custGeom>
            <a:avLst/>
            <a:gdLst/>
            <a:ahLst/>
            <a:rect l="0" t="0" r="r" b="b"/>
            <a:pathLst>
              <a:path w="3415" h="900">
                <a:moveTo>
                  <a:pt x="0" y="0"/>
                </a:move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2"/>
                  <a:pt x="3361" y="39"/>
                  <a:pt x="3368" y="46"/>
                </a:cubicBezTo>
                <a:cubicBezTo>
                  <a:pt x="3375" y="54"/>
                  <a:pt x="3382" y="62"/>
                  <a:pt x="3388" y="70"/>
                </a:cubicBezTo>
                <a:cubicBezTo>
                  <a:pt x="3394" y="79"/>
                  <a:pt x="3398" y="88"/>
                  <a:pt x="3402" y="98"/>
                </a:cubicBezTo>
                <a:cubicBezTo>
                  <a:pt x="3406" y="108"/>
                  <a:pt x="3409" y="117"/>
                  <a:pt x="3411" y="128"/>
                </a:cubicBezTo>
                <a:cubicBezTo>
                  <a:pt x="3414" y="138"/>
                  <a:pt x="3415" y="148"/>
                  <a:pt x="3415" y="159"/>
                </a:cubicBezTo>
                <a:lnTo>
                  <a:pt x="3415" y="742"/>
                </a:lnTo>
                <a:cubicBezTo>
                  <a:pt x="3415" y="752"/>
                  <a:pt x="3414" y="762"/>
                  <a:pt x="3411" y="773"/>
                </a:cubicBezTo>
                <a:cubicBezTo>
                  <a:pt x="3409" y="783"/>
                  <a:pt x="3406" y="793"/>
                  <a:pt x="3402" y="803"/>
                </a:cubicBezTo>
                <a:cubicBezTo>
                  <a:pt x="3398" y="812"/>
                  <a:pt x="3394" y="821"/>
                  <a:pt x="3388" y="830"/>
                </a:cubicBezTo>
                <a:cubicBezTo>
                  <a:pt x="3382" y="839"/>
                  <a:pt x="3375" y="847"/>
                  <a:pt x="3368" y="854"/>
                </a:cubicBezTo>
                <a:cubicBezTo>
                  <a:pt x="3361" y="861"/>
                  <a:pt x="3353" y="868"/>
                  <a:pt x="3344" y="874"/>
                </a:cubicBezTo>
                <a:cubicBezTo>
                  <a:pt x="3335" y="880"/>
                  <a:pt x="3326" y="884"/>
                  <a:pt x="3317" y="888"/>
                </a:cubicBezTo>
                <a:cubicBezTo>
                  <a:pt x="3307" y="892"/>
                  <a:pt x="3297" y="895"/>
                  <a:pt x="3287" y="897"/>
                </a:cubicBezTo>
                <a:cubicBezTo>
                  <a:pt x="3277" y="899"/>
                  <a:pt x="3266" y="900"/>
                  <a:pt x="3256" y="900"/>
                </a:cubicBez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9077760" y="3244680"/>
            <a:ext cx="1272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X-Request-ID: 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942840" y="41241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162080" y="3616200"/>
            <a:ext cx="989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&lt;UUID v4&gt;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6667200" y="3990960"/>
            <a:ext cx="1305360" cy="333720"/>
          </a:xfrm>
          <a:custGeom>
            <a:avLst/>
            <a:gdLst/>
            <a:ahLst/>
            <a:rect l="0" t="0" r="r" b="b"/>
            <a:pathLst>
              <a:path w="3626" h="927">
                <a:moveTo>
                  <a:pt x="0" y="768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9" y="5"/>
                  <a:pt x="3518" y="8"/>
                  <a:pt x="3528" y="12"/>
                </a:cubicBezTo>
                <a:cubicBezTo>
                  <a:pt x="3538" y="16"/>
                  <a:pt x="3547" y="21"/>
                  <a:pt x="3556" y="26"/>
                </a:cubicBezTo>
                <a:cubicBezTo>
                  <a:pt x="3564" y="32"/>
                  <a:pt x="3572" y="39"/>
                  <a:pt x="3580" y="46"/>
                </a:cubicBezTo>
                <a:cubicBezTo>
                  <a:pt x="3587" y="53"/>
                  <a:pt x="3594" y="61"/>
                  <a:pt x="3599" y="70"/>
                </a:cubicBezTo>
                <a:cubicBezTo>
                  <a:pt x="3605" y="79"/>
                  <a:pt x="3610" y="88"/>
                  <a:pt x="3614" y="98"/>
                </a:cubicBezTo>
                <a:cubicBezTo>
                  <a:pt x="3618" y="107"/>
                  <a:pt x="3621" y="117"/>
                  <a:pt x="3623" y="127"/>
                </a:cubicBezTo>
                <a:cubicBezTo>
                  <a:pt x="3625" y="138"/>
                  <a:pt x="3626" y="148"/>
                  <a:pt x="3626" y="158"/>
                </a:cubicBezTo>
                <a:lnTo>
                  <a:pt x="3626" y="768"/>
                </a:lnTo>
                <a:cubicBezTo>
                  <a:pt x="3626" y="778"/>
                  <a:pt x="3625" y="789"/>
                  <a:pt x="3623" y="799"/>
                </a:cubicBezTo>
                <a:cubicBezTo>
                  <a:pt x="3621" y="809"/>
                  <a:pt x="3618" y="819"/>
                  <a:pt x="3614" y="829"/>
                </a:cubicBezTo>
                <a:cubicBezTo>
                  <a:pt x="3610" y="838"/>
                  <a:pt x="3605" y="847"/>
                  <a:pt x="3599" y="856"/>
                </a:cubicBezTo>
                <a:cubicBezTo>
                  <a:pt x="3594" y="865"/>
                  <a:pt x="3587" y="873"/>
                  <a:pt x="3580" y="880"/>
                </a:cubicBezTo>
                <a:cubicBezTo>
                  <a:pt x="3572" y="887"/>
                  <a:pt x="3564" y="894"/>
                  <a:pt x="3556" y="900"/>
                </a:cubicBezTo>
                <a:cubicBezTo>
                  <a:pt x="3547" y="906"/>
                  <a:pt x="3538" y="911"/>
                  <a:pt x="3528" y="914"/>
                </a:cubicBezTo>
                <a:cubicBezTo>
                  <a:pt x="3518" y="918"/>
                  <a:pt x="3509" y="921"/>
                  <a:pt x="3498" y="924"/>
                </a:cubicBezTo>
                <a:cubicBezTo>
                  <a:pt x="3488" y="926"/>
                  <a:pt x="3478" y="927"/>
                  <a:pt x="3467" y="927"/>
                </a:cubicBezTo>
                <a:lnTo>
                  <a:pt x="159" y="927"/>
                </a:lnTo>
                <a:cubicBezTo>
                  <a:pt x="149" y="927"/>
                  <a:pt x="138" y="926"/>
                  <a:pt x="128" y="924"/>
                </a:cubicBezTo>
                <a:cubicBezTo>
                  <a:pt x="118" y="921"/>
                  <a:pt x="108" y="918"/>
                  <a:pt x="98" y="914"/>
                </a:cubicBezTo>
                <a:cubicBezTo>
                  <a:pt x="89" y="911"/>
                  <a:pt x="80" y="906"/>
                  <a:pt x="71" y="900"/>
                </a:cubicBezTo>
                <a:cubicBezTo>
                  <a:pt x="62" y="894"/>
                  <a:pt x="54" y="887"/>
                  <a:pt x="47" y="880"/>
                </a:cubicBezTo>
                <a:cubicBezTo>
                  <a:pt x="39" y="873"/>
                  <a:pt x="33" y="865"/>
                  <a:pt x="27" y="856"/>
                </a:cubicBezTo>
                <a:cubicBezTo>
                  <a:pt x="21" y="847"/>
                  <a:pt x="16" y="838"/>
                  <a:pt x="12" y="829"/>
                </a:cubicBezTo>
                <a:cubicBezTo>
                  <a:pt x="8" y="819"/>
                  <a:pt x="5" y="809"/>
                  <a:pt x="3" y="799"/>
                </a:cubicBezTo>
                <a:cubicBezTo>
                  <a:pt x="1" y="789"/>
                  <a:pt x="0" y="778"/>
                  <a:pt x="0" y="768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162080" y="4017240"/>
            <a:ext cx="514296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Validate against the QH IG / AU eRequesting with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942840" y="45529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6748200" y="4044960"/>
            <a:ext cx="774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$validate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162080" y="4446000"/>
            <a:ext cx="707688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Bring your laptop, synthetic data, and your ideas — nothing sensitive!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1165176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666720" y="21049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666720" y="484812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942840" y="2438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666720" y="1653480"/>
            <a:ext cx="4800240" cy="41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5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Open decisions (before we start)</a:t>
            </a:r>
            <a:endParaRPr lang="en-AU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162080" y="2331360"/>
            <a:ext cx="88707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Qld Health Provider Directory on FHIR access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SIT credentials &amp; onboarding for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162080" y="2702880"/>
            <a:ext cx="120924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participants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162080" y="3131280"/>
            <a:ext cx="9692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Directory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HiraginoSans-W5"/>
                <a:ea typeface="HiraginoSans-W5"/>
              </a:rPr>
              <a:t>↔ </a:t>
            </a:r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referral server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test Endpoints in the Qld Health Provider Directory on FHIR,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942840" y="4047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162080" y="3502800"/>
            <a:ext cx="16596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or a local mirror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942840" y="4476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1162080" y="3940920"/>
            <a:ext cx="6970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Who books?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referrer directly, or ﬁller after triage (support both?)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162080" y="4369680"/>
            <a:ext cx="89578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1" u="none" strike="noStrike">
                <a:solidFill>
                  <a:srgbClr val="1E22AA"/>
                </a:solidFill>
                <a:effectLst/>
                <a:uFillTx/>
                <a:latin typeface="Arial"/>
                <a:ea typeface="Arial"/>
              </a:rPr>
              <a:t>Transport &amp; security</a:t>
            </a:r>
            <a:r>
              <a:rPr lang="en-AU" sz="1950" b="0" u="none" strike="noStrike">
                <a:solidFill>
                  <a:srgbClr val="001D34"/>
                </a:solidFill>
                <a:effectLst/>
                <a:uFillTx/>
                <a:latin typeface="Arial"/>
                <a:ea typeface="Arial"/>
              </a:rPr>
              <a:t> — shared HAPI vs push to discovered endpoint; open vs SMART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4619520" y="4876560"/>
            <a:ext cx="1943280" cy="324360"/>
          </a:xfrm>
          <a:custGeom>
            <a:avLst/>
            <a:gdLst/>
            <a:ahLst/>
            <a:rect l="0" t="0" r="r" b="b"/>
            <a:pathLst>
              <a:path w="5398" h="901">
                <a:moveTo>
                  <a:pt x="0" y="74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0" y="1"/>
                  <a:pt x="5271" y="3"/>
                </a:cubicBezTo>
                <a:cubicBezTo>
                  <a:pt x="5281" y="5"/>
                  <a:pt x="5291" y="8"/>
                  <a:pt x="5300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6" y="33"/>
                  <a:pt x="5344" y="39"/>
                  <a:pt x="5352" y="47"/>
                </a:cubicBezTo>
                <a:cubicBezTo>
                  <a:pt x="5359" y="54"/>
                  <a:pt x="5366" y="62"/>
                  <a:pt x="5372" y="71"/>
                </a:cubicBezTo>
                <a:cubicBezTo>
                  <a:pt x="5377" y="79"/>
                  <a:pt x="5382" y="89"/>
                  <a:pt x="5386" y="98"/>
                </a:cubicBezTo>
                <a:cubicBezTo>
                  <a:pt x="5390" y="108"/>
                  <a:pt x="5393" y="118"/>
                  <a:pt x="5395" y="128"/>
                </a:cubicBezTo>
                <a:cubicBezTo>
                  <a:pt x="5397" y="138"/>
                  <a:pt x="5398" y="148"/>
                  <a:pt x="5398" y="159"/>
                </a:cubicBezTo>
                <a:lnTo>
                  <a:pt x="5398" y="742"/>
                </a:lnTo>
                <a:cubicBezTo>
                  <a:pt x="5398" y="752"/>
                  <a:pt x="5397" y="763"/>
                  <a:pt x="5395" y="773"/>
                </a:cubicBezTo>
                <a:cubicBezTo>
                  <a:pt x="5393" y="783"/>
                  <a:pt x="5390" y="793"/>
                  <a:pt x="5386" y="803"/>
                </a:cubicBezTo>
                <a:cubicBezTo>
                  <a:pt x="5382" y="812"/>
                  <a:pt x="5377" y="822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4" y="862"/>
                  <a:pt x="5336" y="868"/>
                  <a:pt x="5328" y="874"/>
                </a:cubicBezTo>
                <a:cubicBezTo>
                  <a:pt x="5319" y="880"/>
                  <a:pt x="5310" y="885"/>
                  <a:pt x="5300" y="889"/>
                </a:cubicBezTo>
                <a:cubicBezTo>
                  <a:pt x="5291" y="893"/>
                  <a:pt x="5281" y="896"/>
                  <a:pt x="5271" y="898"/>
                </a:cubicBezTo>
                <a:cubicBezTo>
                  <a:pt x="5260" y="900"/>
                  <a:pt x="5250" y="901"/>
                  <a:pt x="5240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7" y="896"/>
                  <a:pt x="107" y="893"/>
                  <a:pt x="98" y="889"/>
                </a:cubicBezTo>
                <a:cubicBezTo>
                  <a:pt x="88" y="885"/>
                  <a:pt x="79" y="880"/>
                  <a:pt x="70" y="874"/>
                </a:cubicBezTo>
                <a:cubicBezTo>
                  <a:pt x="62" y="868"/>
                  <a:pt x="54" y="862"/>
                  <a:pt x="46" y="854"/>
                </a:cubicBezTo>
                <a:cubicBezTo>
                  <a:pt x="39" y="847"/>
                  <a:pt x="32" y="839"/>
                  <a:pt x="27" y="830"/>
                </a:cubicBezTo>
                <a:cubicBezTo>
                  <a:pt x="21" y="822"/>
                  <a:pt x="16" y="812"/>
                  <a:pt x="12" y="803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3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971640" y="4893480"/>
            <a:ext cx="333000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Tracked as GitHub issues on the 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4708080" y="4930560"/>
            <a:ext cx="1172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66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track:services</a:t>
            </a:r>
            <a:endParaRPr lang="en-AU" sz="166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566400" y="4893480"/>
            <a:ext cx="596520" cy="283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950" b="0" u="none" strike="noStrike">
                <a:solidFill>
                  <a:srgbClr val="59636E"/>
                </a:solidFill>
                <a:effectLst/>
                <a:uFillTx/>
                <a:latin typeface="Arial"/>
                <a:ea typeface="Arial"/>
              </a:rPr>
              <a:t> label.</a:t>
            </a:r>
            <a:endParaRPr lang="en-AU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1651760" y="6358320"/>
            <a:ext cx="228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66720" y="1578600"/>
            <a:ext cx="2912040" cy="66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40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Let's build it</a:t>
            </a:r>
            <a:endParaRPr lang="en-AU" sz="4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66720" y="2592360"/>
            <a:ext cx="4796640" cy="37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2250" b="1" u="none" strike="noStrike">
                <a:solidFill>
                  <a:srgbClr val="00A9CE"/>
                </a:solidFill>
                <a:effectLst/>
                <a:uFillTx/>
                <a:latin typeface="Arial"/>
                <a:ea typeface="Arial"/>
              </a:rPr>
              <a:t>Questions, ideas, and let's FHIR it up</a:t>
            </a:r>
            <a:endParaRPr lang="en-AU" sz="2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1885680" y="3171600"/>
            <a:ext cx="3896280" cy="305280"/>
          </a:xfrm>
          <a:custGeom>
            <a:avLst/>
            <a:gdLst/>
            <a:ahLst/>
            <a:rect l="0" t="0" r="r" b="b"/>
            <a:pathLst>
              <a:path w="10823" h="848">
                <a:moveTo>
                  <a:pt x="0" y="689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0664" y="0"/>
                </a:lnTo>
                <a:cubicBezTo>
                  <a:pt x="10674" y="0"/>
                  <a:pt x="10685" y="1"/>
                  <a:pt x="10695" y="3"/>
                </a:cubicBezTo>
                <a:cubicBezTo>
                  <a:pt x="10705" y="5"/>
                  <a:pt x="10715" y="8"/>
                  <a:pt x="10725" y="12"/>
                </a:cubicBezTo>
                <a:cubicBezTo>
                  <a:pt x="10734" y="16"/>
                  <a:pt x="10743" y="21"/>
                  <a:pt x="10752" y="27"/>
                </a:cubicBezTo>
                <a:cubicBezTo>
                  <a:pt x="10761" y="33"/>
                  <a:pt x="10769" y="39"/>
                  <a:pt x="10776" y="47"/>
                </a:cubicBezTo>
                <a:cubicBezTo>
                  <a:pt x="10784" y="54"/>
                  <a:pt x="10790" y="62"/>
                  <a:pt x="10796" y="71"/>
                </a:cubicBezTo>
                <a:cubicBezTo>
                  <a:pt x="10802" y="80"/>
                  <a:pt x="10807" y="89"/>
                  <a:pt x="10811" y="99"/>
                </a:cubicBezTo>
                <a:cubicBezTo>
                  <a:pt x="10815" y="109"/>
                  <a:pt x="10818" y="119"/>
                  <a:pt x="10820" y="129"/>
                </a:cubicBezTo>
                <a:cubicBezTo>
                  <a:pt x="10822" y="139"/>
                  <a:pt x="10823" y="149"/>
                  <a:pt x="10823" y="160"/>
                </a:cubicBezTo>
                <a:lnTo>
                  <a:pt x="10823" y="689"/>
                </a:lnTo>
                <a:cubicBezTo>
                  <a:pt x="10823" y="699"/>
                  <a:pt x="10822" y="710"/>
                  <a:pt x="10820" y="720"/>
                </a:cubicBezTo>
                <a:cubicBezTo>
                  <a:pt x="10818" y="730"/>
                  <a:pt x="10815" y="740"/>
                  <a:pt x="10811" y="750"/>
                </a:cubicBezTo>
                <a:cubicBezTo>
                  <a:pt x="10807" y="759"/>
                  <a:pt x="10802" y="769"/>
                  <a:pt x="10796" y="777"/>
                </a:cubicBezTo>
                <a:cubicBezTo>
                  <a:pt x="10790" y="786"/>
                  <a:pt x="10784" y="794"/>
                  <a:pt x="10776" y="801"/>
                </a:cubicBezTo>
                <a:cubicBezTo>
                  <a:pt x="10769" y="809"/>
                  <a:pt x="10761" y="815"/>
                  <a:pt x="10752" y="821"/>
                </a:cubicBezTo>
                <a:cubicBezTo>
                  <a:pt x="10743" y="827"/>
                  <a:pt x="10734" y="832"/>
                  <a:pt x="10725" y="836"/>
                </a:cubicBezTo>
                <a:cubicBezTo>
                  <a:pt x="10715" y="840"/>
                  <a:pt x="10705" y="843"/>
                  <a:pt x="10695" y="845"/>
                </a:cubicBezTo>
                <a:cubicBezTo>
                  <a:pt x="10685" y="847"/>
                  <a:pt x="10674" y="848"/>
                  <a:pt x="10664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666720" y="3186360"/>
            <a:ext cx="11268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Repository: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1964160" y="3218040"/>
            <a:ext cx="2808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github.com/aehrc/qh-connectathon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6143400" y="3171600"/>
            <a:ext cx="3667680" cy="305280"/>
          </a:xfrm>
          <a:custGeom>
            <a:avLst/>
            <a:gdLst/>
            <a:ahLst/>
            <a:rect l="0" t="0" r="r" b="b"/>
            <a:pathLst>
              <a:path w="10188" h="848">
                <a:moveTo>
                  <a:pt x="0" y="689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0029" y="0"/>
                </a:lnTo>
                <a:cubicBezTo>
                  <a:pt x="10039" y="0"/>
                  <a:pt x="10050" y="1"/>
                  <a:pt x="10060" y="3"/>
                </a:cubicBezTo>
                <a:cubicBezTo>
                  <a:pt x="10070" y="5"/>
                  <a:pt x="10080" y="8"/>
                  <a:pt x="10090" y="12"/>
                </a:cubicBezTo>
                <a:cubicBezTo>
                  <a:pt x="10099" y="16"/>
                  <a:pt x="10108" y="21"/>
                  <a:pt x="10117" y="27"/>
                </a:cubicBezTo>
                <a:cubicBezTo>
                  <a:pt x="10126" y="33"/>
                  <a:pt x="10134" y="39"/>
                  <a:pt x="10141" y="47"/>
                </a:cubicBezTo>
                <a:cubicBezTo>
                  <a:pt x="10148" y="54"/>
                  <a:pt x="10155" y="62"/>
                  <a:pt x="10161" y="71"/>
                </a:cubicBezTo>
                <a:cubicBezTo>
                  <a:pt x="10167" y="80"/>
                  <a:pt x="10172" y="89"/>
                  <a:pt x="10175" y="99"/>
                </a:cubicBezTo>
                <a:cubicBezTo>
                  <a:pt x="10179" y="109"/>
                  <a:pt x="10182" y="119"/>
                  <a:pt x="10185" y="129"/>
                </a:cubicBezTo>
                <a:cubicBezTo>
                  <a:pt x="10187" y="139"/>
                  <a:pt x="10188" y="149"/>
                  <a:pt x="10188" y="160"/>
                </a:cubicBezTo>
                <a:lnTo>
                  <a:pt x="10188" y="689"/>
                </a:lnTo>
                <a:cubicBezTo>
                  <a:pt x="10188" y="699"/>
                  <a:pt x="10187" y="710"/>
                  <a:pt x="10185" y="720"/>
                </a:cubicBezTo>
                <a:cubicBezTo>
                  <a:pt x="10182" y="730"/>
                  <a:pt x="10179" y="740"/>
                  <a:pt x="10175" y="750"/>
                </a:cubicBezTo>
                <a:cubicBezTo>
                  <a:pt x="10172" y="759"/>
                  <a:pt x="10167" y="769"/>
                  <a:pt x="10161" y="777"/>
                </a:cubicBezTo>
                <a:cubicBezTo>
                  <a:pt x="10155" y="786"/>
                  <a:pt x="10148" y="794"/>
                  <a:pt x="10141" y="801"/>
                </a:cubicBezTo>
                <a:cubicBezTo>
                  <a:pt x="10134" y="809"/>
                  <a:pt x="10126" y="815"/>
                  <a:pt x="10117" y="821"/>
                </a:cubicBezTo>
                <a:cubicBezTo>
                  <a:pt x="10108" y="827"/>
                  <a:pt x="10099" y="832"/>
                  <a:pt x="10090" y="836"/>
                </a:cubicBezTo>
                <a:cubicBezTo>
                  <a:pt x="10080" y="840"/>
                  <a:pt x="10070" y="843"/>
                  <a:pt x="10060" y="845"/>
                </a:cubicBezTo>
                <a:cubicBezTo>
                  <a:pt x="10050" y="847"/>
                  <a:pt x="10039" y="848"/>
                  <a:pt x="10029" y="848"/>
                </a:cubicBezTo>
                <a:lnTo>
                  <a:pt x="159" y="848"/>
                </a:lnTo>
                <a:cubicBezTo>
                  <a:pt x="148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8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785560" y="3186360"/>
            <a:ext cx="3733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LucidaGrande"/>
                <a:ea typeface="LucidaGrande"/>
              </a:rPr>
              <a:t>→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6219000" y="3218040"/>
            <a:ext cx="2549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2026-10-29/2-FHIR-For-Services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037880" y="3666960"/>
            <a:ext cx="4248720" cy="305280"/>
          </a:xfrm>
          <a:custGeom>
            <a:avLst/>
            <a:gdLst/>
            <a:ahLst/>
            <a:rect l="0" t="0" r="r" b="b"/>
            <a:pathLst>
              <a:path w="11802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8"/>
                  <a:pt x="21" y="79"/>
                  <a:pt x="27" y="71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1643" y="0"/>
                </a:lnTo>
                <a:cubicBezTo>
                  <a:pt x="11654" y="0"/>
                  <a:pt x="11664" y="1"/>
                  <a:pt x="11674" y="3"/>
                </a:cubicBezTo>
                <a:cubicBezTo>
                  <a:pt x="11684" y="5"/>
                  <a:pt x="11694" y="8"/>
                  <a:pt x="11704" y="12"/>
                </a:cubicBezTo>
                <a:cubicBezTo>
                  <a:pt x="11714" y="16"/>
                  <a:pt x="11723" y="21"/>
                  <a:pt x="11731" y="27"/>
                </a:cubicBezTo>
                <a:cubicBezTo>
                  <a:pt x="11740" y="33"/>
                  <a:pt x="11748" y="39"/>
                  <a:pt x="11755" y="46"/>
                </a:cubicBezTo>
                <a:cubicBezTo>
                  <a:pt x="11763" y="54"/>
                  <a:pt x="11769" y="62"/>
                  <a:pt x="11775" y="71"/>
                </a:cubicBezTo>
                <a:cubicBezTo>
                  <a:pt x="11781" y="79"/>
                  <a:pt x="11786" y="88"/>
                  <a:pt x="11790" y="98"/>
                </a:cubicBezTo>
                <a:cubicBezTo>
                  <a:pt x="11794" y="108"/>
                  <a:pt x="11797" y="118"/>
                  <a:pt x="11799" y="128"/>
                </a:cubicBezTo>
                <a:cubicBezTo>
                  <a:pt x="11801" y="138"/>
                  <a:pt x="11802" y="148"/>
                  <a:pt x="11802" y="159"/>
                </a:cubicBezTo>
                <a:lnTo>
                  <a:pt x="11802" y="689"/>
                </a:lnTo>
                <a:cubicBezTo>
                  <a:pt x="11802" y="699"/>
                  <a:pt x="11801" y="710"/>
                  <a:pt x="11799" y="720"/>
                </a:cubicBezTo>
                <a:cubicBezTo>
                  <a:pt x="11797" y="730"/>
                  <a:pt x="11794" y="740"/>
                  <a:pt x="11790" y="750"/>
                </a:cubicBezTo>
                <a:cubicBezTo>
                  <a:pt x="11786" y="759"/>
                  <a:pt x="11781" y="768"/>
                  <a:pt x="11775" y="777"/>
                </a:cubicBezTo>
                <a:cubicBezTo>
                  <a:pt x="11769" y="786"/>
                  <a:pt x="11763" y="794"/>
                  <a:pt x="11755" y="801"/>
                </a:cubicBezTo>
                <a:cubicBezTo>
                  <a:pt x="11748" y="808"/>
                  <a:pt x="11740" y="815"/>
                  <a:pt x="11731" y="821"/>
                </a:cubicBezTo>
                <a:cubicBezTo>
                  <a:pt x="11723" y="827"/>
                  <a:pt x="11714" y="832"/>
                  <a:pt x="11704" y="836"/>
                </a:cubicBezTo>
                <a:cubicBezTo>
                  <a:pt x="11694" y="840"/>
                  <a:pt x="11684" y="843"/>
                  <a:pt x="11674" y="845"/>
                </a:cubicBezTo>
                <a:cubicBezTo>
                  <a:pt x="11664" y="847"/>
                  <a:pt x="11654" y="848"/>
                  <a:pt x="11643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80" y="827"/>
                  <a:pt x="71" y="821"/>
                </a:cubicBezTo>
                <a:cubicBezTo>
                  <a:pt x="62" y="815"/>
                  <a:pt x="54" y="808"/>
                  <a:pt x="47" y="801"/>
                </a:cubicBezTo>
                <a:cubicBezTo>
                  <a:pt x="40" y="794"/>
                  <a:pt x="33" y="786"/>
                  <a:pt x="27" y="777"/>
                </a:cubicBezTo>
                <a:cubicBezTo>
                  <a:pt x="21" y="768"/>
                  <a:pt x="17" y="759"/>
                  <a:pt x="13" y="750"/>
                </a:cubicBezTo>
                <a:cubicBezTo>
                  <a:pt x="9" y="740"/>
                  <a:pt x="6" y="730"/>
                  <a:pt x="4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66720" y="3681720"/>
            <a:ext cx="3384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IG: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112760" y="3713400"/>
            <a:ext cx="2871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github.com/aehrc/radiology-referral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2076120" y="4162320"/>
            <a:ext cx="3076920" cy="304920"/>
          </a:xfrm>
          <a:custGeom>
            <a:avLst/>
            <a:gdLst/>
            <a:ahLst/>
            <a:rect l="0" t="0" r="r" b="b"/>
            <a:pathLst>
              <a:path w="8547" h="847">
                <a:moveTo>
                  <a:pt x="0" y="68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6" y="117"/>
                  <a:pt x="9" y="107"/>
                  <a:pt x="13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389" y="0"/>
                </a:lnTo>
                <a:cubicBezTo>
                  <a:pt x="8399" y="0"/>
                  <a:pt x="8409" y="1"/>
                  <a:pt x="8420" y="3"/>
                </a:cubicBezTo>
                <a:cubicBezTo>
                  <a:pt x="8430" y="5"/>
                  <a:pt x="8440" y="8"/>
                  <a:pt x="8449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6" y="32"/>
                  <a:pt x="8494" y="39"/>
                  <a:pt x="8501" y="46"/>
                </a:cubicBezTo>
                <a:cubicBezTo>
                  <a:pt x="8508" y="54"/>
                  <a:pt x="8515" y="62"/>
                  <a:pt x="8521" y="70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7"/>
                  <a:pt x="8542" y="117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688"/>
                </a:lnTo>
                <a:cubicBezTo>
                  <a:pt x="8547" y="698"/>
                  <a:pt x="8546" y="709"/>
                  <a:pt x="8544" y="720"/>
                </a:cubicBezTo>
                <a:cubicBezTo>
                  <a:pt x="8542" y="730"/>
                  <a:pt x="8539" y="740"/>
                  <a:pt x="8535" y="749"/>
                </a:cubicBezTo>
                <a:cubicBezTo>
                  <a:pt x="8531" y="759"/>
                  <a:pt x="8526" y="768"/>
                  <a:pt x="8521" y="777"/>
                </a:cubicBezTo>
                <a:cubicBezTo>
                  <a:pt x="8515" y="786"/>
                  <a:pt x="8508" y="794"/>
                  <a:pt x="8501" y="801"/>
                </a:cubicBezTo>
                <a:cubicBezTo>
                  <a:pt x="8494" y="808"/>
                  <a:pt x="8486" y="815"/>
                  <a:pt x="8477" y="821"/>
                </a:cubicBezTo>
                <a:cubicBezTo>
                  <a:pt x="8468" y="826"/>
                  <a:pt x="8459" y="831"/>
                  <a:pt x="8449" y="835"/>
                </a:cubicBezTo>
                <a:cubicBezTo>
                  <a:pt x="8440" y="839"/>
                  <a:pt x="8430" y="842"/>
                  <a:pt x="8420" y="844"/>
                </a:cubicBezTo>
                <a:cubicBezTo>
                  <a:pt x="8409" y="846"/>
                  <a:pt x="8399" y="847"/>
                  <a:pt x="8389" y="847"/>
                </a:cubicBezTo>
                <a:lnTo>
                  <a:pt x="159" y="847"/>
                </a:lnTo>
                <a:cubicBezTo>
                  <a:pt x="149" y="847"/>
                  <a:pt x="138" y="846"/>
                  <a:pt x="128" y="844"/>
                </a:cubicBezTo>
                <a:cubicBezTo>
                  <a:pt x="118" y="842"/>
                  <a:pt x="108" y="839"/>
                  <a:pt x="98" y="835"/>
                </a:cubicBezTo>
                <a:cubicBezTo>
                  <a:pt x="89" y="831"/>
                  <a:pt x="80" y="826"/>
                  <a:pt x="71" y="821"/>
                </a:cubicBezTo>
                <a:cubicBezTo>
                  <a:pt x="62" y="815"/>
                  <a:pt x="54" y="808"/>
                  <a:pt x="47" y="801"/>
                </a:cubicBezTo>
                <a:cubicBezTo>
                  <a:pt x="40" y="794"/>
                  <a:pt x="33" y="786"/>
                  <a:pt x="27" y="777"/>
                </a:cubicBezTo>
                <a:cubicBezTo>
                  <a:pt x="21" y="768"/>
                  <a:pt x="16" y="759"/>
                  <a:pt x="13" y="749"/>
                </a:cubicBezTo>
                <a:cubicBezTo>
                  <a:pt x="9" y="740"/>
                  <a:pt x="6" y="730"/>
                  <a:pt x="3" y="720"/>
                </a:cubicBezTo>
                <a:cubicBezTo>
                  <a:pt x="1" y="709"/>
                  <a:pt x="0" y="698"/>
                  <a:pt x="0" y="688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66720" y="4177080"/>
            <a:ext cx="12751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Referrer app: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154960" y="4208400"/>
            <a:ext cx="1867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patient-referral.efiq.org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2523960" y="4657680"/>
            <a:ext cx="1676880" cy="304920"/>
          </a:xfrm>
          <a:custGeom>
            <a:avLst/>
            <a:gdLst/>
            <a:ahLst/>
            <a:rect l="0" t="0" r="r" b="b"/>
            <a:pathLst>
              <a:path w="4658" h="847">
                <a:moveTo>
                  <a:pt x="0" y="689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6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498" y="0"/>
                </a:lnTo>
                <a:cubicBezTo>
                  <a:pt x="4508" y="0"/>
                  <a:pt x="4519" y="1"/>
                  <a:pt x="4529" y="3"/>
                </a:cubicBezTo>
                <a:cubicBezTo>
                  <a:pt x="4539" y="5"/>
                  <a:pt x="4549" y="8"/>
                  <a:pt x="4559" y="12"/>
                </a:cubicBezTo>
                <a:cubicBezTo>
                  <a:pt x="4568" y="16"/>
                  <a:pt x="4577" y="21"/>
                  <a:pt x="4586" y="26"/>
                </a:cubicBezTo>
                <a:cubicBezTo>
                  <a:pt x="4595" y="32"/>
                  <a:pt x="4603" y="39"/>
                  <a:pt x="4610" y="46"/>
                </a:cubicBezTo>
                <a:cubicBezTo>
                  <a:pt x="4617" y="53"/>
                  <a:pt x="4624" y="62"/>
                  <a:pt x="4631" y="70"/>
                </a:cubicBezTo>
                <a:cubicBezTo>
                  <a:pt x="4637" y="79"/>
                  <a:pt x="4642" y="88"/>
                  <a:pt x="4646" y="98"/>
                </a:cubicBezTo>
                <a:cubicBezTo>
                  <a:pt x="4650" y="107"/>
                  <a:pt x="4653" y="117"/>
                  <a:pt x="4655" y="127"/>
                </a:cubicBezTo>
                <a:cubicBezTo>
                  <a:pt x="4657" y="138"/>
                  <a:pt x="4658" y="148"/>
                  <a:pt x="4658" y="158"/>
                </a:cubicBezTo>
                <a:lnTo>
                  <a:pt x="4658" y="689"/>
                </a:lnTo>
                <a:cubicBezTo>
                  <a:pt x="4658" y="699"/>
                  <a:pt x="4657" y="709"/>
                  <a:pt x="4655" y="720"/>
                </a:cubicBezTo>
                <a:cubicBezTo>
                  <a:pt x="4653" y="730"/>
                  <a:pt x="4650" y="740"/>
                  <a:pt x="4646" y="749"/>
                </a:cubicBezTo>
                <a:cubicBezTo>
                  <a:pt x="4642" y="759"/>
                  <a:pt x="4637" y="768"/>
                  <a:pt x="4631" y="777"/>
                </a:cubicBezTo>
                <a:cubicBezTo>
                  <a:pt x="4624" y="785"/>
                  <a:pt x="4617" y="793"/>
                  <a:pt x="4610" y="801"/>
                </a:cubicBezTo>
                <a:cubicBezTo>
                  <a:pt x="4603" y="808"/>
                  <a:pt x="4595" y="815"/>
                  <a:pt x="4586" y="821"/>
                </a:cubicBezTo>
                <a:cubicBezTo>
                  <a:pt x="4577" y="826"/>
                  <a:pt x="4568" y="831"/>
                  <a:pt x="4559" y="835"/>
                </a:cubicBezTo>
                <a:cubicBezTo>
                  <a:pt x="4549" y="839"/>
                  <a:pt x="4539" y="842"/>
                  <a:pt x="4529" y="844"/>
                </a:cubicBezTo>
                <a:cubicBezTo>
                  <a:pt x="4519" y="846"/>
                  <a:pt x="4508" y="847"/>
                  <a:pt x="4498" y="847"/>
                </a:cubicBezTo>
                <a:lnTo>
                  <a:pt x="159" y="847"/>
                </a:lnTo>
                <a:cubicBezTo>
                  <a:pt x="148" y="847"/>
                  <a:pt x="138" y="846"/>
                  <a:pt x="128" y="844"/>
                </a:cubicBezTo>
                <a:cubicBezTo>
                  <a:pt x="118" y="842"/>
                  <a:pt x="108" y="839"/>
                  <a:pt x="98" y="835"/>
                </a:cubicBezTo>
                <a:cubicBezTo>
                  <a:pt x="88" y="831"/>
                  <a:pt x="79" y="826"/>
                  <a:pt x="71" y="821"/>
                </a:cubicBezTo>
                <a:cubicBezTo>
                  <a:pt x="62" y="815"/>
                  <a:pt x="54" y="808"/>
                  <a:pt x="46" y="801"/>
                </a:cubicBezTo>
                <a:cubicBezTo>
                  <a:pt x="39" y="793"/>
                  <a:pt x="33" y="785"/>
                  <a:pt x="27" y="777"/>
                </a:cubicBezTo>
                <a:cubicBezTo>
                  <a:pt x="21" y="768"/>
                  <a:pt x="16" y="759"/>
                  <a:pt x="12" y="749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09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66720" y="4672440"/>
            <a:ext cx="17132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Servers: directory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2599200" y="4703760"/>
            <a:ext cx="1053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qhpd.efiq.org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5171760" y="4657680"/>
            <a:ext cx="2381760" cy="304920"/>
          </a:xfrm>
          <a:custGeom>
            <a:avLst/>
            <a:gdLst/>
            <a:ahLst/>
            <a:rect l="0" t="0" r="r" b="b"/>
            <a:pathLst>
              <a:path w="6616" h="847">
                <a:moveTo>
                  <a:pt x="0" y="689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457" y="0"/>
                </a:lnTo>
                <a:cubicBezTo>
                  <a:pt x="6468" y="0"/>
                  <a:pt x="6478" y="1"/>
                  <a:pt x="6488" y="3"/>
                </a:cubicBezTo>
                <a:cubicBezTo>
                  <a:pt x="6498" y="5"/>
                  <a:pt x="6508" y="8"/>
                  <a:pt x="6518" y="12"/>
                </a:cubicBezTo>
                <a:cubicBezTo>
                  <a:pt x="6528" y="16"/>
                  <a:pt x="6537" y="21"/>
                  <a:pt x="6545" y="26"/>
                </a:cubicBezTo>
                <a:cubicBezTo>
                  <a:pt x="6554" y="32"/>
                  <a:pt x="6562" y="39"/>
                  <a:pt x="6569" y="46"/>
                </a:cubicBezTo>
                <a:cubicBezTo>
                  <a:pt x="6577" y="53"/>
                  <a:pt x="6583" y="62"/>
                  <a:pt x="6589" y="70"/>
                </a:cubicBezTo>
                <a:cubicBezTo>
                  <a:pt x="6595" y="79"/>
                  <a:pt x="6600" y="88"/>
                  <a:pt x="6604" y="98"/>
                </a:cubicBezTo>
                <a:cubicBezTo>
                  <a:pt x="6608" y="107"/>
                  <a:pt x="6611" y="117"/>
                  <a:pt x="6613" y="127"/>
                </a:cubicBezTo>
                <a:cubicBezTo>
                  <a:pt x="6615" y="138"/>
                  <a:pt x="6616" y="148"/>
                  <a:pt x="6616" y="158"/>
                </a:cubicBezTo>
                <a:lnTo>
                  <a:pt x="6616" y="689"/>
                </a:lnTo>
                <a:cubicBezTo>
                  <a:pt x="6616" y="699"/>
                  <a:pt x="6615" y="709"/>
                  <a:pt x="6613" y="720"/>
                </a:cubicBezTo>
                <a:cubicBezTo>
                  <a:pt x="6611" y="730"/>
                  <a:pt x="6608" y="740"/>
                  <a:pt x="6604" y="749"/>
                </a:cubicBezTo>
                <a:cubicBezTo>
                  <a:pt x="6600" y="759"/>
                  <a:pt x="6595" y="768"/>
                  <a:pt x="6589" y="777"/>
                </a:cubicBezTo>
                <a:cubicBezTo>
                  <a:pt x="6583" y="785"/>
                  <a:pt x="6577" y="793"/>
                  <a:pt x="6569" y="801"/>
                </a:cubicBezTo>
                <a:cubicBezTo>
                  <a:pt x="6562" y="808"/>
                  <a:pt x="6554" y="815"/>
                  <a:pt x="6545" y="821"/>
                </a:cubicBezTo>
                <a:cubicBezTo>
                  <a:pt x="6537" y="826"/>
                  <a:pt x="6528" y="831"/>
                  <a:pt x="6518" y="835"/>
                </a:cubicBezTo>
                <a:cubicBezTo>
                  <a:pt x="6508" y="839"/>
                  <a:pt x="6498" y="842"/>
                  <a:pt x="6488" y="844"/>
                </a:cubicBezTo>
                <a:cubicBezTo>
                  <a:pt x="6478" y="846"/>
                  <a:pt x="6468" y="847"/>
                  <a:pt x="6457" y="847"/>
                </a:cubicBezTo>
                <a:lnTo>
                  <a:pt x="159" y="847"/>
                </a:lnTo>
                <a:cubicBezTo>
                  <a:pt x="149" y="847"/>
                  <a:pt x="138" y="846"/>
                  <a:pt x="128" y="844"/>
                </a:cubicBezTo>
                <a:cubicBezTo>
                  <a:pt x="118" y="842"/>
                  <a:pt x="108" y="839"/>
                  <a:pt x="98" y="835"/>
                </a:cubicBezTo>
                <a:cubicBezTo>
                  <a:pt x="89" y="831"/>
                  <a:pt x="80" y="826"/>
                  <a:pt x="71" y="821"/>
                </a:cubicBezTo>
                <a:cubicBezTo>
                  <a:pt x="62" y="815"/>
                  <a:pt x="54" y="808"/>
                  <a:pt x="47" y="801"/>
                </a:cubicBezTo>
                <a:cubicBezTo>
                  <a:pt x="39" y="793"/>
                  <a:pt x="33" y="785"/>
                  <a:pt x="27" y="777"/>
                </a:cubicBezTo>
                <a:cubicBezTo>
                  <a:pt x="21" y="768"/>
                  <a:pt x="16" y="759"/>
                  <a:pt x="12" y="749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09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4197600" y="4672440"/>
            <a:ext cx="9223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 · referral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5253480" y="4703760"/>
            <a:ext cx="144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qhreferral.efiq.org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8191440" y="4657680"/>
            <a:ext cx="1552680" cy="304920"/>
          </a:xfrm>
          <a:custGeom>
            <a:avLst/>
            <a:gdLst/>
            <a:ahLst/>
            <a:rect l="0" t="0" r="r" b="b"/>
            <a:pathLst>
              <a:path w="4313" h="847">
                <a:moveTo>
                  <a:pt x="0" y="689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155" y="0"/>
                </a:lnTo>
                <a:cubicBezTo>
                  <a:pt x="4165" y="0"/>
                  <a:pt x="4175" y="1"/>
                  <a:pt x="4186" y="3"/>
                </a:cubicBezTo>
                <a:cubicBezTo>
                  <a:pt x="4196" y="5"/>
                  <a:pt x="4206" y="8"/>
                  <a:pt x="4215" y="12"/>
                </a:cubicBezTo>
                <a:cubicBezTo>
                  <a:pt x="4225" y="16"/>
                  <a:pt x="4234" y="21"/>
                  <a:pt x="4243" y="26"/>
                </a:cubicBezTo>
                <a:cubicBezTo>
                  <a:pt x="4251" y="32"/>
                  <a:pt x="4260" y="39"/>
                  <a:pt x="4267" y="46"/>
                </a:cubicBezTo>
                <a:cubicBezTo>
                  <a:pt x="4274" y="53"/>
                  <a:pt x="4281" y="62"/>
                  <a:pt x="4287" y="70"/>
                </a:cubicBezTo>
                <a:cubicBezTo>
                  <a:pt x="4292" y="79"/>
                  <a:pt x="4297" y="88"/>
                  <a:pt x="4301" y="98"/>
                </a:cubicBezTo>
                <a:cubicBezTo>
                  <a:pt x="4305" y="107"/>
                  <a:pt x="4308" y="117"/>
                  <a:pt x="4310" y="127"/>
                </a:cubicBezTo>
                <a:cubicBezTo>
                  <a:pt x="4312" y="138"/>
                  <a:pt x="4313" y="148"/>
                  <a:pt x="4313" y="158"/>
                </a:cubicBezTo>
                <a:lnTo>
                  <a:pt x="4313" y="689"/>
                </a:lnTo>
                <a:cubicBezTo>
                  <a:pt x="4313" y="699"/>
                  <a:pt x="4312" y="709"/>
                  <a:pt x="4310" y="720"/>
                </a:cubicBezTo>
                <a:cubicBezTo>
                  <a:pt x="4308" y="730"/>
                  <a:pt x="4305" y="740"/>
                  <a:pt x="4301" y="749"/>
                </a:cubicBezTo>
                <a:cubicBezTo>
                  <a:pt x="4297" y="759"/>
                  <a:pt x="4292" y="768"/>
                  <a:pt x="4287" y="777"/>
                </a:cubicBezTo>
                <a:cubicBezTo>
                  <a:pt x="4281" y="785"/>
                  <a:pt x="4274" y="793"/>
                  <a:pt x="4267" y="801"/>
                </a:cubicBezTo>
                <a:cubicBezTo>
                  <a:pt x="4260" y="808"/>
                  <a:pt x="4251" y="815"/>
                  <a:pt x="4243" y="821"/>
                </a:cubicBezTo>
                <a:cubicBezTo>
                  <a:pt x="4234" y="826"/>
                  <a:pt x="4225" y="831"/>
                  <a:pt x="4215" y="835"/>
                </a:cubicBezTo>
                <a:cubicBezTo>
                  <a:pt x="4206" y="839"/>
                  <a:pt x="4196" y="842"/>
                  <a:pt x="4186" y="844"/>
                </a:cubicBezTo>
                <a:cubicBezTo>
                  <a:pt x="4175" y="846"/>
                  <a:pt x="4165" y="847"/>
                  <a:pt x="4155" y="847"/>
                </a:cubicBezTo>
                <a:lnTo>
                  <a:pt x="158" y="847"/>
                </a:lnTo>
                <a:cubicBezTo>
                  <a:pt x="148" y="847"/>
                  <a:pt x="138" y="846"/>
                  <a:pt x="127" y="844"/>
                </a:cubicBezTo>
                <a:cubicBezTo>
                  <a:pt x="117" y="842"/>
                  <a:pt x="107" y="839"/>
                  <a:pt x="98" y="835"/>
                </a:cubicBezTo>
                <a:cubicBezTo>
                  <a:pt x="88" y="831"/>
                  <a:pt x="79" y="826"/>
                  <a:pt x="70" y="821"/>
                </a:cubicBezTo>
                <a:cubicBezTo>
                  <a:pt x="62" y="815"/>
                  <a:pt x="54" y="808"/>
                  <a:pt x="46" y="801"/>
                </a:cubicBezTo>
                <a:cubicBezTo>
                  <a:pt x="39" y="793"/>
                  <a:pt x="32" y="785"/>
                  <a:pt x="26" y="777"/>
                </a:cubicBezTo>
                <a:cubicBezTo>
                  <a:pt x="21" y="768"/>
                  <a:pt x="16" y="759"/>
                  <a:pt x="12" y="749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09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7554240" y="4672440"/>
            <a:ext cx="54216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 · RIS 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8267040" y="4703760"/>
            <a:ext cx="851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ris.efiq.org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666720" y="5000400"/>
            <a:ext cx="1438560" cy="305280"/>
          </a:xfrm>
          <a:custGeom>
            <a:avLst/>
            <a:gdLst/>
            <a:ahLst/>
            <a:rect l="0" t="0" r="r" b="b"/>
            <a:pathLst>
              <a:path w="3996" h="848">
                <a:moveTo>
                  <a:pt x="0" y="689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6" y="72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7" y="0"/>
                </a:lnTo>
                <a:cubicBezTo>
                  <a:pt x="3847" y="0"/>
                  <a:pt x="3858" y="1"/>
                  <a:pt x="3868" y="3"/>
                </a:cubicBezTo>
                <a:cubicBezTo>
                  <a:pt x="3878" y="5"/>
                  <a:pt x="3888" y="8"/>
                  <a:pt x="3898" y="12"/>
                </a:cubicBezTo>
                <a:cubicBezTo>
                  <a:pt x="3907" y="16"/>
                  <a:pt x="3917" y="21"/>
                  <a:pt x="3925" y="27"/>
                </a:cubicBezTo>
                <a:cubicBezTo>
                  <a:pt x="3934" y="33"/>
                  <a:pt x="3942" y="39"/>
                  <a:pt x="3949" y="47"/>
                </a:cubicBezTo>
                <a:cubicBezTo>
                  <a:pt x="3957" y="54"/>
                  <a:pt x="3963" y="62"/>
                  <a:pt x="3969" y="72"/>
                </a:cubicBezTo>
                <a:cubicBezTo>
                  <a:pt x="3975" y="80"/>
                  <a:pt x="3980" y="89"/>
                  <a:pt x="3984" y="99"/>
                </a:cubicBezTo>
                <a:cubicBezTo>
                  <a:pt x="3988" y="109"/>
                  <a:pt x="3991" y="119"/>
                  <a:pt x="3993" y="129"/>
                </a:cubicBezTo>
                <a:cubicBezTo>
                  <a:pt x="3995" y="139"/>
                  <a:pt x="3996" y="149"/>
                  <a:pt x="3996" y="160"/>
                </a:cubicBezTo>
                <a:lnTo>
                  <a:pt x="3996" y="689"/>
                </a:lnTo>
                <a:cubicBezTo>
                  <a:pt x="3996" y="699"/>
                  <a:pt x="3995" y="710"/>
                  <a:pt x="3993" y="720"/>
                </a:cubicBezTo>
                <a:cubicBezTo>
                  <a:pt x="3991" y="730"/>
                  <a:pt x="3988" y="740"/>
                  <a:pt x="3984" y="750"/>
                </a:cubicBezTo>
                <a:cubicBezTo>
                  <a:pt x="3980" y="759"/>
                  <a:pt x="3975" y="769"/>
                  <a:pt x="3969" y="777"/>
                </a:cubicBezTo>
                <a:cubicBezTo>
                  <a:pt x="3963" y="786"/>
                  <a:pt x="3957" y="794"/>
                  <a:pt x="3949" y="801"/>
                </a:cubicBezTo>
                <a:cubicBezTo>
                  <a:pt x="3942" y="809"/>
                  <a:pt x="3934" y="815"/>
                  <a:pt x="3925" y="821"/>
                </a:cubicBezTo>
                <a:cubicBezTo>
                  <a:pt x="3917" y="827"/>
                  <a:pt x="3907" y="832"/>
                  <a:pt x="3898" y="836"/>
                </a:cubicBezTo>
                <a:cubicBezTo>
                  <a:pt x="3888" y="840"/>
                  <a:pt x="3878" y="843"/>
                  <a:pt x="3868" y="845"/>
                </a:cubicBezTo>
                <a:cubicBezTo>
                  <a:pt x="3858" y="847"/>
                  <a:pt x="3847" y="848"/>
                  <a:pt x="383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7" y="845"/>
                </a:cubicBezTo>
                <a:cubicBezTo>
                  <a:pt x="117" y="843"/>
                  <a:pt x="107" y="840"/>
                  <a:pt x="98" y="836"/>
                </a:cubicBezTo>
                <a:cubicBezTo>
                  <a:pt x="88" y="832"/>
                  <a:pt x="79" y="827"/>
                  <a:pt x="70" y="821"/>
                </a:cubicBezTo>
                <a:cubicBezTo>
                  <a:pt x="61" y="815"/>
                  <a:pt x="53" y="809"/>
                  <a:pt x="46" y="801"/>
                </a:cubicBezTo>
                <a:cubicBezTo>
                  <a:pt x="39" y="794"/>
                  <a:pt x="32" y="786"/>
                  <a:pt x="26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pPr/>
            <a:endParaRPr lang="en-AU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9748440" y="4672440"/>
            <a:ext cx="13230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800" b="0" u="none" strike="noStrike">
                <a:solidFill>
                  <a:srgbClr val="C7D0D6"/>
                </a:solidFill>
                <a:effectLst/>
                <a:uFillTx/>
                <a:latin typeface="Arial"/>
                <a:ea typeface="Arial"/>
              </a:rPr>
              <a:t> · terminology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744480" y="5046840"/>
            <a:ext cx="8067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530" b="0" u="none" strike="noStrike">
                <a:solidFill>
                  <a:srgbClr val="007A53"/>
                </a:solidFill>
                <a:effectLst/>
                <a:uFillTx/>
                <a:latin typeface="Menlo"/>
                <a:ea typeface="Menlo"/>
              </a:rPr>
              <a:t>tx.efiq.org</a:t>
            </a:r>
            <a:endParaRPr lang="en-AU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285840" y="6455160"/>
            <a:ext cx="3987360" cy="17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AU" sz="1200" b="0" u="none" strike="noStrike">
                <a:solidFill>
                  <a:srgbClr val="757579"/>
                </a:solidFill>
                <a:effectLst/>
                <a:uFillTx/>
                <a:latin typeface="Arial"/>
                <a:ea typeface="Arial"/>
              </a:rPr>
              <a:t>FHIR in Queensland Health Connectathon · 29–30 October 2026</a:t>
            </a:r>
            <a:endParaRPr lang="en-A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LibreOffice/26.8.1.1$MacOSX_AARCH64 LibreOffice_project/bf6ef2662401c7d6dce671ab4deb26ee0af3a7c1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