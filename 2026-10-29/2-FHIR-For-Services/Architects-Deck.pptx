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AU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A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A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666720" y="2282040"/>
            <a:ext cx="575244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FHIR services for architects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666720" y="3318840"/>
            <a:ext cx="580860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What do I need, what exists, and how does it ﬁt?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666720" y="3916080"/>
            <a:ext cx="26722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Jörn Guy Süß · AEHRC, CSIRO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666720" y="4259160"/>
            <a:ext cx="45529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Track 2: FHIR for Services · Architecture breakout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666720" y="247644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666720" y="2006280"/>
            <a:ext cx="39891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architect's four questions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918000" y="2688480"/>
            <a:ext cx="6028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1.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Find.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Who oﬀers what, and which codes do we agree on?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18000" y="3116880"/>
            <a:ext cx="54928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2.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Do.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How is work requested, tracked and scheduled?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918000" y="3555360"/>
            <a:ext cx="47768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3.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Connect.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How does the legacy estate join in?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918000" y="3983760"/>
            <a:ext cx="34434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4.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Prove.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How do I know it works?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666720" y="4507560"/>
            <a:ext cx="84697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And for each one: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what is there to reuse, what is mine to build, and where do I look?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2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666720" y="187632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755640" y="2416680"/>
            <a:ext cx="2499840" cy="2162160"/>
          </a:xfrm>
          <a:custGeom>
            <a:avLst/>
            <a:gdLst/>
            <a:ahLst/>
            <a:rect l="0" t="0" r="r" b="b"/>
            <a:pathLst>
              <a:path w="6944" h="6006">
                <a:moveTo>
                  <a:pt x="177" y="0"/>
                </a:moveTo>
                <a:lnTo>
                  <a:pt x="6767" y="0"/>
                </a:lnTo>
                <a:cubicBezTo>
                  <a:pt x="6779" y="0"/>
                  <a:pt x="6791" y="1"/>
                  <a:pt x="6802" y="3"/>
                </a:cubicBezTo>
                <a:cubicBezTo>
                  <a:pt x="6813" y="6"/>
                  <a:pt x="6824" y="9"/>
                  <a:pt x="6835" y="13"/>
                </a:cubicBezTo>
                <a:cubicBezTo>
                  <a:pt x="6846" y="18"/>
                  <a:pt x="6856" y="23"/>
                  <a:pt x="6866" y="30"/>
                </a:cubicBezTo>
                <a:cubicBezTo>
                  <a:pt x="6875" y="36"/>
                  <a:pt x="6884" y="44"/>
                  <a:pt x="6892" y="52"/>
                </a:cubicBezTo>
                <a:cubicBezTo>
                  <a:pt x="6901" y="60"/>
                  <a:pt x="6908" y="69"/>
                  <a:pt x="6914" y="79"/>
                </a:cubicBezTo>
                <a:cubicBezTo>
                  <a:pt x="6921" y="88"/>
                  <a:pt x="6926" y="98"/>
                  <a:pt x="6931" y="109"/>
                </a:cubicBezTo>
                <a:cubicBezTo>
                  <a:pt x="6935" y="120"/>
                  <a:pt x="6939" y="131"/>
                  <a:pt x="6941" y="142"/>
                </a:cubicBezTo>
                <a:cubicBezTo>
                  <a:pt x="6943" y="154"/>
                  <a:pt x="6944" y="165"/>
                  <a:pt x="6944" y="177"/>
                </a:cubicBezTo>
                <a:lnTo>
                  <a:pt x="6944" y="5829"/>
                </a:lnTo>
                <a:cubicBezTo>
                  <a:pt x="6944" y="5841"/>
                  <a:pt x="6943" y="5852"/>
                  <a:pt x="6941" y="5864"/>
                </a:cubicBezTo>
                <a:cubicBezTo>
                  <a:pt x="6939" y="5875"/>
                  <a:pt x="6935" y="5886"/>
                  <a:pt x="6931" y="5897"/>
                </a:cubicBezTo>
                <a:cubicBezTo>
                  <a:pt x="6926" y="5907"/>
                  <a:pt x="6921" y="5918"/>
                  <a:pt x="6914" y="5927"/>
                </a:cubicBezTo>
                <a:cubicBezTo>
                  <a:pt x="6908" y="5937"/>
                  <a:pt x="6901" y="5946"/>
                  <a:pt x="6892" y="5954"/>
                </a:cubicBezTo>
                <a:cubicBezTo>
                  <a:pt x="6884" y="5962"/>
                  <a:pt x="6875" y="5970"/>
                  <a:pt x="6866" y="5976"/>
                </a:cubicBezTo>
                <a:cubicBezTo>
                  <a:pt x="6856" y="5983"/>
                  <a:pt x="6846" y="5988"/>
                  <a:pt x="6835" y="5992"/>
                </a:cubicBezTo>
                <a:cubicBezTo>
                  <a:pt x="6824" y="5997"/>
                  <a:pt x="6813" y="6000"/>
                  <a:pt x="6802" y="6003"/>
                </a:cubicBezTo>
                <a:cubicBezTo>
                  <a:pt x="6791" y="6005"/>
                  <a:pt x="6779" y="6006"/>
                  <a:pt x="6767" y="6006"/>
                </a:cubicBezTo>
                <a:lnTo>
                  <a:pt x="177" y="6006"/>
                </a:lnTo>
                <a:cubicBezTo>
                  <a:pt x="165" y="6006"/>
                  <a:pt x="154" y="6005"/>
                  <a:pt x="142" y="6003"/>
                </a:cubicBezTo>
                <a:cubicBezTo>
                  <a:pt x="131" y="6000"/>
                  <a:pt x="120" y="5997"/>
                  <a:pt x="109" y="5992"/>
                </a:cubicBezTo>
                <a:cubicBezTo>
                  <a:pt x="99" y="5988"/>
                  <a:pt x="88" y="5983"/>
                  <a:pt x="79" y="5976"/>
                </a:cubicBezTo>
                <a:cubicBezTo>
                  <a:pt x="69" y="5970"/>
                  <a:pt x="60" y="5962"/>
                  <a:pt x="52" y="5954"/>
                </a:cubicBezTo>
                <a:cubicBezTo>
                  <a:pt x="44" y="5946"/>
                  <a:pt x="36" y="5937"/>
                  <a:pt x="30" y="5927"/>
                </a:cubicBezTo>
                <a:cubicBezTo>
                  <a:pt x="23" y="5918"/>
                  <a:pt x="18" y="5907"/>
                  <a:pt x="14" y="5897"/>
                </a:cubicBezTo>
                <a:cubicBezTo>
                  <a:pt x="9" y="5886"/>
                  <a:pt x="6" y="5875"/>
                  <a:pt x="4" y="5864"/>
                </a:cubicBezTo>
                <a:cubicBezTo>
                  <a:pt x="1" y="5852"/>
                  <a:pt x="0" y="5841"/>
                  <a:pt x="0" y="5829"/>
                </a:cubicBezTo>
                <a:lnTo>
                  <a:pt x="0" y="177"/>
                </a:lnTo>
                <a:cubicBezTo>
                  <a:pt x="0" y="165"/>
                  <a:pt x="1" y="154"/>
                  <a:pt x="4" y="142"/>
                </a:cubicBezTo>
                <a:cubicBezTo>
                  <a:pt x="6" y="131"/>
                  <a:pt x="9" y="120"/>
                  <a:pt x="14" y="109"/>
                </a:cubicBezTo>
                <a:cubicBezTo>
                  <a:pt x="18" y="98"/>
                  <a:pt x="23" y="88"/>
                  <a:pt x="30" y="79"/>
                </a:cubicBezTo>
                <a:cubicBezTo>
                  <a:pt x="36" y="69"/>
                  <a:pt x="44" y="60"/>
                  <a:pt x="52" y="52"/>
                </a:cubicBezTo>
                <a:cubicBezTo>
                  <a:pt x="60" y="44"/>
                  <a:pt x="69" y="36"/>
                  <a:pt x="79" y="30"/>
                </a:cubicBezTo>
                <a:cubicBezTo>
                  <a:pt x="88" y="23"/>
                  <a:pt x="99" y="18"/>
                  <a:pt x="109" y="13"/>
                </a:cubicBezTo>
                <a:cubicBezTo>
                  <a:pt x="120" y="9"/>
                  <a:pt x="131" y="6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755640" y="2416680"/>
            <a:ext cx="2499840" cy="2162160"/>
          </a:xfrm>
          <a:custGeom>
            <a:avLst/>
            <a:gdLst/>
            <a:ahLst/>
            <a:rect l="0" t="0" r="r" b="b"/>
            <a:pathLst>
              <a:path w="6944" h="6006">
                <a:moveTo>
                  <a:pt x="177" y="0"/>
                </a:moveTo>
                <a:lnTo>
                  <a:pt x="6767" y="0"/>
                </a:lnTo>
                <a:cubicBezTo>
                  <a:pt x="6779" y="0"/>
                  <a:pt x="6791" y="1"/>
                  <a:pt x="6802" y="3"/>
                </a:cubicBezTo>
                <a:cubicBezTo>
                  <a:pt x="6813" y="6"/>
                  <a:pt x="6824" y="9"/>
                  <a:pt x="6835" y="13"/>
                </a:cubicBezTo>
                <a:cubicBezTo>
                  <a:pt x="6846" y="18"/>
                  <a:pt x="6856" y="23"/>
                  <a:pt x="6866" y="30"/>
                </a:cubicBezTo>
                <a:cubicBezTo>
                  <a:pt x="6875" y="36"/>
                  <a:pt x="6884" y="44"/>
                  <a:pt x="6892" y="52"/>
                </a:cubicBezTo>
                <a:cubicBezTo>
                  <a:pt x="6901" y="60"/>
                  <a:pt x="6908" y="69"/>
                  <a:pt x="6914" y="79"/>
                </a:cubicBezTo>
                <a:cubicBezTo>
                  <a:pt x="6921" y="88"/>
                  <a:pt x="6926" y="98"/>
                  <a:pt x="6931" y="109"/>
                </a:cubicBezTo>
                <a:cubicBezTo>
                  <a:pt x="6935" y="120"/>
                  <a:pt x="6939" y="131"/>
                  <a:pt x="6941" y="142"/>
                </a:cubicBezTo>
                <a:cubicBezTo>
                  <a:pt x="6943" y="154"/>
                  <a:pt x="6944" y="165"/>
                  <a:pt x="6944" y="177"/>
                </a:cubicBezTo>
                <a:lnTo>
                  <a:pt x="6944" y="5829"/>
                </a:lnTo>
                <a:cubicBezTo>
                  <a:pt x="6944" y="5841"/>
                  <a:pt x="6943" y="5852"/>
                  <a:pt x="6941" y="5864"/>
                </a:cubicBezTo>
                <a:cubicBezTo>
                  <a:pt x="6939" y="5875"/>
                  <a:pt x="6935" y="5886"/>
                  <a:pt x="6931" y="5897"/>
                </a:cubicBezTo>
                <a:cubicBezTo>
                  <a:pt x="6926" y="5907"/>
                  <a:pt x="6921" y="5918"/>
                  <a:pt x="6914" y="5927"/>
                </a:cubicBezTo>
                <a:cubicBezTo>
                  <a:pt x="6908" y="5937"/>
                  <a:pt x="6901" y="5946"/>
                  <a:pt x="6892" y="5954"/>
                </a:cubicBezTo>
                <a:cubicBezTo>
                  <a:pt x="6884" y="5962"/>
                  <a:pt x="6875" y="5970"/>
                  <a:pt x="6866" y="5976"/>
                </a:cubicBezTo>
                <a:cubicBezTo>
                  <a:pt x="6856" y="5983"/>
                  <a:pt x="6846" y="5988"/>
                  <a:pt x="6835" y="5992"/>
                </a:cubicBezTo>
                <a:cubicBezTo>
                  <a:pt x="6824" y="5997"/>
                  <a:pt x="6813" y="6000"/>
                  <a:pt x="6802" y="6003"/>
                </a:cubicBezTo>
                <a:cubicBezTo>
                  <a:pt x="6791" y="6005"/>
                  <a:pt x="6779" y="6006"/>
                  <a:pt x="6767" y="6006"/>
                </a:cubicBezTo>
                <a:lnTo>
                  <a:pt x="177" y="6006"/>
                </a:lnTo>
                <a:cubicBezTo>
                  <a:pt x="165" y="6006"/>
                  <a:pt x="154" y="6005"/>
                  <a:pt x="142" y="6003"/>
                </a:cubicBezTo>
                <a:cubicBezTo>
                  <a:pt x="131" y="6000"/>
                  <a:pt x="120" y="5997"/>
                  <a:pt x="109" y="5992"/>
                </a:cubicBezTo>
                <a:cubicBezTo>
                  <a:pt x="99" y="5988"/>
                  <a:pt x="88" y="5983"/>
                  <a:pt x="79" y="5976"/>
                </a:cubicBezTo>
                <a:cubicBezTo>
                  <a:pt x="69" y="5970"/>
                  <a:pt x="60" y="5962"/>
                  <a:pt x="52" y="5954"/>
                </a:cubicBezTo>
                <a:cubicBezTo>
                  <a:pt x="44" y="5946"/>
                  <a:pt x="36" y="5937"/>
                  <a:pt x="30" y="5927"/>
                </a:cubicBezTo>
                <a:cubicBezTo>
                  <a:pt x="23" y="5918"/>
                  <a:pt x="18" y="5907"/>
                  <a:pt x="14" y="5897"/>
                </a:cubicBezTo>
                <a:cubicBezTo>
                  <a:pt x="9" y="5886"/>
                  <a:pt x="6" y="5875"/>
                  <a:pt x="4" y="5864"/>
                </a:cubicBezTo>
                <a:cubicBezTo>
                  <a:pt x="1" y="5852"/>
                  <a:pt x="0" y="5841"/>
                  <a:pt x="0" y="5829"/>
                </a:cubicBezTo>
                <a:lnTo>
                  <a:pt x="0" y="177"/>
                </a:lnTo>
                <a:cubicBezTo>
                  <a:pt x="0" y="165"/>
                  <a:pt x="1" y="154"/>
                  <a:pt x="4" y="142"/>
                </a:cubicBezTo>
                <a:cubicBezTo>
                  <a:pt x="6" y="131"/>
                  <a:pt x="9" y="120"/>
                  <a:pt x="14" y="109"/>
                </a:cubicBezTo>
                <a:cubicBezTo>
                  <a:pt x="18" y="98"/>
                  <a:pt x="23" y="88"/>
                  <a:pt x="30" y="79"/>
                </a:cubicBezTo>
                <a:cubicBezTo>
                  <a:pt x="36" y="69"/>
                  <a:pt x="44" y="60"/>
                  <a:pt x="52" y="52"/>
                </a:cubicBezTo>
                <a:cubicBezTo>
                  <a:pt x="60" y="44"/>
                  <a:pt x="69" y="36"/>
                  <a:pt x="79" y="30"/>
                </a:cubicBezTo>
                <a:cubicBezTo>
                  <a:pt x="88" y="23"/>
                  <a:pt x="99" y="18"/>
                  <a:pt x="109" y="13"/>
                </a:cubicBezTo>
                <a:cubicBezTo>
                  <a:pt x="120" y="9"/>
                  <a:pt x="131" y="6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noFill/>
          <a:ln w="6120">
            <a:solidFill>
              <a:srgbClr val="757579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666720" y="1415880"/>
            <a:ext cx="310968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Four families of service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883080" y="2576880"/>
            <a:ext cx="70344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1 Find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883080" y="2958120"/>
            <a:ext cx="27972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883080" y="3339720"/>
            <a:ext cx="197568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Who oﬀers what,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883080" y="3721320"/>
            <a:ext cx="189648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and which codes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3702600" y="2416680"/>
            <a:ext cx="3349080" cy="2162160"/>
          </a:xfrm>
          <a:custGeom>
            <a:avLst/>
            <a:gdLst/>
            <a:ahLst/>
            <a:rect l="0" t="0" r="r" b="b"/>
            <a:pathLst>
              <a:path w="9303" h="6006">
                <a:moveTo>
                  <a:pt x="177" y="0"/>
                </a:moveTo>
                <a:lnTo>
                  <a:pt x="9126" y="0"/>
                </a:lnTo>
                <a:cubicBezTo>
                  <a:pt x="9138" y="0"/>
                  <a:pt x="9149" y="1"/>
                  <a:pt x="9161" y="3"/>
                </a:cubicBezTo>
                <a:cubicBezTo>
                  <a:pt x="9172" y="6"/>
                  <a:pt x="9183" y="9"/>
                  <a:pt x="9194" y="13"/>
                </a:cubicBezTo>
                <a:cubicBezTo>
                  <a:pt x="9204" y="18"/>
                  <a:pt x="9215" y="23"/>
                  <a:pt x="9224" y="30"/>
                </a:cubicBezTo>
                <a:cubicBezTo>
                  <a:pt x="9234" y="36"/>
                  <a:pt x="9243" y="44"/>
                  <a:pt x="9251" y="52"/>
                </a:cubicBezTo>
                <a:cubicBezTo>
                  <a:pt x="9259" y="60"/>
                  <a:pt x="9267" y="69"/>
                  <a:pt x="9273" y="79"/>
                </a:cubicBezTo>
                <a:cubicBezTo>
                  <a:pt x="9280" y="88"/>
                  <a:pt x="9285" y="98"/>
                  <a:pt x="9289" y="109"/>
                </a:cubicBezTo>
                <a:cubicBezTo>
                  <a:pt x="9294" y="120"/>
                  <a:pt x="9297" y="131"/>
                  <a:pt x="9299" y="142"/>
                </a:cubicBezTo>
                <a:cubicBezTo>
                  <a:pt x="9302" y="154"/>
                  <a:pt x="9303" y="165"/>
                  <a:pt x="9303" y="177"/>
                </a:cubicBezTo>
                <a:lnTo>
                  <a:pt x="9303" y="5829"/>
                </a:lnTo>
                <a:cubicBezTo>
                  <a:pt x="9303" y="5841"/>
                  <a:pt x="9302" y="5852"/>
                  <a:pt x="9299" y="5864"/>
                </a:cubicBezTo>
                <a:cubicBezTo>
                  <a:pt x="9297" y="5875"/>
                  <a:pt x="9294" y="5886"/>
                  <a:pt x="9289" y="5897"/>
                </a:cubicBezTo>
                <a:cubicBezTo>
                  <a:pt x="9285" y="5907"/>
                  <a:pt x="9280" y="5918"/>
                  <a:pt x="9273" y="5927"/>
                </a:cubicBezTo>
                <a:cubicBezTo>
                  <a:pt x="9267" y="5937"/>
                  <a:pt x="9259" y="5946"/>
                  <a:pt x="9251" y="5954"/>
                </a:cubicBezTo>
                <a:cubicBezTo>
                  <a:pt x="9243" y="5962"/>
                  <a:pt x="9234" y="5970"/>
                  <a:pt x="9224" y="5976"/>
                </a:cubicBezTo>
                <a:cubicBezTo>
                  <a:pt x="9215" y="5983"/>
                  <a:pt x="9204" y="5988"/>
                  <a:pt x="9194" y="5992"/>
                </a:cubicBezTo>
                <a:cubicBezTo>
                  <a:pt x="9183" y="5997"/>
                  <a:pt x="9172" y="6000"/>
                  <a:pt x="9161" y="6003"/>
                </a:cubicBezTo>
                <a:cubicBezTo>
                  <a:pt x="9149" y="6005"/>
                  <a:pt x="9138" y="6006"/>
                  <a:pt x="9126" y="6006"/>
                </a:cubicBezTo>
                <a:lnTo>
                  <a:pt x="177" y="6006"/>
                </a:lnTo>
                <a:cubicBezTo>
                  <a:pt x="165" y="6006"/>
                  <a:pt x="154" y="6005"/>
                  <a:pt x="142" y="6003"/>
                </a:cubicBezTo>
                <a:cubicBezTo>
                  <a:pt x="131" y="6000"/>
                  <a:pt x="120" y="5997"/>
                  <a:pt x="109" y="5992"/>
                </a:cubicBezTo>
                <a:cubicBezTo>
                  <a:pt x="98" y="5988"/>
                  <a:pt x="88" y="5983"/>
                  <a:pt x="79" y="5976"/>
                </a:cubicBezTo>
                <a:cubicBezTo>
                  <a:pt x="69" y="5970"/>
                  <a:pt x="60" y="5962"/>
                  <a:pt x="52" y="5954"/>
                </a:cubicBezTo>
                <a:cubicBezTo>
                  <a:pt x="44" y="5946"/>
                  <a:pt x="36" y="5937"/>
                  <a:pt x="30" y="5927"/>
                </a:cubicBezTo>
                <a:cubicBezTo>
                  <a:pt x="23" y="5918"/>
                  <a:pt x="18" y="5907"/>
                  <a:pt x="14" y="5897"/>
                </a:cubicBezTo>
                <a:cubicBezTo>
                  <a:pt x="9" y="5886"/>
                  <a:pt x="6" y="5875"/>
                  <a:pt x="3" y="5864"/>
                </a:cubicBezTo>
                <a:cubicBezTo>
                  <a:pt x="1" y="5852"/>
                  <a:pt x="0" y="5841"/>
                  <a:pt x="0" y="5829"/>
                </a:cubicBezTo>
                <a:lnTo>
                  <a:pt x="0" y="177"/>
                </a:lnTo>
                <a:cubicBezTo>
                  <a:pt x="0" y="165"/>
                  <a:pt x="1" y="154"/>
                  <a:pt x="3" y="142"/>
                </a:cubicBezTo>
                <a:cubicBezTo>
                  <a:pt x="6" y="131"/>
                  <a:pt x="9" y="120"/>
                  <a:pt x="14" y="109"/>
                </a:cubicBezTo>
                <a:cubicBezTo>
                  <a:pt x="18" y="98"/>
                  <a:pt x="23" y="88"/>
                  <a:pt x="30" y="79"/>
                </a:cubicBezTo>
                <a:cubicBezTo>
                  <a:pt x="36" y="69"/>
                  <a:pt x="44" y="60"/>
                  <a:pt x="52" y="52"/>
                </a:cubicBezTo>
                <a:cubicBezTo>
                  <a:pt x="60" y="44"/>
                  <a:pt x="69" y="36"/>
                  <a:pt x="79" y="30"/>
                </a:cubicBezTo>
                <a:cubicBezTo>
                  <a:pt x="88" y="23"/>
                  <a:pt x="98" y="18"/>
                  <a:pt x="109" y="13"/>
                </a:cubicBezTo>
                <a:cubicBezTo>
                  <a:pt x="120" y="9"/>
                  <a:pt x="131" y="6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3702600" y="2416680"/>
            <a:ext cx="3349080" cy="2162160"/>
          </a:xfrm>
          <a:custGeom>
            <a:avLst/>
            <a:gdLst/>
            <a:ahLst/>
            <a:rect l="0" t="0" r="r" b="b"/>
            <a:pathLst>
              <a:path w="9303" h="6006">
                <a:moveTo>
                  <a:pt x="177" y="0"/>
                </a:moveTo>
                <a:lnTo>
                  <a:pt x="9126" y="0"/>
                </a:lnTo>
                <a:cubicBezTo>
                  <a:pt x="9138" y="0"/>
                  <a:pt x="9149" y="1"/>
                  <a:pt x="9161" y="3"/>
                </a:cubicBezTo>
                <a:cubicBezTo>
                  <a:pt x="9172" y="6"/>
                  <a:pt x="9183" y="9"/>
                  <a:pt x="9194" y="13"/>
                </a:cubicBezTo>
                <a:cubicBezTo>
                  <a:pt x="9204" y="18"/>
                  <a:pt x="9215" y="23"/>
                  <a:pt x="9224" y="30"/>
                </a:cubicBezTo>
                <a:cubicBezTo>
                  <a:pt x="9234" y="36"/>
                  <a:pt x="9243" y="44"/>
                  <a:pt x="9251" y="52"/>
                </a:cubicBezTo>
                <a:cubicBezTo>
                  <a:pt x="9259" y="60"/>
                  <a:pt x="9267" y="69"/>
                  <a:pt x="9273" y="79"/>
                </a:cubicBezTo>
                <a:cubicBezTo>
                  <a:pt x="9280" y="88"/>
                  <a:pt x="9285" y="98"/>
                  <a:pt x="9289" y="109"/>
                </a:cubicBezTo>
                <a:cubicBezTo>
                  <a:pt x="9294" y="120"/>
                  <a:pt x="9297" y="131"/>
                  <a:pt x="9299" y="142"/>
                </a:cubicBezTo>
                <a:cubicBezTo>
                  <a:pt x="9302" y="154"/>
                  <a:pt x="9303" y="165"/>
                  <a:pt x="9303" y="177"/>
                </a:cubicBezTo>
                <a:lnTo>
                  <a:pt x="9303" y="5829"/>
                </a:lnTo>
                <a:cubicBezTo>
                  <a:pt x="9303" y="5841"/>
                  <a:pt x="9302" y="5852"/>
                  <a:pt x="9299" y="5864"/>
                </a:cubicBezTo>
                <a:cubicBezTo>
                  <a:pt x="9297" y="5875"/>
                  <a:pt x="9294" y="5886"/>
                  <a:pt x="9289" y="5897"/>
                </a:cubicBezTo>
                <a:cubicBezTo>
                  <a:pt x="9285" y="5907"/>
                  <a:pt x="9280" y="5918"/>
                  <a:pt x="9273" y="5927"/>
                </a:cubicBezTo>
                <a:cubicBezTo>
                  <a:pt x="9267" y="5937"/>
                  <a:pt x="9259" y="5946"/>
                  <a:pt x="9251" y="5954"/>
                </a:cubicBezTo>
                <a:cubicBezTo>
                  <a:pt x="9243" y="5962"/>
                  <a:pt x="9234" y="5970"/>
                  <a:pt x="9224" y="5976"/>
                </a:cubicBezTo>
                <a:cubicBezTo>
                  <a:pt x="9215" y="5983"/>
                  <a:pt x="9204" y="5988"/>
                  <a:pt x="9194" y="5992"/>
                </a:cubicBezTo>
                <a:cubicBezTo>
                  <a:pt x="9183" y="5997"/>
                  <a:pt x="9172" y="6000"/>
                  <a:pt x="9161" y="6003"/>
                </a:cubicBezTo>
                <a:cubicBezTo>
                  <a:pt x="9149" y="6005"/>
                  <a:pt x="9138" y="6006"/>
                  <a:pt x="9126" y="6006"/>
                </a:cubicBezTo>
                <a:lnTo>
                  <a:pt x="177" y="6006"/>
                </a:lnTo>
                <a:cubicBezTo>
                  <a:pt x="165" y="6006"/>
                  <a:pt x="154" y="6005"/>
                  <a:pt x="142" y="6003"/>
                </a:cubicBezTo>
                <a:cubicBezTo>
                  <a:pt x="131" y="6000"/>
                  <a:pt x="120" y="5997"/>
                  <a:pt x="109" y="5992"/>
                </a:cubicBezTo>
                <a:cubicBezTo>
                  <a:pt x="98" y="5988"/>
                  <a:pt x="88" y="5983"/>
                  <a:pt x="79" y="5976"/>
                </a:cubicBezTo>
                <a:cubicBezTo>
                  <a:pt x="69" y="5970"/>
                  <a:pt x="60" y="5962"/>
                  <a:pt x="52" y="5954"/>
                </a:cubicBezTo>
                <a:cubicBezTo>
                  <a:pt x="44" y="5946"/>
                  <a:pt x="36" y="5937"/>
                  <a:pt x="30" y="5927"/>
                </a:cubicBezTo>
                <a:cubicBezTo>
                  <a:pt x="23" y="5918"/>
                  <a:pt x="18" y="5907"/>
                  <a:pt x="14" y="5897"/>
                </a:cubicBezTo>
                <a:cubicBezTo>
                  <a:pt x="9" y="5886"/>
                  <a:pt x="6" y="5875"/>
                  <a:pt x="3" y="5864"/>
                </a:cubicBezTo>
                <a:cubicBezTo>
                  <a:pt x="1" y="5852"/>
                  <a:pt x="0" y="5841"/>
                  <a:pt x="0" y="5829"/>
                </a:cubicBezTo>
                <a:lnTo>
                  <a:pt x="0" y="177"/>
                </a:lnTo>
                <a:cubicBezTo>
                  <a:pt x="0" y="165"/>
                  <a:pt x="1" y="154"/>
                  <a:pt x="3" y="142"/>
                </a:cubicBezTo>
                <a:cubicBezTo>
                  <a:pt x="6" y="131"/>
                  <a:pt x="9" y="120"/>
                  <a:pt x="14" y="109"/>
                </a:cubicBezTo>
                <a:cubicBezTo>
                  <a:pt x="18" y="98"/>
                  <a:pt x="23" y="88"/>
                  <a:pt x="30" y="79"/>
                </a:cubicBezTo>
                <a:cubicBezTo>
                  <a:pt x="36" y="69"/>
                  <a:pt x="44" y="60"/>
                  <a:pt x="52" y="52"/>
                </a:cubicBezTo>
                <a:cubicBezTo>
                  <a:pt x="60" y="44"/>
                  <a:pt x="69" y="36"/>
                  <a:pt x="79" y="30"/>
                </a:cubicBezTo>
                <a:cubicBezTo>
                  <a:pt x="88" y="23"/>
                  <a:pt x="98" y="18"/>
                  <a:pt x="109" y="13"/>
                </a:cubicBezTo>
                <a:cubicBezTo>
                  <a:pt x="120" y="9"/>
                  <a:pt x="131" y="6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noFill/>
          <a:ln w="6120">
            <a:solidFill>
              <a:srgbClr val="757579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883080" y="4102560"/>
            <a:ext cx="189360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do we agree on?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3830040" y="2576880"/>
            <a:ext cx="53244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2 Do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3830040" y="2958120"/>
            <a:ext cx="27972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3830040" y="3339720"/>
            <a:ext cx="269208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How is work requested,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3830040" y="3721320"/>
            <a:ext cx="135108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tracked and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7502400" y="2416680"/>
            <a:ext cx="2063520" cy="2162160"/>
          </a:xfrm>
          <a:custGeom>
            <a:avLst/>
            <a:gdLst/>
            <a:ahLst/>
            <a:rect l="0" t="0" r="r" b="b"/>
            <a:pathLst>
              <a:path w="5732" h="6006">
                <a:moveTo>
                  <a:pt x="177" y="0"/>
                </a:moveTo>
                <a:lnTo>
                  <a:pt x="5555" y="0"/>
                </a:lnTo>
                <a:cubicBezTo>
                  <a:pt x="5567" y="0"/>
                  <a:pt x="5579" y="1"/>
                  <a:pt x="5590" y="3"/>
                </a:cubicBezTo>
                <a:cubicBezTo>
                  <a:pt x="5601" y="6"/>
                  <a:pt x="5612" y="9"/>
                  <a:pt x="5623" y="13"/>
                </a:cubicBezTo>
                <a:cubicBezTo>
                  <a:pt x="5634" y="18"/>
                  <a:pt x="5644" y="23"/>
                  <a:pt x="5654" y="30"/>
                </a:cubicBezTo>
                <a:cubicBezTo>
                  <a:pt x="5663" y="36"/>
                  <a:pt x="5672" y="44"/>
                  <a:pt x="5680" y="52"/>
                </a:cubicBezTo>
                <a:cubicBezTo>
                  <a:pt x="5689" y="60"/>
                  <a:pt x="5696" y="69"/>
                  <a:pt x="5702" y="79"/>
                </a:cubicBezTo>
                <a:cubicBezTo>
                  <a:pt x="5709" y="88"/>
                  <a:pt x="5714" y="98"/>
                  <a:pt x="5719" y="109"/>
                </a:cubicBezTo>
                <a:cubicBezTo>
                  <a:pt x="5723" y="120"/>
                  <a:pt x="5727" y="131"/>
                  <a:pt x="5729" y="142"/>
                </a:cubicBezTo>
                <a:cubicBezTo>
                  <a:pt x="5731" y="154"/>
                  <a:pt x="5732" y="165"/>
                  <a:pt x="5732" y="177"/>
                </a:cubicBezTo>
                <a:lnTo>
                  <a:pt x="5732" y="5829"/>
                </a:lnTo>
                <a:cubicBezTo>
                  <a:pt x="5732" y="5841"/>
                  <a:pt x="5731" y="5852"/>
                  <a:pt x="5729" y="5864"/>
                </a:cubicBezTo>
                <a:cubicBezTo>
                  <a:pt x="5727" y="5875"/>
                  <a:pt x="5723" y="5886"/>
                  <a:pt x="5719" y="5897"/>
                </a:cubicBezTo>
                <a:cubicBezTo>
                  <a:pt x="5714" y="5907"/>
                  <a:pt x="5709" y="5918"/>
                  <a:pt x="5702" y="5927"/>
                </a:cubicBezTo>
                <a:cubicBezTo>
                  <a:pt x="5696" y="5937"/>
                  <a:pt x="5689" y="5946"/>
                  <a:pt x="5680" y="5954"/>
                </a:cubicBezTo>
                <a:cubicBezTo>
                  <a:pt x="5672" y="5962"/>
                  <a:pt x="5663" y="5970"/>
                  <a:pt x="5654" y="5976"/>
                </a:cubicBezTo>
                <a:cubicBezTo>
                  <a:pt x="5644" y="5983"/>
                  <a:pt x="5634" y="5988"/>
                  <a:pt x="5623" y="5992"/>
                </a:cubicBezTo>
                <a:cubicBezTo>
                  <a:pt x="5612" y="5997"/>
                  <a:pt x="5601" y="6000"/>
                  <a:pt x="5590" y="6003"/>
                </a:cubicBezTo>
                <a:cubicBezTo>
                  <a:pt x="5579" y="6005"/>
                  <a:pt x="5567" y="6006"/>
                  <a:pt x="5555" y="6006"/>
                </a:cubicBezTo>
                <a:lnTo>
                  <a:pt x="177" y="6006"/>
                </a:lnTo>
                <a:cubicBezTo>
                  <a:pt x="165" y="6006"/>
                  <a:pt x="154" y="6005"/>
                  <a:pt x="142" y="6003"/>
                </a:cubicBezTo>
                <a:cubicBezTo>
                  <a:pt x="131" y="6000"/>
                  <a:pt x="120" y="5997"/>
                  <a:pt x="109" y="5992"/>
                </a:cubicBezTo>
                <a:cubicBezTo>
                  <a:pt x="99" y="5988"/>
                  <a:pt x="88" y="5983"/>
                  <a:pt x="79" y="5976"/>
                </a:cubicBezTo>
                <a:cubicBezTo>
                  <a:pt x="69" y="5970"/>
                  <a:pt x="60" y="5962"/>
                  <a:pt x="52" y="5954"/>
                </a:cubicBezTo>
                <a:cubicBezTo>
                  <a:pt x="44" y="5946"/>
                  <a:pt x="36" y="5937"/>
                  <a:pt x="30" y="5927"/>
                </a:cubicBezTo>
                <a:cubicBezTo>
                  <a:pt x="24" y="5918"/>
                  <a:pt x="18" y="5907"/>
                  <a:pt x="14" y="5897"/>
                </a:cubicBezTo>
                <a:cubicBezTo>
                  <a:pt x="9" y="5886"/>
                  <a:pt x="6" y="5875"/>
                  <a:pt x="4" y="5864"/>
                </a:cubicBezTo>
                <a:cubicBezTo>
                  <a:pt x="1" y="5852"/>
                  <a:pt x="0" y="5841"/>
                  <a:pt x="0" y="5829"/>
                </a:cubicBezTo>
                <a:lnTo>
                  <a:pt x="0" y="177"/>
                </a:lnTo>
                <a:cubicBezTo>
                  <a:pt x="0" y="165"/>
                  <a:pt x="1" y="154"/>
                  <a:pt x="4" y="142"/>
                </a:cubicBezTo>
                <a:cubicBezTo>
                  <a:pt x="6" y="131"/>
                  <a:pt x="9" y="120"/>
                  <a:pt x="14" y="109"/>
                </a:cubicBezTo>
                <a:cubicBezTo>
                  <a:pt x="18" y="98"/>
                  <a:pt x="24" y="88"/>
                  <a:pt x="30" y="79"/>
                </a:cubicBezTo>
                <a:cubicBezTo>
                  <a:pt x="36" y="69"/>
                  <a:pt x="44" y="60"/>
                  <a:pt x="52" y="52"/>
                </a:cubicBezTo>
                <a:cubicBezTo>
                  <a:pt x="60" y="44"/>
                  <a:pt x="69" y="36"/>
                  <a:pt x="79" y="30"/>
                </a:cubicBezTo>
                <a:cubicBezTo>
                  <a:pt x="88" y="23"/>
                  <a:pt x="99" y="18"/>
                  <a:pt x="109" y="13"/>
                </a:cubicBezTo>
                <a:cubicBezTo>
                  <a:pt x="120" y="9"/>
                  <a:pt x="131" y="6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7502400" y="2416680"/>
            <a:ext cx="2063520" cy="2162160"/>
          </a:xfrm>
          <a:custGeom>
            <a:avLst/>
            <a:gdLst/>
            <a:ahLst/>
            <a:rect l="0" t="0" r="r" b="b"/>
            <a:pathLst>
              <a:path w="5732" h="6006">
                <a:moveTo>
                  <a:pt x="177" y="0"/>
                </a:moveTo>
                <a:lnTo>
                  <a:pt x="5555" y="0"/>
                </a:lnTo>
                <a:cubicBezTo>
                  <a:pt x="5567" y="0"/>
                  <a:pt x="5579" y="1"/>
                  <a:pt x="5590" y="3"/>
                </a:cubicBezTo>
                <a:cubicBezTo>
                  <a:pt x="5601" y="6"/>
                  <a:pt x="5612" y="9"/>
                  <a:pt x="5623" y="13"/>
                </a:cubicBezTo>
                <a:cubicBezTo>
                  <a:pt x="5634" y="18"/>
                  <a:pt x="5644" y="23"/>
                  <a:pt x="5654" y="30"/>
                </a:cubicBezTo>
                <a:cubicBezTo>
                  <a:pt x="5663" y="36"/>
                  <a:pt x="5672" y="44"/>
                  <a:pt x="5680" y="52"/>
                </a:cubicBezTo>
                <a:cubicBezTo>
                  <a:pt x="5689" y="60"/>
                  <a:pt x="5696" y="69"/>
                  <a:pt x="5702" y="79"/>
                </a:cubicBezTo>
                <a:cubicBezTo>
                  <a:pt x="5709" y="88"/>
                  <a:pt x="5714" y="98"/>
                  <a:pt x="5719" y="109"/>
                </a:cubicBezTo>
                <a:cubicBezTo>
                  <a:pt x="5723" y="120"/>
                  <a:pt x="5727" y="131"/>
                  <a:pt x="5729" y="142"/>
                </a:cubicBezTo>
                <a:cubicBezTo>
                  <a:pt x="5731" y="154"/>
                  <a:pt x="5732" y="165"/>
                  <a:pt x="5732" y="177"/>
                </a:cubicBezTo>
                <a:lnTo>
                  <a:pt x="5732" y="5829"/>
                </a:lnTo>
                <a:cubicBezTo>
                  <a:pt x="5732" y="5841"/>
                  <a:pt x="5731" y="5852"/>
                  <a:pt x="5729" y="5864"/>
                </a:cubicBezTo>
                <a:cubicBezTo>
                  <a:pt x="5727" y="5875"/>
                  <a:pt x="5723" y="5886"/>
                  <a:pt x="5719" y="5897"/>
                </a:cubicBezTo>
                <a:cubicBezTo>
                  <a:pt x="5714" y="5907"/>
                  <a:pt x="5709" y="5918"/>
                  <a:pt x="5702" y="5927"/>
                </a:cubicBezTo>
                <a:cubicBezTo>
                  <a:pt x="5696" y="5937"/>
                  <a:pt x="5689" y="5946"/>
                  <a:pt x="5680" y="5954"/>
                </a:cubicBezTo>
                <a:cubicBezTo>
                  <a:pt x="5672" y="5962"/>
                  <a:pt x="5663" y="5970"/>
                  <a:pt x="5654" y="5976"/>
                </a:cubicBezTo>
                <a:cubicBezTo>
                  <a:pt x="5644" y="5983"/>
                  <a:pt x="5634" y="5988"/>
                  <a:pt x="5623" y="5992"/>
                </a:cubicBezTo>
                <a:cubicBezTo>
                  <a:pt x="5612" y="5997"/>
                  <a:pt x="5601" y="6000"/>
                  <a:pt x="5590" y="6003"/>
                </a:cubicBezTo>
                <a:cubicBezTo>
                  <a:pt x="5579" y="6005"/>
                  <a:pt x="5567" y="6006"/>
                  <a:pt x="5555" y="6006"/>
                </a:cubicBezTo>
                <a:lnTo>
                  <a:pt x="177" y="6006"/>
                </a:lnTo>
                <a:cubicBezTo>
                  <a:pt x="165" y="6006"/>
                  <a:pt x="154" y="6005"/>
                  <a:pt x="142" y="6003"/>
                </a:cubicBezTo>
                <a:cubicBezTo>
                  <a:pt x="131" y="6000"/>
                  <a:pt x="120" y="5997"/>
                  <a:pt x="109" y="5992"/>
                </a:cubicBezTo>
                <a:cubicBezTo>
                  <a:pt x="99" y="5988"/>
                  <a:pt x="88" y="5983"/>
                  <a:pt x="79" y="5976"/>
                </a:cubicBezTo>
                <a:cubicBezTo>
                  <a:pt x="69" y="5970"/>
                  <a:pt x="60" y="5962"/>
                  <a:pt x="52" y="5954"/>
                </a:cubicBezTo>
                <a:cubicBezTo>
                  <a:pt x="44" y="5946"/>
                  <a:pt x="36" y="5937"/>
                  <a:pt x="30" y="5927"/>
                </a:cubicBezTo>
                <a:cubicBezTo>
                  <a:pt x="24" y="5918"/>
                  <a:pt x="18" y="5907"/>
                  <a:pt x="14" y="5897"/>
                </a:cubicBezTo>
                <a:cubicBezTo>
                  <a:pt x="9" y="5886"/>
                  <a:pt x="6" y="5875"/>
                  <a:pt x="4" y="5864"/>
                </a:cubicBezTo>
                <a:cubicBezTo>
                  <a:pt x="1" y="5852"/>
                  <a:pt x="0" y="5841"/>
                  <a:pt x="0" y="5829"/>
                </a:cubicBezTo>
                <a:lnTo>
                  <a:pt x="0" y="177"/>
                </a:lnTo>
                <a:cubicBezTo>
                  <a:pt x="0" y="165"/>
                  <a:pt x="1" y="154"/>
                  <a:pt x="4" y="142"/>
                </a:cubicBezTo>
                <a:cubicBezTo>
                  <a:pt x="6" y="131"/>
                  <a:pt x="9" y="120"/>
                  <a:pt x="14" y="109"/>
                </a:cubicBezTo>
                <a:cubicBezTo>
                  <a:pt x="18" y="98"/>
                  <a:pt x="24" y="88"/>
                  <a:pt x="30" y="79"/>
                </a:cubicBezTo>
                <a:cubicBezTo>
                  <a:pt x="36" y="69"/>
                  <a:pt x="44" y="60"/>
                  <a:pt x="52" y="52"/>
                </a:cubicBezTo>
                <a:cubicBezTo>
                  <a:pt x="60" y="44"/>
                  <a:pt x="69" y="36"/>
                  <a:pt x="79" y="30"/>
                </a:cubicBezTo>
                <a:cubicBezTo>
                  <a:pt x="88" y="23"/>
                  <a:pt x="99" y="18"/>
                  <a:pt x="109" y="13"/>
                </a:cubicBezTo>
                <a:cubicBezTo>
                  <a:pt x="120" y="9"/>
                  <a:pt x="131" y="6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noFill/>
          <a:ln w="6120">
            <a:solidFill>
              <a:srgbClr val="757579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3830040" y="4102560"/>
            <a:ext cx="129168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scheduled?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7629840" y="2576880"/>
            <a:ext cx="116208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3 Connect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7629840" y="2958120"/>
            <a:ext cx="27972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7629840" y="3339720"/>
            <a:ext cx="157500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How does the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7629840" y="3721320"/>
            <a:ext cx="148968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legacy estate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10016640" y="2416680"/>
            <a:ext cx="1434240" cy="2162160"/>
          </a:xfrm>
          <a:custGeom>
            <a:avLst/>
            <a:gdLst/>
            <a:ahLst/>
            <a:rect l="0" t="0" r="r" b="b"/>
            <a:pathLst>
              <a:path w="3984" h="6006">
                <a:moveTo>
                  <a:pt x="177" y="0"/>
                </a:moveTo>
                <a:lnTo>
                  <a:pt x="3807" y="0"/>
                </a:lnTo>
                <a:cubicBezTo>
                  <a:pt x="3819" y="0"/>
                  <a:pt x="3830" y="1"/>
                  <a:pt x="3842" y="3"/>
                </a:cubicBezTo>
                <a:cubicBezTo>
                  <a:pt x="3853" y="6"/>
                  <a:pt x="3864" y="9"/>
                  <a:pt x="3875" y="13"/>
                </a:cubicBezTo>
                <a:cubicBezTo>
                  <a:pt x="3886" y="18"/>
                  <a:pt x="3896" y="23"/>
                  <a:pt x="3905" y="30"/>
                </a:cubicBezTo>
                <a:cubicBezTo>
                  <a:pt x="3915" y="36"/>
                  <a:pt x="3924" y="44"/>
                  <a:pt x="3932" y="52"/>
                </a:cubicBezTo>
                <a:cubicBezTo>
                  <a:pt x="3940" y="60"/>
                  <a:pt x="3948" y="69"/>
                  <a:pt x="3954" y="79"/>
                </a:cubicBezTo>
                <a:cubicBezTo>
                  <a:pt x="3961" y="88"/>
                  <a:pt x="3966" y="98"/>
                  <a:pt x="3970" y="109"/>
                </a:cubicBezTo>
                <a:cubicBezTo>
                  <a:pt x="3975" y="120"/>
                  <a:pt x="3978" y="131"/>
                  <a:pt x="3981" y="142"/>
                </a:cubicBezTo>
                <a:cubicBezTo>
                  <a:pt x="3983" y="154"/>
                  <a:pt x="3984" y="165"/>
                  <a:pt x="3984" y="177"/>
                </a:cubicBezTo>
                <a:lnTo>
                  <a:pt x="3984" y="5829"/>
                </a:lnTo>
                <a:cubicBezTo>
                  <a:pt x="3984" y="5841"/>
                  <a:pt x="3983" y="5852"/>
                  <a:pt x="3981" y="5864"/>
                </a:cubicBezTo>
                <a:cubicBezTo>
                  <a:pt x="3978" y="5875"/>
                  <a:pt x="3975" y="5886"/>
                  <a:pt x="3970" y="5897"/>
                </a:cubicBezTo>
                <a:cubicBezTo>
                  <a:pt x="3966" y="5907"/>
                  <a:pt x="3961" y="5918"/>
                  <a:pt x="3954" y="5927"/>
                </a:cubicBezTo>
                <a:cubicBezTo>
                  <a:pt x="3948" y="5937"/>
                  <a:pt x="3940" y="5946"/>
                  <a:pt x="3932" y="5954"/>
                </a:cubicBezTo>
                <a:cubicBezTo>
                  <a:pt x="3924" y="5962"/>
                  <a:pt x="3915" y="5970"/>
                  <a:pt x="3905" y="5976"/>
                </a:cubicBezTo>
                <a:cubicBezTo>
                  <a:pt x="3896" y="5983"/>
                  <a:pt x="3886" y="5988"/>
                  <a:pt x="3875" y="5992"/>
                </a:cubicBezTo>
                <a:cubicBezTo>
                  <a:pt x="3864" y="5997"/>
                  <a:pt x="3853" y="6000"/>
                  <a:pt x="3842" y="6003"/>
                </a:cubicBezTo>
                <a:cubicBezTo>
                  <a:pt x="3830" y="6005"/>
                  <a:pt x="3819" y="6006"/>
                  <a:pt x="3807" y="6006"/>
                </a:cubicBezTo>
                <a:lnTo>
                  <a:pt x="177" y="6006"/>
                </a:lnTo>
                <a:cubicBezTo>
                  <a:pt x="165" y="6006"/>
                  <a:pt x="154" y="6005"/>
                  <a:pt x="142" y="6003"/>
                </a:cubicBezTo>
                <a:cubicBezTo>
                  <a:pt x="131" y="6000"/>
                  <a:pt x="120" y="5997"/>
                  <a:pt x="109" y="5992"/>
                </a:cubicBezTo>
                <a:cubicBezTo>
                  <a:pt x="98" y="5988"/>
                  <a:pt x="88" y="5983"/>
                  <a:pt x="78" y="5976"/>
                </a:cubicBezTo>
                <a:cubicBezTo>
                  <a:pt x="69" y="5970"/>
                  <a:pt x="60" y="5962"/>
                  <a:pt x="52" y="5954"/>
                </a:cubicBezTo>
                <a:cubicBezTo>
                  <a:pt x="43" y="5946"/>
                  <a:pt x="36" y="5937"/>
                  <a:pt x="30" y="5927"/>
                </a:cubicBezTo>
                <a:cubicBezTo>
                  <a:pt x="23" y="5918"/>
                  <a:pt x="18" y="5907"/>
                  <a:pt x="13" y="5897"/>
                </a:cubicBezTo>
                <a:cubicBezTo>
                  <a:pt x="9" y="5886"/>
                  <a:pt x="6" y="5875"/>
                  <a:pt x="3" y="5864"/>
                </a:cubicBezTo>
                <a:cubicBezTo>
                  <a:pt x="1" y="5852"/>
                  <a:pt x="0" y="5841"/>
                  <a:pt x="0" y="5829"/>
                </a:cubicBezTo>
                <a:lnTo>
                  <a:pt x="0" y="177"/>
                </a:lnTo>
                <a:cubicBezTo>
                  <a:pt x="0" y="165"/>
                  <a:pt x="1" y="154"/>
                  <a:pt x="3" y="142"/>
                </a:cubicBezTo>
                <a:cubicBezTo>
                  <a:pt x="6" y="131"/>
                  <a:pt x="9" y="120"/>
                  <a:pt x="13" y="109"/>
                </a:cubicBezTo>
                <a:cubicBezTo>
                  <a:pt x="18" y="98"/>
                  <a:pt x="23" y="88"/>
                  <a:pt x="30" y="79"/>
                </a:cubicBezTo>
                <a:cubicBezTo>
                  <a:pt x="36" y="69"/>
                  <a:pt x="43" y="60"/>
                  <a:pt x="52" y="52"/>
                </a:cubicBezTo>
                <a:cubicBezTo>
                  <a:pt x="60" y="44"/>
                  <a:pt x="69" y="36"/>
                  <a:pt x="78" y="30"/>
                </a:cubicBezTo>
                <a:cubicBezTo>
                  <a:pt x="88" y="23"/>
                  <a:pt x="98" y="18"/>
                  <a:pt x="109" y="13"/>
                </a:cubicBezTo>
                <a:cubicBezTo>
                  <a:pt x="120" y="9"/>
                  <a:pt x="131" y="6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10016640" y="2416680"/>
            <a:ext cx="1434240" cy="2162160"/>
          </a:xfrm>
          <a:custGeom>
            <a:avLst/>
            <a:gdLst/>
            <a:ahLst/>
            <a:rect l="0" t="0" r="r" b="b"/>
            <a:pathLst>
              <a:path w="3984" h="6006">
                <a:moveTo>
                  <a:pt x="177" y="0"/>
                </a:moveTo>
                <a:lnTo>
                  <a:pt x="3807" y="0"/>
                </a:lnTo>
                <a:cubicBezTo>
                  <a:pt x="3819" y="0"/>
                  <a:pt x="3830" y="1"/>
                  <a:pt x="3842" y="3"/>
                </a:cubicBezTo>
                <a:cubicBezTo>
                  <a:pt x="3853" y="6"/>
                  <a:pt x="3864" y="9"/>
                  <a:pt x="3875" y="13"/>
                </a:cubicBezTo>
                <a:cubicBezTo>
                  <a:pt x="3886" y="18"/>
                  <a:pt x="3896" y="23"/>
                  <a:pt x="3905" y="30"/>
                </a:cubicBezTo>
                <a:cubicBezTo>
                  <a:pt x="3915" y="36"/>
                  <a:pt x="3924" y="44"/>
                  <a:pt x="3932" y="52"/>
                </a:cubicBezTo>
                <a:cubicBezTo>
                  <a:pt x="3940" y="60"/>
                  <a:pt x="3948" y="69"/>
                  <a:pt x="3954" y="79"/>
                </a:cubicBezTo>
                <a:cubicBezTo>
                  <a:pt x="3961" y="88"/>
                  <a:pt x="3966" y="98"/>
                  <a:pt x="3970" y="109"/>
                </a:cubicBezTo>
                <a:cubicBezTo>
                  <a:pt x="3975" y="120"/>
                  <a:pt x="3978" y="131"/>
                  <a:pt x="3981" y="142"/>
                </a:cubicBezTo>
                <a:cubicBezTo>
                  <a:pt x="3983" y="154"/>
                  <a:pt x="3984" y="165"/>
                  <a:pt x="3984" y="177"/>
                </a:cubicBezTo>
                <a:lnTo>
                  <a:pt x="3984" y="5829"/>
                </a:lnTo>
                <a:cubicBezTo>
                  <a:pt x="3984" y="5841"/>
                  <a:pt x="3983" y="5852"/>
                  <a:pt x="3981" y="5864"/>
                </a:cubicBezTo>
                <a:cubicBezTo>
                  <a:pt x="3978" y="5875"/>
                  <a:pt x="3975" y="5886"/>
                  <a:pt x="3970" y="5897"/>
                </a:cubicBezTo>
                <a:cubicBezTo>
                  <a:pt x="3966" y="5907"/>
                  <a:pt x="3961" y="5918"/>
                  <a:pt x="3954" y="5927"/>
                </a:cubicBezTo>
                <a:cubicBezTo>
                  <a:pt x="3948" y="5937"/>
                  <a:pt x="3940" y="5946"/>
                  <a:pt x="3932" y="5954"/>
                </a:cubicBezTo>
                <a:cubicBezTo>
                  <a:pt x="3924" y="5962"/>
                  <a:pt x="3915" y="5970"/>
                  <a:pt x="3905" y="5976"/>
                </a:cubicBezTo>
                <a:cubicBezTo>
                  <a:pt x="3896" y="5983"/>
                  <a:pt x="3886" y="5988"/>
                  <a:pt x="3875" y="5992"/>
                </a:cubicBezTo>
                <a:cubicBezTo>
                  <a:pt x="3864" y="5997"/>
                  <a:pt x="3853" y="6000"/>
                  <a:pt x="3842" y="6003"/>
                </a:cubicBezTo>
                <a:cubicBezTo>
                  <a:pt x="3830" y="6005"/>
                  <a:pt x="3819" y="6006"/>
                  <a:pt x="3807" y="6006"/>
                </a:cubicBezTo>
                <a:lnTo>
                  <a:pt x="177" y="6006"/>
                </a:lnTo>
                <a:cubicBezTo>
                  <a:pt x="165" y="6006"/>
                  <a:pt x="154" y="6005"/>
                  <a:pt x="142" y="6003"/>
                </a:cubicBezTo>
                <a:cubicBezTo>
                  <a:pt x="131" y="6000"/>
                  <a:pt x="120" y="5997"/>
                  <a:pt x="109" y="5992"/>
                </a:cubicBezTo>
                <a:cubicBezTo>
                  <a:pt x="98" y="5988"/>
                  <a:pt x="88" y="5983"/>
                  <a:pt x="78" y="5976"/>
                </a:cubicBezTo>
                <a:cubicBezTo>
                  <a:pt x="69" y="5970"/>
                  <a:pt x="60" y="5962"/>
                  <a:pt x="52" y="5954"/>
                </a:cubicBezTo>
                <a:cubicBezTo>
                  <a:pt x="43" y="5946"/>
                  <a:pt x="36" y="5937"/>
                  <a:pt x="30" y="5927"/>
                </a:cubicBezTo>
                <a:cubicBezTo>
                  <a:pt x="23" y="5918"/>
                  <a:pt x="18" y="5907"/>
                  <a:pt x="13" y="5897"/>
                </a:cubicBezTo>
                <a:cubicBezTo>
                  <a:pt x="9" y="5886"/>
                  <a:pt x="6" y="5875"/>
                  <a:pt x="3" y="5864"/>
                </a:cubicBezTo>
                <a:cubicBezTo>
                  <a:pt x="1" y="5852"/>
                  <a:pt x="0" y="5841"/>
                  <a:pt x="0" y="5829"/>
                </a:cubicBezTo>
                <a:lnTo>
                  <a:pt x="0" y="177"/>
                </a:lnTo>
                <a:cubicBezTo>
                  <a:pt x="0" y="165"/>
                  <a:pt x="1" y="154"/>
                  <a:pt x="3" y="142"/>
                </a:cubicBezTo>
                <a:cubicBezTo>
                  <a:pt x="6" y="131"/>
                  <a:pt x="9" y="120"/>
                  <a:pt x="13" y="109"/>
                </a:cubicBezTo>
                <a:cubicBezTo>
                  <a:pt x="18" y="98"/>
                  <a:pt x="23" y="88"/>
                  <a:pt x="30" y="79"/>
                </a:cubicBezTo>
                <a:cubicBezTo>
                  <a:pt x="36" y="69"/>
                  <a:pt x="43" y="60"/>
                  <a:pt x="52" y="52"/>
                </a:cubicBezTo>
                <a:cubicBezTo>
                  <a:pt x="60" y="44"/>
                  <a:pt x="69" y="36"/>
                  <a:pt x="78" y="30"/>
                </a:cubicBezTo>
                <a:cubicBezTo>
                  <a:pt x="88" y="23"/>
                  <a:pt x="98" y="18"/>
                  <a:pt x="109" y="13"/>
                </a:cubicBezTo>
                <a:cubicBezTo>
                  <a:pt x="120" y="9"/>
                  <a:pt x="131" y="6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noFill/>
          <a:ln w="6120">
            <a:solidFill>
              <a:srgbClr val="757579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7629840" y="4102560"/>
            <a:ext cx="83124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join in?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0144080" y="2576880"/>
            <a:ext cx="87840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4 Prove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0144080" y="2958120"/>
            <a:ext cx="27972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10144080" y="3339720"/>
            <a:ext cx="101556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How do I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144080" y="3721320"/>
            <a:ext cx="84492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know it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0144080" y="4102560"/>
            <a:ext cx="812880" cy="341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2210" spc="-1" strike="noStrike">
                <a:solidFill>
                  <a:srgbClr val="001d34"/>
                </a:solidFill>
                <a:latin typeface="Calibri"/>
                <a:ea typeface="Calibri"/>
              </a:rPr>
              <a:t>works?</a:t>
            </a:r>
            <a:endParaRPr b="0" lang="en-AU" sz="22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666720" y="5098320"/>
            <a:ext cx="98517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Each family has a few ready-made services. We look at what is in each, and what it takes to use it.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3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666720" y="149508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745920" y="2192400"/>
            <a:ext cx="3173040" cy="2607120"/>
          </a:xfrm>
          <a:custGeom>
            <a:avLst/>
            <a:gdLst/>
            <a:ahLst/>
            <a:rect l="0" t="0" r="r" b="b"/>
            <a:pathLst>
              <a:path w="8814" h="7242">
                <a:moveTo>
                  <a:pt x="158" y="0"/>
                </a:moveTo>
                <a:lnTo>
                  <a:pt x="8657" y="0"/>
                </a:lnTo>
                <a:cubicBezTo>
                  <a:pt x="8667" y="0"/>
                  <a:pt x="8677" y="1"/>
                  <a:pt x="8687" y="3"/>
                </a:cubicBezTo>
                <a:cubicBezTo>
                  <a:pt x="8698" y="5"/>
                  <a:pt x="8707" y="8"/>
                  <a:pt x="8717" y="12"/>
                </a:cubicBezTo>
                <a:cubicBezTo>
                  <a:pt x="8727" y="16"/>
                  <a:pt x="8736" y="21"/>
                  <a:pt x="8744" y="27"/>
                </a:cubicBezTo>
                <a:cubicBezTo>
                  <a:pt x="8753" y="33"/>
                  <a:pt x="8761" y="39"/>
                  <a:pt x="8768" y="46"/>
                </a:cubicBezTo>
                <a:cubicBezTo>
                  <a:pt x="8775" y="54"/>
                  <a:pt x="8782" y="62"/>
                  <a:pt x="8788" y="70"/>
                </a:cubicBezTo>
                <a:cubicBezTo>
                  <a:pt x="8793" y="79"/>
                  <a:pt x="8798" y="88"/>
                  <a:pt x="8802" y="98"/>
                </a:cubicBezTo>
                <a:cubicBezTo>
                  <a:pt x="8806" y="107"/>
                  <a:pt x="8809" y="117"/>
                  <a:pt x="8811" y="127"/>
                </a:cubicBezTo>
                <a:cubicBezTo>
                  <a:pt x="8813" y="137"/>
                  <a:pt x="8814" y="147"/>
                  <a:pt x="8814" y="158"/>
                </a:cubicBezTo>
                <a:lnTo>
                  <a:pt x="8814" y="7085"/>
                </a:lnTo>
                <a:cubicBezTo>
                  <a:pt x="8814" y="7095"/>
                  <a:pt x="8813" y="7105"/>
                  <a:pt x="8811" y="7116"/>
                </a:cubicBezTo>
                <a:cubicBezTo>
                  <a:pt x="8809" y="7126"/>
                  <a:pt x="8806" y="7136"/>
                  <a:pt x="8802" y="7145"/>
                </a:cubicBezTo>
                <a:cubicBezTo>
                  <a:pt x="8798" y="7155"/>
                  <a:pt x="8793" y="7164"/>
                  <a:pt x="8788" y="7172"/>
                </a:cubicBezTo>
                <a:cubicBezTo>
                  <a:pt x="8782" y="7181"/>
                  <a:pt x="8775" y="7189"/>
                  <a:pt x="8768" y="7196"/>
                </a:cubicBezTo>
                <a:cubicBezTo>
                  <a:pt x="8761" y="7204"/>
                  <a:pt x="8753" y="7210"/>
                  <a:pt x="8744" y="7216"/>
                </a:cubicBezTo>
                <a:cubicBezTo>
                  <a:pt x="8736" y="7222"/>
                  <a:pt x="8727" y="7226"/>
                  <a:pt x="8717" y="7230"/>
                </a:cubicBezTo>
                <a:cubicBezTo>
                  <a:pt x="8707" y="7234"/>
                  <a:pt x="8698" y="7237"/>
                  <a:pt x="8687" y="7239"/>
                </a:cubicBezTo>
                <a:cubicBezTo>
                  <a:pt x="8677" y="7241"/>
                  <a:pt x="8667" y="7242"/>
                  <a:pt x="8657" y="7242"/>
                </a:cubicBezTo>
                <a:lnTo>
                  <a:pt x="158" y="7242"/>
                </a:lnTo>
                <a:cubicBezTo>
                  <a:pt x="147" y="7242"/>
                  <a:pt x="137" y="7241"/>
                  <a:pt x="127" y="7239"/>
                </a:cubicBezTo>
                <a:cubicBezTo>
                  <a:pt x="117" y="7237"/>
                  <a:pt x="107" y="7234"/>
                  <a:pt x="97" y="7230"/>
                </a:cubicBezTo>
                <a:cubicBezTo>
                  <a:pt x="88" y="7226"/>
                  <a:pt x="79" y="7222"/>
                  <a:pt x="70" y="7216"/>
                </a:cubicBezTo>
                <a:cubicBezTo>
                  <a:pt x="62" y="7210"/>
                  <a:pt x="54" y="7204"/>
                  <a:pt x="46" y="7196"/>
                </a:cubicBezTo>
                <a:cubicBezTo>
                  <a:pt x="39" y="7189"/>
                  <a:pt x="33" y="7181"/>
                  <a:pt x="27" y="7172"/>
                </a:cubicBezTo>
                <a:cubicBezTo>
                  <a:pt x="21" y="7164"/>
                  <a:pt x="16" y="7155"/>
                  <a:pt x="12" y="7145"/>
                </a:cubicBezTo>
                <a:cubicBezTo>
                  <a:pt x="8" y="7136"/>
                  <a:pt x="5" y="7126"/>
                  <a:pt x="3" y="7116"/>
                </a:cubicBezTo>
                <a:cubicBezTo>
                  <a:pt x="1" y="7105"/>
                  <a:pt x="0" y="7095"/>
                  <a:pt x="0" y="7085"/>
                </a:cubicBezTo>
                <a:lnTo>
                  <a:pt x="0" y="158"/>
                </a:lnTo>
                <a:cubicBezTo>
                  <a:pt x="0" y="147"/>
                  <a:pt x="1" y="137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6" y="46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7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7" y="1"/>
                  <a:pt x="147" y="0"/>
                  <a:pt x="158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745920" y="2192400"/>
            <a:ext cx="3173040" cy="2607120"/>
          </a:xfrm>
          <a:custGeom>
            <a:avLst/>
            <a:gdLst/>
            <a:ahLst/>
            <a:rect l="0" t="0" r="r" b="b"/>
            <a:pathLst>
              <a:path w="8814" h="7242">
                <a:moveTo>
                  <a:pt x="158" y="0"/>
                </a:moveTo>
                <a:lnTo>
                  <a:pt x="8657" y="0"/>
                </a:lnTo>
                <a:cubicBezTo>
                  <a:pt x="8667" y="0"/>
                  <a:pt x="8677" y="1"/>
                  <a:pt x="8687" y="3"/>
                </a:cubicBezTo>
                <a:cubicBezTo>
                  <a:pt x="8698" y="5"/>
                  <a:pt x="8707" y="8"/>
                  <a:pt x="8717" y="12"/>
                </a:cubicBezTo>
                <a:cubicBezTo>
                  <a:pt x="8727" y="16"/>
                  <a:pt x="8736" y="21"/>
                  <a:pt x="8744" y="27"/>
                </a:cubicBezTo>
                <a:cubicBezTo>
                  <a:pt x="8753" y="33"/>
                  <a:pt x="8761" y="39"/>
                  <a:pt x="8768" y="46"/>
                </a:cubicBezTo>
                <a:cubicBezTo>
                  <a:pt x="8775" y="54"/>
                  <a:pt x="8782" y="62"/>
                  <a:pt x="8788" y="70"/>
                </a:cubicBezTo>
                <a:cubicBezTo>
                  <a:pt x="8793" y="79"/>
                  <a:pt x="8798" y="88"/>
                  <a:pt x="8802" y="98"/>
                </a:cubicBezTo>
                <a:cubicBezTo>
                  <a:pt x="8806" y="107"/>
                  <a:pt x="8809" y="117"/>
                  <a:pt x="8811" y="127"/>
                </a:cubicBezTo>
                <a:cubicBezTo>
                  <a:pt x="8813" y="137"/>
                  <a:pt x="8814" y="147"/>
                  <a:pt x="8814" y="158"/>
                </a:cubicBezTo>
                <a:lnTo>
                  <a:pt x="8814" y="7085"/>
                </a:lnTo>
                <a:cubicBezTo>
                  <a:pt x="8814" y="7095"/>
                  <a:pt x="8813" y="7105"/>
                  <a:pt x="8811" y="7116"/>
                </a:cubicBezTo>
                <a:cubicBezTo>
                  <a:pt x="8809" y="7126"/>
                  <a:pt x="8806" y="7136"/>
                  <a:pt x="8802" y="7145"/>
                </a:cubicBezTo>
                <a:cubicBezTo>
                  <a:pt x="8798" y="7155"/>
                  <a:pt x="8793" y="7164"/>
                  <a:pt x="8788" y="7172"/>
                </a:cubicBezTo>
                <a:cubicBezTo>
                  <a:pt x="8782" y="7181"/>
                  <a:pt x="8775" y="7189"/>
                  <a:pt x="8768" y="7196"/>
                </a:cubicBezTo>
                <a:cubicBezTo>
                  <a:pt x="8761" y="7204"/>
                  <a:pt x="8753" y="7210"/>
                  <a:pt x="8744" y="7216"/>
                </a:cubicBezTo>
                <a:cubicBezTo>
                  <a:pt x="8736" y="7222"/>
                  <a:pt x="8727" y="7226"/>
                  <a:pt x="8717" y="7230"/>
                </a:cubicBezTo>
                <a:cubicBezTo>
                  <a:pt x="8707" y="7234"/>
                  <a:pt x="8698" y="7237"/>
                  <a:pt x="8687" y="7239"/>
                </a:cubicBezTo>
                <a:cubicBezTo>
                  <a:pt x="8677" y="7241"/>
                  <a:pt x="8667" y="7242"/>
                  <a:pt x="8657" y="7242"/>
                </a:cubicBezTo>
                <a:lnTo>
                  <a:pt x="158" y="7242"/>
                </a:lnTo>
                <a:cubicBezTo>
                  <a:pt x="147" y="7242"/>
                  <a:pt x="137" y="7241"/>
                  <a:pt x="127" y="7239"/>
                </a:cubicBezTo>
                <a:cubicBezTo>
                  <a:pt x="117" y="7237"/>
                  <a:pt x="107" y="7234"/>
                  <a:pt x="97" y="7230"/>
                </a:cubicBezTo>
                <a:cubicBezTo>
                  <a:pt x="88" y="7226"/>
                  <a:pt x="79" y="7222"/>
                  <a:pt x="70" y="7216"/>
                </a:cubicBezTo>
                <a:cubicBezTo>
                  <a:pt x="62" y="7210"/>
                  <a:pt x="54" y="7204"/>
                  <a:pt x="46" y="7196"/>
                </a:cubicBezTo>
                <a:cubicBezTo>
                  <a:pt x="39" y="7189"/>
                  <a:pt x="33" y="7181"/>
                  <a:pt x="27" y="7172"/>
                </a:cubicBezTo>
                <a:cubicBezTo>
                  <a:pt x="21" y="7164"/>
                  <a:pt x="16" y="7155"/>
                  <a:pt x="12" y="7145"/>
                </a:cubicBezTo>
                <a:cubicBezTo>
                  <a:pt x="8" y="7136"/>
                  <a:pt x="5" y="7126"/>
                  <a:pt x="3" y="7116"/>
                </a:cubicBezTo>
                <a:cubicBezTo>
                  <a:pt x="1" y="7105"/>
                  <a:pt x="0" y="7095"/>
                  <a:pt x="0" y="7085"/>
                </a:cubicBezTo>
                <a:lnTo>
                  <a:pt x="0" y="158"/>
                </a:lnTo>
                <a:cubicBezTo>
                  <a:pt x="0" y="147"/>
                  <a:pt x="1" y="137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6" y="46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7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7" y="1"/>
                  <a:pt x="147" y="0"/>
                  <a:pt x="158" y="0"/>
                </a:cubicBezTo>
                <a:close/>
              </a:path>
            </a:pathLst>
          </a:custGeom>
          <a:noFill/>
          <a:ln w="5400">
            <a:solidFill>
              <a:srgbClr val="00a9c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666720" y="1034640"/>
            <a:ext cx="2804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Three levels of eﬀort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59680" y="2335320"/>
            <a:ext cx="118944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1 Conﬁgure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859680" y="2675160"/>
            <a:ext cx="2491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59680" y="3015360"/>
            <a:ext cx="142416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A stock server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59680" y="3355200"/>
            <a:ext cx="66060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and se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1731600" y="3355200"/>
            <a:ext cx="34668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ngs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859320" y="4291560"/>
            <a:ext cx="370800" cy="25560"/>
          </a:xfrm>
          <a:custGeom>
            <a:avLst/>
            <a:gdLst/>
            <a:ahLst/>
            <a:rect l="0" t="0" r="r" b="b"/>
            <a:pathLst>
              <a:path w="1030" h="71">
                <a:moveTo>
                  <a:pt x="0" y="0"/>
                </a:moveTo>
                <a:lnTo>
                  <a:pt x="1030" y="0"/>
                </a:lnTo>
                <a:lnTo>
                  <a:pt x="1030" y="71"/>
                </a:lnTo>
                <a:lnTo>
                  <a:pt x="0" y="71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59680" y="3695040"/>
            <a:ext cx="2491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859680" y="4035240"/>
            <a:ext cx="3679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e.g.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1352520" y="4035240"/>
            <a:ext cx="16999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HAPI FHIR set up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4325760" y="2022120"/>
            <a:ext cx="3329280" cy="2947320"/>
          </a:xfrm>
          <a:custGeom>
            <a:avLst/>
            <a:gdLst/>
            <a:ahLst/>
            <a:rect l="0" t="0" r="r" b="b"/>
            <a:pathLst>
              <a:path w="9248" h="8187">
                <a:moveTo>
                  <a:pt x="158" y="0"/>
                </a:moveTo>
                <a:lnTo>
                  <a:pt x="9090" y="0"/>
                </a:lnTo>
                <a:cubicBezTo>
                  <a:pt x="9100" y="0"/>
                  <a:pt x="9111" y="1"/>
                  <a:pt x="9121" y="3"/>
                </a:cubicBezTo>
                <a:cubicBezTo>
                  <a:pt x="9131" y="6"/>
                  <a:pt x="9141" y="8"/>
                  <a:pt x="9150" y="12"/>
                </a:cubicBezTo>
                <a:cubicBezTo>
                  <a:pt x="9160" y="16"/>
                  <a:pt x="9169" y="21"/>
                  <a:pt x="9177" y="27"/>
                </a:cubicBezTo>
                <a:cubicBezTo>
                  <a:pt x="9186" y="33"/>
                  <a:pt x="9194" y="39"/>
                  <a:pt x="9201" y="47"/>
                </a:cubicBezTo>
                <a:cubicBezTo>
                  <a:pt x="9209" y="54"/>
                  <a:pt x="9215" y="62"/>
                  <a:pt x="9221" y="70"/>
                </a:cubicBezTo>
                <a:cubicBezTo>
                  <a:pt x="9227" y="79"/>
                  <a:pt x="9232" y="88"/>
                  <a:pt x="9236" y="98"/>
                </a:cubicBezTo>
                <a:cubicBezTo>
                  <a:pt x="9239" y="107"/>
                  <a:pt x="9242" y="117"/>
                  <a:pt x="9244" y="127"/>
                </a:cubicBezTo>
                <a:cubicBezTo>
                  <a:pt x="9247" y="137"/>
                  <a:pt x="9248" y="148"/>
                  <a:pt x="9248" y="158"/>
                </a:cubicBezTo>
                <a:lnTo>
                  <a:pt x="9248" y="8029"/>
                </a:lnTo>
                <a:cubicBezTo>
                  <a:pt x="9248" y="8040"/>
                  <a:pt x="9247" y="8050"/>
                  <a:pt x="9244" y="8060"/>
                </a:cubicBezTo>
                <a:cubicBezTo>
                  <a:pt x="9242" y="8070"/>
                  <a:pt x="9239" y="8080"/>
                  <a:pt x="9236" y="8090"/>
                </a:cubicBezTo>
                <a:cubicBezTo>
                  <a:pt x="9232" y="8099"/>
                  <a:pt x="9227" y="8108"/>
                  <a:pt x="9221" y="8117"/>
                </a:cubicBezTo>
                <a:cubicBezTo>
                  <a:pt x="9215" y="8126"/>
                  <a:pt x="9209" y="8134"/>
                  <a:pt x="9201" y="8141"/>
                </a:cubicBezTo>
                <a:cubicBezTo>
                  <a:pt x="9194" y="8148"/>
                  <a:pt x="9186" y="8155"/>
                  <a:pt x="9177" y="8160"/>
                </a:cubicBezTo>
                <a:cubicBezTo>
                  <a:pt x="9169" y="8166"/>
                  <a:pt x="9160" y="8171"/>
                  <a:pt x="9150" y="8175"/>
                </a:cubicBezTo>
                <a:cubicBezTo>
                  <a:pt x="9141" y="8179"/>
                  <a:pt x="9131" y="8182"/>
                  <a:pt x="9121" y="8184"/>
                </a:cubicBezTo>
                <a:cubicBezTo>
                  <a:pt x="9111" y="8186"/>
                  <a:pt x="9100" y="8187"/>
                  <a:pt x="9090" y="8187"/>
                </a:cubicBezTo>
                <a:lnTo>
                  <a:pt x="158" y="8187"/>
                </a:lnTo>
                <a:cubicBezTo>
                  <a:pt x="147" y="8187"/>
                  <a:pt x="137" y="8186"/>
                  <a:pt x="127" y="8184"/>
                </a:cubicBezTo>
                <a:cubicBezTo>
                  <a:pt x="117" y="8182"/>
                  <a:pt x="107" y="8179"/>
                  <a:pt x="97" y="8175"/>
                </a:cubicBezTo>
                <a:cubicBezTo>
                  <a:pt x="88" y="8171"/>
                  <a:pt x="79" y="8166"/>
                  <a:pt x="70" y="8160"/>
                </a:cubicBezTo>
                <a:cubicBezTo>
                  <a:pt x="61" y="8155"/>
                  <a:pt x="54" y="8148"/>
                  <a:pt x="46" y="8141"/>
                </a:cubicBezTo>
                <a:cubicBezTo>
                  <a:pt x="39" y="8134"/>
                  <a:pt x="32" y="8126"/>
                  <a:pt x="27" y="8117"/>
                </a:cubicBezTo>
                <a:cubicBezTo>
                  <a:pt x="21" y="8108"/>
                  <a:pt x="16" y="8099"/>
                  <a:pt x="12" y="8090"/>
                </a:cubicBezTo>
                <a:cubicBezTo>
                  <a:pt x="8" y="8080"/>
                  <a:pt x="5" y="8070"/>
                  <a:pt x="3" y="8060"/>
                </a:cubicBezTo>
                <a:cubicBezTo>
                  <a:pt x="1" y="8050"/>
                  <a:pt x="0" y="8040"/>
                  <a:pt x="0" y="8029"/>
                </a:cubicBezTo>
                <a:lnTo>
                  <a:pt x="0" y="158"/>
                </a:lnTo>
                <a:cubicBezTo>
                  <a:pt x="0" y="148"/>
                  <a:pt x="1" y="137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1" y="33"/>
                  <a:pt x="70" y="27"/>
                </a:cubicBezTo>
                <a:cubicBezTo>
                  <a:pt x="79" y="21"/>
                  <a:pt x="88" y="16"/>
                  <a:pt x="97" y="12"/>
                </a:cubicBezTo>
                <a:cubicBezTo>
                  <a:pt x="107" y="8"/>
                  <a:pt x="117" y="6"/>
                  <a:pt x="127" y="3"/>
                </a:cubicBezTo>
                <a:cubicBezTo>
                  <a:pt x="137" y="1"/>
                  <a:pt x="147" y="0"/>
                  <a:pt x="158" y="0"/>
                </a:cubicBezTo>
                <a:close/>
              </a:path>
            </a:pathLst>
          </a:custGeom>
          <a:solidFill>
            <a:srgbClr val="8ad8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4325760" y="2022120"/>
            <a:ext cx="3329280" cy="2947320"/>
          </a:xfrm>
          <a:custGeom>
            <a:avLst/>
            <a:gdLst/>
            <a:ahLst/>
            <a:rect l="0" t="0" r="r" b="b"/>
            <a:pathLst>
              <a:path w="9248" h="8187">
                <a:moveTo>
                  <a:pt x="158" y="0"/>
                </a:moveTo>
                <a:lnTo>
                  <a:pt x="9090" y="0"/>
                </a:lnTo>
                <a:cubicBezTo>
                  <a:pt x="9100" y="0"/>
                  <a:pt x="9111" y="1"/>
                  <a:pt x="9121" y="3"/>
                </a:cubicBezTo>
                <a:cubicBezTo>
                  <a:pt x="9131" y="6"/>
                  <a:pt x="9141" y="8"/>
                  <a:pt x="9150" y="12"/>
                </a:cubicBezTo>
                <a:cubicBezTo>
                  <a:pt x="9160" y="16"/>
                  <a:pt x="9169" y="21"/>
                  <a:pt x="9177" y="27"/>
                </a:cubicBezTo>
                <a:cubicBezTo>
                  <a:pt x="9186" y="33"/>
                  <a:pt x="9194" y="39"/>
                  <a:pt x="9201" y="47"/>
                </a:cubicBezTo>
                <a:cubicBezTo>
                  <a:pt x="9209" y="54"/>
                  <a:pt x="9215" y="62"/>
                  <a:pt x="9221" y="70"/>
                </a:cubicBezTo>
                <a:cubicBezTo>
                  <a:pt x="9227" y="79"/>
                  <a:pt x="9232" y="88"/>
                  <a:pt x="9236" y="98"/>
                </a:cubicBezTo>
                <a:cubicBezTo>
                  <a:pt x="9239" y="107"/>
                  <a:pt x="9242" y="117"/>
                  <a:pt x="9244" y="127"/>
                </a:cubicBezTo>
                <a:cubicBezTo>
                  <a:pt x="9247" y="137"/>
                  <a:pt x="9248" y="148"/>
                  <a:pt x="9248" y="158"/>
                </a:cubicBezTo>
                <a:lnTo>
                  <a:pt x="9248" y="8029"/>
                </a:lnTo>
                <a:cubicBezTo>
                  <a:pt x="9248" y="8040"/>
                  <a:pt x="9247" y="8050"/>
                  <a:pt x="9244" y="8060"/>
                </a:cubicBezTo>
                <a:cubicBezTo>
                  <a:pt x="9242" y="8070"/>
                  <a:pt x="9239" y="8080"/>
                  <a:pt x="9236" y="8090"/>
                </a:cubicBezTo>
                <a:cubicBezTo>
                  <a:pt x="9232" y="8099"/>
                  <a:pt x="9227" y="8108"/>
                  <a:pt x="9221" y="8117"/>
                </a:cubicBezTo>
                <a:cubicBezTo>
                  <a:pt x="9215" y="8126"/>
                  <a:pt x="9209" y="8134"/>
                  <a:pt x="9201" y="8141"/>
                </a:cubicBezTo>
                <a:cubicBezTo>
                  <a:pt x="9194" y="8148"/>
                  <a:pt x="9186" y="8155"/>
                  <a:pt x="9177" y="8160"/>
                </a:cubicBezTo>
                <a:cubicBezTo>
                  <a:pt x="9169" y="8166"/>
                  <a:pt x="9160" y="8171"/>
                  <a:pt x="9150" y="8175"/>
                </a:cubicBezTo>
                <a:cubicBezTo>
                  <a:pt x="9141" y="8179"/>
                  <a:pt x="9131" y="8182"/>
                  <a:pt x="9121" y="8184"/>
                </a:cubicBezTo>
                <a:cubicBezTo>
                  <a:pt x="9111" y="8186"/>
                  <a:pt x="9100" y="8187"/>
                  <a:pt x="9090" y="8187"/>
                </a:cubicBezTo>
                <a:lnTo>
                  <a:pt x="158" y="8187"/>
                </a:lnTo>
                <a:cubicBezTo>
                  <a:pt x="147" y="8187"/>
                  <a:pt x="137" y="8186"/>
                  <a:pt x="127" y="8184"/>
                </a:cubicBezTo>
                <a:cubicBezTo>
                  <a:pt x="117" y="8182"/>
                  <a:pt x="107" y="8179"/>
                  <a:pt x="97" y="8175"/>
                </a:cubicBezTo>
                <a:cubicBezTo>
                  <a:pt x="88" y="8171"/>
                  <a:pt x="79" y="8166"/>
                  <a:pt x="70" y="8160"/>
                </a:cubicBezTo>
                <a:cubicBezTo>
                  <a:pt x="61" y="8155"/>
                  <a:pt x="54" y="8148"/>
                  <a:pt x="46" y="8141"/>
                </a:cubicBezTo>
                <a:cubicBezTo>
                  <a:pt x="39" y="8134"/>
                  <a:pt x="32" y="8126"/>
                  <a:pt x="27" y="8117"/>
                </a:cubicBezTo>
                <a:cubicBezTo>
                  <a:pt x="21" y="8108"/>
                  <a:pt x="16" y="8099"/>
                  <a:pt x="12" y="8090"/>
                </a:cubicBezTo>
                <a:cubicBezTo>
                  <a:pt x="8" y="8080"/>
                  <a:pt x="5" y="8070"/>
                  <a:pt x="3" y="8060"/>
                </a:cubicBezTo>
                <a:cubicBezTo>
                  <a:pt x="1" y="8050"/>
                  <a:pt x="0" y="8040"/>
                  <a:pt x="0" y="8029"/>
                </a:cubicBezTo>
                <a:lnTo>
                  <a:pt x="0" y="158"/>
                </a:lnTo>
                <a:cubicBezTo>
                  <a:pt x="0" y="148"/>
                  <a:pt x="1" y="137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1" y="33"/>
                  <a:pt x="70" y="27"/>
                </a:cubicBezTo>
                <a:cubicBezTo>
                  <a:pt x="79" y="21"/>
                  <a:pt x="88" y="16"/>
                  <a:pt x="97" y="12"/>
                </a:cubicBezTo>
                <a:cubicBezTo>
                  <a:pt x="107" y="8"/>
                  <a:pt x="117" y="6"/>
                  <a:pt x="127" y="3"/>
                </a:cubicBezTo>
                <a:cubicBezTo>
                  <a:pt x="137" y="1"/>
                  <a:pt x="147" y="0"/>
                  <a:pt x="158" y="0"/>
                </a:cubicBezTo>
                <a:close/>
              </a:path>
            </a:pathLst>
          </a:custGeom>
          <a:noFill/>
          <a:ln w="5400">
            <a:solidFill>
              <a:srgbClr val="00a9c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859680" y="4375080"/>
            <a:ext cx="252756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from akkadakka snippets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4439520" y="2165040"/>
            <a:ext cx="119844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2 Add an IG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439520" y="2505240"/>
            <a:ext cx="2491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439520" y="2845080"/>
            <a:ext cx="193608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Proﬁles, ValueSets,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4439520" y="3184920"/>
            <a:ext cx="213264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CapabilityStatement.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439520" y="3525120"/>
            <a:ext cx="9061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No code.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4439160" y="4461480"/>
            <a:ext cx="370800" cy="25560"/>
          </a:xfrm>
          <a:custGeom>
            <a:avLst/>
            <a:gdLst/>
            <a:ahLst/>
            <a:rect l="0" t="0" r="r" b="b"/>
            <a:pathLst>
              <a:path w="1030" h="71">
                <a:moveTo>
                  <a:pt x="0" y="0"/>
                </a:moveTo>
                <a:lnTo>
                  <a:pt x="1030" y="0"/>
                </a:lnTo>
                <a:lnTo>
                  <a:pt x="1030" y="71"/>
                </a:lnTo>
                <a:lnTo>
                  <a:pt x="0" y="71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439520" y="3864960"/>
            <a:ext cx="2491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4439520" y="4205160"/>
            <a:ext cx="3679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e.g.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932360" y="4205160"/>
            <a:ext cx="226080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the Radiology Referral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8047440" y="1852200"/>
            <a:ext cx="3417480" cy="3287160"/>
          </a:xfrm>
          <a:custGeom>
            <a:avLst/>
            <a:gdLst/>
            <a:ahLst/>
            <a:rect l="0" t="0" r="r" b="b"/>
            <a:pathLst>
              <a:path w="9493" h="9131">
                <a:moveTo>
                  <a:pt x="157" y="0"/>
                </a:moveTo>
                <a:lnTo>
                  <a:pt x="9336" y="0"/>
                </a:lnTo>
                <a:cubicBezTo>
                  <a:pt x="9346" y="0"/>
                  <a:pt x="9357" y="1"/>
                  <a:pt x="9367" y="3"/>
                </a:cubicBezTo>
                <a:cubicBezTo>
                  <a:pt x="9377" y="5"/>
                  <a:pt x="9387" y="8"/>
                  <a:pt x="9396" y="12"/>
                </a:cubicBezTo>
                <a:cubicBezTo>
                  <a:pt x="9406" y="16"/>
                  <a:pt x="9415" y="21"/>
                  <a:pt x="9423" y="26"/>
                </a:cubicBezTo>
                <a:cubicBezTo>
                  <a:pt x="9432" y="32"/>
                  <a:pt x="9440" y="39"/>
                  <a:pt x="9447" y="46"/>
                </a:cubicBezTo>
                <a:cubicBezTo>
                  <a:pt x="9455" y="53"/>
                  <a:pt x="9461" y="61"/>
                  <a:pt x="9467" y="70"/>
                </a:cubicBezTo>
                <a:cubicBezTo>
                  <a:pt x="9473" y="78"/>
                  <a:pt x="9478" y="87"/>
                  <a:pt x="9481" y="97"/>
                </a:cubicBezTo>
                <a:cubicBezTo>
                  <a:pt x="9485" y="107"/>
                  <a:pt x="9488" y="116"/>
                  <a:pt x="9490" y="127"/>
                </a:cubicBezTo>
                <a:cubicBezTo>
                  <a:pt x="9492" y="137"/>
                  <a:pt x="9493" y="147"/>
                  <a:pt x="9493" y="157"/>
                </a:cubicBezTo>
                <a:lnTo>
                  <a:pt x="9493" y="8973"/>
                </a:lnTo>
                <a:cubicBezTo>
                  <a:pt x="9493" y="8983"/>
                  <a:pt x="9492" y="8994"/>
                  <a:pt x="9490" y="9004"/>
                </a:cubicBezTo>
                <a:cubicBezTo>
                  <a:pt x="9488" y="9014"/>
                  <a:pt x="9485" y="9024"/>
                  <a:pt x="9481" y="9033"/>
                </a:cubicBezTo>
                <a:cubicBezTo>
                  <a:pt x="9478" y="9043"/>
                  <a:pt x="9473" y="9052"/>
                  <a:pt x="9467" y="9061"/>
                </a:cubicBezTo>
                <a:cubicBezTo>
                  <a:pt x="9461" y="9069"/>
                  <a:pt x="9455" y="9077"/>
                  <a:pt x="9447" y="9085"/>
                </a:cubicBezTo>
                <a:cubicBezTo>
                  <a:pt x="9440" y="9092"/>
                  <a:pt x="9432" y="9098"/>
                  <a:pt x="9423" y="9104"/>
                </a:cubicBezTo>
                <a:cubicBezTo>
                  <a:pt x="9415" y="9110"/>
                  <a:pt x="9406" y="9115"/>
                  <a:pt x="9396" y="9119"/>
                </a:cubicBezTo>
                <a:cubicBezTo>
                  <a:pt x="9387" y="9123"/>
                  <a:pt x="9377" y="9126"/>
                  <a:pt x="9367" y="9128"/>
                </a:cubicBezTo>
                <a:cubicBezTo>
                  <a:pt x="9357" y="9130"/>
                  <a:pt x="9346" y="9131"/>
                  <a:pt x="9336" y="9131"/>
                </a:cubicBezTo>
                <a:lnTo>
                  <a:pt x="157" y="9131"/>
                </a:lnTo>
                <a:cubicBezTo>
                  <a:pt x="147" y="9131"/>
                  <a:pt x="137" y="9130"/>
                  <a:pt x="127" y="9128"/>
                </a:cubicBezTo>
                <a:cubicBezTo>
                  <a:pt x="117" y="9126"/>
                  <a:pt x="107" y="9123"/>
                  <a:pt x="97" y="9119"/>
                </a:cubicBezTo>
                <a:cubicBezTo>
                  <a:pt x="88" y="9115"/>
                  <a:pt x="79" y="9110"/>
                  <a:pt x="70" y="9104"/>
                </a:cubicBezTo>
                <a:cubicBezTo>
                  <a:pt x="61" y="9098"/>
                  <a:pt x="53" y="9092"/>
                  <a:pt x="46" y="9085"/>
                </a:cubicBezTo>
                <a:cubicBezTo>
                  <a:pt x="39" y="9077"/>
                  <a:pt x="32" y="9069"/>
                  <a:pt x="26" y="9061"/>
                </a:cubicBezTo>
                <a:cubicBezTo>
                  <a:pt x="21" y="9052"/>
                  <a:pt x="16" y="9043"/>
                  <a:pt x="12" y="9033"/>
                </a:cubicBezTo>
                <a:cubicBezTo>
                  <a:pt x="8" y="9024"/>
                  <a:pt x="5" y="9014"/>
                  <a:pt x="3" y="9004"/>
                </a:cubicBezTo>
                <a:cubicBezTo>
                  <a:pt x="1" y="8994"/>
                  <a:pt x="0" y="8983"/>
                  <a:pt x="0" y="8973"/>
                </a:cubicBezTo>
                <a:lnTo>
                  <a:pt x="0" y="157"/>
                </a:lnTo>
                <a:cubicBezTo>
                  <a:pt x="0" y="147"/>
                  <a:pt x="1" y="137"/>
                  <a:pt x="3" y="127"/>
                </a:cubicBezTo>
                <a:cubicBezTo>
                  <a:pt x="5" y="116"/>
                  <a:pt x="8" y="107"/>
                  <a:pt x="12" y="97"/>
                </a:cubicBezTo>
                <a:cubicBezTo>
                  <a:pt x="16" y="87"/>
                  <a:pt x="21" y="78"/>
                  <a:pt x="26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3" y="39"/>
                  <a:pt x="61" y="32"/>
                  <a:pt x="70" y="26"/>
                </a:cubicBezTo>
                <a:cubicBezTo>
                  <a:pt x="79" y="21"/>
                  <a:pt x="88" y="16"/>
                  <a:pt x="97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7" y="1"/>
                  <a:pt x="147" y="0"/>
                  <a:pt x="157" y="0"/>
                </a:cubicBezTo>
                <a:close/>
              </a:path>
            </a:pathLst>
          </a:custGeom>
          <a:solidFill>
            <a:srgbClr val="007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8047440" y="1852200"/>
            <a:ext cx="3417480" cy="3287160"/>
          </a:xfrm>
          <a:custGeom>
            <a:avLst/>
            <a:gdLst/>
            <a:ahLst/>
            <a:rect l="0" t="0" r="r" b="b"/>
            <a:pathLst>
              <a:path w="9493" h="9131">
                <a:moveTo>
                  <a:pt x="157" y="0"/>
                </a:moveTo>
                <a:lnTo>
                  <a:pt x="9336" y="0"/>
                </a:lnTo>
                <a:cubicBezTo>
                  <a:pt x="9346" y="0"/>
                  <a:pt x="9357" y="1"/>
                  <a:pt x="9367" y="3"/>
                </a:cubicBezTo>
                <a:cubicBezTo>
                  <a:pt x="9377" y="5"/>
                  <a:pt x="9387" y="8"/>
                  <a:pt x="9396" y="12"/>
                </a:cubicBezTo>
                <a:cubicBezTo>
                  <a:pt x="9406" y="16"/>
                  <a:pt x="9415" y="21"/>
                  <a:pt x="9423" y="26"/>
                </a:cubicBezTo>
                <a:cubicBezTo>
                  <a:pt x="9432" y="32"/>
                  <a:pt x="9440" y="39"/>
                  <a:pt x="9447" y="46"/>
                </a:cubicBezTo>
                <a:cubicBezTo>
                  <a:pt x="9455" y="53"/>
                  <a:pt x="9461" y="61"/>
                  <a:pt x="9467" y="70"/>
                </a:cubicBezTo>
                <a:cubicBezTo>
                  <a:pt x="9473" y="78"/>
                  <a:pt x="9478" y="87"/>
                  <a:pt x="9481" y="97"/>
                </a:cubicBezTo>
                <a:cubicBezTo>
                  <a:pt x="9485" y="107"/>
                  <a:pt x="9488" y="116"/>
                  <a:pt x="9490" y="127"/>
                </a:cubicBezTo>
                <a:cubicBezTo>
                  <a:pt x="9492" y="137"/>
                  <a:pt x="9493" y="147"/>
                  <a:pt x="9493" y="157"/>
                </a:cubicBezTo>
                <a:lnTo>
                  <a:pt x="9493" y="8973"/>
                </a:lnTo>
                <a:cubicBezTo>
                  <a:pt x="9493" y="8983"/>
                  <a:pt x="9492" y="8994"/>
                  <a:pt x="9490" y="9004"/>
                </a:cubicBezTo>
                <a:cubicBezTo>
                  <a:pt x="9488" y="9014"/>
                  <a:pt x="9485" y="9024"/>
                  <a:pt x="9481" y="9033"/>
                </a:cubicBezTo>
                <a:cubicBezTo>
                  <a:pt x="9478" y="9043"/>
                  <a:pt x="9473" y="9052"/>
                  <a:pt x="9467" y="9061"/>
                </a:cubicBezTo>
                <a:cubicBezTo>
                  <a:pt x="9461" y="9069"/>
                  <a:pt x="9455" y="9077"/>
                  <a:pt x="9447" y="9085"/>
                </a:cubicBezTo>
                <a:cubicBezTo>
                  <a:pt x="9440" y="9092"/>
                  <a:pt x="9432" y="9098"/>
                  <a:pt x="9423" y="9104"/>
                </a:cubicBezTo>
                <a:cubicBezTo>
                  <a:pt x="9415" y="9110"/>
                  <a:pt x="9406" y="9115"/>
                  <a:pt x="9396" y="9119"/>
                </a:cubicBezTo>
                <a:cubicBezTo>
                  <a:pt x="9387" y="9123"/>
                  <a:pt x="9377" y="9126"/>
                  <a:pt x="9367" y="9128"/>
                </a:cubicBezTo>
                <a:cubicBezTo>
                  <a:pt x="9357" y="9130"/>
                  <a:pt x="9346" y="9131"/>
                  <a:pt x="9336" y="9131"/>
                </a:cubicBezTo>
                <a:lnTo>
                  <a:pt x="157" y="9131"/>
                </a:lnTo>
                <a:cubicBezTo>
                  <a:pt x="147" y="9131"/>
                  <a:pt x="137" y="9130"/>
                  <a:pt x="127" y="9128"/>
                </a:cubicBezTo>
                <a:cubicBezTo>
                  <a:pt x="117" y="9126"/>
                  <a:pt x="107" y="9123"/>
                  <a:pt x="97" y="9119"/>
                </a:cubicBezTo>
                <a:cubicBezTo>
                  <a:pt x="88" y="9115"/>
                  <a:pt x="79" y="9110"/>
                  <a:pt x="70" y="9104"/>
                </a:cubicBezTo>
                <a:cubicBezTo>
                  <a:pt x="61" y="9098"/>
                  <a:pt x="53" y="9092"/>
                  <a:pt x="46" y="9085"/>
                </a:cubicBezTo>
                <a:cubicBezTo>
                  <a:pt x="39" y="9077"/>
                  <a:pt x="32" y="9069"/>
                  <a:pt x="26" y="9061"/>
                </a:cubicBezTo>
                <a:cubicBezTo>
                  <a:pt x="21" y="9052"/>
                  <a:pt x="16" y="9043"/>
                  <a:pt x="12" y="9033"/>
                </a:cubicBezTo>
                <a:cubicBezTo>
                  <a:pt x="8" y="9024"/>
                  <a:pt x="5" y="9014"/>
                  <a:pt x="3" y="9004"/>
                </a:cubicBezTo>
                <a:cubicBezTo>
                  <a:pt x="1" y="8994"/>
                  <a:pt x="0" y="8983"/>
                  <a:pt x="0" y="8973"/>
                </a:cubicBezTo>
                <a:lnTo>
                  <a:pt x="0" y="157"/>
                </a:lnTo>
                <a:cubicBezTo>
                  <a:pt x="0" y="147"/>
                  <a:pt x="1" y="137"/>
                  <a:pt x="3" y="127"/>
                </a:cubicBezTo>
                <a:cubicBezTo>
                  <a:pt x="5" y="116"/>
                  <a:pt x="8" y="107"/>
                  <a:pt x="12" y="97"/>
                </a:cubicBezTo>
                <a:cubicBezTo>
                  <a:pt x="16" y="87"/>
                  <a:pt x="21" y="78"/>
                  <a:pt x="26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3" y="39"/>
                  <a:pt x="61" y="32"/>
                  <a:pt x="70" y="26"/>
                </a:cubicBezTo>
                <a:cubicBezTo>
                  <a:pt x="79" y="21"/>
                  <a:pt x="88" y="16"/>
                  <a:pt x="97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7" y="1"/>
                  <a:pt x="147" y="0"/>
                  <a:pt x="157" y="0"/>
                </a:cubicBezTo>
                <a:close/>
              </a:path>
            </a:pathLst>
          </a:custGeom>
          <a:noFill/>
          <a:ln w="5400">
            <a:solidFill>
              <a:srgbClr val="00a9c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4439520" y="4545000"/>
            <a:ext cx="153540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and Booking IG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8160840" y="1995120"/>
            <a:ext cx="174096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60" spc="-1" strike="noStrike">
                <a:solidFill>
                  <a:srgbClr val="ffffff"/>
                </a:solidFill>
                <a:latin typeface="Calibri"/>
                <a:ea typeface="Calibri"/>
              </a:rPr>
              <a:t>3 Write minimal,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8160840" y="2334960"/>
            <a:ext cx="132048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60" spc="-1" strike="noStrike">
                <a:solidFill>
                  <a:srgbClr val="ffffff"/>
                </a:solidFill>
                <a:latin typeface="Calibri"/>
                <a:ea typeface="Calibri"/>
              </a:rPr>
              <a:t>concise code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8160840" y="2674800"/>
            <a:ext cx="2491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8160840" y="3015000"/>
            <a:ext cx="230796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ffffff"/>
                </a:solidFill>
                <a:latin typeface="Calibri"/>
                <a:ea typeface="Calibri"/>
              </a:rPr>
              <a:t>Only where there is no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8160840" y="3354840"/>
            <a:ext cx="233856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ffffff"/>
                </a:solidFill>
                <a:latin typeface="Calibri"/>
                <a:ea typeface="Calibri"/>
              </a:rPr>
              <a:t>standard shape, and as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8160840" y="3695040"/>
            <a:ext cx="161460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ffffff"/>
                </a:solidFill>
                <a:latin typeface="Calibri"/>
                <a:ea typeface="Calibri"/>
              </a:rPr>
              <a:t>little as possible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8160840" y="4631040"/>
            <a:ext cx="370440" cy="25560"/>
          </a:xfrm>
          <a:custGeom>
            <a:avLst/>
            <a:gdLst/>
            <a:ahLst/>
            <a:rect l="0" t="0" r="r" b="b"/>
            <a:pathLst>
              <a:path w="1029" h="71">
                <a:moveTo>
                  <a:pt x="0" y="0"/>
                </a:moveTo>
                <a:lnTo>
                  <a:pt x="1029" y="0"/>
                </a:lnTo>
                <a:lnTo>
                  <a:pt x="1029" y="71"/>
                </a:lnTo>
                <a:lnTo>
                  <a:pt x="0" y="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8160840" y="4034880"/>
            <a:ext cx="2491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8160840" y="4374720"/>
            <a:ext cx="3679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ffffff"/>
                </a:solidFill>
                <a:latin typeface="Calibri"/>
                <a:ea typeface="Calibri"/>
              </a:rPr>
              <a:t>e.g.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8654040" y="4374720"/>
            <a:ext cx="200016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ffffff"/>
                </a:solidFill>
                <a:latin typeface="Calibri"/>
                <a:ea typeface="Calibri"/>
              </a:rPr>
              <a:t>the HL7 v2 adapter: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8160840" y="4714920"/>
            <a:ext cx="28033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60" spc="-1" strike="noStrike">
                <a:solidFill>
                  <a:srgbClr val="ffffff"/>
                </a:solidFill>
                <a:latin typeface="Calibri"/>
                <a:ea typeface="Calibri"/>
              </a:rPr>
              <a:t>about 155 + 68 lines of Java</a:t>
            </a:r>
            <a:endParaRPr b="0" lang="en-AU" sz="1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66720" y="5479200"/>
            <a:ext cx="10668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The colour follows the eﬀort: the darker, the more custom work. Most of an architecture is levels 1 and 2.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4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666720" y="18381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109" name="" descr=""/>
          <p:cNvPicPr/>
          <p:nvPr/>
        </p:nvPicPr>
        <p:blipFill>
          <a:blip r:embed="rId1"/>
          <a:stretch/>
        </p:blipFill>
        <p:spPr>
          <a:xfrm>
            <a:off x="1047600" y="2019240"/>
            <a:ext cx="10096200" cy="2933280"/>
          </a:xfrm>
          <a:prstGeom prst="rect">
            <a:avLst/>
          </a:prstGeom>
          <a:ln w="0">
            <a:noFill/>
          </a:ln>
        </p:spPr>
      </p:pic>
      <p:sp>
        <p:nvSpPr>
          <p:cNvPr id="110" name=""/>
          <p:cNvSpPr txBox="1"/>
          <p:nvPr/>
        </p:nvSpPr>
        <p:spPr>
          <a:xfrm>
            <a:off x="666720" y="1377720"/>
            <a:ext cx="474048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Six services across the four families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666720" y="5136480"/>
            <a:ext cx="91677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Pale services are conﬁguration, mid-tone ones need an IG, the dark one needs a little code.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5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666720" y="13143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720360" y="1637280"/>
            <a:ext cx="7311960" cy="2009520"/>
          </a:xfrm>
          <a:custGeom>
            <a:avLst/>
            <a:gdLst/>
            <a:ahLst/>
            <a:rect l="0" t="0" r="r" b="b"/>
            <a:pathLst>
              <a:path w="20311" h="5582">
                <a:moveTo>
                  <a:pt x="106" y="0"/>
                </a:moveTo>
                <a:lnTo>
                  <a:pt x="20205" y="0"/>
                </a:lnTo>
                <a:cubicBezTo>
                  <a:pt x="20219" y="0"/>
                  <a:pt x="20233" y="3"/>
                  <a:pt x="20246" y="8"/>
                </a:cubicBezTo>
                <a:cubicBezTo>
                  <a:pt x="20259" y="14"/>
                  <a:pt x="20270" y="21"/>
                  <a:pt x="20280" y="31"/>
                </a:cubicBezTo>
                <a:cubicBezTo>
                  <a:pt x="20290" y="41"/>
                  <a:pt x="20298" y="53"/>
                  <a:pt x="20303" y="66"/>
                </a:cubicBezTo>
                <a:cubicBezTo>
                  <a:pt x="20309" y="79"/>
                  <a:pt x="20311" y="93"/>
                  <a:pt x="20311" y="107"/>
                </a:cubicBezTo>
                <a:lnTo>
                  <a:pt x="20311" y="5476"/>
                </a:lnTo>
                <a:cubicBezTo>
                  <a:pt x="20311" y="5490"/>
                  <a:pt x="20309" y="5503"/>
                  <a:pt x="20303" y="5516"/>
                </a:cubicBezTo>
                <a:cubicBezTo>
                  <a:pt x="20298" y="5529"/>
                  <a:pt x="20290" y="5541"/>
                  <a:pt x="20280" y="5551"/>
                </a:cubicBezTo>
                <a:cubicBezTo>
                  <a:pt x="20270" y="5561"/>
                  <a:pt x="20259" y="5569"/>
                  <a:pt x="20246" y="5574"/>
                </a:cubicBezTo>
                <a:cubicBezTo>
                  <a:pt x="20233" y="5579"/>
                  <a:pt x="20219" y="5582"/>
                  <a:pt x="20205" y="5582"/>
                </a:cubicBezTo>
                <a:lnTo>
                  <a:pt x="106" y="5582"/>
                </a:lnTo>
                <a:cubicBezTo>
                  <a:pt x="92" y="5582"/>
                  <a:pt x="78" y="5579"/>
                  <a:pt x="65" y="5574"/>
                </a:cubicBezTo>
                <a:cubicBezTo>
                  <a:pt x="52" y="5569"/>
                  <a:pt x="41" y="5561"/>
                  <a:pt x="31" y="5551"/>
                </a:cubicBezTo>
                <a:cubicBezTo>
                  <a:pt x="21" y="5541"/>
                  <a:pt x="13" y="5529"/>
                  <a:pt x="8" y="5516"/>
                </a:cubicBezTo>
                <a:cubicBezTo>
                  <a:pt x="2" y="5503"/>
                  <a:pt x="0" y="5490"/>
                  <a:pt x="0" y="5476"/>
                </a:cubicBezTo>
                <a:lnTo>
                  <a:pt x="0" y="107"/>
                </a:ln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720360" y="1637280"/>
            <a:ext cx="7311960" cy="2009520"/>
          </a:xfrm>
          <a:custGeom>
            <a:avLst/>
            <a:gdLst/>
            <a:ahLst/>
            <a:rect l="0" t="0" r="r" b="b"/>
            <a:pathLst>
              <a:path w="20311" h="5582">
                <a:moveTo>
                  <a:pt x="106" y="0"/>
                </a:moveTo>
                <a:lnTo>
                  <a:pt x="20205" y="0"/>
                </a:lnTo>
                <a:cubicBezTo>
                  <a:pt x="20219" y="0"/>
                  <a:pt x="20233" y="3"/>
                  <a:pt x="20246" y="8"/>
                </a:cubicBezTo>
                <a:cubicBezTo>
                  <a:pt x="20259" y="14"/>
                  <a:pt x="20270" y="21"/>
                  <a:pt x="20280" y="31"/>
                </a:cubicBezTo>
                <a:cubicBezTo>
                  <a:pt x="20290" y="41"/>
                  <a:pt x="20298" y="53"/>
                  <a:pt x="20303" y="66"/>
                </a:cubicBezTo>
                <a:cubicBezTo>
                  <a:pt x="20309" y="79"/>
                  <a:pt x="20311" y="93"/>
                  <a:pt x="20311" y="107"/>
                </a:cubicBezTo>
                <a:lnTo>
                  <a:pt x="20311" y="5476"/>
                </a:lnTo>
                <a:cubicBezTo>
                  <a:pt x="20311" y="5490"/>
                  <a:pt x="20309" y="5503"/>
                  <a:pt x="20303" y="5516"/>
                </a:cubicBezTo>
                <a:cubicBezTo>
                  <a:pt x="20298" y="5529"/>
                  <a:pt x="20290" y="5541"/>
                  <a:pt x="20280" y="5551"/>
                </a:cubicBezTo>
                <a:cubicBezTo>
                  <a:pt x="20270" y="5561"/>
                  <a:pt x="20259" y="5569"/>
                  <a:pt x="20246" y="5574"/>
                </a:cubicBezTo>
                <a:cubicBezTo>
                  <a:pt x="20233" y="5579"/>
                  <a:pt x="20219" y="5582"/>
                  <a:pt x="20205" y="5582"/>
                </a:cubicBezTo>
                <a:lnTo>
                  <a:pt x="106" y="5582"/>
                </a:lnTo>
                <a:cubicBezTo>
                  <a:pt x="92" y="5582"/>
                  <a:pt x="78" y="5579"/>
                  <a:pt x="65" y="5574"/>
                </a:cubicBezTo>
                <a:cubicBezTo>
                  <a:pt x="52" y="5569"/>
                  <a:pt x="41" y="5561"/>
                  <a:pt x="31" y="5551"/>
                </a:cubicBezTo>
                <a:cubicBezTo>
                  <a:pt x="21" y="5541"/>
                  <a:pt x="13" y="5529"/>
                  <a:pt x="8" y="5516"/>
                </a:cubicBezTo>
                <a:cubicBezTo>
                  <a:pt x="2" y="5503"/>
                  <a:pt x="0" y="5490"/>
                  <a:pt x="0" y="5476"/>
                </a:cubicBezTo>
                <a:lnTo>
                  <a:pt x="0" y="107"/>
                </a:ln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lose/>
              </a:path>
            </a:pathLst>
          </a:custGeom>
          <a:noFill/>
          <a:ln w="15120">
            <a:solidFill>
              <a:srgbClr val="757579"/>
            </a:solidFill>
            <a:miter/>
          </a:ln>
        </p:spPr>
        <p:txBody>
          <a:bodyPr lIns="7560" rIns="7560" tIns="7560" bIns="75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66720" y="844200"/>
            <a:ext cx="5063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How they could combine (illustrative)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6218640" y="3830400"/>
            <a:ext cx="5260680" cy="1173600"/>
          </a:xfrm>
          <a:custGeom>
            <a:avLst/>
            <a:gdLst/>
            <a:ahLst/>
            <a:rect l="0" t="0" r="r" b="b"/>
            <a:pathLst>
              <a:path w="14613" h="3260">
                <a:moveTo>
                  <a:pt x="106" y="0"/>
                </a:moveTo>
                <a:lnTo>
                  <a:pt x="14507" y="0"/>
                </a:lnTo>
                <a:cubicBezTo>
                  <a:pt x="14521" y="0"/>
                  <a:pt x="14534" y="3"/>
                  <a:pt x="14548" y="8"/>
                </a:cubicBezTo>
                <a:cubicBezTo>
                  <a:pt x="14561" y="14"/>
                  <a:pt x="14572" y="22"/>
                  <a:pt x="14582" y="32"/>
                </a:cubicBezTo>
                <a:cubicBezTo>
                  <a:pt x="14592" y="42"/>
                  <a:pt x="14600" y="53"/>
                  <a:pt x="14605" y="66"/>
                </a:cubicBezTo>
                <a:cubicBezTo>
                  <a:pt x="14611" y="79"/>
                  <a:pt x="14613" y="93"/>
                  <a:pt x="14613" y="107"/>
                </a:cubicBezTo>
                <a:lnTo>
                  <a:pt x="14613" y="3154"/>
                </a:lnTo>
                <a:cubicBezTo>
                  <a:pt x="14613" y="3168"/>
                  <a:pt x="14611" y="3182"/>
                  <a:pt x="14605" y="3195"/>
                </a:cubicBezTo>
                <a:cubicBezTo>
                  <a:pt x="14600" y="3208"/>
                  <a:pt x="14592" y="3219"/>
                  <a:pt x="14582" y="3229"/>
                </a:cubicBezTo>
                <a:cubicBezTo>
                  <a:pt x="14572" y="3239"/>
                  <a:pt x="14561" y="3247"/>
                  <a:pt x="14548" y="3252"/>
                </a:cubicBezTo>
                <a:cubicBezTo>
                  <a:pt x="14534" y="3258"/>
                  <a:pt x="14521" y="3260"/>
                  <a:pt x="14507" y="3260"/>
                </a:cubicBezTo>
                <a:lnTo>
                  <a:pt x="106" y="3260"/>
                </a:lnTo>
                <a:cubicBezTo>
                  <a:pt x="92" y="3260"/>
                  <a:pt x="78" y="3258"/>
                  <a:pt x="65" y="3252"/>
                </a:cubicBezTo>
                <a:cubicBezTo>
                  <a:pt x="52" y="3247"/>
                  <a:pt x="41" y="3239"/>
                  <a:pt x="31" y="3229"/>
                </a:cubicBezTo>
                <a:cubicBezTo>
                  <a:pt x="21" y="3219"/>
                  <a:pt x="13" y="3208"/>
                  <a:pt x="8" y="3195"/>
                </a:cubicBezTo>
                <a:cubicBezTo>
                  <a:pt x="2" y="3182"/>
                  <a:pt x="0" y="3168"/>
                  <a:pt x="0" y="3154"/>
                </a:cubicBezTo>
                <a:lnTo>
                  <a:pt x="0" y="107"/>
                </a:ln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2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6218640" y="3830400"/>
            <a:ext cx="5260680" cy="1173600"/>
          </a:xfrm>
          <a:custGeom>
            <a:avLst/>
            <a:gdLst/>
            <a:ahLst/>
            <a:rect l="0" t="0" r="r" b="b"/>
            <a:pathLst>
              <a:path w="14613" h="3260">
                <a:moveTo>
                  <a:pt x="106" y="0"/>
                </a:moveTo>
                <a:lnTo>
                  <a:pt x="14507" y="0"/>
                </a:lnTo>
                <a:cubicBezTo>
                  <a:pt x="14521" y="0"/>
                  <a:pt x="14534" y="3"/>
                  <a:pt x="14548" y="8"/>
                </a:cubicBezTo>
                <a:cubicBezTo>
                  <a:pt x="14561" y="14"/>
                  <a:pt x="14572" y="22"/>
                  <a:pt x="14582" y="32"/>
                </a:cubicBezTo>
                <a:cubicBezTo>
                  <a:pt x="14592" y="42"/>
                  <a:pt x="14600" y="53"/>
                  <a:pt x="14605" y="66"/>
                </a:cubicBezTo>
                <a:cubicBezTo>
                  <a:pt x="14611" y="79"/>
                  <a:pt x="14613" y="93"/>
                  <a:pt x="14613" y="107"/>
                </a:cubicBezTo>
                <a:lnTo>
                  <a:pt x="14613" y="3154"/>
                </a:lnTo>
                <a:cubicBezTo>
                  <a:pt x="14613" y="3168"/>
                  <a:pt x="14611" y="3182"/>
                  <a:pt x="14605" y="3195"/>
                </a:cubicBezTo>
                <a:cubicBezTo>
                  <a:pt x="14600" y="3208"/>
                  <a:pt x="14592" y="3219"/>
                  <a:pt x="14582" y="3229"/>
                </a:cubicBezTo>
                <a:cubicBezTo>
                  <a:pt x="14572" y="3239"/>
                  <a:pt x="14561" y="3247"/>
                  <a:pt x="14548" y="3252"/>
                </a:cubicBezTo>
                <a:cubicBezTo>
                  <a:pt x="14534" y="3258"/>
                  <a:pt x="14521" y="3260"/>
                  <a:pt x="14507" y="3260"/>
                </a:cubicBezTo>
                <a:lnTo>
                  <a:pt x="106" y="3260"/>
                </a:lnTo>
                <a:cubicBezTo>
                  <a:pt x="92" y="3260"/>
                  <a:pt x="78" y="3258"/>
                  <a:pt x="65" y="3252"/>
                </a:cubicBezTo>
                <a:cubicBezTo>
                  <a:pt x="52" y="3247"/>
                  <a:pt x="41" y="3239"/>
                  <a:pt x="31" y="3229"/>
                </a:cubicBezTo>
                <a:cubicBezTo>
                  <a:pt x="21" y="3219"/>
                  <a:pt x="13" y="3208"/>
                  <a:pt x="8" y="3195"/>
                </a:cubicBezTo>
                <a:cubicBezTo>
                  <a:pt x="2" y="3182"/>
                  <a:pt x="0" y="3168"/>
                  <a:pt x="0" y="3154"/>
                </a:cubicBezTo>
                <a:lnTo>
                  <a:pt x="0" y="107"/>
                </a:ln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2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lose/>
              </a:path>
            </a:pathLst>
          </a:custGeom>
          <a:noFill/>
          <a:ln w="15120">
            <a:solidFill>
              <a:srgbClr val="757579"/>
            </a:solidFill>
            <a:miter/>
          </a:ln>
        </p:spPr>
        <p:txBody>
          <a:bodyPr lIns="7560" rIns="7560" tIns="7560" bIns="75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3427920" y="1674360"/>
            <a:ext cx="157968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450" spc="-1" strike="noStrike">
                <a:solidFill>
                  <a:srgbClr val="001d34"/>
                </a:solidFill>
                <a:latin typeface="Calibri"/>
                <a:ea typeface="Calibri"/>
              </a:rPr>
              <a:t>Track 2A demo stack</a:t>
            </a:r>
            <a:endParaRPr b="0" lang="en-AU" sz="14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843120" y="2868120"/>
            <a:ext cx="1524960" cy="655200"/>
          </a:xfrm>
          <a:custGeom>
            <a:avLst/>
            <a:gdLst/>
            <a:ahLst/>
            <a:rect l="0" t="0" r="r" b="b"/>
            <a:pathLst>
              <a:path w="4236" h="1820">
                <a:moveTo>
                  <a:pt x="106" y="0"/>
                </a:moveTo>
                <a:lnTo>
                  <a:pt x="4130" y="0"/>
                </a:lnTo>
                <a:cubicBezTo>
                  <a:pt x="4144" y="0"/>
                  <a:pt x="4157" y="3"/>
                  <a:pt x="4170" y="8"/>
                </a:cubicBezTo>
                <a:cubicBezTo>
                  <a:pt x="4184" y="14"/>
                  <a:pt x="4195" y="21"/>
                  <a:pt x="4205" y="31"/>
                </a:cubicBezTo>
                <a:cubicBezTo>
                  <a:pt x="4215" y="41"/>
                  <a:pt x="4223" y="53"/>
                  <a:pt x="4228" y="66"/>
                </a:cubicBezTo>
                <a:cubicBezTo>
                  <a:pt x="4233" y="79"/>
                  <a:pt x="4236" y="92"/>
                  <a:pt x="4236" y="107"/>
                </a:cubicBezTo>
                <a:lnTo>
                  <a:pt x="4236" y="1713"/>
                </a:lnTo>
                <a:cubicBezTo>
                  <a:pt x="4236" y="1727"/>
                  <a:pt x="4233" y="1741"/>
                  <a:pt x="4228" y="1754"/>
                </a:cubicBezTo>
                <a:cubicBezTo>
                  <a:pt x="4223" y="1767"/>
                  <a:pt x="4215" y="1778"/>
                  <a:pt x="4205" y="1788"/>
                </a:cubicBezTo>
                <a:cubicBezTo>
                  <a:pt x="4195" y="1798"/>
                  <a:pt x="4184" y="1806"/>
                  <a:pt x="4170" y="1812"/>
                </a:cubicBezTo>
                <a:cubicBezTo>
                  <a:pt x="4157" y="1817"/>
                  <a:pt x="4144" y="1820"/>
                  <a:pt x="4130" y="1820"/>
                </a:cubicBezTo>
                <a:lnTo>
                  <a:pt x="106" y="1820"/>
                </a:lnTo>
                <a:cubicBezTo>
                  <a:pt x="92" y="1820"/>
                  <a:pt x="78" y="1817"/>
                  <a:pt x="65" y="1812"/>
                </a:cubicBezTo>
                <a:cubicBezTo>
                  <a:pt x="52" y="1806"/>
                  <a:pt x="41" y="1798"/>
                  <a:pt x="31" y="1788"/>
                </a:cubicBezTo>
                <a:cubicBezTo>
                  <a:pt x="21" y="1778"/>
                  <a:pt x="13" y="1767"/>
                  <a:pt x="8" y="1754"/>
                </a:cubicBezTo>
                <a:cubicBezTo>
                  <a:pt x="2" y="1741"/>
                  <a:pt x="0" y="1727"/>
                  <a:pt x="0" y="1713"/>
                </a:cubicBezTo>
                <a:lnTo>
                  <a:pt x="0" y="107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843120" y="2868120"/>
            <a:ext cx="1524960" cy="655200"/>
          </a:xfrm>
          <a:custGeom>
            <a:avLst/>
            <a:gdLst/>
            <a:ahLst/>
            <a:rect l="0" t="0" r="r" b="b"/>
            <a:pathLst>
              <a:path w="4236" h="1820">
                <a:moveTo>
                  <a:pt x="106" y="0"/>
                </a:moveTo>
                <a:lnTo>
                  <a:pt x="4130" y="0"/>
                </a:lnTo>
                <a:cubicBezTo>
                  <a:pt x="4144" y="0"/>
                  <a:pt x="4157" y="3"/>
                  <a:pt x="4170" y="8"/>
                </a:cubicBezTo>
                <a:cubicBezTo>
                  <a:pt x="4184" y="14"/>
                  <a:pt x="4195" y="21"/>
                  <a:pt x="4205" y="31"/>
                </a:cubicBezTo>
                <a:cubicBezTo>
                  <a:pt x="4215" y="41"/>
                  <a:pt x="4223" y="53"/>
                  <a:pt x="4228" y="66"/>
                </a:cubicBezTo>
                <a:cubicBezTo>
                  <a:pt x="4233" y="79"/>
                  <a:pt x="4236" y="92"/>
                  <a:pt x="4236" y="107"/>
                </a:cubicBezTo>
                <a:lnTo>
                  <a:pt x="4236" y="1713"/>
                </a:lnTo>
                <a:cubicBezTo>
                  <a:pt x="4236" y="1727"/>
                  <a:pt x="4233" y="1741"/>
                  <a:pt x="4228" y="1754"/>
                </a:cubicBezTo>
                <a:cubicBezTo>
                  <a:pt x="4223" y="1767"/>
                  <a:pt x="4215" y="1778"/>
                  <a:pt x="4205" y="1788"/>
                </a:cubicBezTo>
                <a:cubicBezTo>
                  <a:pt x="4195" y="1798"/>
                  <a:pt x="4184" y="1806"/>
                  <a:pt x="4170" y="1812"/>
                </a:cubicBezTo>
                <a:cubicBezTo>
                  <a:pt x="4157" y="1817"/>
                  <a:pt x="4144" y="1820"/>
                  <a:pt x="4130" y="1820"/>
                </a:cubicBezTo>
                <a:lnTo>
                  <a:pt x="106" y="1820"/>
                </a:lnTo>
                <a:cubicBezTo>
                  <a:pt x="92" y="1820"/>
                  <a:pt x="78" y="1817"/>
                  <a:pt x="65" y="1812"/>
                </a:cubicBezTo>
                <a:cubicBezTo>
                  <a:pt x="52" y="1806"/>
                  <a:pt x="41" y="1798"/>
                  <a:pt x="31" y="1788"/>
                </a:cubicBezTo>
                <a:cubicBezTo>
                  <a:pt x="21" y="1778"/>
                  <a:pt x="13" y="1767"/>
                  <a:pt x="8" y="1754"/>
                </a:cubicBezTo>
                <a:cubicBezTo>
                  <a:pt x="2" y="1741"/>
                  <a:pt x="0" y="1727"/>
                  <a:pt x="0" y="1713"/>
                </a:cubicBezTo>
                <a:lnTo>
                  <a:pt x="0" y="107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close/>
              </a:path>
            </a:pathLst>
          </a:custGeom>
          <a:noFill/>
          <a:ln w="3600">
            <a:solidFill>
              <a:srgbClr val="757579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8045280" y="3867480"/>
            <a:ext cx="132948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450" spc="-1" strike="noStrike">
                <a:solidFill>
                  <a:srgbClr val="001d34"/>
                </a:solidFill>
                <a:latin typeface="Calibri"/>
                <a:ea typeface="Calibri"/>
              </a:rPr>
              <a:t>Caret demo stack</a:t>
            </a:r>
            <a:endParaRPr b="0" lang="en-AU" sz="14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919800" y="2966400"/>
            <a:ext cx="94860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50" spc="-1" strike="noStrike">
                <a:solidFill>
                  <a:srgbClr val="001d34"/>
                </a:solidFill>
                <a:latin typeface="Calibri"/>
                <a:ea typeface="Calibri"/>
              </a:rPr>
              <a:t>Referrer app</a:t>
            </a:r>
            <a:endParaRPr b="0" lang="en-AU" sz="14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3649680" y="2032200"/>
            <a:ext cx="2143800" cy="655200"/>
          </a:xfrm>
          <a:custGeom>
            <a:avLst/>
            <a:gdLst/>
            <a:ahLst/>
            <a:rect l="0" t="0" r="r" b="b"/>
            <a:pathLst>
              <a:path w="5955" h="1820">
                <a:moveTo>
                  <a:pt x="106" y="0"/>
                </a:moveTo>
                <a:lnTo>
                  <a:pt x="5848" y="0"/>
                </a:lnTo>
                <a:cubicBezTo>
                  <a:pt x="5862" y="0"/>
                  <a:pt x="5876" y="3"/>
                  <a:pt x="5889" y="8"/>
                </a:cubicBezTo>
                <a:cubicBezTo>
                  <a:pt x="5902" y="14"/>
                  <a:pt x="5913" y="21"/>
                  <a:pt x="5923" y="31"/>
                </a:cubicBezTo>
                <a:cubicBezTo>
                  <a:pt x="5933" y="41"/>
                  <a:pt x="5941" y="53"/>
                  <a:pt x="5947" y="66"/>
                </a:cubicBezTo>
                <a:cubicBezTo>
                  <a:pt x="5952" y="79"/>
                  <a:pt x="5955" y="93"/>
                  <a:pt x="5955" y="107"/>
                </a:cubicBezTo>
                <a:lnTo>
                  <a:pt x="5955" y="1713"/>
                </a:lnTo>
                <a:cubicBezTo>
                  <a:pt x="5955" y="1727"/>
                  <a:pt x="5952" y="1741"/>
                  <a:pt x="5947" y="1754"/>
                </a:cubicBezTo>
                <a:cubicBezTo>
                  <a:pt x="5941" y="1767"/>
                  <a:pt x="5933" y="1779"/>
                  <a:pt x="5923" y="1789"/>
                </a:cubicBezTo>
                <a:cubicBezTo>
                  <a:pt x="5913" y="1799"/>
                  <a:pt x="5902" y="1806"/>
                  <a:pt x="5889" y="1812"/>
                </a:cubicBezTo>
                <a:cubicBezTo>
                  <a:pt x="5876" y="1817"/>
                  <a:pt x="5862" y="1820"/>
                  <a:pt x="5848" y="1820"/>
                </a:cubicBezTo>
                <a:lnTo>
                  <a:pt x="106" y="1820"/>
                </a:lnTo>
                <a:cubicBezTo>
                  <a:pt x="92" y="1820"/>
                  <a:pt x="79" y="1817"/>
                  <a:pt x="65" y="1812"/>
                </a:cubicBezTo>
                <a:cubicBezTo>
                  <a:pt x="52" y="1806"/>
                  <a:pt x="41" y="1799"/>
                  <a:pt x="31" y="1789"/>
                </a:cubicBezTo>
                <a:cubicBezTo>
                  <a:pt x="21" y="1779"/>
                  <a:pt x="13" y="1767"/>
                  <a:pt x="8" y="1754"/>
                </a:cubicBezTo>
                <a:cubicBezTo>
                  <a:pt x="2" y="1741"/>
                  <a:pt x="0" y="1727"/>
                  <a:pt x="0" y="1713"/>
                </a:cubicBezTo>
                <a:lnTo>
                  <a:pt x="0" y="107"/>
                </a:ln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lose/>
              </a:path>
            </a:pathLst>
          </a:custGeom>
          <a:solidFill>
            <a:srgbClr val="8ad8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3649680" y="2032200"/>
            <a:ext cx="2143800" cy="655200"/>
          </a:xfrm>
          <a:custGeom>
            <a:avLst/>
            <a:gdLst/>
            <a:ahLst/>
            <a:rect l="0" t="0" r="r" b="b"/>
            <a:pathLst>
              <a:path w="5955" h="1820">
                <a:moveTo>
                  <a:pt x="106" y="0"/>
                </a:moveTo>
                <a:lnTo>
                  <a:pt x="5848" y="0"/>
                </a:lnTo>
                <a:cubicBezTo>
                  <a:pt x="5862" y="0"/>
                  <a:pt x="5876" y="3"/>
                  <a:pt x="5889" y="8"/>
                </a:cubicBezTo>
                <a:cubicBezTo>
                  <a:pt x="5902" y="14"/>
                  <a:pt x="5913" y="21"/>
                  <a:pt x="5923" y="31"/>
                </a:cubicBezTo>
                <a:cubicBezTo>
                  <a:pt x="5933" y="41"/>
                  <a:pt x="5941" y="53"/>
                  <a:pt x="5947" y="66"/>
                </a:cubicBezTo>
                <a:cubicBezTo>
                  <a:pt x="5952" y="79"/>
                  <a:pt x="5955" y="93"/>
                  <a:pt x="5955" y="107"/>
                </a:cubicBezTo>
                <a:lnTo>
                  <a:pt x="5955" y="1713"/>
                </a:lnTo>
                <a:cubicBezTo>
                  <a:pt x="5955" y="1727"/>
                  <a:pt x="5952" y="1741"/>
                  <a:pt x="5947" y="1754"/>
                </a:cubicBezTo>
                <a:cubicBezTo>
                  <a:pt x="5941" y="1767"/>
                  <a:pt x="5933" y="1779"/>
                  <a:pt x="5923" y="1789"/>
                </a:cubicBezTo>
                <a:cubicBezTo>
                  <a:pt x="5913" y="1799"/>
                  <a:pt x="5902" y="1806"/>
                  <a:pt x="5889" y="1812"/>
                </a:cubicBezTo>
                <a:cubicBezTo>
                  <a:pt x="5876" y="1817"/>
                  <a:pt x="5862" y="1820"/>
                  <a:pt x="5848" y="1820"/>
                </a:cubicBezTo>
                <a:lnTo>
                  <a:pt x="106" y="1820"/>
                </a:lnTo>
                <a:cubicBezTo>
                  <a:pt x="92" y="1820"/>
                  <a:pt x="79" y="1817"/>
                  <a:pt x="65" y="1812"/>
                </a:cubicBezTo>
                <a:cubicBezTo>
                  <a:pt x="52" y="1806"/>
                  <a:pt x="41" y="1799"/>
                  <a:pt x="31" y="1789"/>
                </a:cubicBezTo>
                <a:cubicBezTo>
                  <a:pt x="21" y="1779"/>
                  <a:pt x="13" y="1767"/>
                  <a:pt x="8" y="1754"/>
                </a:cubicBezTo>
                <a:cubicBezTo>
                  <a:pt x="2" y="1741"/>
                  <a:pt x="0" y="1727"/>
                  <a:pt x="0" y="1713"/>
                </a:cubicBezTo>
                <a:lnTo>
                  <a:pt x="0" y="107"/>
                </a:ln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919800" y="3217320"/>
            <a:ext cx="123228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50" spc="-1" strike="noStrike">
                <a:solidFill>
                  <a:srgbClr val="001d34"/>
                </a:solidFill>
                <a:latin typeface="Calibri"/>
                <a:ea typeface="Calibri"/>
              </a:rPr>
              <a:t>(browser / EMR)</a:t>
            </a:r>
            <a:endParaRPr b="0" lang="en-AU" sz="14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3726360" y="2130480"/>
            <a:ext cx="69732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50" spc="-1" strike="noStrike">
                <a:solidFill>
                  <a:srgbClr val="001d34"/>
                </a:solidFill>
                <a:latin typeface="Calibri"/>
                <a:ea typeface="Calibri"/>
              </a:rPr>
              <a:t>Directory</a:t>
            </a:r>
            <a:endParaRPr b="0" lang="en-AU" sz="14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6460200" y="2852640"/>
            <a:ext cx="1451160" cy="655200"/>
          </a:xfrm>
          <a:custGeom>
            <a:avLst/>
            <a:gdLst/>
            <a:ahLst/>
            <a:rect l="0" t="0" r="r" b="b"/>
            <a:pathLst>
              <a:path w="4031" h="1820">
                <a:moveTo>
                  <a:pt x="106" y="0"/>
                </a:moveTo>
                <a:lnTo>
                  <a:pt x="3925" y="0"/>
                </a:lnTo>
                <a:cubicBezTo>
                  <a:pt x="3939" y="0"/>
                  <a:pt x="3953" y="3"/>
                  <a:pt x="3966" y="9"/>
                </a:cubicBezTo>
                <a:cubicBezTo>
                  <a:pt x="3979" y="14"/>
                  <a:pt x="3990" y="22"/>
                  <a:pt x="4000" y="32"/>
                </a:cubicBezTo>
                <a:cubicBezTo>
                  <a:pt x="4010" y="42"/>
                  <a:pt x="4018" y="53"/>
                  <a:pt x="4023" y="66"/>
                </a:cubicBezTo>
                <a:cubicBezTo>
                  <a:pt x="4029" y="79"/>
                  <a:pt x="4031" y="93"/>
                  <a:pt x="4031" y="107"/>
                </a:cubicBezTo>
                <a:lnTo>
                  <a:pt x="4031" y="1714"/>
                </a:lnTo>
                <a:cubicBezTo>
                  <a:pt x="4031" y="1728"/>
                  <a:pt x="4029" y="1741"/>
                  <a:pt x="4023" y="1754"/>
                </a:cubicBezTo>
                <a:cubicBezTo>
                  <a:pt x="4018" y="1767"/>
                  <a:pt x="4010" y="1779"/>
                  <a:pt x="4000" y="1789"/>
                </a:cubicBezTo>
                <a:cubicBezTo>
                  <a:pt x="3990" y="1799"/>
                  <a:pt x="3979" y="1807"/>
                  <a:pt x="3966" y="1812"/>
                </a:cubicBezTo>
                <a:cubicBezTo>
                  <a:pt x="3953" y="1817"/>
                  <a:pt x="3939" y="1820"/>
                  <a:pt x="3925" y="1820"/>
                </a:cubicBezTo>
                <a:lnTo>
                  <a:pt x="106" y="1820"/>
                </a:lnTo>
                <a:cubicBezTo>
                  <a:pt x="92" y="1820"/>
                  <a:pt x="78" y="1817"/>
                  <a:pt x="65" y="1812"/>
                </a:cubicBezTo>
                <a:cubicBezTo>
                  <a:pt x="52" y="1807"/>
                  <a:pt x="41" y="1799"/>
                  <a:pt x="31" y="1789"/>
                </a:cubicBezTo>
                <a:cubicBezTo>
                  <a:pt x="21" y="1779"/>
                  <a:pt x="13" y="1767"/>
                  <a:pt x="8" y="1754"/>
                </a:cubicBezTo>
                <a:cubicBezTo>
                  <a:pt x="2" y="1741"/>
                  <a:pt x="0" y="1728"/>
                  <a:pt x="0" y="1714"/>
                </a:cubicBezTo>
                <a:lnTo>
                  <a:pt x="0" y="107"/>
                </a:ln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2"/>
                  <a:pt x="52" y="14"/>
                  <a:pt x="65" y="9"/>
                </a:cubicBezTo>
                <a:cubicBezTo>
                  <a:pt x="78" y="3"/>
                  <a:pt x="92" y="0"/>
                  <a:pt x="106" y="0"/>
                </a:cubicBezTo>
                <a:close/>
              </a:path>
            </a:pathLst>
          </a:custGeom>
          <a:solidFill>
            <a:srgbClr val="8ad8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6460200" y="2852640"/>
            <a:ext cx="1451160" cy="655200"/>
          </a:xfrm>
          <a:custGeom>
            <a:avLst/>
            <a:gdLst/>
            <a:ahLst/>
            <a:rect l="0" t="0" r="r" b="b"/>
            <a:pathLst>
              <a:path w="4031" h="1820">
                <a:moveTo>
                  <a:pt x="106" y="0"/>
                </a:moveTo>
                <a:lnTo>
                  <a:pt x="3925" y="0"/>
                </a:lnTo>
                <a:cubicBezTo>
                  <a:pt x="3939" y="0"/>
                  <a:pt x="3953" y="3"/>
                  <a:pt x="3966" y="9"/>
                </a:cubicBezTo>
                <a:cubicBezTo>
                  <a:pt x="3979" y="14"/>
                  <a:pt x="3990" y="22"/>
                  <a:pt x="4000" y="32"/>
                </a:cubicBezTo>
                <a:cubicBezTo>
                  <a:pt x="4010" y="42"/>
                  <a:pt x="4018" y="53"/>
                  <a:pt x="4023" y="66"/>
                </a:cubicBezTo>
                <a:cubicBezTo>
                  <a:pt x="4029" y="79"/>
                  <a:pt x="4031" y="93"/>
                  <a:pt x="4031" y="107"/>
                </a:cubicBezTo>
                <a:lnTo>
                  <a:pt x="4031" y="1714"/>
                </a:lnTo>
                <a:cubicBezTo>
                  <a:pt x="4031" y="1728"/>
                  <a:pt x="4029" y="1741"/>
                  <a:pt x="4023" y="1754"/>
                </a:cubicBezTo>
                <a:cubicBezTo>
                  <a:pt x="4018" y="1767"/>
                  <a:pt x="4010" y="1779"/>
                  <a:pt x="4000" y="1789"/>
                </a:cubicBezTo>
                <a:cubicBezTo>
                  <a:pt x="3990" y="1799"/>
                  <a:pt x="3979" y="1807"/>
                  <a:pt x="3966" y="1812"/>
                </a:cubicBezTo>
                <a:cubicBezTo>
                  <a:pt x="3953" y="1817"/>
                  <a:pt x="3939" y="1820"/>
                  <a:pt x="3925" y="1820"/>
                </a:cubicBezTo>
                <a:lnTo>
                  <a:pt x="106" y="1820"/>
                </a:lnTo>
                <a:cubicBezTo>
                  <a:pt x="92" y="1820"/>
                  <a:pt x="78" y="1817"/>
                  <a:pt x="65" y="1812"/>
                </a:cubicBezTo>
                <a:cubicBezTo>
                  <a:pt x="52" y="1807"/>
                  <a:pt x="41" y="1799"/>
                  <a:pt x="31" y="1789"/>
                </a:cubicBezTo>
                <a:cubicBezTo>
                  <a:pt x="21" y="1779"/>
                  <a:pt x="13" y="1767"/>
                  <a:pt x="8" y="1754"/>
                </a:cubicBezTo>
                <a:cubicBezTo>
                  <a:pt x="2" y="1741"/>
                  <a:pt x="0" y="1728"/>
                  <a:pt x="0" y="1714"/>
                </a:cubicBezTo>
                <a:lnTo>
                  <a:pt x="0" y="107"/>
                </a:ln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2"/>
                  <a:pt x="52" y="14"/>
                  <a:pt x="65" y="9"/>
                </a:cubicBezTo>
                <a:cubicBezTo>
                  <a:pt x="78" y="3"/>
                  <a:pt x="92" y="0"/>
                  <a:pt x="106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3726360" y="2381400"/>
            <a:ext cx="171360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50" spc="-1" strike="noStrike">
                <a:solidFill>
                  <a:srgbClr val="001d34"/>
                </a:solidFill>
                <a:latin typeface="Calibri"/>
                <a:ea typeface="Calibri"/>
              </a:rPr>
              <a:t>HCPD / Qld PD on FHIR</a:t>
            </a:r>
            <a:endParaRPr b="0" lang="en-AU" sz="14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536880" y="2951280"/>
            <a:ext cx="92268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50" spc="-1" strike="noStrike">
                <a:solidFill>
                  <a:srgbClr val="001d34"/>
                </a:solidFill>
                <a:latin typeface="Calibri"/>
                <a:ea typeface="Calibri"/>
              </a:rPr>
              <a:t>Referral and</a:t>
            </a:r>
            <a:endParaRPr b="0" lang="en-AU" sz="14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6341040" y="4225320"/>
            <a:ext cx="1690200" cy="655200"/>
          </a:xfrm>
          <a:custGeom>
            <a:avLst/>
            <a:gdLst/>
            <a:ahLst/>
            <a:rect l="0" t="0" r="r" b="b"/>
            <a:pathLst>
              <a:path w="4695" h="1820">
                <a:moveTo>
                  <a:pt x="107" y="0"/>
                </a:moveTo>
                <a:lnTo>
                  <a:pt x="4588" y="0"/>
                </a:lnTo>
                <a:cubicBezTo>
                  <a:pt x="4602" y="0"/>
                  <a:pt x="4616" y="3"/>
                  <a:pt x="4629" y="8"/>
                </a:cubicBezTo>
                <a:cubicBezTo>
                  <a:pt x="4642" y="14"/>
                  <a:pt x="4654" y="22"/>
                  <a:pt x="4664" y="32"/>
                </a:cubicBezTo>
                <a:cubicBezTo>
                  <a:pt x="4674" y="42"/>
                  <a:pt x="4681" y="53"/>
                  <a:pt x="4687" y="66"/>
                </a:cubicBezTo>
                <a:cubicBezTo>
                  <a:pt x="4692" y="79"/>
                  <a:pt x="4695" y="94"/>
                  <a:pt x="4695" y="108"/>
                </a:cubicBezTo>
                <a:lnTo>
                  <a:pt x="4695" y="1713"/>
                </a:lnTo>
                <a:cubicBezTo>
                  <a:pt x="4695" y="1728"/>
                  <a:pt x="4692" y="1741"/>
                  <a:pt x="4687" y="1754"/>
                </a:cubicBezTo>
                <a:cubicBezTo>
                  <a:pt x="4681" y="1767"/>
                  <a:pt x="4674" y="1779"/>
                  <a:pt x="4664" y="1789"/>
                </a:cubicBezTo>
                <a:cubicBezTo>
                  <a:pt x="4654" y="1799"/>
                  <a:pt x="4642" y="1806"/>
                  <a:pt x="4629" y="1812"/>
                </a:cubicBezTo>
                <a:cubicBezTo>
                  <a:pt x="4616" y="1817"/>
                  <a:pt x="4602" y="1820"/>
                  <a:pt x="4588" y="1820"/>
                </a:cubicBezTo>
                <a:lnTo>
                  <a:pt x="107" y="1820"/>
                </a:lnTo>
                <a:cubicBezTo>
                  <a:pt x="93" y="1820"/>
                  <a:pt x="79" y="1817"/>
                  <a:pt x="66" y="1812"/>
                </a:cubicBezTo>
                <a:cubicBezTo>
                  <a:pt x="53" y="1806"/>
                  <a:pt x="42" y="1799"/>
                  <a:pt x="32" y="1789"/>
                </a:cubicBezTo>
                <a:cubicBezTo>
                  <a:pt x="22" y="1779"/>
                  <a:pt x="14" y="1767"/>
                  <a:pt x="9" y="1754"/>
                </a:cubicBezTo>
                <a:cubicBezTo>
                  <a:pt x="3" y="1741"/>
                  <a:pt x="0" y="1728"/>
                  <a:pt x="0" y="1713"/>
                </a:cubicBezTo>
                <a:lnTo>
                  <a:pt x="0" y="108"/>
                </a:lnTo>
                <a:cubicBezTo>
                  <a:pt x="0" y="94"/>
                  <a:pt x="3" y="79"/>
                  <a:pt x="9" y="66"/>
                </a:cubicBezTo>
                <a:cubicBezTo>
                  <a:pt x="14" y="53"/>
                  <a:pt x="22" y="42"/>
                  <a:pt x="32" y="32"/>
                </a:cubicBezTo>
                <a:cubicBezTo>
                  <a:pt x="42" y="22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6341040" y="4225320"/>
            <a:ext cx="1690200" cy="655200"/>
          </a:xfrm>
          <a:custGeom>
            <a:avLst/>
            <a:gdLst/>
            <a:ahLst/>
            <a:rect l="0" t="0" r="r" b="b"/>
            <a:pathLst>
              <a:path w="4695" h="1820">
                <a:moveTo>
                  <a:pt x="107" y="0"/>
                </a:moveTo>
                <a:lnTo>
                  <a:pt x="4588" y="0"/>
                </a:lnTo>
                <a:cubicBezTo>
                  <a:pt x="4602" y="0"/>
                  <a:pt x="4616" y="3"/>
                  <a:pt x="4629" y="8"/>
                </a:cubicBezTo>
                <a:cubicBezTo>
                  <a:pt x="4642" y="14"/>
                  <a:pt x="4654" y="22"/>
                  <a:pt x="4664" y="32"/>
                </a:cubicBezTo>
                <a:cubicBezTo>
                  <a:pt x="4674" y="42"/>
                  <a:pt x="4681" y="53"/>
                  <a:pt x="4687" y="66"/>
                </a:cubicBezTo>
                <a:cubicBezTo>
                  <a:pt x="4692" y="79"/>
                  <a:pt x="4695" y="94"/>
                  <a:pt x="4695" y="108"/>
                </a:cubicBezTo>
                <a:lnTo>
                  <a:pt x="4695" y="1713"/>
                </a:lnTo>
                <a:cubicBezTo>
                  <a:pt x="4695" y="1728"/>
                  <a:pt x="4692" y="1741"/>
                  <a:pt x="4687" y="1754"/>
                </a:cubicBezTo>
                <a:cubicBezTo>
                  <a:pt x="4681" y="1767"/>
                  <a:pt x="4674" y="1779"/>
                  <a:pt x="4664" y="1789"/>
                </a:cubicBezTo>
                <a:cubicBezTo>
                  <a:pt x="4654" y="1799"/>
                  <a:pt x="4642" y="1806"/>
                  <a:pt x="4629" y="1812"/>
                </a:cubicBezTo>
                <a:cubicBezTo>
                  <a:pt x="4616" y="1817"/>
                  <a:pt x="4602" y="1820"/>
                  <a:pt x="4588" y="1820"/>
                </a:cubicBezTo>
                <a:lnTo>
                  <a:pt x="107" y="1820"/>
                </a:lnTo>
                <a:cubicBezTo>
                  <a:pt x="93" y="1820"/>
                  <a:pt x="79" y="1817"/>
                  <a:pt x="66" y="1812"/>
                </a:cubicBezTo>
                <a:cubicBezTo>
                  <a:pt x="53" y="1806"/>
                  <a:pt x="42" y="1799"/>
                  <a:pt x="32" y="1789"/>
                </a:cubicBezTo>
                <a:cubicBezTo>
                  <a:pt x="22" y="1779"/>
                  <a:pt x="14" y="1767"/>
                  <a:pt x="9" y="1754"/>
                </a:cubicBezTo>
                <a:cubicBezTo>
                  <a:pt x="3" y="1741"/>
                  <a:pt x="0" y="1728"/>
                  <a:pt x="0" y="1713"/>
                </a:cubicBezTo>
                <a:lnTo>
                  <a:pt x="0" y="108"/>
                </a:lnTo>
                <a:cubicBezTo>
                  <a:pt x="0" y="94"/>
                  <a:pt x="3" y="79"/>
                  <a:pt x="9" y="66"/>
                </a:cubicBezTo>
                <a:cubicBezTo>
                  <a:pt x="14" y="53"/>
                  <a:pt x="22" y="42"/>
                  <a:pt x="32" y="32"/>
                </a:cubicBezTo>
                <a:cubicBezTo>
                  <a:pt x="42" y="22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lose/>
              </a:path>
            </a:pathLst>
          </a:custGeom>
          <a:noFill/>
          <a:ln w="3600">
            <a:solidFill>
              <a:srgbClr val="757579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536880" y="3201840"/>
            <a:ext cx="111024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50" spc="-1" strike="noStrike">
                <a:solidFill>
                  <a:srgbClr val="001d34"/>
                </a:solidFill>
                <a:latin typeface="Calibri"/>
                <a:ea typeface="Calibri"/>
              </a:rPr>
              <a:t>booking server</a:t>
            </a:r>
            <a:endParaRPr b="0" lang="en-AU" sz="14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6418080" y="4323960"/>
            <a:ext cx="77940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50" spc="-1" strike="noStrike">
                <a:solidFill>
                  <a:srgbClr val="001d34"/>
                </a:solidFill>
                <a:latin typeface="Calibri"/>
                <a:ea typeface="Calibri"/>
              </a:rPr>
              <a:t>Legacy RIS</a:t>
            </a:r>
            <a:endParaRPr b="0" lang="en-AU" sz="14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9799560" y="4225320"/>
            <a:ext cx="1559520" cy="655200"/>
          </a:xfrm>
          <a:custGeom>
            <a:avLst/>
            <a:gdLst/>
            <a:ahLst/>
            <a:rect l="0" t="0" r="r" b="b"/>
            <a:pathLst>
              <a:path w="4332" h="1820">
                <a:moveTo>
                  <a:pt x="107" y="0"/>
                </a:moveTo>
                <a:lnTo>
                  <a:pt x="4225" y="0"/>
                </a:lnTo>
                <a:cubicBezTo>
                  <a:pt x="4239" y="0"/>
                  <a:pt x="4253" y="3"/>
                  <a:pt x="4266" y="8"/>
                </a:cubicBezTo>
                <a:cubicBezTo>
                  <a:pt x="4279" y="14"/>
                  <a:pt x="4290" y="22"/>
                  <a:pt x="4300" y="32"/>
                </a:cubicBezTo>
                <a:cubicBezTo>
                  <a:pt x="4310" y="42"/>
                  <a:pt x="4318" y="53"/>
                  <a:pt x="4323" y="66"/>
                </a:cubicBezTo>
                <a:cubicBezTo>
                  <a:pt x="4329" y="79"/>
                  <a:pt x="4332" y="94"/>
                  <a:pt x="4332" y="108"/>
                </a:cubicBezTo>
                <a:lnTo>
                  <a:pt x="4332" y="1713"/>
                </a:lnTo>
                <a:cubicBezTo>
                  <a:pt x="4332" y="1728"/>
                  <a:pt x="4329" y="1741"/>
                  <a:pt x="4323" y="1754"/>
                </a:cubicBezTo>
                <a:cubicBezTo>
                  <a:pt x="4318" y="1767"/>
                  <a:pt x="4310" y="1779"/>
                  <a:pt x="4300" y="1789"/>
                </a:cubicBezTo>
                <a:cubicBezTo>
                  <a:pt x="4290" y="1799"/>
                  <a:pt x="4279" y="1806"/>
                  <a:pt x="4266" y="1812"/>
                </a:cubicBezTo>
                <a:cubicBezTo>
                  <a:pt x="4253" y="1817"/>
                  <a:pt x="4239" y="1820"/>
                  <a:pt x="4225" y="1820"/>
                </a:cubicBezTo>
                <a:lnTo>
                  <a:pt x="107" y="1820"/>
                </a:lnTo>
                <a:cubicBezTo>
                  <a:pt x="93" y="1820"/>
                  <a:pt x="79" y="1817"/>
                  <a:pt x="66" y="1812"/>
                </a:cubicBezTo>
                <a:cubicBezTo>
                  <a:pt x="53" y="1806"/>
                  <a:pt x="41" y="1799"/>
                  <a:pt x="32" y="1789"/>
                </a:cubicBezTo>
                <a:cubicBezTo>
                  <a:pt x="22" y="1779"/>
                  <a:pt x="14" y="1767"/>
                  <a:pt x="8" y="1754"/>
                </a:cubicBezTo>
                <a:cubicBezTo>
                  <a:pt x="3" y="1741"/>
                  <a:pt x="0" y="1728"/>
                  <a:pt x="0" y="1713"/>
                </a:cubicBezTo>
                <a:lnTo>
                  <a:pt x="0" y="108"/>
                </a:lnTo>
                <a:cubicBezTo>
                  <a:pt x="0" y="94"/>
                  <a:pt x="3" y="79"/>
                  <a:pt x="8" y="66"/>
                </a:cubicBezTo>
                <a:cubicBezTo>
                  <a:pt x="14" y="53"/>
                  <a:pt x="22" y="42"/>
                  <a:pt x="32" y="32"/>
                </a:cubicBezTo>
                <a:cubicBezTo>
                  <a:pt x="41" y="22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lose/>
              </a:path>
            </a:pathLst>
          </a:custGeom>
          <a:solidFill>
            <a:srgbClr val="007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9799560" y="4225320"/>
            <a:ext cx="1559520" cy="655200"/>
          </a:xfrm>
          <a:custGeom>
            <a:avLst/>
            <a:gdLst/>
            <a:ahLst/>
            <a:rect l="0" t="0" r="r" b="b"/>
            <a:pathLst>
              <a:path w="4332" h="1820">
                <a:moveTo>
                  <a:pt x="107" y="0"/>
                </a:moveTo>
                <a:lnTo>
                  <a:pt x="4225" y="0"/>
                </a:lnTo>
                <a:cubicBezTo>
                  <a:pt x="4239" y="0"/>
                  <a:pt x="4253" y="3"/>
                  <a:pt x="4266" y="8"/>
                </a:cubicBezTo>
                <a:cubicBezTo>
                  <a:pt x="4279" y="14"/>
                  <a:pt x="4290" y="22"/>
                  <a:pt x="4300" y="32"/>
                </a:cubicBezTo>
                <a:cubicBezTo>
                  <a:pt x="4310" y="42"/>
                  <a:pt x="4318" y="53"/>
                  <a:pt x="4323" y="66"/>
                </a:cubicBezTo>
                <a:cubicBezTo>
                  <a:pt x="4329" y="79"/>
                  <a:pt x="4332" y="94"/>
                  <a:pt x="4332" y="108"/>
                </a:cubicBezTo>
                <a:lnTo>
                  <a:pt x="4332" y="1713"/>
                </a:lnTo>
                <a:cubicBezTo>
                  <a:pt x="4332" y="1728"/>
                  <a:pt x="4329" y="1741"/>
                  <a:pt x="4323" y="1754"/>
                </a:cubicBezTo>
                <a:cubicBezTo>
                  <a:pt x="4318" y="1767"/>
                  <a:pt x="4310" y="1779"/>
                  <a:pt x="4300" y="1789"/>
                </a:cubicBezTo>
                <a:cubicBezTo>
                  <a:pt x="4290" y="1799"/>
                  <a:pt x="4279" y="1806"/>
                  <a:pt x="4266" y="1812"/>
                </a:cubicBezTo>
                <a:cubicBezTo>
                  <a:pt x="4253" y="1817"/>
                  <a:pt x="4239" y="1820"/>
                  <a:pt x="4225" y="1820"/>
                </a:cubicBezTo>
                <a:lnTo>
                  <a:pt x="107" y="1820"/>
                </a:lnTo>
                <a:cubicBezTo>
                  <a:pt x="93" y="1820"/>
                  <a:pt x="79" y="1817"/>
                  <a:pt x="66" y="1812"/>
                </a:cubicBezTo>
                <a:cubicBezTo>
                  <a:pt x="53" y="1806"/>
                  <a:pt x="41" y="1799"/>
                  <a:pt x="32" y="1789"/>
                </a:cubicBezTo>
                <a:cubicBezTo>
                  <a:pt x="22" y="1779"/>
                  <a:pt x="14" y="1767"/>
                  <a:pt x="8" y="1754"/>
                </a:cubicBezTo>
                <a:cubicBezTo>
                  <a:pt x="3" y="1741"/>
                  <a:pt x="0" y="1728"/>
                  <a:pt x="0" y="1713"/>
                </a:cubicBezTo>
                <a:lnTo>
                  <a:pt x="0" y="108"/>
                </a:lnTo>
                <a:cubicBezTo>
                  <a:pt x="0" y="94"/>
                  <a:pt x="3" y="79"/>
                  <a:pt x="8" y="66"/>
                </a:cubicBezTo>
                <a:cubicBezTo>
                  <a:pt x="14" y="53"/>
                  <a:pt x="22" y="42"/>
                  <a:pt x="32" y="32"/>
                </a:cubicBezTo>
                <a:cubicBezTo>
                  <a:pt x="41" y="22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6418080" y="4574520"/>
            <a:ext cx="133272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50" spc="-1" strike="noStrike">
                <a:solidFill>
                  <a:srgbClr val="001d34"/>
                </a:solidFill>
                <a:latin typeface="Calibri"/>
                <a:ea typeface="Calibri"/>
              </a:rPr>
              <a:t>HL7 v2 over MLLP</a:t>
            </a:r>
            <a:endParaRPr b="0" lang="en-AU" sz="14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9876600" y="4323960"/>
            <a:ext cx="113616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50" spc="-1" strike="noStrike">
                <a:solidFill>
                  <a:srgbClr val="ffffff"/>
                </a:solidFill>
                <a:latin typeface="Calibri"/>
                <a:ea typeface="Calibri"/>
              </a:rPr>
              <a:t>Legacy adapter</a:t>
            </a:r>
            <a:endParaRPr b="0" lang="en-AU" sz="14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9956880" y="2254680"/>
            <a:ext cx="1246320" cy="655200"/>
          </a:xfrm>
          <a:custGeom>
            <a:avLst/>
            <a:gdLst/>
            <a:ahLst/>
            <a:rect l="0" t="0" r="r" b="b"/>
            <a:pathLst>
              <a:path w="3462" h="1820">
                <a:moveTo>
                  <a:pt x="106" y="0"/>
                </a:moveTo>
                <a:lnTo>
                  <a:pt x="3356" y="0"/>
                </a:lnTo>
                <a:cubicBezTo>
                  <a:pt x="3370" y="0"/>
                  <a:pt x="3383" y="3"/>
                  <a:pt x="3396" y="8"/>
                </a:cubicBezTo>
                <a:cubicBezTo>
                  <a:pt x="3409" y="13"/>
                  <a:pt x="3421" y="21"/>
                  <a:pt x="3431" y="31"/>
                </a:cubicBezTo>
                <a:cubicBezTo>
                  <a:pt x="3441" y="41"/>
                  <a:pt x="3449" y="53"/>
                  <a:pt x="3454" y="66"/>
                </a:cubicBezTo>
                <a:cubicBezTo>
                  <a:pt x="3459" y="79"/>
                  <a:pt x="3462" y="92"/>
                  <a:pt x="3462" y="107"/>
                </a:cubicBezTo>
                <a:lnTo>
                  <a:pt x="3462" y="1713"/>
                </a:lnTo>
                <a:cubicBezTo>
                  <a:pt x="3462" y="1727"/>
                  <a:pt x="3459" y="1741"/>
                  <a:pt x="3454" y="1754"/>
                </a:cubicBezTo>
                <a:cubicBezTo>
                  <a:pt x="3449" y="1767"/>
                  <a:pt x="3441" y="1778"/>
                  <a:pt x="3431" y="1788"/>
                </a:cubicBezTo>
                <a:cubicBezTo>
                  <a:pt x="3421" y="1798"/>
                  <a:pt x="3409" y="1806"/>
                  <a:pt x="3396" y="1811"/>
                </a:cubicBezTo>
                <a:cubicBezTo>
                  <a:pt x="3383" y="1817"/>
                  <a:pt x="3370" y="1820"/>
                  <a:pt x="3356" y="1820"/>
                </a:cubicBezTo>
                <a:lnTo>
                  <a:pt x="106" y="1820"/>
                </a:lnTo>
                <a:cubicBezTo>
                  <a:pt x="92" y="1820"/>
                  <a:pt x="79" y="1817"/>
                  <a:pt x="66" y="1811"/>
                </a:cubicBezTo>
                <a:cubicBezTo>
                  <a:pt x="53" y="1806"/>
                  <a:pt x="41" y="1798"/>
                  <a:pt x="31" y="1788"/>
                </a:cubicBezTo>
                <a:cubicBezTo>
                  <a:pt x="21" y="1778"/>
                  <a:pt x="13" y="1767"/>
                  <a:pt x="8" y="1754"/>
                </a:cubicBezTo>
                <a:cubicBezTo>
                  <a:pt x="3" y="1741"/>
                  <a:pt x="0" y="1727"/>
                  <a:pt x="0" y="1713"/>
                </a:cubicBezTo>
                <a:lnTo>
                  <a:pt x="0" y="107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9956880" y="2254680"/>
            <a:ext cx="1246320" cy="655200"/>
          </a:xfrm>
          <a:custGeom>
            <a:avLst/>
            <a:gdLst/>
            <a:ahLst/>
            <a:rect l="0" t="0" r="r" b="b"/>
            <a:pathLst>
              <a:path w="3462" h="1820">
                <a:moveTo>
                  <a:pt x="106" y="0"/>
                </a:moveTo>
                <a:lnTo>
                  <a:pt x="3356" y="0"/>
                </a:lnTo>
                <a:cubicBezTo>
                  <a:pt x="3370" y="0"/>
                  <a:pt x="3383" y="3"/>
                  <a:pt x="3396" y="8"/>
                </a:cubicBezTo>
                <a:cubicBezTo>
                  <a:pt x="3409" y="13"/>
                  <a:pt x="3421" y="21"/>
                  <a:pt x="3431" y="31"/>
                </a:cubicBezTo>
                <a:cubicBezTo>
                  <a:pt x="3441" y="41"/>
                  <a:pt x="3449" y="53"/>
                  <a:pt x="3454" y="66"/>
                </a:cubicBezTo>
                <a:cubicBezTo>
                  <a:pt x="3459" y="79"/>
                  <a:pt x="3462" y="92"/>
                  <a:pt x="3462" y="107"/>
                </a:cubicBezTo>
                <a:lnTo>
                  <a:pt x="3462" y="1713"/>
                </a:lnTo>
                <a:cubicBezTo>
                  <a:pt x="3462" y="1727"/>
                  <a:pt x="3459" y="1741"/>
                  <a:pt x="3454" y="1754"/>
                </a:cubicBezTo>
                <a:cubicBezTo>
                  <a:pt x="3449" y="1767"/>
                  <a:pt x="3441" y="1778"/>
                  <a:pt x="3431" y="1788"/>
                </a:cubicBezTo>
                <a:cubicBezTo>
                  <a:pt x="3421" y="1798"/>
                  <a:pt x="3409" y="1806"/>
                  <a:pt x="3396" y="1811"/>
                </a:cubicBezTo>
                <a:cubicBezTo>
                  <a:pt x="3383" y="1817"/>
                  <a:pt x="3370" y="1820"/>
                  <a:pt x="3356" y="1820"/>
                </a:cubicBezTo>
                <a:lnTo>
                  <a:pt x="106" y="1820"/>
                </a:lnTo>
                <a:cubicBezTo>
                  <a:pt x="92" y="1820"/>
                  <a:pt x="79" y="1817"/>
                  <a:pt x="66" y="1811"/>
                </a:cubicBezTo>
                <a:cubicBezTo>
                  <a:pt x="53" y="1806"/>
                  <a:pt x="41" y="1798"/>
                  <a:pt x="31" y="1788"/>
                </a:cubicBezTo>
                <a:cubicBezTo>
                  <a:pt x="21" y="1778"/>
                  <a:pt x="13" y="1767"/>
                  <a:pt x="8" y="1754"/>
                </a:cubicBezTo>
                <a:cubicBezTo>
                  <a:pt x="3" y="1741"/>
                  <a:pt x="0" y="1727"/>
                  <a:pt x="0" y="1713"/>
                </a:cubicBezTo>
                <a:lnTo>
                  <a:pt x="0" y="107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9876600" y="4574520"/>
            <a:ext cx="121248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50" spc="-1" strike="noStrike">
                <a:solidFill>
                  <a:srgbClr val="ffffff"/>
                </a:solidFill>
                <a:latin typeface="Calibri"/>
                <a:ea typeface="Calibri"/>
              </a:rPr>
              <a:t>v2 to FHIR maps</a:t>
            </a:r>
            <a:endParaRPr b="0" lang="en-AU" sz="14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10033560" y="2352960"/>
            <a:ext cx="93960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50" spc="-1" strike="noStrike">
                <a:solidFill>
                  <a:srgbClr val="001d34"/>
                </a:solidFill>
                <a:latin typeface="Calibri"/>
                <a:ea typeface="Calibri"/>
              </a:rPr>
              <a:t>Terminology</a:t>
            </a:r>
            <a:endParaRPr b="0" lang="en-AU" sz="14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2370240" y="2658240"/>
            <a:ext cx="1232640" cy="332280"/>
          </a:xfrm>
          <a:custGeom>
            <a:avLst/>
            <a:gdLst/>
            <a:ahLst/>
            <a:rect l="0" t="0" r="r" b="b"/>
            <a:pathLst>
              <a:path fill="none" w="3424" h="923">
                <a:moveTo>
                  <a:pt x="0" y="923"/>
                </a:moveTo>
                <a:cubicBezTo>
                  <a:pt x="1067" y="636"/>
                  <a:pt x="2257" y="314"/>
                  <a:pt x="3424" y="0"/>
                </a:cubicBezTo>
              </a:path>
            </a:pathLst>
          </a:custGeom>
          <a:ln w="1116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3572280" y="2634480"/>
            <a:ext cx="75240" cy="59760"/>
          </a:xfrm>
          <a:custGeom>
            <a:avLst/>
            <a:gdLst/>
            <a:ahLst/>
            <a:rect l="0" t="0" r="r" b="b"/>
            <a:pathLst>
              <a:path w="209" h="166">
                <a:moveTo>
                  <a:pt x="209" y="32"/>
                </a:moveTo>
                <a:lnTo>
                  <a:pt x="0" y="0"/>
                </a:lnTo>
                <a:lnTo>
                  <a:pt x="105" y="60"/>
                </a:lnTo>
                <a:lnTo>
                  <a:pt x="45" y="166"/>
                </a:lnTo>
                <a:lnTo>
                  <a:pt x="209" y="32"/>
                </a:lnTo>
                <a:close/>
              </a:path>
            </a:pathLst>
          </a:custGeom>
          <a:solidFill>
            <a:srgbClr val="001d34"/>
          </a:solidFill>
          <a:ln w="1116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10033560" y="2603520"/>
            <a:ext cx="844920" cy="22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50" spc="-1" strike="noStrike">
                <a:solidFill>
                  <a:srgbClr val="001d34"/>
                </a:solidFill>
                <a:latin typeface="Calibri"/>
                <a:ea typeface="Calibri"/>
              </a:rPr>
              <a:t>Ontoserver</a:t>
            </a:r>
            <a:endParaRPr b="0" lang="en-AU" sz="14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2369880" y="3180960"/>
            <a:ext cx="4042440" cy="11520"/>
          </a:xfrm>
          <a:custGeom>
            <a:avLst/>
            <a:gdLst/>
            <a:ahLst/>
            <a:rect l="0" t="0" r="r" b="b"/>
            <a:pathLst>
              <a:path fill="none" w="11229" h="32">
                <a:moveTo>
                  <a:pt x="0" y="32"/>
                </a:moveTo>
                <a:cubicBezTo>
                  <a:pt x="2987" y="22"/>
                  <a:pt x="8298" y="8"/>
                  <a:pt x="11229" y="0"/>
                </a:cubicBezTo>
              </a:path>
            </a:pathLst>
          </a:custGeom>
          <a:ln w="1116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6388920" y="3150360"/>
            <a:ext cx="69480" cy="61560"/>
          </a:xfrm>
          <a:custGeom>
            <a:avLst/>
            <a:gdLst/>
            <a:ahLst/>
            <a:rect l="0" t="0" r="r" b="b"/>
            <a:pathLst>
              <a:path w="193" h="171">
                <a:moveTo>
                  <a:pt x="193" y="85"/>
                </a:moveTo>
                <a:lnTo>
                  <a:pt x="0" y="0"/>
                </a:lnTo>
                <a:lnTo>
                  <a:pt x="85" y="86"/>
                </a:lnTo>
                <a:lnTo>
                  <a:pt x="0" y="171"/>
                </a:lnTo>
                <a:lnTo>
                  <a:pt x="193" y="85"/>
                </a:lnTo>
                <a:close/>
              </a:path>
            </a:pathLst>
          </a:custGeom>
          <a:solidFill>
            <a:srgbClr val="001d34"/>
          </a:solidFill>
          <a:ln w="1116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2645280" y="2529720"/>
            <a:ext cx="62856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4d4d50"/>
                </a:solidFill>
                <a:latin typeface="Calibri"/>
                <a:ea typeface="Calibri"/>
              </a:rPr>
              <a:t>1 discover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8029440" y="4551480"/>
            <a:ext cx="1722600" cy="0"/>
          </a:xfrm>
          <a:custGeom>
            <a:avLst/>
            <a:gdLst/>
            <a:ahLst/>
            <a:rect l="0" t="0" r="r" b="b"/>
            <a:pathLst>
              <a:path fill="none" w="4785" h="0">
                <a:moveTo>
                  <a:pt x="0" y="0"/>
                </a:moveTo>
                <a:cubicBezTo>
                  <a:pt x="1504" y="0"/>
                  <a:pt x="3318" y="0"/>
                  <a:pt x="4785" y="0"/>
                </a:cubicBezTo>
              </a:path>
            </a:pathLst>
          </a:custGeom>
          <a:ln w="11160">
            <a:solidFill>
              <a:srgbClr val="001d34"/>
            </a:solidFill>
            <a:miter/>
          </a:ln>
        </p:spPr>
        <p:txBody>
          <a:bodyPr lIns="5400" rIns="5400" tIns="-5400" bIns="-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9729000" y="4520520"/>
            <a:ext cx="69480" cy="61920"/>
          </a:xfrm>
          <a:custGeom>
            <a:avLst/>
            <a:gdLst/>
            <a:ahLst/>
            <a:rect l="0" t="0" r="r" b="b"/>
            <a:pathLst>
              <a:path w="193" h="172">
                <a:moveTo>
                  <a:pt x="193" y="86"/>
                </a:moveTo>
                <a:lnTo>
                  <a:pt x="0" y="0"/>
                </a:lnTo>
                <a:lnTo>
                  <a:pt x="86" y="86"/>
                </a:lnTo>
                <a:lnTo>
                  <a:pt x="0" y="172"/>
                </a:lnTo>
                <a:lnTo>
                  <a:pt x="193" y="86"/>
                </a:lnTo>
                <a:close/>
              </a:path>
            </a:pathLst>
          </a:custGeom>
          <a:solidFill>
            <a:srgbClr val="001d34"/>
          </a:solidFill>
          <a:ln w="1116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201920" y="2989800"/>
            <a:ext cx="9104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4d4d50"/>
                </a:solidFill>
                <a:latin typeface="Calibri"/>
                <a:ea typeface="Calibri"/>
              </a:rPr>
              <a:t>2 refer, 3 book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5798520" y="2398680"/>
            <a:ext cx="4111560" cy="156960"/>
          </a:xfrm>
          <a:custGeom>
            <a:avLst/>
            <a:gdLst/>
            <a:ahLst/>
            <a:rect l="0" t="0" r="r" b="b"/>
            <a:pathLst>
              <a:path fill="none" w="11421" h="436">
                <a:moveTo>
                  <a:pt x="0" y="0"/>
                </a:moveTo>
                <a:cubicBezTo>
                  <a:pt x="3386" y="130"/>
                  <a:pt x="8679" y="332"/>
                  <a:pt x="11421" y="436"/>
                </a:cubicBezTo>
              </a:path>
            </a:pathLst>
          </a:custGeom>
          <a:ln w="1116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9885600" y="2523960"/>
            <a:ext cx="70560" cy="61560"/>
          </a:xfrm>
          <a:custGeom>
            <a:avLst/>
            <a:gdLst/>
            <a:ahLst/>
            <a:rect l="0" t="0" r="r" b="b"/>
            <a:pathLst>
              <a:path w="196" h="171">
                <a:moveTo>
                  <a:pt x="196" y="93"/>
                </a:moveTo>
                <a:lnTo>
                  <a:pt x="7" y="0"/>
                </a:lnTo>
                <a:lnTo>
                  <a:pt x="89" y="89"/>
                </a:lnTo>
                <a:lnTo>
                  <a:pt x="0" y="171"/>
                </a:lnTo>
                <a:lnTo>
                  <a:pt x="196" y="93"/>
                </a:lnTo>
                <a:close/>
              </a:path>
            </a:pathLst>
          </a:custGeom>
          <a:solidFill>
            <a:srgbClr val="001d34"/>
          </a:solidFill>
          <a:ln w="1116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7911000" y="2697480"/>
            <a:ext cx="1999080" cy="354240"/>
          </a:xfrm>
          <a:custGeom>
            <a:avLst/>
            <a:gdLst/>
            <a:ahLst/>
            <a:rect l="0" t="0" r="r" b="b"/>
            <a:pathLst>
              <a:path fill="none" w="5553" h="984">
                <a:moveTo>
                  <a:pt x="0" y="984"/>
                </a:moveTo>
                <a:cubicBezTo>
                  <a:pt x="1686" y="685"/>
                  <a:pt x="3952" y="284"/>
                  <a:pt x="5553" y="0"/>
                </a:cubicBezTo>
              </a:path>
            </a:pathLst>
          </a:custGeom>
          <a:ln w="1116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9881640" y="2671200"/>
            <a:ext cx="73440" cy="60840"/>
          </a:xfrm>
          <a:custGeom>
            <a:avLst/>
            <a:gdLst/>
            <a:ahLst/>
            <a:rect l="0" t="0" r="r" b="b"/>
            <a:pathLst>
              <a:path w="204" h="169">
                <a:moveTo>
                  <a:pt x="204" y="52"/>
                </a:moveTo>
                <a:lnTo>
                  <a:pt x="0" y="0"/>
                </a:lnTo>
                <a:lnTo>
                  <a:pt x="100" y="71"/>
                </a:lnTo>
                <a:lnTo>
                  <a:pt x="30" y="169"/>
                </a:lnTo>
                <a:lnTo>
                  <a:pt x="204" y="52"/>
                </a:lnTo>
                <a:close/>
              </a:path>
            </a:pathLst>
          </a:custGeom>
          <a:solidFill>
            <a:srgbClr val="001d34"/>
          </a:solidFill>
          <a:ln w="11160">
            <a:solidFill>
              <a:srgbClr val="001d3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7951320" y="3482640"/>
            <a:ext cx="1844640" cy="758880"/>
          </a:xfrm>
          <a:custGeom>
            <a:avLst/>
            <a:gdLst/>
            <a:ahLst/>
            <a:rect l="0" t="0" r="r" b="b"/>
            <a:pathLst>
              <a:path w="5124" h="2108">
                <a:moveTo>
                  <a:pt x="12" y="0"/>
                </a:moveTo>
                <a:lnTo>
                  <a:pt x="147" y="55"/>
                </a:lnTo>
                <a:lnTo>
                  <a:pt x="135" y="84"/>
                </a:lnTo>
                <a:lnTo>
                  <a:pt x="0" y="30"/>
                </a:lnTo>
                <a:lnTo>
                  <a:pt x="12" y="0"/>
                </a:lnTo>
                <a:moveTo>
                  <a:pt x="284" y="110"/>
                </a:moveTo>
                <a:lnTo>
                  <a:pt x="422" y="167"/>
                </a:lnTo>
                <a:lnTo>
                  <a:pt x="410" y="196"/>
                </a:lnTo>
                <a:lnTo>
                  <a:pt x="271" y="140"/>
                </a:lnTo>
                <a:lnTo>
                  <a:pt x="284" y="110"/>
                </a:lnTo>
                <a:moveTo>
                  <a:pt x="563" y="224"/>
                </a:moveTo>
                <a:lnTo>
                  <a:pt x="701" y="280"/>
                </a:lnTo>
                <a:lnTo>
                  <a:pt x="689" y="310"/>
                </a:lnTo>
                <a:lnTo>
                  <a:pt x="551" y="254"/>
                </a:lnTo>
                <a:lnTo>
                  <a:pt x="563" y="224"/>
                </a:lnTo>
                <a:moveTo>
                  <a:pt x="838" y="335"/>
                </a:moveTo>
                <a:lnTo>
                  <a:pt x="977" y="392"/>
                </a:lnTo>
                <a:lnTo>
                  <a:pt x="964" y="421"/>
                </a:lnTo>
                <a:lnTo>
                  <a:pt x="826" y="365"/>
                </a:lnTo>
                <a:lnTo>
                  <a:pt x="838" y="335"/>
                </a:lnTo>
                <a:moveTo>
                  <a:pt x="1116" y="448"/>
                </a:moveTo>
                <a:lnTo>
                  <a:pt x="1256" y="505"/>
                </a:lnTo>
                <a:lnTo>
                  <a:pt x="1244" y="535"/>
                </a:lnTo>
                <a:lnTo>
                  <a:pt x="1104" y="478"/>
                </a:lnTo>
                <a:lnTo>
                  <a:pt x="1116" y="448"/>
                </a:lnTo>
                <a:moveTo>
                  <a:pt x="1391" y="560"/>
                </a:moveTo>
                <a:lnTo>
                  <a:pt x="1528" y="615"/>
                </a:lnTo>
                <a:lnTo>
                  <a:pt x="1516" y="645"/>
                </a:lnTo>
                <a:lnTo>
                  <a:pt x="1379" y="590"/>
                </a:lnTo>
                <a:lnTo>
                  <a:pt x="1391" y="560"/>
                </a:lnTo>
                <a:moveTo>
                  <a:pt x="1665" y="671"/>
                </a:moveTo>
                <a:lnTo>
                  <a:pt x="1803" y="727"/>
                </a:lnTo>
                <a:lnTo>
                  <a:pt x="1791" y="757"/>
                </a:lnTo>
                <a:lnTo>
                  <a:pt x="1653" y="701"/>
                </a:lnTo>
                <a:lnTo>
                  <a:pt x="1665" y="671"/>
                </a:lnTo>
                <a:moveTo>
                  <a:pt x="1941" y="783"/>
                </a:moveTo>
                <a:lnTo>
                  <a:pt x="2080" y="840"/>
                </a:lnTo>
                <a:lnTo>
                  <a:pt x="2068" y="870"/>
                </a:lnTo>
                <a:lnTo>
                  <a:pt x="1929" y="813"/>
                </a:lnTo>
                <a:lnTo>
                  <a:pt x="1941" y="783"/>
                </a:lnTo>
                <a:moveTo>
                  <a:pt x="2219" y="897"/>
                </a:moveTo>
                <a:lnTo>
                  <a:pt x="2359" y="953"/>
                </a:lnTo>
                <a:lnTo>
                  <a:pt x="2347" y="983"/>
                </a:lnTo>
                <a:lnTo>
                  <a:pt x="2207" y="926"/>
                </a:lnTo>
                <a:lnTo>
                  <a:pt x="2219" y="897"/>
                </a:lnTo>
                <a:moveTo>
                  <a:pt x="2499" y="1010"/>
                </a:moveTo>
                <a:lnTo>
                  <a:pt x="2638" y="1067"/>
                </a:lnTo>
                <a:lnTo>
                  <a:pt x="2626" y="1096"/>
                </a:lnTo>
                <a:lnTo>
                  <a:pt x="2487" y="1040"/>
                </a:lnTo>
                <a:lnTo>
                  <a:pt x="2499" y="1010"/>
                </a:lnTo>
                <a:moveTo>
                  <a:pt x="2778" y="1123"/>
                </a:moveTo>
                <a:lnTo>
                  <a:pt x="2917" y="1180"/>
                </a:lnTo>
                <a:lnTo>
                  <a:pt x="2905" y="1210"/>
                </a:lnTo>
                <a:lnTo>
                  <a:pt x="2766" y="1153"/>
                </a:lnTo>
                <a:lnTo>
                  <a:pt x="2778" y="1123"/>
                </a:lnTo>
                <a:moveTo>
                  <a:pt x="3056" y="1236"/>
                </a:moveTo>
                <a:lnTo>
                  <a:pt x="3195" y="1293"/>
                </a:lnTo>
                <a:lnTo>
                  <a:pt x="3182" y="1322"/>
                </a:lnTo>
                <a:lnTo>
                  <a:pt x="3044" y="1266"/>
                </a:lnTo>
                <a:lnTo>
                  <a:pt x="3056" y="1236"/>
                </a:lnTo>
                <a:moveTo>
                  <a:pt x="3333" y="1349"/>
                </a:moveTo>
                <a:lnTo>
                  <a:pt x="3471" y="1405"/>
                </a:lnTo>
                <a:lnTo>
                  <a:pt x="3459" y="1435"/>
                </a:lnTo>
                <a:lnTo>
                  <a:pt x="3321" y="1379"/>
                </a:lnTo>
                <a:lnTo>
                  <a:pt x="3333" y="1349"/>
                </a:lnTo>
                <a:moveTo>
                  <a:pt x="3608" y="1461"/>
                </a:moveTo>
                <a:lnTo>
                  <a:pt x="3745" y="1517"/>
                </a:lnTo>
                <a:lnTo>
                  <a:pt x="3733" y="1546"/>
                </a:lnTo>
                <a:lnTo>
                  <a:pt x="3596" y="1491"/>
                </a:lnTo>
                <a:lnTo>
                  <a:pt x="3608" y="1461"/>
                </a:lnTo>
                <a:moveTo>
                  <a:pt x="3881" y="1572"/>
                </a:moveTo>
                <a:lnTo>
                  <a:pt x="4021" y="1629"/>
                </a:lnTo>
                <a:lnTo>
                  <a:pt x="4009" y="1658"/>
                </a:lnTo>
                <a:lnTo>
                  <a:pt x="3869" y="1601"/>
                </a:lnTo>
                <a:lnTo>
                  <a:pt x="3881" y="1572"/>
                </a:lnTo>
                <a:moveTo>
                  <a:pt x="4160" y="1685"/>
                </a:moveTo>
                <a:lnTo>
                  <a:pt x="4298" y="1741"/>
                </a:lnTo>
                <a:lnTo>
                  <a:pt x="4286" y="1771"/>
                </a:lnTo>
                <a:lnTo>
                  <a:pt x="4148" y="1715"/>
                </a:lnTo>
                <a:lnTo>
                  <a:pt x="4160" y="1685"/>
                </a:lnTo>
                <a:moveTo>
                  <a:pt x="4435" y="1797"/>
                </a:moveTo>
                <a:lnTo>
                  <a:pt x="4573" y="1853"/>
                </a:lnTo>
                <a:lnTo>
                  <a:pt x="4561" y="1883"/>
                </a:lnTo>
                <a:lnTo>
                  <a:pt x="4423" y="1827"/>
                </a:lnTo>
                <a:lnTo>
                  <a:pt x="4435" y="1797"/>
                </a:lnTo>
                <a:moveTo>
                  <a:pt x="4713" y="1911"/>
                </a:moveTo>
                <a:lnTo>
                  <a:pt x="4852" y="1968"/>
                </a:lnTo>
                <a:lnTo>
                  <a:pt x="4840" y="1997"/>
                </a:lnTo>
                <a:lnTo>
                  <a:pt x="4701" y="1941"/>
                </a:lnTo>
                <a:lnTo>
                  <a:pt x="4713" y="1911"/>
                </a:lnTo>
                <a:moveTo>
                  <a:pt x="4989" y="2023"/>
                </a:moveTo>
                <a:lnTo>
                  <a:pt x="5124" y="2078"/>
                </a:lnTo>
                <a:lnTo>
                  <a:pt x="5112" y="2108"/>
                </a:lnTo>
                <a:lnTo>
                  <a:pt x="4977" y="2053"/>
                </a:lnTo>
                <a:lnTo>
                  <a:pt x="4989" y="202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7911000" y="3468240"/>
            <a:ext cx="75600" cy="57240"/>
          </a:xfrm>
          <a:custGeom>
            <a:avLst/>
            <a:gdLst/>
            <a:ahLst/>
            <a:rect l="0" t="0" r="r" b="b"/>
            <a:pathLst>
              <a:path w="210" h="159">
                <a:moveTo>
                  <a:pt x="0" y="7"/>
                </a:moveTo>
                <a:lnTo>
                  <a:pt x="146" y="159"/>
                </a:lnTo>
                <a:lnTo>
                  <a:pt x="99" y="48"/>
                </a:lnTo>
                <a:lnTo>
                  <a:pt x="210" y="0"/>
                </a:lnTo>
                <a:lnTo>
                  <a:pt x="0" y="7"/>
                </a:lnTo>
                <a:close/>
              </a:path>
            </a:pathLst>
          </a:custGeom>
          <a:solidFill>
            <a:srgbClr val="757579"/>
          </a:solidFill>
          <a:ln w="11160">
            <a:solidFill>
              <a:srgbClr val="757579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8672400" y="4354560"/>
            <a:ext cx="416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4d4d50"/>
                </a:solidFill>
                <a:latin typeface="Calibri"/>
                <a:ea typeface="Calibri"/>
              </a:rPr>
              <a:t>HL7 v2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8488440" y="3258000"/>
            <a:ext cx="74304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4d4d50"/>
                </a:solidFill>
                <a:latin typeface="Calibri"/>
                <a:ea typeface="Calibri"/>
              </a:rPr>
              <a:t>option only,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8304480" y="3467160"/>
            <a:ext cx="105372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4d4d50"/>
                </a:solidFill>
                <a:latin typeface="Calibri"/>
                <a:ea typeface="Calibri"/>
              </a:rPr>
              <a:t>not in the demos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666720" y="5298120"/>
            <a:ext cx="10295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The demo stacks are separate: Track 2A and Caret share no infrastructure or data. The dashed line is a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66720" y="5669640"/>
            <a:ext cx="37846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design option, not something we run.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73" name="" descr=""/>
          <p:cNvPicPr/>
          <p:nvPr/>
        </p:nvPicPr>
        <p:blipFill>
          <a:blip r:embed="rId1"/>
          <a:stretch/>
        </p:blipFill>
        <p:spPr>
          <a:xfrm>
            <a:off x="7065720" y="1743120"/>
            <a:ext cx="5127840" cy="3371400"/>
          </a:xfrm>
          <a:prstGeom prst="rect">
            <a:avLst/>
          </a:prstGeom>
          <a:ln w="0">
            <a:noFill/>
          </a:ln>
        </p:spPr>
      </p:pic>
      <p:sp>
        <p:nvSpPr>
          <p:cNvPr id="174" name=""/>
          <p:cNvSpPr/>
          <p:nvPr/>
        </p:nvSpPr>
        <p:spPr>
          <a:xfrm>
            <a:off x="666720" y="1590480"/>
            <a:ext cx="5734080" cy="28800"/>
          </a:xfrm>
          <a:custGeom>
            <a:avLst/>
            <a:gdLst/>
            <a:ahLst/>
            <a:rect l="0" t="0" r="r" b="b"/>
            <a:pathLst>
              <a:path w="15928" h="80">
                <a:moveTo>
                  <a:pt x="0" y="0"/>
                </a:moveTo>
                <a:lnTo>
                  <a:pt x="15928" y="0"/>
                </a:lnTo>
                <a:lnTo>
                  <a:pt x="15928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3885840" y="1047600"/>
            <a:ext cx="381600" cy="381240"/>
          </a:xfrm>
          <a:custGeom>
            <a:avLst/>
            <a:gdLst/>
            <a:ahLst/>
            <a:rect l="0" t="0" r="r" b="b"/>
            <a:pathLst>
              <a:path w="1060" h="1059">
                <a:moveTo>
                  <a:pt x="232" y="0"/>
                </a:moveTo>
                <a:lnTo>
                  <a:pt x="828" y="0"/>
                </a:lnTo>
                <a:cubicBezTo>
                  <a:pt x="844" y="0"/>
                  <a:pt x="859" y="1"/>
                  <a:pt x="873" y="4"/>
                </a:cubicBezTo>
                <a:cubicBezTo>
                  <a:pt x="888" y="7"/>
                  <a:pt x="903" y="12"/>
                  <a:pt x="917" y="18"/>
                </a:cubicBezTo>
                <a:cubicBezTo>
                  <a:pt x="931" y="23"/>
                  <a:pt x="944" y="30"/>
                  <a:pt x="957" y="39"/>
                </a:cubicBezTo>
                <a:cubicBezTo>
                  <a:pt x="970" y="47"/>
                  <a:pt x="981" y="57"/>
                  <a:pt x="992" y="68"/>
                </a:cubicBezTo>
                <a:cubicBezTo>
                  <a:pt x="1003" y="78"/>
                  <a:pt x="1012" y="90"/>
                  <a:pt x="1021" y="103"/>
                </a:cubicBezTo>
                <a:cubicBezTo>
                  <a:pt x="1029" y="115"/>
                  <a:pt x="1036" y="129"/>
                  <a:pt x="1042" y="143"/>
                </a:cubicBezTo>
                <a:cubicBezTo>
                  <a:pt x="1048" y="157"/>
                  <a:pt x="1052" y="171"/>
                  <a:pt x="1055" y="186"/>
                </a:cubicBezTo>
                <a:cubicBezTo>
                  <a:pt x="1058" y="201"/>
                  <a:pt x="1060" y="216"/>
                  <a:pt x="1060" y="231"/>
                </a:cubicBezTo>
                <a:lnTo>
                  <a:pt x="1060" y="828"/>
                </a:lnTo>
                <a:cubicBezTo>
                  <a:pt x="1060" y="843"/>
                  <a:pt x="1058" y="858"/>
                  <a:pt x="1055" y="873"/>
                </a:cubicBezTo>
                <a:cubicBezTo>
                  <a:pt x="1052" y="888"/>
                  <a:pt x="1048" y="902"/>
                  <a:pt x="1042" y="916"/>
                </a:cubicBezTo>
                <a:cubicBezTo>
                  <a:pt x="1036" y="930"/>
                  <a:pt x="1029" y="944"/>
                  <a:pt x="1021" y="956"/>
                </a:cubicBezTo>
                <a:cubicBezTo>
                  <a:pt x="1012" y="969"/>
                  <a:pt x="1003" y="981"/>
                  <a:pt x="992" y="991"/>
                </a:cubicBezTo>
                <a:cubicBezTo>
                  <a:pt x="981" y="1002"/>
                  <a:pt x="970" y="1012"/>
                  <a:pt x="957" y="1020"/>
                </a:cubicBezTo>
                <a:cubicBezTo>
                  <a:pt x="944" y="1029"/>
                  <a:pt x="931" y="1036"/>
                  <a:pt x="917" y="1042"/>
                </a:cubicBezTo>
                <a:cubicBezTo>
                  <a:pt x="903" y="1047"/>
                  <a:pt x="888" y="1052"/>
                  <a:pt x="873" y="1055"/>
                </a:cubicBezTo>
                <a:cubicBezTo>
                  <a:pt x="859" y="1058"/>
                  <a:pt x="844" y="1059"/>
                  <a:pt x="828" y="1059"/>
                </a:cubicBezTo>
                <a:lnTo>
                  <a:pt x="232" y="1059"/>
                </a:lnTo>
                <a:cubicBezTo>
                  <a:pt x="217" y="1059"/>
                  <a:pt x="202" y="1058"/>
                  <a:pt x="187" y="1055"/>
                </a:cubicBezTo>
                <a:cubicBezTo>
                  <a:pt x="172" y="1052"/>
                  <a:pt x="157" y="1047"/>
                  <a:pt x="143" y="1042"/>
                </a:cubicBezTo>
                <a:cubicBezTo>
                  <a:pt x="129" y="1036"/>
                  <a:pt x="116" y="1029"/>
                  <a:pt x="103" y="1020"/>
                </a:cubicBezTo>
                <a:cubicBezTo>
                  <a:pt x="91" y="1012"/>
                  <a:pt x="79" y="1002"/>
                  <a:pt x="68" y="991"/>
                </a:cubicBezTo>
                <a:cubicBezTo>
                  <a:pt x="58" y="981"/>
                  <a:pt x="48" y="969"/>
                  <a:pt x="40" y="956"/>
                </a:cubicBezTo>
                <a:cubicBezTo>
                  <a:pt x="31" y="944"/>
                  <a:pt x="24" y="930"/>
                  <a:pt x="18" y="916"/>
                </a:cubicBezTo>
                <a:cubicBezTo>
                  <a:pt x="12" y="902"/>
                  <a:pt x="8" y="888"/>
                  <a:pt x="5" y="873"/>
                </a:cubicBezTo>
                <a:cubicBezTo>
                  <a:pt x="2" y="858"/>
                  <a:pt x="0" y="843"/>
                  <a:pt x="0" y="828"/>
                </a:cubicBezTo>
                <a:lnTo>
                  <a:pt x="0" y="231"/>
                </a:lnTo>
                <a:cubicBezTo>
                  <a:pt x="0" y="216"/>
                  <a:pt x="2" y="201"/>
                  <a:pt x="5" y="186"/>
                </a:cubicBezTo>
                <a:cubicBezTo>
                  <a:pt x="8" y="171"/>
                  <a:pt x="12" y="157"/>
                  <a:pt x="18" y="143"/>
                </a:cubicBezTo>
                <a:cubicBezTo>
                  <a:pt x="24" y="129"/>
                  <a:pt x="31" y="115"/>
                  <a:pt x="40" y="103"/>
                </a:cubicBezTo>
                <a:cubicBezTo>
                  <a:pt x="48" y="90"/>
                  <a:pt x="58" y="78"/>
                  <a:pt x="68" y="68"/>
                </a:cubicBezTo>
                <a:cubicBezTo>
                  <a:pt x="79" y="57"/>
                  <a:pt x="91" y="47"/>
                  <a:pt x="103" y="39"/>
                </a:cubicBezTo>
                <a:cubicBezTo>
                  <a:pt x="116" y="30"/>
                  <a:pt x="129" y="23"/>
                  <a:pt x="143" y="18"/>
                </a:cubicBezTo>
                <a:cubicBezTo>
                  <a:pt x="157" y="12"/>
                  <a:pt x="172" y="7"/>
                  <a:pt x="187" y="4"/>
                </a:cubicBezTo>
                <a:cubicBezTo>
                  <a:pt x="202" y="1"/>
                  <a:pt x="217" y="0"/>
                  <a:pt x="232" y="0"/>
                </a:cubicBezTo>
                <a:close/>
              </a:path>
            </a:pathLst>
          </a:custGeom>
          <a:solidFill>
            <a:srgbClr val="0b5c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3951360" y="1130760"/>
            <a:ext cx="36360" cy="214920"/>
          </a:xfrm>
          <a:custGeom>
            <a:avLst/>
            <a:gdLst/>
            <a:ahLst/>
            <a:rect l="0" t="0" r="r" b="b"/>
            <a:pathLst>
              <a:path w="101" h="597">
                <a:moveTo>
                  <a:pt x="50" y="0"/>
                </a:moveTo>
                <a:cubicBezTo>
                  <a:pt x="57" y="0"/>
                  <a:pt x="64" y="2"/>
                  <a:pt x="70" y="4"/>
                </a:cubicBezTo>
                <a:cubicBezTo>
                  <a:pt x="76" y="7"/>
                  <a:pt x="81" y="10"/>
                  <a:pt x="86" y="15"/>
                </a:cubicBezTo>
                <a:cubicBezTo>
                  <a:pt x="91" y="20"/>
                  <a:pt x="94" y="25"/>
                  <a:pt x="97" y="31"/>
                </a:cubicBezTo>
                <a:cubicBezTo>
                  <a:pt x="99" y="37"/>
                  <a:pt x="101" y="43"/>
                  <a:pt x="101" y="50"/>
                </a:cubicBezTo>
                <a:lnTo>
                  <a:pt x="101" y="547"/>
                </a:lnTo>
                <a:cubicBezTo>
                  <a:pt x="101" y="554"/>
                  <a:pt x="99" y="560"/>
                  <a:pt x="97" y="566"/>
                </a:cubicBezTo>
                <a:cubicBezTo>
                  <a:pt x="94" y="572"/>
                  <a:pt x="91" y="578"/>
                  <a:pt x="86" y="582"/>
                </a:cubicBezTo>
                <a:cubicBezTo>
                  <a:pt x="81" y="587"/>
                  <a:pt x="76" y="590"/>
                  <a:pt x="70" y="593"/>
                </a:cubicBezTo>
                <a:cubicBezTo>
                  <a:pt x="64" y="595"/>
                  <a:pt x="57" y="597"/>
                  <a:pt x="50" y="597"/>
                </a:cubicBezTo>
                <a:cubicBezTo>
                  <a:pt x="43" y="597"/>
                  <a:pt x="37" y="595"/>
                  <a:pt x="31" y="593"/>
                </a:cubicBezTo>
                <a:cubicBezTo>
                  <a:pt x="25" y="590"/>
                  <a:pt x="20" y="587"/>
                  <a:pt x="15" y="582"/>
                </a:cubicBezTo>
                <a:cubicBezTo>
                  <a:pt x="10" y="578"/>
                  <a:pt x="7" y="572"/>
                  <a:pt x="4" y="566"/>
                </a:cubicBezTo>
                <a:cubicBezTo>
                  <a:pt x="2" y="560"/>
                  <a:pt x="0" y="554"/>
                  <a:pt x="0" y="547"/>
                </a:cubicBezTo>
                <a:lnTo>
                  <a:pt x="0" y="50"/>
                </a:lnTo>
                <a:cubicBezTo>
                  <a:pt x="0" y="43"/>
                  <a:pt x="2" y="37"/>
                  <a:pt x="4" y="31"/>
                </a:cubicBezTo>
                <a:cubicBezTo>
                  <a:pt x="7" y="25"/>
                  <a:pt x="10" y="20"/>
                  <a:pt x="15" y="15"/>
                </a:cubicBezTo>
                <a:cubicBezTo>
                  <a:pt x="20" y="10"/>
                  <a:pt x="25" y="7"/>
                  <a:pt x="31" y="4"/>
                </a:cubicBezTo>
                <a:cubicBezTo>
                  <a:pt x="37" y="2"/>
                  <a:pt x="43" y="0"/>
                  <a:pt x="5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4023000" y="1178640"/>
            <a:ext cx="107280" cy="95400"/>
          </a:xfrm>
          <a:custGeom>
            <a:avLst/>
            <a:gdLst/>
            <a:ahLst/>
            <a:rect l="0" t="0" r="r" b="b"/>
            <a:pathLst>
              <a:path fill="none" w="298" h="265">
                <a:moveTo>
                  <a:pt x="0" y="265"/>
                </a:moveTo>
                <a:lnTo>
                  <a:pt x="149" y="0"/>
                </a:lnTo>
                <a:lnTo>
                  <a:pt x="298" y="265"/>
                </a:lnTo>
              </a:path>
            </a:pathLst>
          </a:custGeom>
          <a:ln cap="rnd" w="35640">
            <a:solidFill>
              <a:srgbClr val="ffffff"/>
            </a:solidFill>
            <a:round/>
          </a:ln>
        </p:spPr>
        <p:txBody>
          <a:bodyPr lIns="17640" rIns="17640" tIns="17640" bIns="176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4165920" y="1130760"/>
            <a:ext cx="36000" cy="214920"/>
          </a:xfrm>
          <a:custGeom>
            <a:avLst/>
            <a:gdLst/>
            <a:ahLst/>
            <a:rect l="0" t="0" r="r" b="b"/>
            <a:pathLst>
              <a:path w="100" h="597">
                <a:moveTo>
                  <a:pt x="49" y="0"/>
                </a:moveTo>
                <a:cubicBezTo>
                  <a:pt x="56" y="0"/>
                  <a:pt x="63" y="2"/>
                  <a:pt x="69" y="4"/>
                </a:cubicBezTo>
                <a:cubicBezTo>
                  <a:pt x="75" y="7"/>
                  <a:pt x="81" y="10"/>
                  <a:pt x="85" y="15"/>
                </a:cubicBezTo>
                <a:cubicBezTo>
                  <a:pt x="90" y="20"/>
                  <a:pt x="94" y="25"/>
                  <a:pt x="96" y="31"/>
                </a:cubicBezTo>
                <a:cubicBezTo>
                  <a:pt x="99" y="37"/>
                  <a:pt x="100" y="43"/>
                  <a:pt x="100" y="50"/>
                </a:cubicBezTo>
                <a:lnTo>
                  <a:pt x="100" y="547"/>
                </a:lnTo>
                <a:cubicBezTo>
                  <a:pt x="100" y="554"/>
                  <a:pt x="99" y="560"/>
                  <a:pt x="96" y="566"/>
                </a:cubicBezTo>
                <a:cubicBezTo>
                  <a:pt x="94" y="572"/>
                  <a:pt x="90" y="578"/>
                  <a:pt x="85" y="582"/>
                </a:cubicBezTo>
                <a:cubicBezTo>
                  <a:pt x="81" y="587"/>
                  <a:pt x="75" y="590"/>
                  <a:pt x="69" y="593"/>
                </a:cubicBezTo>
                <a:cubicBezTo>
                  <a:pt x="63" y="595"/>
                  <a:pt x="56" y="597"/>
                  <a:pt x="49" y="597"/>
                </a:cubicBezTo>
                <a:cubicBezTo>
                  <a:pt x="43" y="597"/>
                  <a:pt x="36" y="595"/>
                  <a:pt x="30" y="593"/>
                </a:cubicBezTo>
                <a:cubicBezTo>
                  <a:pt x="24" y="590"/>
                  <a:pt x="19" y="587"/>
                  <a:pt x="14" y="582"/>
                </a:cubicBezTo>
                <a:cubicBezTo>
                  <a:pt x="10" y="578"/>
                  <a:pt x="6" y="572"/>
                  <a:pt x="3" y="566"/>
                </a:cubicBezTo>
                <a:cubicBezTo>
                  <a:pt x="1" y="560"/>
                  <a:pt x="0" y="554"/>
                  <a:pt x="0" y="547"/>
                </a:cubicBezTo>
                <a:lnTo>
                  <a:pt x="0" y="50"/>
                </a:lnTo>
                <a:cubicBezTo>
                  <a:pt x="0" y="43"/>
                  <a:pt x="1" y="37"/>
                  <a:pt x="3" y="31"/>
                </a:cubicBezTo>
                <a:cubicBezTo>
                  <a:pt x="6" y="25"/>
                  <a:pt x="10" y="20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666720" y="1120320"/>
            <a:ext cx="32652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Worked example: Caret 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666720" y="1802520"/>
            <a:ext cx="51926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Stock: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HAPI FHIR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server, validator,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mapping engine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,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66720" y="2174040"/>
            <a:ext cx="18007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storage,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Postgres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666720" y="2697840"/>
            <a:ext cx="5421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Ours: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small plugin (listener 155 lines, parser 68) and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666720" y="3069360"/>
            <a:ext cx="2939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maps of 45 to 105 lines each.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764640" y="4208760"/>
            <a:ext cx="1423440" cy="1374120"/>
          </a:xfrm>
          <a:custGeom>
            <a:avLst/>
            <a:gdLst/>
            <a:ahLst/>
            <a:rect l="0" t="0" r="r" b="b"/>
            <a:pathLst>
              <a:path fill="none" w="3954" h="3817">
                <a:moveTo>
                  <a:pt x="0" y="0"/>
                </a:moveTo>
                <a:lnTo>
                  <a:pt x="954" y="0"/>
                </a:lnTo>
                <a:moveTo>
                  <a:pt x="1091" y="0"/>
                </a:moveTo>
                <a:lnTo>
                  <a:pt x="1363" y="0"/>
                </a:lnTo>
                <a:moveTo>
                  <a:pt x="1636" y="0"/>
                </a:moveTo>
                <a:lnTo>
                  <a:pt x="1772" y="0"/>
                </a:lnTo>
                <a:moveTo>
                  <a:pt x="2045" y="0"/>
                </a:moveTo>
                <a:lnTo>
                  <a:pt x="2454" y="0"/>
                </a:lnTo>
                <a:moveTo>
                  <a:pt x="2999" y="0"/>
                </a:moveTo>
                <a:lnTo>
                  <a:pt x="3954" y="0"/>
                </a:lnTo>
                <a:moveTo>
                  <a:pt x="0" y="136"/>
                </a:moveTo>
                <a:lnTo>
                  <a:pt x="136" y="136"/>
                </a:lnTo>
                <a:moveTo>
                  <a:pt x="818" y="136"/>
                </a:moveTo>
                <a:lnTo>
                  <a:pt x="954" y="136"/>
                </a:lnTo>
                <a:moveTo>
                  <a:pt x="1091" y="136"/>
                </a:moveTo>
                <a:lnTo>
                  <a:pt x="1227" y="136"/>
                </a:lnTo>
                <a:moveTo>
                  <a:pt x="1499" y="136"/>
                </a:moveTo>
                <a:lnTo>
                  <a:pt x="1772" y="136"/>
                </a:lnTo>
                <a:moveTo>
                  <a:pt x="2181" y="136"/>
                </a:moveTo>
                <a:lnTo>
                  <a:pt x="2726" y="136"/>
                </a:lnTo>
                <a:moveTo>
                  <a:pt x="2999" y="136"/>
                </a:moveTo>
                <a:lnTo>
                  <a:pt x="3135" y="136"/>
                </a:lnTo>
                <a:moveTo>
                  <a:pt x="3818" y="136"/>
                </a:moveTo>
                <a:lnTo>
                  <a:pt x="3954" y="136"/>
                </a:lnTo>
                <a:moveTo>
                  <a:pt x="0" y="272"/>
                </a:moveTo>
                <a:lnTo>
                  <a:pt x="136" y="272"/>
                </a:lnTo>
                <a:moveTo>
                  <a:pt x="273" y="272"/>
                </a:moveTo>
                <a:lnTo>
                  <a:pt x="682" y="272"/>
                </a:lnTo>
                <a:moveTo>
                  <a:pt x="818" y="272"/>
                </a:moveTo>
                <a:lnTo>
                  <a:pt x="954" y="272"/>
                </a:lnTo>
                <a:moveTo>
                  <a:pt x="1091" y="272"/>
                </a:moveTo>
                <a:lnTo>
                  <a:pt x="1363" y="272"/>
                </a:lnTo>
                <a:moveTo>
                  <a:pt x="1499" y="272"/>
                </a:moveTo>
                <a:lnTo>
                  <a:pt x="1772" y="272"/>
                </a:lnTo>
                <a:moveTo>
                  <a:pt x="2045" y="272"/>
                </a:moveTo>
                <a:lnTo>
                  <a:pt x="2317" y="272"/>
                </a:lnTo>
                <a:moveTo>
                  <a:pt x="2454" y="272"/>
                </a:moveTo>
                <a:lnTo>
                  <a:pt x="2862" y="272"/>
                </a:lnTo>
                <a:moveTo>
                  <a:pt x="2999" y="272"/>
                </a:moveTo>
                <a:lnTo>
                  <a:pt x="3135" y="272"/>
                </a:lnTo>
                <a:moveTo>
                  <a:pt x="3271" y="272"/>
                </a:moveTo>
                <a:lnTo>
                  <a:pt x="3680" y="272"/>
                </a:lnTo>
                <a:moveTo>
                  <a:pt x="3818" y="272"/>
                </a:moveTo>
                <a:lnTo>
                  <a:pt x="3954" y="272"/>
                </a:lnTo>
                <a:moveTo>
                  <a:pt x="0" y="409"/>
                </a:moveTo>
                <a:lnTo>
                  <a:pt x="136" y="409"/>
                </a:lnTo>
                <a:moveTo>
                  <a:pt x="273" y="409"/>
                </a:moveTo>
                <a:lnTo>
                  <a:pt x="682" y="409"/>
                </a:lnTo>
                <a:moveTo>
                  <a:pt x="818" y="409"/>
                </a:moveTo>
                <a:lnTo>
                  <a:pt x="954" y="409"/>
                </a:lnTo>
                <a:moveTo>
                  <a:pt x="1227" y="409"/>
                </a:moveTo>
                <a:lnTo>
                  <a:pt x="1363" y="409"/>
                </a:lnTo>
                <a:moveTo>
                  <a:pt x="1499" y="409"/>
                </a:moveTo>
                <a:lnTo>
                  <a:pt x="1636" y="409"/>
                </a:lnTo>
                <a:moveTo>
                  <a:pt x="2181" y="409"/>
                </a:moveTo>
                <a:lnTo>
                  <a:pt x="2454" y="409"/>
                </a:lnTo>
                <a:moveTo>
                  <a:pt x="2726" y="409"/>
                </a:moveTo>
                <a:lnTo>
                  <a:pt x="2862" y="409"/>
                </a:lnTo>
                <a:moveTo>
                  <a:pt x="2999" y="409"/>
                </a:moveTo>
                <a:lnTo>
                  <a:pt x="3135" y="409"/>
                </a:lnTo>
                <a:moveTo>
                  <a:pt x="3271" y="409"/>
                </a:moveTo>
                <a:lnTo>
                  <a:pt x="3680" y="409"/>
                </a:lnTo>
                <a:moveTo>
                  <a:pt x="3818" y="409"/>
                </a:moveTo>
                <a:lnTo>
                  <a:pt x="3954" y="409"/>
                </a:lnTo>
                <a:moveTo>
                  <a:pt x="0" y="545"/>
                </a:moveTo>
                <a:lnTo>
                  <a:pt x="136" y="545"/>
                </a:lnTo>
                <a:moveTo>
                  <a:pt x="273" y="545"/>
                </a:moveTo>
                <a:lnTo>
                  <a:pt x="682" y="545"/>
                </a:lnTo>
                <a:moveTo>
                  <a:pt x="818" y="545"/>
                </a:moveTo>
                <a:lnTo>
                  <a:pt x="954" y="545"/>
                </a:lnTo>
                <a:moveTo>
                  <a:pt x="1091" y="545"/>
                </a:moveTo>
                <a:lnTo>
                  <a:pt x="1227" y="545"/>
                </a:lnTo>
                <a:moveTo>
                  <a:pt x="1363" y="545"/>
                </a:moveTo>
                <a:lnTo>
                  <a:pt x="1499" y="545"/>
                </a:lnTo>
                <a:moveTo>
                  <a:pt x="1636" y="545"/>
                </a:moveTo>
                <a:lnTo>
                  <a:pt x="1772" y="545"/>
                </a:lnTo>
                <a:moveTo>
                  <a:pt x="1908" y="545"/>
                </a:moveTo>
                <a:lnTo>
                  <a:pt x="2454" y="545"/>
                </a:lnTo>
                <a:moveTo>
                  <a:pt x="2590" y="545"/>
                </a:moveTo>
                <a:lnTo>
                  <a:pt x="2726" y="545"/>
                </a:lnTo>
                <a:moveTo>
                  <a:pt x="2999" y="545"/>
                </a:moveTo>
                <a:lnTo>
                  <a:pt x="3135" y="545"/>
                </a:lnTo>
                <a:moveTo>
                  <a:pt x="3271" y="545"/>
                </a:moveTo>
                <a:lnTo>
                  <a:pt x="3680" y="545"/>
                </a:lnTo>
                <a:moveTo>
                  <a:pt x="3818" y="545"/>
                </a:moveTo>
                <a:lnTo>
                  <a:pt x="3954" y="545"/>
                </a:lnTo>
                <a:moveTo>
                  <a:pt x="0" y="681"/>
                </a:moveTo>
                <a:lnTo>
                  <a:pt x="136" y="681"/>
                </a:lnTo>
                <a:moveTo>
                  <a:pt x="818" y="681"/>
                </a:moveTo>
                <a:lnTo>
                  <a:pt x="954" y="681"/>
                </a:lnTo>
                <a:moveTo>
                  <a:pt x="1227" y="681"/>
                </a:moveTo>
                <a:lnTo>
                  <a:pt x="1363" y="681"/>
                </a:lnTo>
                <a:moveTo>
                  <a:pt x="1636" y="681"/>
                </a:moveTo>
                <a:lnTo>
                  <a:pt x="1772" y="681"/>
                </a:lnTo>
                <a:moveTo>
                  <a:pt x="2045" y="681"/>
                </a:moveTo>
                <a:lnTo>
                  <a:pt x="2317" y="681"/>
                </a:lnTo>
                <a:moveTo>
                  <a:pt x="2726" y="681"/>
                </a:moveTo>
                <a:lnTo>
                  <a:pt x="2862" y="681"/>
                </a:lnTo>
                <a:moveTo>
                  <a:pt x="2999" y="681"/>
                </a:moveTo>
                <a:lnTo>
                  <a:pt x="3135" y="681"/>
                </a:lnTo>
                <a:moveTo>
                  <a:pt x="3818" y="681"/>
                </a:moveTo>
                <a:lnTo>
                  <a:pt x="3954" y="681"/>
                </a:lnTo>
                <a:moveTo>
                  <a:pt x="0" y="818"/>
                </a:moveTo>
                <a:lnTo>
                  <a:pt x="954" y="818"/>
                </a:lnTo>
                <a:moveTo>
                  <a:pt x="1091" y="818"/>
                </a:moveTo>
                <a:lnTo>
                  <a:pt x="1227" y="818"/>
                </a:lnTo>
                <a:moveTo>
                  <a:pt x="1363" y="818"/>
                </a:moveTo>
                <a:lnTo>
                  <a:pt x="1499" y="818"/>
                </a:lnTo>
                <a:moveTo>
                  <a:pt x="1636" y="818"/>
                </a:moveTo>
                <a:lnTo>
                  <a:pt x="1772" y="818"/>
                </a:lnTo>
                <a:moveTo>
                  <a:pt x="1908" y="818"/>
                </a:moveTo>
                <a:lnTo>
                  <a:pt x="2045" y="818"/>
                </a:lnTo>
                <a:moveTo>
                  <a:pt x="2181" y="818"/>
                </a:moveTo>
                <a:lnTo>
                  <a:pt x="2317" y="818"/>
                </a:lnTo>
                <a:moveTo>
                  <a:pt x="2454" y="818"/>
                </a:moveTo>
                <a:lnTo>
                  <a:pt x="2590" y="818"/>
                </a:lnTo>
                <a:moveTo>
                  <a:pt x="2726" y="818"/>
                </a:moveTo>
                <a:lnTo>
                  <a:pt x="2862" y="818"/>
                </a:lnTo>
                <a:moveTo>
                  <a:pt x="2999" y="818"/>
                </a:moveTo>
                <a:lnTo>
                  <a:pt x="3954" y="818"/>
                </a:lnTo>
                <a:moveTo>
                  <a:pt x="1772" y="954"/>
                </a:moveTo>
                <a:lnTo>
                  <a:pt x="1908" y="954"/>
                </a:lnTo>
                <a:moveTo>
                  <a:pt x="2045" y="954"/>
                </a:moveTo>
                <a:lnTo>
                  <a:pt x="2317" y="954"/>
                </a:lnTo>
                <a:moveTo>
                  <a:pt x="2454" y="954"/>
                </a:moveTo>
                <a:lnTo>
                  <a:pt x="2590" y="954"/>
                </a:lnTo>
                <a:moveTo>
                  <a:pt x="2726" y="954"/>
                </a:moveTo>
                <a:lnTo>
                  <a:pt x="2862" y="954"/>
                </a:lnTo>
                <a:moveTo>
                  <a:pt x="0" y="1090"/>
                </a:moveTo>
                <a:lnTo>
                  <a:pt x="136" y="1090"/>
                </a:lnTo>
                <a:moveTo>
                  <a:pt x="409" y="1090"/>
                </a:moveTo>
                <a:lnTo>
                  <a:pt x="1227" y="1090"/>
                </a:lnTo>
                <a:moveTo>
                  <a:pt x="1499" y="1090"/>
                </a:moveTo>
                <a:lnTo>
                  <a:pt x="1636" y="1090"/>
                </a:lnTo>
                <a:moveTo>
                  <a:pt x="1772" y="1090"/>
                </a:moveTo>
                <a:lnTo>
                  <a:pt x="1908" y="1090"/>
                </a:lnTo>
                <a:moveTo>
                  <a:pt x="2181" y="1090"/>
                </a:moveTo>
                <a:lnTo>
                  <a:pt x="2454" y="1090"/>
                </a:lnTo>
                <a:moveTo>
                  <a:pt x="2590" y="1090"/>
                </a:moveTo>
                <a:lnTo>
                  <a:pt x="2999" y="1090"/>
                </a:lnTo>
                <a:moveTo>
                  <a:pt x="3271" y="1090"/>
                </a:moveTo>
                <a:lnTo>
                  <a:pt x="3408" y="1090"/>
                </a:lnTo>
                <a:moveTo>
                  <a:pt x="3544" y="1090"/>
                </a:moveTo>
                <a:lnTo>
                  <a:pt x="3954" y="1090"/>
                </a:lnTo>
                <a:moveTo>
                  <a:pt x="0" y="1227"/>
                </a:moveTo>
                <a:lnTo>
                  <a:pt x="136" y="1227"/>
                </a:lnTo>
                <a:moveTo>
                  <a:pt x="273" y="1227"/>
                </a:moveTo>
                <a:lnTo>
                  <a:pt x="409" y="1227"/>
                </a:lnTo>
                <a:moveTo>
                  <a:pt x="1091" y="1227"/>
                </a:moveTo>
                <a:lnTo>
                  <a:pt x="1227" y="1227"/>
                </a:lnTo>
                <a:moveTo>
                  <a:pt x="1363" y="1227"/>
                </a:moveTo>
                <a:lnTo>
                  <a:pt x="1908" y="1227"/>
                </a:lnTo>
                <a:moveTo>
                  <a:pt x="2181" y="1227"/>
                </a:moveTo>
                <a:lnTo>
                  <a:pt x="2726" y="1227"/>
                </a:lnTo>
                <a:moveTo>
                  <a:pt x="3135" y="1227"/>
                </a:moveTo>
                <a:lnTo>
                  <a:pt x="3408" y="1227"/>
                </a:lnTo>
                <a:moveTo>
                  <a:pt x="3544" y="1227"/>
                </a:moveTo>
                <a:lnTo>
                  <a:pt x="3818" y="1227"/>
                </a:lnTo>
                <a:moveTo>
                  <a:pt x="545" y="1363"/>
                </a:moveTo>
                <a:lnTo>
                  <a:pt x="682" y="1363"/>
                </a:lnTo>
                <a:moveTo>
                  <a:pt x="818" y="1363"/>
                </a:moveTo>
                <a:lnTo>
                  <a:pt x="954" y="1363"/>
                </a:lnTo>
                <a:moveTo>
                  <a:pt x="1636" y="1363"/>
                </a:moveTo>
                <a:lnTo>
                  <a:pt x="1908" y="1363"/>
                </a:lnTo>
                <a:moveTo>
                  <a:pt x="2045" y="1363"/>
                </a:moveTo>
                <a:lnTo>
                  <a:pt x="2181" y="1363"/>
                </a:lnTo>
                <a:moveTo>
                  <a:pt x="2317" y="1363"/>
                </a:moveTo>
                <a:lnTo>
                  <a:pt x="2590" y="1363"/>
                </a:lnTo>
                <a:moveTo>
                  <a:pt x="2726" y="1363"/>
                </a:moveTo>
                <a:lnTo>
                  <a:pt x="2862" y="1363"/>
                </a:lnTo>
                <a:moveTo>
                  <a:pt x="3271" y="1363"/>
                </a:moveTo>
                <a:lnTo>
                  <a:pt x="3408" y="1363"/>
                </a:lnTo>
                <a:moveTo>
                  <a:pt x="3544" y="1363"/>
                </a:moveTo>
                <a:lnTo>
                  <a:pt x="3680" y="1363"/>
                </a:lnTo>
                <a:moveTo>
                  <a:pt x="136" y="1499"/>
                </a:moveTo>
                <a:lnTo>
                  <a:pt x="273" y="1499"/>
                </a:lnTo>
                <a:moveTo>
                  <a:pt x="682" y="1499"/>
                </a:moveTo>
                <a:lnTo>
                  <a:pt x="818" y="1499"/>
                </a:lnTo>
                <a:moveTo>
                  <a:pt x="1227" y="1499"/>
                </a:moveTo>
                <a:lnTo>
                  <a:pt x="1363" y="1499"/>
                </a:lnTo>
                <a:moveTo>
                  <a:pt x="1499" y="1499"/>
                </a:moveTo>
                <a:lnTo>
                  <a:pt x="1636" y="1499"/>
                </a:lnTo>
                <a:moveTo>
                  <a:pt x="1772" y="1499"/>
                </a:moveTo>
                <a:lnTo>
                  <a:pt x="1908" y="1499"/>
                </a:lnTo>
                <a:moveTo>
                  <a:pt x="2181" y="1499"/>
                </a:moveTo>
                <a:lnTo>
                  <a:pt x="2454" y="1499"/>
                </a:lnTo>
                <a:moveTo>
                  <a:pt x="3271" y="1499"/>
                </a:moveTo>
                <a:lnTo>
                  <a:pt x="3544" y="1499"/>
                </a:lnTo>
                <a:moveTo>
                  <a:pt x="3818" y="1499"/>
                </a:moveTo>
                <a:lnTo>
                  <a:pt x="3954" y="1499"/>
                </a:lnTo>
                <a:moveTo>
                  <a:pt x="136" y="1635"/>
                </a:moveTo>
                <a:lnTo>
                  <a:pt x="273" y="1635"/>
                </a:lnTo>
                <a:moveTo>
                  <a:pt x="409" y="1635"/>
                </a:moveTo>
                <a:lnTo>
                  <a:pt x="545" y="1635"/>
                </a:lnTo>
                <a:moveTo>
                  <a:pt x="818" y="1635"/>
                </a:moveTo>
                <a:lnTo>
                  <a:pt x="1091" y="1635"/>
                </a:lnTo>
                <a:moveTo>
                  <a:pt x="1227" y="1635"/>
                </a:moveTo>
                <a:lnTo>
                  <a:pt x="1363" y="1635"/>
                </a:lnTo>
                <a:moveTo>
                  <a:pt x="1499" y="1635"/>
                </a:moveTo>
                <a:lnTo>
                  <a:pt x="1636" y="1635"/>
                </a:lnTo>
                <a:moveTo>
                  <a:pt x="1772" y="1635"/>
                </a:moveTo>
                <a:lnTo>
                  <a:pt x="1908" y="1635"/>
                </a:lnTo>
                <a:moveTo>
                  <a:pt x="2045" y="1635"/>
                </a:moveTo>
                <a:lnTo>
                  <a:pt x="2317" y="1635"/>
                </a:lnTo>
                <a:moveTo>
                  <a:pt x="2590" y="1635"/>
                </a:moveTo>
                <a:lnTo>
                  <a:pt x="2726" y="1635"/>
                </a:lnTo>
                <a:moveTo>
                  <a:pt x="2999" y="1635"/>
                </a:moveTo>
                <a:lnTo>
                  <a:pt x="3271" y="1635"/>
                </a:lnTo>
                <a:moveTo>
                  <a:pt x="3818" y="1635"/>
                </a:moveTo>
                <a:lnTo>
                  <a:pt x="3954" y="1635"/>
                </a:lnTo>
                <a:moveTo>
                  <a:pt x="0" y="1773"/>
                </a:moveTo>
                <a:lnTo>
                  <a:pt x="545" y="1773"/>
                </a:lnTo>
                <a:moveTo>
                  <a:pt x="682" y="1773"/>
                </a:moveTo>
                <a:lnTo>
                  <a:pt x="818" y="1773"/>
                </a:lnTo>
                <a:moveTo>
                  <a:pt x="1091" y="1773"/>
                </a:moveTo>
                <a:lnTo>
                  <a:pt x="1227" y="1773"/>
                </a:lnTo>
                <a:moveTo>
                  <a:pt x="1363" y="1773"/>
                </a:moveTo>
                <a:lnTo>
                  <a:pt x="1499" y="1773"/>
                </a:lnTo>
                <a:moveTo>
                  <a:pt x="1772" y="1773"/>
                </a:moveTo>
                <a:lnTo>
                  <a:pt x="2045" y="1773"/>
                </a:lnTo>
                <a:moveTo>
                  <a:pt x="2454" y="1773"/>
                </a:moveTo>
                <a:lnTo>
                  <a:pt x="2590" y="1773"/>
                </a:lnTo>
                <a:moveTo>
                  <a:pt x="2999" y="1773"/>
                </a:moveTo>
                <a:lnTo>
                  <a:pt x="3954" y="1773"/>
                </a:lnTo>
                <a:moveTo>
                  <a:pt x="136" y="1909"/>
                </a:moveTo>
                <a:lnTo>
                  <a:pt x="273" y="1909"/>
                </a:lnTo>
                <a:moveTo>
                  <a:pt x="409" y="1909"/>
                </a:moveTo>
                <a:lnTo>
                  <a:pt x="682" y="1909"/>
                </a:lnTo>
                <a:moveTo>
                  <a:pt x="818" y="1909"/>
                </a:moveTo>
                <a:lnTo>
                  <a:pt x="954" y="1909"/>
                </a:lnTo>
                <a:moveTo>
                  <a:pt x="1091" y="1909"/>
                </a:moveTo>
                <a:lnTo>
                  <a:pt x="1227" y="1909"/>
                </a:lnTo>
                <a:moveTo>
                  <a:pt x="1636" y="1909"/>
                </a:moveTo>
                <a:lnTo>
                  <a:pt x="1908" y="1909"/>
                </a:lnTo>
                <a:moveTo>
                  <a:pt x="2045" y="1909"/>
                </a:moveTo>
                <a:lnTo>
                  <a:pt x="2181" y="1909"/>
                </a:lnTo>
                <a:moveTo>
                  <a:pt x="2317" y="1909"/>
                </a:moveTo>
                <a:lnTo>
                  <a:pt x="2999" y="1909"/>
                </a:lnTo>
                <a:moveTo>
                  <a:pt x="3544" y="1909"/>
                </a:moveTo>
                <a:lnTo>
                  <a:pt x="3680" y="1909"/>
                </a:lnTo>
                <a:moveTo>
                  <a:pt x="3818" y="1909"/>
                </a:moveTo>
                <a:lnTo>
                  <a:pt x="3954" y="1909"/>
                </a:lnTo>
                <a:moveTo>
                  <a:pt x="0" y="2045"/>
                </a:moveTo>
                <a:lnTo>
                  <a:pt x="136" y="2045"/>
                </a:lnTo>
                <a:moveTo>
                  <a:pt x="273" y="2045"/>
                </a:moveTo>
                <a:lnTo>
                  <a:pt x="409" y="2045"/>
                </a:lnTo>
                <a:moveTo>
                  <a:pt x="545" y="2045"/>
                </a:moveTo>
                <a:lnTo>
                  <a:pt x="818" y="2045"/>
                </a:lnTo>
                <a:moveTo>
                  <a:pt x="1499" y="2045"/>
                </a:moveTo>
                <a:lnTo>
                  <a:pt x="1772" y="2045"/>
                </a:lnTo>
                <a:moveTo>
                  <a:pt x="2045" y="2045"/>
                </a:moveTo>
                <a:lnTo>
                  <a:pt x="2181" y="2045"/>
                </a:lnTo>
                <a:moveTo>
                  <a:pt x="2590" y="2045"/>
                </a:moveTo>
                <a:lnTo>
                  <a:pt x="3271" y="2045"/>
                </a:lnTo>
                <a:moveTo>
                  <a:pt x="3544" y="2045"/>
                </a:moveTo>
                <a:lnTo>
                  <a:pt x="3680" y="2045"/>
                </a:lnTo>
                <a:moveTo>
                  <a:pt x="3818" y="2045"/>
                </a:moveTo>
                <a:lnTo>
                  <a:pt x="3954" y="2045"/>
                </a:lnTo>
                <a:moveTo>
                  <a:pt x="273" y="2182"/>
                </a:moveTo>
                <a:lnTo>
                  <a:pt x="682" y="2182"/>
                </a:lnTo>
                <a:moveTo>
                  <a:pt x="818" y="2182"/>
                </a:moveTo>
                <a:lnTo>
                  <a:pt x="954" y="2182"/>
                </a:lnTo>
                <a:moveTo>
                  <a:pt x="1091" y="2182"/>
                </a:moveTo>
                <a:lnTo>
                  <a:pt x="1363" y="2182"/>
                </a:lnTo>
                <a:moveTo>
                  <a:pt x="1908" y="2182"/>
                </a:moveTo>
                <a:lnTo>
                  <a:pt x="2045" y="2182"/>
                </a:lnTo>
                <a:moveTo>
                  <a:pt x="3135" y="2182"/>
                </a:moveTo>
                <a:lnTo>
                  <a:pt x="3271" y="2182"/>
                </a:lnTo>
                <a:moveTo>
                  <a:pt x="3408" y="2182"/>
                </a:moveTo>
                <a:lnTo>
                  <a:pt x="3544" y="2182"/>
                </a:lnTo>
                <a:moveTo>
                  <a:pt x="0" y="2318"/>
                </a:moveTo>
                <a:lnTo>
                  <a:pt x="682" y="2318"/>
                </a:lnTo>
                <a:moveTo>
                  <a:pt x="1499" y="2318"/>
                </a:moveTo>
                <a:lnTo>
                  <a:pt x="2999" y="2318"/>
                </a:lnTo>
                <a:moveTo>
                  <a:pt x="3135" y="2318"/>
                </a:moveTo>
                <a:lnTo>
                  <a:pt x="3408" y="2318"/>
                </a:lnTo>
                <a:moveTo>
                  <a:pt x="3544" y="2318"/>
                </a:moveTo>
                <a:lnTo>
                  <a:pt x="3818" y="2318"/>
                </a:lnTo>
                <a:moveTo>
                  <a:pt x="0" y="2454"/>
                </a:moveTo>
                <a:lnTo>
                  <a:pt x="409" y="2454"/>
                </a:lnTo>
                <a:moveTo>
                  <a:pt x="682" y="2454"/>
                </a:moveTo>
                <a:lnTo>
                  <a:pt x="1091" y="2454"/>
                </a:lnTo>
                <a:moveTo>
                  <a:pt x="1636" y="2454"/>
                </a:moveTo>
                <a:lnTo>
                  <a:pt x="1772" y="2454"/>
                </a:lnTo>
                <a:moveTo>
                  <a:pt x="2045" y="2454"/>
                </a:moveTo>
                <a:lnTo>
                  <a:pt x="2454" y="2454"/>
                </a:lnTo>
                <a:moveTo>
                  <a:pt x="2590" y="2454"/>
                </a:moveTo>
                <a:lnTo>
                  <a:pt x="2726" y="2454"/>
                </a:lnTo>
                <a:moveTo>
                  <a:pt x="2862" y="2454"/>
                </a:moveTo>
                <a:lnTo>
                  <a:pt x="3271" y="2454"/>
                </a:lnTo>
                <a:moveTo>
                  <a:pt x="3408" y="2454"/>
                </a:moveTo>
                <a:lnTo>
                  <a:pt x="3544" y="2454"/>
                </a:lnTo>
                <a:moveTo>
                  <a:pt x="3818" y="2454"/>
                </a:moveTo>
                <a:lnTo>
                  <a:pt x="3954" y="2454"/>
                </a:lnTo>
                <a:moveTo>
                  <a:pt x="0" y="2591"/>
                </a:moveTo>
                <a:lnTo>
                  <a:pt x="273" y="2591"/>
                </a:lnTo>
                <a:moveTo>
                  <a:pt x="409" y="2591"/>
                </a:moveTo>
                <a:lnTo>
                  <a:pt x="682" y="2591"/>
                </a:lnTo>
                <a:moveTo>
                  <a:pt x="1091" y="2591"/>
                </a:moveTo>
                <a:lnTo>
                  <a:pt x="1499" y="2591"/>
                </a:lnTo>
                <a:moveTo>
                  <a:pt x="1908" y="2591"/>
                </a:moveTo>
                <a:lnTo>
                  <a:pt x="2045" y="2591"/>
                </a:lnTo>
                <a:moveTo>
                  <a:pt x="2181" y="2591"/>
                </a:moveTo>
                <a:lnTo>
                  <a:pt x="2317" y="2591"/>
                </a:lnTo>
                <a:moveTo>
                  <a:pt x="2862" y="2591"/>
                </a:moveTo>
                <a:lnTo>
                  <a:pt x="2999" y="2591"/>
                </a:lnTo>
                <a:moveTo>
                  <a:pt x="3271" y="2591"/>
                </a:moveTo>
                <a:lnTo>
                  <a:pt x="3680" y="2591"/>
                </a:lnTo>
                <a:moveTo>
                  <a:pt x="0" y="2727"/>
                </a:moveTo>
                <a:lnTo>
                  <a:pt x="273" y="2727"/>
                </a:lnTo>
                <a:moveTo>
                  <a:pt x="545" y="2727"/>
                </a:moveTo>
                <a:lnTo>
                  <a:pt x="682" y="2727"/>
                </a:lnTo>
                <a:moveTo>
                  <a:pt x="818" y="2727"/>
                </a:moveTo>
                <a:lnTo>
                  <a:pt x="1091" y="2727"/>
                </a:lnTo>
                <a:moveTo>
                  <a:pt x="1227" y="2727"/>
                </a:moveTo>
                <a:lnTo>
                  <a:pt x="1499" y="2727"/>
                </a:lnTo>
                <a:moveTo>
                  <a:pt x="1772" y="2727"/>
                </a:moveTo>
                <a:lnTo>
                  <a:pt x="2181" y="2727"/>
                </a:lnTo>
                <a:moveTo>
                  <a:pt x="2317" y="2727"/>
                </a:moveTo>
                <a:lnTo>
                  <a:pt x="2454" y="2727"/>
                </a:lnTo>
                <a:moveTo>
                  <a:pt x="2726" y="2727"/>
                </a:moveTo>
                <a:lnTo>
                  <a:pt x="3818" y="2727"/>
                </a:lnTo>
                <a:moveTo>
                  <a:pt x="1091" y="2863"/>
                </a:moveTo>
                <a:lnTo>
                  <a:pt x="1227" y="2863"/>
                </a:lnTo>
                <a:moveTo>
                  <a:pt x="1636" y="2863"/>
                </a:moveTo>
                <a:lnTo>
                  <a:pt x="1772" y="2863"/>
                </a:lnTo>
                <a:moveTo>
                  <a:pt x="1908" y="2863"/>
                </a:moveTo>
                <a:lnTo>
                  <a:pt x="2181" y="2863"/>
                </a:lnTo>
                <a:moveTo>
                  <a:pt x="2726" y="2863"/>
                </a:moveTo>
                <a:lnTo>
                  <a:pt x="2862" y="2863"/>
                </a:lnTo>
                <a:moveTo>
                  <a:pt x="3271" y="2863"/>
                </a:moveTo>
                <a:lnTo>
                  <a:pt x="3544" y="2863"/>
                </a:lnTo>
                <a:moveTo>
                  <a:pt x="0" y="2999"/>
                </a:moveTo>
                <a:lnTo>
                  <a:pt x="954" y="2999"/>
                </a:lnTo>
                <a:moveTo>
                  <a:pt x="1091" y="2999"/>
                </a:moveTo>
                <a:lnTo>
                  <a:pt x="1227" y="2999"/>
                </a:lnTo>
                <a:moveTo>
                  <a:pt x="1363" y="2999"/>
                </a:moveTo>
                <a:lnTo>
                  <a:pt x="1772" y="2999"/>
                </a:lnTo>
                <a:moveTo>
                  <a:pt x="1908" y="2999"/>
                </a:moveTo>
                <a:lnTo>
                  <a:pt x="2317" y="2999"/>
                </a:lnTo>
                <a:moveTo>
                  <a:pt x="2454" y="2999"/>
                </a:moveTo>
                <a:lnTo>
                  <a:pt x="2862" y="2999"/>
                </a:lnTo>
                <a:moveTo>
                  <a:pt x="2999" y="2999"/>
                </a:moveTo>
                <a:lnTo>
                  <a:pt x="3135" y="2999"/>
                </a:lnTo>
                <a:moveTo>
                  <a:pt x="3271" y="2999"/>
                </a:moveTo>
                <a:lnTo>
                  <a:pt x="3544" y="2999"/>
                </a:lnTo>
                <a:moveTo>
                  <a:pt x="0" y="3136"/>
                </a:moveTo>
                <a:lnTo>
                  <a:pt x="136" y="3136"/>
                </a:lnTo>
                <a:moveTo>
                  <a:pt x="818" y="3136"/>
                </a:moveTo>
                <a:lnTo>
                  <a:pt x="954" y="3136"/>
                </a:lnTo>
                <a:moveTo>
                  <a:pt x="1091" y="3136"/>
                </a:moveTo>
                <a:lnTo>
                  <a:pt x="1227" y="3136"/>
                </a:lnTo>
                <a:moveTo>
                  <a:pt x="1636" y="3136"/>
                </a:moveTo>
                <a:lnTo>
                  <a:pt x="1772" y="3136"/>
                </a:lnTo>
                <a:moveTo>
                  <a:pt x="1908" y="3136"/>
                </a:moveTo>
                <a:lnTo>
                  <a:pt x="2045" y="3136"/>
                </a:lnTo>
                <a:moveTo>
                  <a:pt x="2317" y="3136"/>
                </a:moveTo>
                <a:lnTo>
                  <a:pt x="2454" y="3136"/>
                </a:lnTo>
                <a:moveTo>
                  <a:pt x="2590" y="3136"/>
                </a:moveTo>
                <a:lnTo>
                  <a:pt x="2862" y="3136"/>
                </a:lnTo>
                <a:moveTo>
                  <a:pt x="3271" y="3136"/>
                </a:moveTo>
                <a:lnTo>
                  <a:pt x="3408" y="3136"/>
                </a:lnTo>
                <a:moveTo>
                  <a:pt x="3680" y="3136"/>
                </a:moveTo>
                <a:lnTo>
                  <a:pt x="3954" y="3136"/>
                </a:lnTo>
                <a:moveTo>
                  <a:pt x="0" y="3272"/>
                </a:moveTo>
                <a:lnTo>
                  <a:pt x="136" y="3272"/>
                </a:lnTo>
                <a:moveTo>
                  <a:pt x="273" y="3272"/>
                </a:moveTo>
                <a:lnTo>
                  <a:pt x="682" y="3272"/>
                </a:lnTo>
                <a:moveTo>
                  <a:pt x="818" y="3272"/>
                </a:moveTo>
                <a:lnTo>
                  <a:pt x="954" y="3272"/>
                </a:lnTo>
                <a:moveTo>
                  <a:pt x="1091" y="3272"/>
                </a:moveTo>
                <a:lnTo>
                  <a:pt x="1227" y="3272"/>
                </a:lnTo>
                <a:moveTo>
                  <a:pt x="1363" y="3272"/>
                </a:moveTo>
                <a:lnTo>
                  <a:pt x="1499" y="3272"/>
                </a:lnTo>
                <a:moveTo>
                  <a:pt x="1636" y="3272"/>
                </a:moveTo>
                <a:lnTo>
                  <a:pt x="2317" y="3272"/>
                </a:lnTo>
                <a:moveTo>
                  <a:pt x="2454" y="3272"/>
                </a:moveTo>
                <a:lnTo>
                  <a:pt x="3544" y="3272"/>
                </a:lnTo>
                <a:moveTo>
                  <a:pt x="3680" y="3272"/>
                </a:moveTo>
                <a:lnTo>
                  <a:pt x="3954" y="3272"/>
                </a:lnTo>
                <a:moveTo>
                  <a:pt x="0" y="3408"/>
                </a:moveTo>
                <a:lnTo>
                  <a:pt x="136" y="3408"/>
                </a:lnTo>
                <a:moveTo>
                  <a:pt x="273" y="3408"/>
                </a:moveTo>
                <a:lnTo>
                  <a:pt x="682" y="3408"/>
                </a:lnTo>
                <a:moveTo>
                  <a:pt x="818" y="3408"/>
                </a:moveTo>
                <a:lnTo>
                  <a:pt x="954" y="3408"/>
                </a:lnTo>
                <a:moveTo>
                  <a:pt x="1091" y="3408"/>
                </a:moveTo>
                <a:lnTo>
                  <a:pt x="1363" y="3408"/>
                </a:lnTo>
                <a:moveTo>
                  <a:pt x="1499" y="3408"/>
                </a:moveTo>
                <a:lnTo>
                  <a:pt x="1772" y="3408"/>
                </a:lnTo>
                <a:moveTo>
                  <a:pt x="2045" y="3408"/>
                </a:moveTo>
                <a:lnTo>
                  <a:pt x="2862" y="3408"/>
                </a:lnTo>
                <a:moveTo>
                  <a:pt x="3135" y="3408"/>
                </a:moveTo>
                <a:lnTo>
                  <a:pt x="3271" y="3408"/>
                </a:lnTo>
                <a:moveTo>
                  <a:pt x="3818" y="3408"/>
                </a:moveTo>
                <a:lnTo>
                  <a:pt x="3954" y="3408"/>
                </a:lnTo>
                <a:moveTo>
                  <a:pt x="0" y="3545"/>
                </a:moveTo>
                <a:lnTo>
                  <a:pt x="136" y="3545"/>
                </a:lnTo>
                <a:moveTo>
                  <a:pt x="273" y="3545"/>
                </a:moveTo>
                <a:lnTo>
                  <a:pt x="682" y="3545"/>
                </a:lnTo>
                <a:moveTo>
                  <a:pt x="818" y="3545"/>
                </a:moveTo>
                <a:lnTo>
                  <a:pt x="954" y="3545"/>
                </a:lnTo>
                <a:moveTo>
                  <a:pt x="2045" y="3545"/>
                </a:moveTo>
                <a:lnTo>
                  <a:pt x="2454" y="3545"/>
                </a:lnTo>
                <a:moveTo>
                  <a:pt x="2590" y="3545"/>
                </a:moveTo>
                <a:lnTo>
                  <a:pt x="2999" y="3545"/>
                </a:lnTo>
                <a:moveTo>
                  <a:pt x="3271" y="3545"/>
                </a:moveTo>
                <a:lnTo>
                  <a:pt x="3408" y="3545"/>
                </a:lnTo>
                <a:moveTo>
                  <a:pt x="3544" y="3545"/>
                </a:moveTo>
                <a:lnTo>
                  <a:pt x="3954" y="3545"/>
                </a:lnTo>
                <a:moveTo>
                  <a:pt x="0" y="3681"/>
                </a:moveTo>
                <a:lnTo>
                  <a:pt x="136" y="3681"/>
                </a:lnTo>
                <a:moveTo>
                  <a:pt x="818" y="3681"/>
                </a:moveTo>
                <a:lnTo>
                  <a:pt x="954" y="3681"/>
                </a:lnTo>
                <a:moveTo>
                  <a:pt x="1227" y="3681"/>
                </a:moveTo>
                <a:lnTo>
                  <a:pt x="1363" y="3681"/>
                </a:lnTo>
                <a:moveTo>
                  <a:pt x="1499" y="3681"/>
                </a:moveTo>
                <a:lnTo>
                  <a:pt x="1772" y="3681"/>
                </a:lnTo>
                <a:moveTo>
                  <a:pt x="2045" y="3681"/>
                </a:moveTo>
                <a:lnTo>
                  <a:pt x="2181" y="3681"/>
                </a:lnTo>
                <a:moveTo>
                  <a:pt x="2454" y="3681"/>
                </a:moveTo>
                <a:lnTo>
                  <a:pt x="2590" y="3681"/>
                </a:lnTo>
                <a:moveTo>
                  <a:pt x="2862" y="3681"/>
                </a:moveTo>
                <a:lnTo>
                  <a:pt x="2999" y="3681"/>
                </a:lnTo>
                <a:moveTo>
                  <a:pt x="3408" y="3681"/>
                </a:moveTo>
                <a:lnTo>
                  <a:pt x="3680" y="3681"/>
                </a:lnTo>
                <a:moveTo>
                  <a:pt x="3818" y="3681"/>
                </a:moveTo>
                <a:lnTo>
                  <a:pt x="3954" y="3681"/>
                </a:lnTo>
                <a:moveTo>
                  <a:pt x="0" y="3817"/>
                </a:moveTo>
                <a:lnTo>
                  <a:pt x="954" y="3817"/>
                </a:lnTo>
                <a:moveTo>
                  <a:pt x="1091" y="3817"/>
                </a:moveTo>
                <a:lnTo>
                  <a:pt x="1363" y="3817"/>
                </a:lnTo>
                <a:moveTo>
                  <a:pt x="1499" y="3817"/>
                </a:moveTo>
                <a:lnTo>
                  <a:pt x="1908" y="3817"/>
                </a:lnTo>
                <a:moveTo>
                  <a:pt x="2590" y="3817"/>
                </a:moveTo>
                <a:lnTo>
                  <a:pt x="3135" y="3817"/>
                </a:lnTo>
                <a:moveTo>
                  <a:pt x="3271" y="3817"/>
                </a:moveTo>
                <a:lnTo>
                  <a:pt x="3544" y="3817"/>
                </a:lnTo>
              </a:path>
            </a:pathLst>
          </a:custGeom>
          <a:ln w="48960">
            <a:solidFill>
              <a:srgbClr val="001d34"/>
            </a:solidFill>
            <a:miter/>
          </a:ln>
        </p:spPr>
        <p:txBody>
          <a:bodyPr lIns="24480" rIns="24480" tIns="24480" bIns="244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666720" y="3593160"/>
            <a:ext cx="46126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Apache-2.0. Synthetic data.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Source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·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Try it live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7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666720" y="259056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2676240" y="2047680"/>
            <a:ext cx="381600" cy="381240"/>
          </a:xfrm>
          <a:custGeom>
            <a:avLst/>
            <a:gdLst/>
            <a:ahLst/>
            <a:rect l="0" t="0" r="r" b="b"/>
            <a:pathLst>
              <a:path w="1060" h="1059">
                <a:moveTo>
                  <a:pt x="232" y="0"/>
                </a:moveTo>
                <a:lnTo>
                  <a:pt x="828" y="0"/>
                </a:lnTo>
                <a:cubicBezTo>
                  <a:pt x="843" y="0"/>
                  <a:pt x="858" y="2"/>
                  <a:pt x="873" y="4"/>
                </a:cubicBezTo>
                <a:cubicBezTo>
                  <a:pt x="888" y="7"/>
                  <a:pt x="903" y="12"/>
                  <a:pt x="917" y="18"/>
                </a:cubicBezTo>
                <a:cubicBezTo>
                  <a:pt x="931" y="23"/>
                  <a:pt x="944" y="31"/>
                  <a:pt x="957" y="39"/>
                </a:cubicBezTo>
                <a:cubicBezTo>
                  <a:pt x="969" y="48"/>
                  <a:pt x="981" y="57"/>
                  <a:pt x="992" y="68"/>
                </a:cubicBezTo>
                <a:cubicBezTo>
                  <a:pt x="1003" y="79"/>
                  <a:pt x="1012" y="90"/>
                  <a:pt x="1021" y="103"/>
                </a:cubicBezTo>
                <a:cubicBezTo>
                  <a:pt x="1029" y="116"/>
                  <a:pt x="1036" y="129"/>
                  <a:pt x="1042" y="144"/>
                </a:cubicBezTo>
                <a:cubicBezTo>
                  <a:pt x="1048" y="158"/>
                  <a:pt x="1052" y="172"/>
                  <a:pt x="1055" y="187"/>
                </a:cubicBezTo>
                <a:cubicBezTo>
                  <a:pt x="1058" y="202"/>
                  <a:pt x="1060" y="217"/>
                  <a:pt x="1060" y="233"/>
                </a:cubicBezTo>
                <a:lnTo>
                  <a:pt x="1060" y="828"/>
                </a:lnTo>
                <a:cubicBezTo>
                  <a:pt x="1060" y="843"/>
                  <a:pt x="1058" y="858"/>
                  <a:pt x="1055" y="873"/>
                </a:cubicBezTo>
                <a:cubicBezTo>
                  <a:pt x="1052" y="888"/>
                  <a:pt x="1048" y="902"/>
                  <a:pt x="1042" y="916"/>
                </a:cubicBezTo>
                <a:cubicBezTo>
                  <a:pt x="1036" y="931"/>
                  <a:pt x="1029" y="944"/>
                  <a:pt x="1021" y="956"/>
                </a:cubicBezTo>
                <a:cubicBezTo>
                  <a:pt x="1012" y="969"/>
                  <a:pt x="1003" y="981"/>
                  <a:pt x="992" y="992"/>
                </a:cubicBezTo>
                <a:cubicBezTo>
                  <a:pt x="981" y="1002"/>
                  <a:pt x="969" y="1012"/>
                  <a:pt x="957" y="1020"/>
                </a:cubicBezTo>
                <a:cubicBezTo>
                  <a:pt x="944" y="1029"/>
                  <a:pt x="931" y="1036"/>
                  <a:pt x="917" y="1042"/>
                </a:cubicBezTo>
                <a:cubicBezTo>
                  <a:pt x="903" y="1048"/>
                  <a:pt x="888" y="1052"/>
                  <a:pt x="873" y="1055"/>
                </a:cubicBezTo>
                <a:cubicBezTo>
                  <a:pt x="858" y="1058"/>
                  <a:pt x="843" y="1059"/>
                  <a:pt x="828" y="1059"/>
                </a:cubicBezTo>
                <a:lnTo>
                  <a:pt x="232" y="1059"/>
                </a:lnTo>
                <a:cubicBezTo>
                  <a:pt x="217" y="1059"/>
                  <a:pt x="202" y="1058"/>
                  <a:pt x="187" y="1055"/>
                </a:cubicBezTo>
                <a:cubicBezTo>
                  <a:pt x="172" y="1052"/>
                  <a:pt x="157" y="1048"/>
                  <a:pt x="143" y="1042"/>
                </a:cubicBezTo>
                <a:cubicBezTo>
                  <a:pt x="129" y="1036"/>
                  <a:pt x="116" y="1029"/>
                  <a:pt x="103" y="1020"/>
                </a:cubicBezTo>
                <a:cubicBezTo>
                  <a:pt x="91" y="1012"/>
                  <a:pt x="79" y="1002"/>
                  <a:pt x="68" y="992"/>
                </a:cubicBezTo>
                <a:cubicBezTo>
                  <a:pt x="57" y="981"/>
                  <a:pt x="48" y="969"/>
                  <a:pt x="39" y="956"/>
                </a:cubicBezTo>
                <a:cubicBezTo>
                  <a:pt x="31" y="944"/>
                  <a:pt x="24" y="931"/>
                  <a:pt x="18" y="916"/>
                </a:cubicBezTo>
                <a:cubicBezTo>
                  <a:pt x="12" y="902"/>
                  <a:pt x="8" y="888"/>
                  <a:pt x="5" y="873"/>
                </a:cubicBezTo>
                <a:cubicBezTo>
                  <a:pt x="2" y="858"/>
                  <a:pt x="0" y="843"/>
                  <a:pt x="0" y="828"/>
                </a:cubicBezTo>
                <a:lnTo>
                  <a:pt x="0" y="233"/>
                </a:lnTo>
                <a:cubicBezTo>
                  <a:pt x="0" y="217"/>
                  <a:pt x="2" y="202"/>
                  <a:pt x="5" y="187"/>
                </a:cubicBezTo>
                <a:cubicBezTo>
                  <a:pt x="8" y="172"/>
                  <a:pt x="12" y="158"/>
                  <a:pt x="18" y="144"/>
                </a:cubicBezTo>
                <a:cubicBezTo>
                  <a:pt x="24" y="129"/>
                  <a:pt x="31" y="116"/>
                  <a:pt x="39" y="103"/>
                </a:cubicBezTo>
                <a:cubicBezTo>
                  <a:pt x="48" y="90"/>
                  <a:pt x="57" y="79"/>
                  <a:pt x="68" y="68"/>
                </a:cubicBezTo>
                <a:cubicBezTo>
                  <a:pt x="79" y="57"/>
                  <a:pt x="91" y="48"/>
                  <a:pt x="103" y="39"/>
                </a:cubicBezTo>
                <a:cubicBezTo>
                  <a:pt x="116" y="31"/>
                  <a:pt x="129" y="23"/>
                  <a:pt x="143" y="18"/>
                </a:cubicBezTo>
                <a:cubicBezTo>
                  <a:pt x="157" y="12"/>
                  <a:pt x="172" y="7"/>
                  <a:pt x="187" y="4"/>
                </a:cubicBezTo>
                <a:cubicBezTo>
                  <a:pt x="202" y="2"/>
                  <a:pt x="217" y="0"/>
                  <a:pt x="232" y="0"/>
                </a:cubicBezTo>
                <a:close/>
              </a:path>
            </a:pathLst>
          </a:custGeom>
          <a:solidFill>
            <a:srgbClr val="0b5c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2741760" y="2131200"/>
            <a:ext cx="36000" cy="214560"/>
          </a:xfrm>
          <a:custGeom>
            <a:avLst/>
            <a:gdLst/>
            <a:ahLst/>
            <a:rect l="0" t="0" r="r" b="b"/>
            <a:pathLst>
              <a:path w="100" h="596">
                <a:moveTo>
                  <a:pt x="50" y="0"/>
                </a:moveTo>
                <a:cubicBezTo>
                  <a:pt x="56" y="0"/>
                  <a:pt x="64" y="1"/>
                  <a:pt x="70" y="3"/>
                </a:cubicBezTo>
                <a:cubicBezTo>
                  <a:pt x="76" y="6"/>
                  <a:pt x="81" y="9"/>
                  <a:pt x="86" y="14"/>
                </a:cubicBezTo>
                <a:cubicBezTo>
                  <a:pt x="91" y="19"/>
                  <a:pt x="94" y="24"/>
                  <a:pt x="97" y="30"/>
                </a:cubicBezTo>
                <a:cubicBezTo>
                  <a:pt x="99" y="36"/>
                  <a:pt x="100" y="43"/>
                  <a:pt x="100" y="49"/>
                </a:cubicBezTo>
                <a:lnTo>
                  <a:pt x="100" y="546"/>
                </a:lnTo>
                <a:cubicBezTo>
                  <a:pt x="100" y="553"/>
                  <a:pt x="99" y="559"/>
                  <a:pt x="97" y="565"/>
                </a:cubicBezTo>
                <a:cubicBezTo>
                  <a:pt x="94" y="571"/>
                  <a:pt x="91" y="577"/>
                  <a:pt x="86" y="581"/>
                </a:cubicBezTo>
                <a:cubicBezTo>
                  <a:pt x="81" y="586"/>
                  <a:pt x="76" y="590"/>
                  <a:pt x="70" y="592"/>
                </a:cubicBezTo>
                <a:cubicBezTo>
                  <a:pt x="64" y="595"/>
                  <a:pt x="56" y="596"/>
                  <a:pt x="50" y="596"/>
                </a:cubicBezTo>
                <a:cubicBezTo>
                  <a:pt x="43" y="596"/>
                  <a:pt x="37" y="595"/>
                  <a:pt x="31" y="592"/>
                </a:cubicBezTo>
                <a:cubicBezTo>
                  <a:pt x="25" y="590"/>
                  <a:pt x="19" y="586"/>
                  <a:pt x="15" y="581"/>
                </a:cubicBezTo>
                <a:cubicBezTo>
                  <a:pt x="10" y="577"/>
                  <a:pt x="6" y="571"/>
                  <a:pt x="4" y="565"/>
                </a:cubicBezTo>
                <a:cubicBezTo>
                  <a:pt x="1" y="559"/>
                  <a:pt x="0" y="553"/>
                  <a:pt x="0" y="546"/>
                </a:cubicBezTo>
                <a:lnTo>
                  <a:pt x="0" y="49"/>
                </a:lnTo>
                <a:cubicBezTo>
                  <a:pt x="0" y="43"/>
                  <a:pt x="1" y="36"/>
                  <a:pt x="4" y="30"/>
                </a:cubicBezTo>
                <a:cubicBezTo>
                  <a:pt x="6" y="24"/>
                  <a:pt x="10" y="19"/>
                  <a:pt x="15" y="14"/>
                </a:cubicBezTo>
                <a:cubicBezTo>
                  <a:pt x="19" y="9"/>
                  <a:pt x="25" y="6"/>
                  <a:pt x="31" y="3"/>
                </a:cubicBezTo>
                <a:cubicBezTo>
                  <a:pt x="37" y="1"/>
                  <a:pt x="43" y="0"/>
                  <a:pt x="5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2813400" y="2178720"/>
            <a:ext cx="107280" cy="95400"/>
          </a:xfrm>
          <a:custGeom>
            <a:avLst/>
            <a:gdLst/>
            <a:ahLst/>
            <a:rect l="0" t="0" r="r" b="b"/>
            <a:pathLst>
              <a:path fill="none" w="298" h="265">
                <a:moveTo>
                  <a:pt x="0" y="265"/>
                </a:moveTo>
                <a:lnTo>
                  <a:pt x="149" y="0"/>
                </a:lnTo>
                <a:lnTo>
                  <a:pt x="298" y="265"/>
                </a:lnTo>
              </a:path>
            </a:pathLst>
          </a:custGeom>
          <a:ln cap="rnd" w="35640">
            <a:solidFill>
              <a:srgbClr val="ffffff"/>
            </a:solidFill>
            <a:round/>
          </a:ln>
        </p:spPr>
        <p:txBody>
          <a:bodyPr lIns="17640" rIns="17640" tIns="17640" bIns="176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2956320" y="2131200"/>
            <a:ext cx="36000" cy="214560"/>
          </a:xfrm>
          <a:custGeom>
            <a:avLst/>
            <a:gdLst/>
            <a:ahLst/>
            <a:rect l="0" t="0" r="r" b="b"/>
            <a:pathLst>
              <a:path w="100" h="596">
                <a:moveTo>
                  <a:pt x="49" y="0"/>
                </a:moveTo>
                <a:cubicBezTo>
                  <a:pt x="57" y="0"/>
                  <a:pt x="63" y="1"/>
                  <a:pt x="69" y="3"/>
                </a:cubicBezTo>
                <a:cubicBezTo>
                  <a:pt x="75" y="6"/>
                  <a:pt x="81" y="9"/>
                  <a:pt x="85" y="14"/>
                </a:cubicBezTo>
                <a:cubicBezTo>
                  <a:pt x="90" y="19"/>
                  <a:pt x="93" y="24"/>
                  <a:pt x="96" y="30"/>
                </a:cubicBezTo>
                <a:cubicBezTo>
                  <a:pt x="98" y="36"/>
                  <a:pt x="100" y="43"/>
                  <a:pt x="100" y="49"/>
                </a:cubicBezTo>
                <a:lnTo>
                  <a:pt x="100" y="546"/>
                </a:lnTo>
                <a:cubicBezTo>
                  <a:pt x="100" y="553"/>
                  <a:pt x="98" y="559"/>
                  <a:pt x="96" y="565"/>
                </a:cubicBezTo>
                <a:cubicBezTo>
                  <a:pt x="93" y="571"/>
                  <a:pt x="90" y="577"/>
                  <a:pt x="85" y="581"/>
                </a:cubicBezTo>
                <a:cubicBezTo>
                  <a:pt x="81" y="586"/>
                  <a:pt x="75" y="590"/>
                  <a:pt x="69" y="592"/>
                </a:cubicBezTo>
                <a:cubicBezTo>
                  <a:pt x="63" y="595"/>
                  <a:pt x="57" y="596"/>
                  <a:pt x="49" y="596"/>
                </a:cubicBezTo>
                <a:cubicBezTo>
                  <a:pt x="43" y="596"/>
                  <a:pt x="36" y="595"/>
                  <a:pt x="30" y="592"/>
                </a:cubicBezTo>
                <a:cubicBezTo>
                  <a:pt x="24" y="590"/>
                  <a:pt x="19" y="586"/>
                  <a:pt x="14" y="581"/>
                </a:cubicBezTo>
                <a:cubicBezTo>
                  <a:pt x="9" y="577"/>
                  <a:pt x="6" y="571"/>
                  <a:pt x="3" y="565"/>
                </a:cubicBezTo>
                <a:cubicBezTo>
                  <a:pt x="1" y="559"/>
                  <a:pt x="0" y="553"/>
                  <a:pt x="0" y="546"/>
                </a:cubicBezTo>
                <a:lnTo>
                  <a:pt x="0" y="49"/>
                </a:lnTo>
                <a:cubicBezTo>
                  <a:pt x="0" y="43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942840" y="29239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4"/>
                  <a:pt x="22" y="42"/>
                  <a:pt x="32" y="32"/>
                </a:cubicBezTo>
                <a:cubicBezTo>
                  <a:pt x="42" y="22"/>
                  <a:pt x="53" y="15"/>
                  <a:pt x="66" y="9"/>
                </a:cubicBezTo>
                <a:cubicBezTo>
                  <a:pt x="79" y="4"/>
                  <a:pt x="93" y="0"/>
                  <a:pt x="107" y="0"/>
                </a:cubicBezTo>
                <a:cubicBezTo>
                  <a:pt x="121" y="0"/>
                  <a:pt x="134" y="4"/>
                  <a:pt x="147" y="9"/>
                </a:cubicBezTo>
                <a:cubicBezTo>
                  <a:pt x="160" y="15"/>
                  <a:pt x="172" y="22"/>
                  <a:pt x="182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666720" y="2120400"/>
            <a:ext cx="20232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Limits of Caret 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942840" y="33526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1162080" y="2802600"/>
            <a:ext cx="9425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Reference, not a product: ﬁve message types, no authentication or TLS, one ﬁctional hospital.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1162080" y="3231360"/>
            <a:ext cx="102466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Two defects ﬁxed in the plugin: unescaped "^" gave AE with no audit record; a contained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Observation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942840" y="41623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162080" y="3602880"/>
            <a:ext cx="24757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showed an object name.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942840" y="45907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4"/>
                  <a:pt x="22" y="42"/>
                  <a:pt x="32" y="32"/>
                </a:cubicBezTo>
                <a:cubicBezTo>
                  <a:pt x="42" y="22"/>
                  <a:pt x="53" y="15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5"/>
                  <a:pt x="172" y="22"/>
                  <a:pt x="182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162080" y="4041000"/>
            <a:ext cx="66225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Failures now get a rejected acknowledgement and an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AuditEvent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162080" y="4469760"/>
            <a:ext cx="34254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Details and code: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Caret on GitLab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8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666720" y="182844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676080" y="2009520"/>
            <a:ext cx="6382080" cy="438480"/>
          </a:xfrm>
          <a:custGeom>
            <a:avLst/>
            <a:gdLst/>
            <a:ahLst/>
            <a:rect l="0" t="0" r="r" b="b"/>
            <a:pathLst>
              <a:path w="17728" h="1218">
                <a:moveTo>
                  <a:pt x="0" y="0"/>
                </a:moveTo>
                <a:lnTo>
                  <a:pt x="17728" y="0"/>
                </a:lnTo>
                <a:lnTo>
                  <a:pt x="177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7057800" y="2009520"/>
            <a:ext cx="4467600" cy="438480"/>
          </a:xfrm>
          <a:custGeom>
            <a:avLst/>
            <a:gdLst/>
            <a:ahLst/>
            <a:rect l="0" t="0" r="r" b="b"/>
            <a:pathLst>
              <a:path w="12410" h="1218">
                <a:moveTo>
                  <a:pt x="0" y="0"/>
                </a:moveTo>
                <a:lnTo>
                  <a:pt x="12410" y="0"/>
                </a:lnTo>
                <a:lnTo>
                  <a:pt x="1241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676080" y="2009520"/>
            <a:ext cx="6382080" cy="438480"/>
          </a:xfrm>
          <a:custGeom>
            <a:avLst/>
            <a:gdLst/>
            <a:ahLst/>
            <a:rect l="0" t="0" r="r" b="b"/>
            <a:pathLst>
              <a:path w="17728" h="1218">
                <a:moveTo>
                  <a:pt x="0" y="0"/>
                </a:moveTo>
                <a:lnTo>
                  <a:pt x="17728" y="0"/>
                </a:lnTo>
                <a:lnTo>
                  <a:pt x="177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7057800" y="2009520"/>
            <a:ext cx="4467600" cy="438480"/>
          </a:xfrm>
          <a:custGeom>
            <a:avLst/>
            <a:gdLst/>
            <a:ahLst/>
            <a:rect l="0" t="0" r="r" b="b"/>
            <a:pathLst>
              <a:path w="12410" h="1218">
                <a:moveTo>
                  <a:pt x="0" y="0"/>
                </a:moveTo>
                <a:lnTo>
                  <a:pt x="12410" y="0"/>
                </a:lnTo>
                <a:lnTo>
                  <a:pt x="1241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676080" y="2447640"/>
            <a:ext cx="6382080" cy="438480"/>
          </a:xfrm>
          <a:custGeom>
            <a:avLst/>
            <a:gdLst/>
            <a:ahLst/>
            <a:rect l="0" t="0" r="r" b="b"/>
            <a:pathLst>
              <a:path w="17728" h="1218">
                <a:moveTo>
                  <a:pt x="0" y="0"/>
                </a:moveTo>
                <a:lnTo>
                  <a:pt x="17728" y="0"/>
                </a:lnTo>
                <a:lnTo>
                  <a:pt x="177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7057800" y="2447640"/>
            <a:ext cx="4467600" cy="438480"/>
          </a:xfrm>
          <a:custGeom>
            <a:avLst/>
            <a:gdLst/>
            <a:ahLst/>
            <a:rect l="0" t="0" r="r" b="b"/>
            <a:pathLst>
              <a:path w="12410" h="1218">
                <a:moveTo>
                  <a:pt x="0" y="0"/>
                </a:moveTo>
                <a:lnTo>
                  <a:pt x="12410" y="0"/>
                </a:lnTo>
                <a:lnTo>
                  <a:pt x="1241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676080" y="2885760"/>
            <a:ext cx="6382080" cy="438480"/>
          </a:xfrm>
          <a:custGeom>
            <a:avLst/>
            <a:gdLst/>
            <a:ahLst/>
            <a:rect l="0" t="0" r="r" b="b"/>
            <a:pathLst>
              <a:path w="17728" h="1218">
                <a:moveTo>
                  <a:pt x="0" y="0"/>
                </a:moveTo>
                <a:lnTo>
                  <a:pt x="17728" y="0"/>
                </a:lnTo>
                <a:lnTo>
                  <a:pt x="177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7057800" y="2885760"/>
            <a:ext cx="4467600" cy="438480"/>
          </a:xfrm>
          <a:custGeom>
            <a:avLst/>
            <a:gdLst/>
            <a:ahLst/>
            <a:rect l="0" t="0" r="r" b="b"/>
            <a:pathLst>
              <a:path w="12410" h="1218">
                <a:moveTo>
                  <a:pt x="0" y="0"/>
                </a:moveTo>
                <a:lnTo>
                  <a:pt x="12410" y="0"/>
                </a:lnTo>
                <a:lnTo>
                  <a:pt x="1241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676080" y="3323880"/>
            <a:ext cx="6382080" cy="438840"/>
          </a:xfrm>
          <a:custGeom>
            <a:avLst/>
            <a:gdLst/>
            <a:ahLst/>
            <a:rect l="0" t="0" r="r" b="b"/>
            <a:pathLst>
              <a:path w="17728" h="1219">
                <a:moveTo>
                  <a:pt x="0" y="0"/>
                </a:moveTo>
                <a:lnTo>
                  <a:pt x="17728" y="0"/>
                </a:lnTo>
                <a:lnTo>
                  <a:pt x="17728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7057800" y="3323880"/>
            <a:ext cx="4467600" cy="438840"/>
          </a:xfrm>
          <a:custGeom>
            <a:avLst/>
            <a:gdLst/>
            <a:ahLst/>
            <a:rect l="0" t="0" r="r" b="b"/>
            <a:pathLst>
              <a:path w="12410" h="1219">
                <a:moveTo>
                  <a:pt x="0" y="0"/>
                </a:moveTo>
                <a:lnTo>
                  <a:pt x="12410" y="0"/>
                </a:lnTo>
                <a:lnTo>
                  <a:pt x="12410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676080" y="3762360"/>
            <a:ext cx="6382080" cy="438480"/>
          </a:xfrm>
          <a:custGeom>
            <a:avLst/>
            <a:gdLst/>
            <a:ahLst/>
            <a:rect l="0" t="0" r="r" b="b"/>
            <a:pathLst>
              <a:path w="17728" h="1218">
                <a:moveTo>
                  <a:pt x="0" y="0"/>
                </a:moveTo>
                <a:lnTo>
                  <a:pt x="17728" y="0"/>
                </a:lnTo>
                <a:lnTo>
                  <a:pt x="177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7057800" y="3762360"/>
            <a:ext cx="4467600" cy="438480"/>
          </a:xfrm>
          <a:custGeom>
            <a:avLst/>
            <a:gdLst/>
            <a:ahLst/>
            <a:rect l="0" t="0" r="r" b="b"/>
            <a:pathLst>
              <a:path w="12410" h="1218">
                <a:moveTo>
                  <a:pt x="0" y="0"/>
                </a:moveTo>
                <a:lnTo>
                  <a:pt x="12410" y="0"/>
                </a:lnTo>
                <a:lnTo>
                  <a:pt x="1241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676080" y="4200480"/>
            <a:ext cx="6382080" cy="438480"/>
          </a:xfrm>
          <a:custGeom>
            <a:avLst/>
            <a:gdLst/>
            <a:ahLst/>
            <a:rect l="0" t="0" r="r" b="b"/>
            <a:pathLst>
              <a:path w="17728" h="1218">
                <a:moveTo>
                  <a:pt x="0" y="0"/>
                </a:moveTo>
                <a:lnTo>
                  <a:pt x="17728" y="0"/>
                </a:lnTo>
                <a:lnTo>
                  <a:pt x="177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7057800" y="4200480"/>
            <a:ext cx="4467600" cy="438480"/>
          </a:xfrm>
          <a:custGeom>
            <a:avLst/>
            <a:gdLst/>
            <a:ahLst/>
            <a:rect l="0" t="0" r="r" b="b"/>
            <a:pathLst>
              <a:path w="12410" h="1218">
                <a:moveTo>
                  <a:pt x="0" y="0"/>
                </a:moveTo>
                <a:lnTo>
                  <a:pt x="12410" y="0"/>
                </a:lnTo>
                <a:lnTo>
                  <a:pt x="1241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676080" y="4638600"/>
            <a:ext cx="6382080" cy="438480"/>
          </a:xfrm>
          <a:custGeom>
            <a:avLst/>
            <a:gdLst/>
            <a:ahLst/>
            <a:rect l="0" t="0" r="r" b="b"/>
            <a:pathLst>
              <a:path w="17728" h="1218">
                <a:moveTo>
                  <a:pt x="0" y="0"/>
                </a:moveTo>
                <a:lnTo>
                  <a:pt x="17728" y="0"/>
                </a:lnTo>
                <a:lnTo>
                  <a:pt x="177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7057800" y="4638600"/>
            <a:ext cx="4467600" cy="438480"/>
          </a:xfrm>
          <a:custGeom>
            <a:avLst/>
            <a:gdLst/>
            <a:ahLst/>
            <a:rect l="0" t="0" r="r" b="b"/>
            <a:pathLst>
              <a:path w="12410" h="1218">
                <a:moveTo>
                  <a:pt x="0" y="0"/>
                </a:moveTo>
                <a:lnTo>
                  <a:pt x="12410" y="0"/>
                </a:lnTo>
                <a:lnTo>
                  <a:pt x="1241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666720" y="200952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666720" y="2009520"/>
            <a:ext cx="6391440" cy="10080"/>
          </a:xfrm>
          <a:custGeom>
            <a:avLst/>
            <a:gdLst/>
            <a:ahLst/>
            <a:rect l="0" t="0" r="r" b="b"/>
            <a:pathLst>
              <a:path w="17754" h="28">
                <a:moveTo>
                  <a:pt x="0" y="0"/>
                </a:moveTo>
                <a:lnTo>
                  <a:pt x="17754" y="0"/>
                </a:lnTo>
                <a:lnTo>
                  <a:pt x="177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7048440" y="200952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7057800" y="2009520"/>
            <a:ext cx="4467600" cy="10080"/>
          </a:xfrm>
          <a:custGeom>
            <a:avLst/>
            <a:gdLst/>
            <a:ahLst/>
            <a:rect l="0" t="0" r="r" b="b"/>
            <a:pathLst>
              <a:path w="12410" h="28">
                <a:moveTo>
                  <a:pt x="0" y="0"/>
                </a:moveTo>
                <a:lnTo>
                  <a:pt x="12410" y="0"/>
                </a:lnTo>
                <a:lnTo>
                  <a:pt x="124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11515680" y="200952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666720" y="2447640"/>
            <a:ext cx="6391440" cy="10080"/>
          </a:xfrm>
          <a:custGeom>
            <a:avLst/>
            <a:gdLst/>
            <a:ahLst/>
            <a:rect l="0" t="0" r="r" b="b"/>
            <a:pathLst>
              <a:path w="17754" h="28">
                <a:moveTo>
                  <a:pt x="0" y="0"/>
                </a:moveTo>
                <a:lnTo>
                  <a:pt x="17754" y="0"/>
                </a:lnTo>
                <a:lnTo>
                  <a:pt x="177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7057800" y="2447640"/>
            <a:ext cx="4467600" cy="10080"/>
          </a:xfrm>
          <a:custGeom>
            <a:avLst/>
            <a:gdLst/>
            <a:ahLst/>
            <a:rect l="0" t="0" r="r" b="b"/>
            <a:pathLst>
              <a:path w="12410" h="28">
                <a:moveTo>
                  <a:pt x="0" y="0"/>
                </a:moveTo>
                <a:lnTo>
                  <a:pt x="12410" y="0"/>
                </a:lnTo>
                <a:lnTo>
                  <a:pt x="124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666720" y="2457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7048440" y="2457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11515680" y="2457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666720" y="2895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666720" y="2885760"/>
            <a:ext cx="6391440" cy="10080"/>
          </a:xfrm>
          <a:custGeom>
            <a:avLst/>
            <a:gdLst/>
            <a:ahLst/>
            <a:rect l="0" t="0" r="r" b="b"/>
            <a:pathLst>
              <a:path w="17754" h="28">
                <a:moveTo>
                  <a:pt x="0" y="0"/>
                </a:moveTo>
                <a:lnTo>
                  <a:pt x="17754" y="0"/>
                </a:lnTo>
                <a:lnTo>
                  <a:pt x="177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7048440" y="2895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7057800" y="2885760"/>
            <a:ext cx="4467600" cy="10080"/>
          </a:xfrm>
          <a:custGeom>
            <a:avLst/>
            <a:gdLst/>
            <a:ahLst/>
            <a:rect l="0" t="0" r="r" b="b"/>
            <a:pathLst>
              <a:path w="12410" h="28">
                <a:moveTo>
                  <a:pt x="0" y="0"/>
                </a:moveTo>
                <a:lnTo>
                  <a:pt x="12410" y="0"/>
                </a:lnTo>
                <a:lnTo>
                  <a:pt x="124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11515680" y="2895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666720" y="3333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666720" y="3323880"/>
            <a:ext cx="6391440" cy="10080"/>
          </a:xfrm>
          <a:custGeom>
            <a:avLst/>
            <a:gdLst/>
            <a:ahLst/>
            <a:rect l="0" t="0" r="r" b="b"/>
            <a:pathLst>
              <a:path w="17754" h="28">
                <a:moveTo>
                  <a:pt x="0" y="0"/>
                </a:moveTo>
                <a:lnTo>
                  <a:pt x="17754" y="0"/>
                </a:lnTo>
                <a:lnTo>
                  <a:pt x="177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7048440" y="3333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7057800" y="3323880"/>
            <a:ext cx="4467600" cy="10080"/>
          </a:xfrm>
          <a:custGeom>
            <a:avLst/>
            <a:gdLst/>
            <a:ahLst/>
            <a:rect l="0" t="0" r="r" b="b"/>
            <a:pathLst>
              <a:path w="12410" h="28">
                <a:moveTo>
                  <a:pt x="0" y="0"/>
                </a:moveTo>
                <a:lnTo>
                  <a:pt x="12410" y="0"/>
                </a:lnTo>
                <a:lnTo>
                  <a:pt x="124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11515680" y="3333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666720" y="3771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666720" y="3762360"/>
            <a:ext cx="6391440" cy="9720"/>
          </a:xfrm>
          <a:custGeom>
            <a:avLst/>
            <a:gdLst/>
            <a:ahLst/>
            <a:rect l="0" t="0" r="r" b="b"/>
            <a:pathLst>
              <a:path w="17754" h="27">
                <a:moveTo>
                  <a:pt x="0" y="0"/>
                </a:moveTo>
                <a:lnTo>
                  <a:pt x="17754" y="0"/>
                </a:lnTo>
                <a:lnTo>
                  <a:pt x="177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7048440" y="3771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7057800" y="3762360"/>
            <a:ext cx="4467600" cy="9720"/>
          </a:xfrm>
          <a:custGeom>
            <a:avLst/>
            <a:gdLst/>
            <a:ahLst/>
            <a:rect l="0" t="0" r="r" b="b"/>
            <a:pathLst>
              <a:path w="12410" h="27">
                <a:moveTo>
                  <a:pt x="0" y="0"/>
                </a:moveTo>
                <a:lnTo>
                  <a:pt x="12410" y="0"/>
                </a:lnTo>
                <a:lnTo>
                  <a:pt x="124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11515680" y="3771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666720" y="42098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666720" y="4200480"/>
            <a:ext cx="6391440" cy="9720"/>
          </a:xfrm>
          <a:custGeom>
            <a:avLst/>
            <a:gdLst/>
            <a:ahLst/>
            <a:rect l="0" t="0" r="r" b="b"/>
            <a:pathLst>
              <a:path w="17754" h="27">
                <a:moveTo>
                  <a:pt x="0" y="0"/>
                </a:moveTo>
                <a:lnTo>
                  <a:pt x="17754" y="0"/>
                </a:lnTo>
                <a:lnTo>
                  <a:pt x="177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7048440" y="42098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7057800" y="4200480"/>
            <a:ext cx="4467600" cy="9720"/>
          </a:xfrm>
          <a:custGeom>
            <a:avLst/>
            <a:gdLst/>
            <a:ahLst/>
            <a:rect l="0" t="0" r="r" b="b"/>
            <a:pathLst>
              <a:path w="12410" h="27">
                <a:moveTo>
                  <a:pt x="0" y="0"/>
                </a:moveTo>
                <a:lnTo>
                  <a:pt x="12410" y="0"/>
                </a:lnTo>
                <a:lnTo>
                  <a:pt x="124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11515680" y="42098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666720" y="46479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666720" y="4638600"/>
            <a:ext cx="6391440" cy="9720"/>
          </a:xfrm>
          <a:custGeom>
            <a:avLst/>
            <a:gdLst/>
            <a:ahLst/>
            <a:rect l="0" t="0" r="r" b="b"/>
            <a:pathLst>
              <a:path w="17754" h="27">
                <a:moveTo>
                  <a:pt x="0" y="0"/>
                </a:moveTo>
                <a:lnTo>
                  <a:pt x="17754" y="0"/>
                </a:lnTo>
                <a:lnTo>
                  <a:pt x="177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7048440" y="46479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7057800" y="4638600"/>
            <a:ext cx="4467600" cy="9720"/>
          </a:xfrm>
          <a:custGeom>
            <a:avLst/>
            <a:gdLst/>
            <a:ahLst/>
            <a:rect l="0" t="0" r="r" b="b"/>
            <a:pathLst>
              <a:path w="12410" h="27">
                <a:moveTo>
                  <a:pt x="0" y="0"/>
                </a:moveTo>
                <a:lnTo>
                  <a:pt x="12410" y="0"/>
                </a:lnTo>
                <a:lnTo>
                  <a:pt x="124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11515680" y="46479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666720" y="5076720"/>
            <a:ext cx="6391440" cy="9720"/>
          </a:xfrm>
          <a:custGeom>
            <a:avLst/>
            <a:gdLst/>
            <a:ahLst/>
            <a:rect l="0" t="0" r="r" b="b"/>
            <a:pathLst>
              <a:path w="17754" h="27">
                <a:moveTo>
                  <a:pt x="0" y="0"/>
                </a:moveTo>
                <a:lnTo>
                  <a:pt x="17754" y="0"/>
                </a:lnTo>
                <a:lnTo>
                  <a:pt x="177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7057800" y="5076720"/>
            <a:ext cx="4467600" cy="9720"/>
          </a:xfrm>
          <a:custGeom>
            <a:avLst/>
            <a:gdLst/>
            <a:ahLst/>
            <a:rect l="0" t="0" r="r" b="b"/>
            <a:pathLst>
              <a:path w="12410" h="27">
                <a:moveTo>
                  <a:pt x="0" y="0"/>
                </a:moveTo>
                <a:lnTo>
                  <a:pt x="12410" y="0"/>
                </a:lnTo>
                <a:lnTo>
                  <a:pt x="124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65" name="" descr=""/>
          <p:cNvPicPr/>
          <p:nvPr/>
        </p:nvPicPr>
        <p:blipFill>
          <a:blip r:embed="rId1"/>
          <a:stretch/>
        </p:blipFill>
        <p:spPr>
          <a:xfrm>
            <a:off x="5962680" y="1247760"/>
            <a:ext cx="418680" cy="418680"/>
          </a:xfrm>
          <a:prstGeom prst="rect">
            <a:avLst/>
          </a:prstGeom>
          <a:ln w="0">
            <a:noFill/>
          </a:ln>
        </p:spPr>
      </p:pic>
      <p:sp>
        <p:nvSpPr>
          <p:cNvPr id="266" name=""/>
          <p:cNvSpPr txBox="1"/>
          <p:nvPr/>
        </p:nvSpPr>
        <p:spPr>
          <a:xfrm>
            <a:off x="666720" y="1358640"/>
            <a:ext cx="532548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Which pattern answers which question 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799920" y="2105640"/>
            <a:ext cx="7902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Question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7182000" y="2105640"/>
            <a:ext cx="642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Pattern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799920" y="2543760"/>
            <a:ext cx="3041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Who oﬀers this service, and where?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7182000" y="2543760"/>
            <a:ext cx="23659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Naming and Trading Service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799920" y="2981880"/>
            <a:ext cx="30304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How do I request work and track it?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7182000" y="2981880"/>
            <a:ext cx="21373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Asynchronous Invocation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799920" y="3420000"/>
            <a:ext cx="34768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How do I tell others something changed?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7182000" y="3420000"/>
            <a:ext cx="19699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Event Observer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, </a:t>
            </a:r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Broker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799920" y="3858120"/>
            <a:ext cx="3065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How does the legacy system join in?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7182000" y="3858120"/>
            <a:ext cx="13068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Legacy Adapter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99920" y="4296240"/>
            <a:ext cx="25336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Do we mean the same codes?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7182000" y="4296240"/>
            <a:ext cx="10414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PL-09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, </a:t>
            </a:r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PL-10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799920" y="4734360"/>
            <a:ext cx="20854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How do I know it works?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7182000" y="4734360"/>
            <a:ext cx="10414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PL-15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, </a:t>
            </a:r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PL-17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666720" y="5269680"/>
            <a:ext cx="24055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Source: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fhirpatterns.net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9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666720" y="217152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288" name="" descr=""/>
          <p:cNvPicPr/>
          <p:nvPr/>
        </p:nvPicPr>
        <p:blipFill>
          <a:blip r:embed="rId1"/>
          <a:stretch/>
        </p:blipFill>
        <p:spPr>
          <a:xfrm>
            <a:off x="4010040" y="1600200"/>
            <a:ext cx="418680" cy="418680"/>
          </a:xfrm>
          <a:prstGeom prst="rect">
            <a:avLst/>
          </a:prstGeom>
          <a:ln w="0">
            <a:noFill/>
          </a:ln>
        </p:spPr>
      </p:pic>
      <p:sp>
        <p:nvSpPr>
          <p:cNvPr id="289" name=""/>
          <p:cNvSpPr/>
          <p:nvPr/>
        </p:nvSpPr>
        <p:spPr>
          <a:xfrm>
            <a:off x="942840" y="25048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666720" y="1711080"/>
            <a:ext cx="335808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Experiments: akkadakka 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942840" y="29430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162080" y="2383560"/>
            <a:ext cx="61488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Wiki, snippets and tutorial trail for the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HAPI FHIR JPA Starter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942840" y="33717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1162080" y="2821680"/>
            <a:ext cx="4469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Conﬁguration and reuse; no HAPI code held.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942840" y="38098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162080" y="3250440"/>
            <a:ext cx="93549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More than a dozen snippets. No snippet yet for terminology, directory or the legacy adapter.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162080" y="3688560"/>
            <a:ext cx="10193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When conﬁguration is not enough, small plugins on stock HAPI: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PSGC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and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Duke UCUM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(terminology),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942840" y="46098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1162080" y="4060080"/>
            <a:ext cx="5993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AU Patient Summary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, and the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HL7 v2 adapter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behind Caret.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942840" y="50479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4"/>
                  <a:pt x="22" y="42"/>
                  <a:pt x="32" y="32"/>
                </a:cubicBezTo>
                <a:cubicBezTo>
                  <a:pt x="42" y="22"/>
                  <a:pt x="53" y="15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5"/>
                  <a:pt x="172" y="22"/>
                  <a:pt x="182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1162080" y="4488480"/>
            <a:ext cx="8838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"Activate IPS" (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International Patient Summary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) leads to the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AU Patient Summary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plugin.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1162080" y="4926960"/>
            <a:ext cx="2082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akkadakka on GitLab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10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666720" y="23907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309" name="" descr=""/>
          <p:cNvPicPr/>
          <p:nvPr/>
        </p:nvPicPr>
        <p:blipFill>
          <a:blip r:embed="rId1"/>
          <a:stretch/>
        </p:blipFill>
        <p:spPr>
          <a:xfrm>
            <a:off x="3505320" y="1809720"/>
            <a:ext cx="418680" cy="418680"/>
          </a:xfrm>
          <a:prstGeom prst="rect">
            <a:avLst/>
          </a:prstGeom>
          <a:ln w="0">
            <a:noFill/>
          </a:ln>
        </p:spPr>
      </p:pic>
      <p:sp>
        <p:nvSpPr>
          <p:cNvPr id="310" name=""/>
          <p:cNvSpPr/>
          <p:nvPr/>
        </p:nvSpPr>
        <p:spPr>
          <a:xfrm>
            <a:off x="942840" y="27241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5"/>
                </a:moveTo>
                <a:cubicBezTo>
                  <a:pt x="213" y="119"/>
                  <a:pt x="210" y="133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3"/>
                  <a:pt x="0" y="119"/>
                  <a:pt x="0" y="105"/>
                </a:cubicBez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1"/>
                  <a:pt x="213" y="105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666720" y="1920600"/>
            <a:ext cx="285228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Conformance checks 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942840" y="31525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8"/>
                  <a:pt x="147" y="204"/>
                </a:cubicBezTo>
                <a:cubicBezTo>
                  <a:pt x="134" y="209"/>
                  <a:pt x="121" y="213"/>
                  <a:pt x="107" y="213"/>
                </a:cubicBezTo>
                <a:cubicBezTo>
                  <a:pt x="93" y="213"/>
                  <a:pt x="79" y="209"/>
                  <a:pt x="66" y="204"/>
                </a:cubicBezTo>
                <a:cubicBezTo>
                  <a:pt x="53" y="198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1162080" y="2602800"/>
            <a:ext cx="79758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Two layers: HAPI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$validate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for resources,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fhir-frog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for conformance test scripts.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942840" y="35906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4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4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1162080" y="3031200"/>
            <a:ext cx="65678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frog-runner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is public (early trial); a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live runner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is up for the event.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1162080" y="3469320"/>
            <a:ext cx="99158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Track 2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test report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: directory bundle 1 of 1 and referral bundle 6 of 6 pass on AWS and on DiSP; 40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942840" y="43909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1162080" y="3840840"/>
            <a:ext cx="3053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users for 8 minutes, no errors.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942840" y="48290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9"/>
                  <a:pt x="147" y="204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4"/>
                </a:cubicBezTo>
                <a:cubicBezTo>
                  <a:pt x="53" y="199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1162080" y="4269600"/>
            <a:ext cx="7965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AU eRequesting ﬁxtures ﬁxed for 1.0.1 (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merge request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): 7 of 7 pass, was 3 of 7.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1162080" y="4707720"/>
            <a:ext cx="22644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Patterns: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PL-15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,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PL-17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11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666720" y="15048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676080" y="1685880"/>
            <a:ext cx="2705400" cy="438480"/>
          </a:xfrm>
          <a:custGeom>
            <a:avLst/>
            <a:gdLst/>
            <a:ahLst/>
            <a:rect l="0" t="0" r="r" b="b"/>
            <a:pathLst>
              <a:path w="7515" h="1218">
                <a:moveTo>
                  <a:pt x="0" y="0"/>
                </a:moveTo>
                <a:lnTo>
                  <a:pt x="7515" y="0"/>
                </a:lnTo>
                <a:lnTo>
                  <a:pt x="7515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3381120" y="1685880"/>
            <a:ext cx="2715120" cy="438480"/>
          </a:xfrm>
          <a:custGeom>
            <a:avLst/>
            <a:gdLst/>
            <a:ahLst/>
            <a:rect l="0" t="0" r="r" b="b"/>
            <a:pathLst>
              <a:path w="7542" h="1218">
                <a:moveTo>
                  <a:pt x="0" y="0"/>
                </a:moveTo>
                <a:lnTo>
                  <a:pt x="7542" y="0"/>
                </a:lnTo>
                <a:lnTo>
                  <a:pt x="754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6095880" y="1685880"/>
            <a:ext cx="2714760" cy="438480"/>
          </a:xfrm>
          <a:custGeom>
            <a:avLst/>
            <a:gdLst/>
            <a:ahLst/>
            <a:rect l="0" t="0" r="r" b="b"/>
            <a:pathLst>
              <a:path w="7541" h="1218">
                <a:moveTo>
                  <a:pt x="0" y="0"/>
                </a:moveTo>
                <a:lnTo>
                  <a:pt x="7541" y="0"/>
                </a:lnTo>
                <a:lnTo>
                  <a:pt x="754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8810280" y="1685880"/>
            <a:ext cx="2715120" cy="438480"/>
          </a:xfrm>
          <a:custGeom>
            <a:avLst/>
            <a:gdLst/>
            <a:ahLst/>
            <a:rect l="0" t="0" r="r" b="b"/>
            <a:pathLst>
              <a:path w="7542" h="1218">
                <a:moveTo>
                  <a:pt x="0" y="0"/>
                </a:moveTo>
                <a:lnTo>
                  <a:pt x="7542" y="0"/>
                </a:lnTo>
                <a:lnTo>
                  <a:pt x="754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676080" y="1685880"/>
            <a:ext cx="2705400" cy="438480"/>
          </a:xfrm>
          <a:custGeom>
            <a:avLst/>
            <a:gdLst/>
            <a:ahLst/>
            <a:rect l="0" t="0" r="r" b="b"/>
            <a:pathLst>
              <a:path w="7515" h="1218">
                <a:moveTo>
                  <a:pt x="0" y="0"/>
                </a:moveTo>
                <a:lnTo>
                  <a:pt x="7515" y="0"/>
                </a:lnTo>
                <a:lnTo>
                  <a:pt x="7515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3381120" y="1685880"/>
            <a:ext cx="2715120" cy="438480"/>
          </a:xfrm>
          <a:custGeom>
            <a:avLst/>
            <a:gdLst/>
            <a:ahLst/>
            <a:rect l="0" t="0" r="r" b="b"/>
            <a:pathLst>
              <a:path w="7542" h="1218">
                <a:moveTo>
                  <a:pt x="0" y="0"/>
                </a:moveTo>
                <a:lnTo>
                  <a:pt x="7542" y="0"/>
                </a:lnTo>
                <a:lnTo>
                  <a:pt x="754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6095880" y="1685880"/>
            <a:ext cx="2714760" cy="438480"/>
          </a:xfrm>
          <a:custGeom>
            <a:avLst/>
            <a:gdLst/>
            <a:ahLst/>
            <a:rect l="0" t="0" r="r" b="b"/>
            <a:pathLst>
              <a:path w="7541" h="1218">
                <a:moveTo>
                  <a:pt x="0" y="0"/>
                </a:moveTo>
                <a:lnTo>
                  <a:pt x="7541" y="0"/>
                </a:lnTo>
                <a:lnTo>
                  <a:pt x="754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8810280" y="1685880"/>
            <a:ext cx="2715120" cy="438480"/>
          </a:xfrm>
          <a:custGeom>
            <a:avLst/>
            <a:gdLst/>
            <a:ahLst/>
            <a:rect l="0" t="0" r="r" b="b"/>
            <a:pathLst>
              <a:path w="7542" h="1218">
                <a:moveTo>
                  <a:pt x="0" y="0"/>
                </a:moveTo>
                <a:lnTo>
                  <a:pt x="7542" y="0"/>
                </a:lnTo>
                <a:lnTo>
                  <a:pt x="754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676080" y="2124000"/>
            <a:ext cx="2705400" cy="1609920"/>
          </a:xfrm>
          <a:custGeom>
            <a:avLst/>
            <a:gdLst/>
            <a:ahLst/>
            <a:rect l="0" t="0" r="r" b="b"/>
            <a:pathLst>
              <a:path w="7515" h="4472">
                <a:moveTo>
                  <a:pt x="0" y="0"/>
                </a:moveTo>
                <a:lnTo>
                  <a:pt x="7515" y="0"/>
                </a:lnTo>
                <a:lnTo>
                  <a:pt x="7515" y="4472"/>
                </a:lnTo>
                <a:lnTo>
                  <a:pt x="0" y="447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3381120" y="2124000"/>
            <a:ext cx="2715120" cy="1609920"/>
          </a:xfrm>
          <a:custGeom>
            <a:avLst/>
            <a:gdLst/>
            <a:ahLst/>
            <a:rect l="0" t="0" r="r" b="b"/>
            <a:pathLst>
              <a:path w="7542" h="4472">
                <a:moveTo>
                  <a:pt x="0" y="0"/>
                </a:moveTo>
                <a:lnTo>
                  <a:pt x="7542" y="0"/>
                </a:lnTo>
                <a:lnTo>
                  <a:pt x="7542" y="4472"/>
                </a:lnTo>
                <a:lnTo>
                  <a:pt x="0" y="447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6095880" y="2124000"/>
            <a:ext cx="2714760" cy="1609920"/>
          </a:xfrm>
          <a:custGeom>
            <a:avLst/>
            <a:gdLst/>
            <a:ahLst/>
            <a:rect l="0" t="0" r="r" b="b"/>
            <a:pathLst>
              <a:path w="7541" h="4472">
                <a:moveTo>
                  <a:pt x="0" y="0"/>
                </a:moveTo>
                <a:lnTo>
                  <a:pt x="7541" y="0"/>
                </a:lnTo>
                <a:lnTo>
                  <a:pt x="7541" y="4472"/>
                </a:lnTo>
                <a:lnTo>
                  <a:pt x="0" y="447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8810280" y="2124000"/>
            <a:ext cx="2715120" cy="1609920"/>
          </a:xfrm>
          <a:custGeom>
            <a:avLst/>
            <a:gdLst/>
            <a:ahLst/>
            <a:rect l="0" t="0" r="r" b="b"/>
            <a:pathLst>
              <a:path w="7542" h="4472">
                <a:moveTo>
                  <a:pt x="0" y="0"/>
                </a:moveTo>
                <a:lnTo>
                  <a:pt x="7542" y="0"/>
                </a:lnTo>
                <a:lnTo>
                  <a:pt x="7542" y="4472"/>
                </a:lnTo>
                <a:lnTo>
                  <a:pt x="0" y="447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676080" y="3733560"/>
            <a:ext cx="2705400" cy="1553040"/>
          </a:xfrm>
          <a:custGeom>
            <a:avLst/>
            <a:gdLst/>
            <a:ahLst/>
            <a:rect l="0" t="0" r="r" b="b"/>
            <a:pathLst>
              <a:path w="7515" h="4314">
                <a:moveTo>
                  <a:pt x="0" y="0"/>
                </a:moveTo>
                <a:lnTo>
                  <a:pt x="7515" y="0"/>
                </a:lnTo>
                <a:lnTo>
                  <a:pt x="7515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3381120" y="3733560"/>
            <a:ext cx="2715120" cy="1553040"/>
          </a:xfrm>
          <a:custGeom>
            <a:avLst/>
            <a:gdLst/>
            <a:ahLst/>
            <a:rect l="0" t="0" r="r" b="b"/>
            <a:pathLst>
              <a:path w="7542" h="4314">
                <a:moveTo>
                  <a:pt x="0" y="0"/>
                </a:moveTo>
                <a:lnTo>
                  <a:pt x="7542" y="0"/>
                </a:lnTo>
                <a:lnTo>
                  <a:pt x="7542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6095880" y="3733560"/>
            <a:ext cx="2714760" cy="1553040"/>
          </a:xfrm>
          <a:custGeom>
            <a:avLst/>
            <a:gdLst/>
            <a:ahLst/>
            <a:rect l="0" t="0" r="r" b="b"/>
            <a:pathLst>
              <a:path w="7541" h="4314">
                <a:moveTo>
                  <a:pt x="0" y="0"/>
                </a:moveTo>
                <a:lnTo>
                  <a:pt x="7541" y="0"/>
                </a:lnTo>
                <a:lnTo>
                  <a:pt x="7541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8810280" y="3733560"/>
            <a:ext cx="2715120" cy="1553040"/>
          </a:xfrm>
          <a:custGeom>
            <a:avLst/>
            <a:gdLst/>
            <a:ahLst/>
            <a:rect l="0" t="0" r="r" b="b"/>
            <a:pathLst>
              <a:path w="7542" h="4314">
                <a:moveTo>
                  <a:pt x="0" y="0"/>
                </a:moveTo>
                <a:lnTo>
                  <a:pt x="7542" y="0"/>
                </a:lnTo>
                <a:lnTo>
                  <a:pt x="7542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666720" y="168588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666720" y="168588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3381120" y="1685880"/>
            <a:ext cx="10080" cy="447840"/>
          </a:xfrm>
          <a:custGeom>
            <a:avLst/>
            <a:gdLst/>
            <a:ahLst/>
            <a:rect l="0" t="0" r="r" b="b"/>
            <a:pathLst>
              <a:path w="28" h="1244">
                <a:moveTo>
                  <a:pt x="0" y="0"/>
                </a:moveTo>
                <a:lnTo>
                  <a:pt x="28" y="0"/>
                </a:lnTo>
                <a:lnTo>
                  <a:pt x="28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3390840" y="1685880"/>
            <a:ext cx="2714760" cy="9720"/>
          </a:xfrm>
          <a:custGeom>
            <a:avLst/>
            <a:gdLst/>
            <a:ahLst/>
            <a:rect l="0" t="0" r="r" b="b"/>
            <a:pathLst>
              <a:path w="7541" h="27">
                <a:moveTo>
                  <a:pt x="0" y="0"/>
                </a:moveTo>
                <a:lnTo>
                  <a:pt x="7541" y="0"/>
                </a:lnTo>
                <a:lnTo>
                  <a:pt x="7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6095880" y="168588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6105240" y="1685880"/>
            <a:ext cx="2705400" cy="9720"/>
          </a:xfrm>
          <a:custGeom>
            <a:avLst/>
            <a:gdLst/>
            <a:ahLst/>
            <a:rect l="0" t="0" r="r" b="b"/>
            <a:pathLst>
              <a:path w="7515" h="27">
                <a:moveTo>
                  <a:pt x="0" y="0"/>
                </a:moveTo>
                <a:lnTo>
                  <a:pt x="7515" y="0"/>
                </a:lnTo>
                <a:lnTo>
                  <a:pt x="75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8800920" y="168588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8810280" y="1685880"/>
            <a:ext cx="2715120" cy="9720"/>
          </a:xfrm>
          <a:custGeom>
            <a:avLst/>
            <a:gdLst/>
            <a:ahLst/>
            <a:rect l="0" t="0" r="r" b="b"/>
            <a:pathLst>
              <a:path w="7542" h="27">
                <a:moveTo>
                  <a:pt x="0" y="0"/>
                </a:moveTo>
                <a:lnTo>
                  <a:pt x="7542" y="0"/>
                </a:lnTo>
                <a:lnTo>
                  <a:pt x="754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11515680" y="168588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666720" y="212400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3390840" y="2124000"/>
            <a:ext cx="2714760" cy="9720"/>
          </a:xfrm>
          <a:custGeom>
            <a:avLst/>
            <a:gdLst/>
            <a:ahLst/>
            <a:rect l="0" t="0" r="r" b="b"/>
            <a:pathLst>
              <a:path w="7541" h="27">
                <a:moveTo>
                  <a:pt x="0" y="0"/>
                </a:moveTo>
                <a:lnTo>
                  <a:pt x="7541" y="0"/>
                </a:lnTo>
                <a:lnTo>
                  <a:pt x="7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6105240" y="2124000"/>
            <a:ext cx="2705400" cy="9720"/>
          </a:xfrm>
          <a:custGeom>
            <a:avLst/>
            <a:gdLst/>
            <a:ahLst/>
            <a:rect l="0" t="0" r="r" b="b"/>
            <a:pathLst>
              <a:path w="7515" h="27">
                <a:moveTo>
                  <a:pt x="0" y="0"/>
                </a:moveTo>
                <a:lnTo>
                  <a:pt x="7515" y="0"/>
                </a:lnTo>
                <a:lnTo>
                  <a:pt x="75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8810280" y="2124000"/>
            <a:ext cx="2715120" cy="9720"/>
          </a:xfrm>
          <a:custGeom>
            <a:avLst/>
            <a:gdLst/>
            <a:ahLst/>
            <a:rect l="0" t="0" r="r" b="b"/>
            <a:pathLst>
              <a:path w="7542" h="27">
                <a:moveTo>
                  <a:pt x="0" y="0"/>
                </a:moveTo>
                <a:lnTo>
                  <a:pt x="7542" y="0"/>
                </a:lnTo>
                <a:lnTo>
                  <a:pt x="754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666720" y="2133360"/>
            <a:ext cx="9720" cy="1610280"/>
          </a:xfrm>
          <a:custGeom>
            <a:avLst/>
            <a:gdLst/>
            <a:ahLst/>
            <a:rect l="0" t="0" r="r" b="b"/>
            <a:pathLst>
              <a:path w="27" h="4473">
                <a:moveTo>
                  <a:pt x="0" y="0"/>
                </a:moveTo>
                <a:lnTo>
                  <a:pt x="27" y="0"/>
                </a:lnTo>
                <a:lnTo>
                  <a:pt x="27" y="4473"/>
                </a:lnTo>
                <a:lnTo>
                  <a:pt x="0" y="44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3381120" y="2133360"/>
            <a:ext cx="10080" cy="1610280"/>
          </a:xfrm>
          <a:custGeom>
            <a:avLst/>
            <a:gdLst/>
            <a:ahLst/>
            <a:rect l="0" t="0" r="r" b="b"/>
            <a:pathLst>
              <a:path w="28" h="4473">
                <a:moveTo>
                  <a:pt x="0" y="0"/>
                </a:moveTo>
                <a:lnTo>
                  <a:pt x="28" y="0"/>
                </a:lnTo>
                <a:lnTo>
                  <a:pt x="28" y="4473"/>
                </a:lnTo>
                <a:lnTo>
                  <a:pt x="0" y="44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6095880" y="2133360"/>
            <a:ext cx="9720" cy="1610280"/>
          </a:xfrm>
          <a:custGeom>
            <a:avLst/>
            <a:gdLst/>
            <a:ahLst/>
            <a:rect l="0" t="0" r="r" b="b"/>
            <a:pathLst>
              <a:path w="27" h="4473">
                <a:moveTo>
                  <a:pt x="0" y="0"/>
                </a:moveTo>
                <a:lnTo>
                  <a:pt x="27" y="0"/>
                </a:lnTo>
                <a:lnTo>
                  <a:pt x="27" y="4473"/>
                </a:lnTo>
                <a:lnTo>
                  <a:pt x="0" y="44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8800920" y="2133360"/>
            <a:ext cx="9720" cy="1610280"/>
          </a:xfrm>
          <a:custGeom>
            <a:avLst/>
            <a:gdLst/>
            <a:ahLst/>
            <a:rect l="0" t="0" r="r" b="b"/>
            <a:pathLst>
              <a:path w="27" h="4473">
                <a:moveTo>
                  <a:pt x="0" y="0"/>
                </a:moveTo>
                <a:lnTo>
                  <a:pt x="27" y="0"/>
                </a:lnTo>
                <a:lnTo>
                  <a:pt x="27" y="4473"/>
                </a:lnTo>
                <a:lnTo>
                  <a:pt x="0" y="44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11515680" y="2133360"/>
            <a:ext cx="9720" cy="1610280"/>
          </a:xfrm>
          <a:custGeom>
            <a:avLst/>
            <a:gdLst/>
            <a:ahLst/>
            <a:rect l="0" t="0" r="r" b="b"/>
            <a:pathLst>
              <a:path w="27" h="4473">
                <a:moveTo>
                  <a:pt x="0" y="0"/>
                </a:moveTo>
                <a:lnTo>
                  <a:pt x="27" y="0"/>
                </a:lnTo>
                <a:lnTo>
                  <a:pt x="27" y="4473"/>
                </a:lnTo>
                <a:lnTo>
                  <a:pt x="0" y="44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666720" y="3743280"/>
            <a:ext cx="9720" cy="1552680"/>
          </a:xfrm>
          <a:custGeom>
            <a:avLst/>
            <a:gdLst/>
            <a:ahLst/>
            <a:rect l="0" t="0" r="r" b="b"/>
            <a:pathLst>
              <a:path w="27" h="4313">
                <a:moveTo>
                  <a:pt x="0" y="0"/>
                </a:moveTo>
                <a:lnTo>
                  <a:pt x="27" y="0"/>
                </a:lnTo>
                <a:lnTo>
                  <a:pt x="27" y="4313"/>
                </a:lnTo>
                <a:lnTo>
                  <a:pt x="0" y="431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666720" y="373356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3381120" y="3743280"/>
            <a:ext cx="10080" cy="1552680"/>
          </a:xfrm>
          <a:custGeom>
            <a:avLst/>
            <a:gdLst/>
            <a:ahLst/>
            <a:rect l="0" t="0" r="r" b="b"/>
            <a:pathLst>
              <a:path w="28" h="4313">
                <a:moveTo>
                  <a:pt x="0" y="0"/>
                </a:moveTo>
                <a:lnTo>
                  <a:pt x="28" y="0"/>
                </a:lnTo>
                <a:lnTo>
                  <a:pt x="28" y="4313"/>
                </a:lnTo>
                <a:lnTo>
                  <a:pt x="0" y="431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3390840" y="3733560"/>
            <a:ext cx="2714760" cy="10080"/>
          </a:xfrm>
          <a:custGeom>
            <a:avLst/>
            <a:gdLst/>
            <a:ahLst/>
            <a:rect l="0" t="0" r="r" b="b"/>
            <a:pathLst>
              <a:path w="7541" h="28">
                <a:moveTo>
                  <a:pt x="0" y="0"/>
                </a:moveTo>
                <a:lnTo>
                  <a:pt x="7541" y="0"/>
                </a:lnTo>
                <a:lnTo>
                  <a:pt x="75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6095880" y="3743280"/>
            <a:ext cx="9720" cy="1552680"/>
          </a:xfrm>
          <a:custGeom>
            <a:avLst/>
            <a:gdLst/>
            <a:ahLst/>
            <a:rect l="0" t="0" r="r" b="b"/>
            <a:pathLst>
              <a:path w="27" h="4313">
                <a:moveTo>
                  <a:pt x="0" y="0"/>
                </a:moveTo>
                <a:lnTo>
                  <a:pt x="27" y="0"/>
                </a:lnTo>
                <a:lnTo>
                  <a:pt x="27" y="4313"/>
                </a:lnTo>
                <a:lnTo>
                  <a:pt x="0" y="431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6105240" y="3733560"/>
            <a:ext cx="2705400" cy="10080"/>
          </a:xfrm>
          <a:custGeom>
            <a:avLst/>
            <a:gdLst/>
            <a:ahLst/>
            <a:rect l="0" t="0" r="r" b="b"/>
            <a:pathLst>
              <a:path w="7515" h="28">
                <a:moveTo>
                  <a:pt x="0" y="0"/>
                </a:moveTo>
                <a:lnTo>
                  <a:pt x="7515" y="0"/>
                </a:lnTo>
                <a:lnTo>
                  <a:pt x="75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8800920" y="3743280"/>
            <a:ext cx="9720" cy="1552680"/>
          </a:xfrm>
          <a:custGeom>
            <a:avLst/>
            <a:gdLst/>
            <a:ahLst/>
            <a:rect l="0" t="0" r="r" b="b"/>
            <a:pathLst>
              <a:path w="27" h="4313">
                <a:moveTo>
                  <a:pt x="0" y="0"/>
                </a:moveTo>
                <a:lnTo>
                  <a:pt x="27" y="0"/>
                </a:lnTo>
                <a:lnTo>
                  <a:pt x="27" y="4313"/>
                </a:lnTo>
                <a:lnTo>
                  <a:pt x="0" y="431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8810280" y="3733560"/>
            <a:ext cx="2715120" cy="10080"/>
          </a:xfrm>
          <a:custGeom>
            <a:avLst/>
            <a:gdLst/>
            <a:ahLst/>
            <a:rect l="0" t="0" r="r" b="b"/>
            <a:pathLst>
              <a:path w="7542" h="28">
                <a:moveTo>
                  <a:pt x="0" y="0"/>
                </a:moveTo>
                <a:lnTo>
                  <a:pt x="7542" y="0"/>
                </a:lnTo>
                <a:lnTo>
                  <a:pt x="754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11515680" y="3743280"/>
            <a:ext cx="9720" cy="1552680"/>
          </a:xfrm>
          <a:custGeom>
            <a:avLst/>
            <a:gdLst/>
            <a:ahLst/>
            <a:rect l="0" t="0" r="r" b="b"/>
            <a:pathLst>
              <a:path w="27" h="4313">
                <a:moveTo>
                  <a:pt x="0" y="0"/>
                </a:moveTo>
                <a:lnTo>
                  <a:pt x="27" y="0"/>
                </a:lnTo>
                <a:lnTo>
                  <a:pt x="27" y="4313"/>
                </a:lnTo>
                <a:lnTo>
                  <a:pt x="0" y="431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666720" y="528624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3390840" y="5286240"/>
            <a:ext cx="2714760" cy="9720"/>
          </a:xfrm>
          <a:custGeom>
            <a:avLst/>
            <a:gdLst/>
            <a:ahLst/>
            <a:rect l="0" t="0" r="r" b="b"/>
            <a:pathLst>
              <a:path w="7541" h="27">
                <a:moveTo>
                  <a:pt x="0" y="0"/>
                </a:moveTo>
                <a:lnTo>
                  <a:pt x="7541" y="0"/>
                </a:lnTo>
                <a:lnTo>
                  <a:pt x="7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6105240" y="5286240"/>
            <a:ext cx="2705400" cy="9720"/>
          </a:xfrm>
          <a:custGeom>
            <a:avLst/>
            <a:gdLst/>
            <a:ahLst/>
            <a:rect l="0" t="0" r="r" b="b"/>
            <a:pathLst>
              <a:path w="7515" h="27">
                <a:moveTo>
                  <a:pt x="0" y="0"/>
                </a:moveTo>
                <a:lnTo>
                  <a:pt x="7515" y="0"/>
                </a:lnTo>
                <a:lnTo>
                  <a:pt x="75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8810280" y="5286240"/>
            <a:ext cx="2715120" cy="9720"/>
          </a:xfrm>
          <a:custGeom>
            <a:avLst/>
            <a:gdLst/>
            <a:ahLst/>
            <a:rect l="0" t="0" r="r" b="b"/>
            <a:pathLst>
              <a:path w="7542" h="27">
                <a:moveTo>
                  <a:pt x="0" y="0"/>
                </a:moveTo>
                <a:lnTo>
                  <a:pt x="7542" y="0"/>
                </a:lnTo>
                <a:lnTo>
                  <a:pt x="754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666720" y="1034640"/>
            <a:ext cx="12459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Try it live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799920" y="1781640"/>
            <a:ext cx="11437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Landing page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3512520" y="1781640"/>
            <a:ext cx="10706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Referral app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6224760" y="1781640"/>
            <a:ext cx="1802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Conformance runner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838080" y="2190600"/>
            <a:ext cx="2381040" cy="1485360"/>
          </a:xfrm>
          <a:prstGeom prst="rect">
            <a:avLst/>
          </a:prstGeom>
          <a:ln w="0">
            <a:noFill/>
          </a:ln>
        </p:spPr>
      </p:pic>
      <p:pic>
        <p:nvPicPr>
          <p:cNvPr id="380" name="" descr=""/>
          <p:cNvPicPr/>
          <p:nvPr/>
        </p:nvPicPr>
        <p:blipFill>
          <a:blip r:embed="rId2"/>
          <a:stretch/>
        </p:blipFill>
        <p:spPr>
          <a:xfrm>
            <a:off x="3552840" y="2190600"/>
            <a:ext cx="2381040" cy="1485360"/>
          </a:xfrm>
          <a:prstGeom prst="rect">
            <a:avLst/>
          </a:prstGeom>
          <a:ln w="0">
            <a:noFill/>
          </a:ln>
        </p:spPr>
      </p:pic>
      <p:pic>
        <p:nvPicPr>
          <p:cNvPr id="381" name="" descr=""/>
          <p:cNvPicPr/>
          <p:nvPr/>
        </p:nvPicPr>
        <p:blipFill>
          <a:blip r:embed="rId3"/>
          <a:stretch/>
        </p:blipFill>
        <p:spPr>
          <a:xfrm>
            <a:off x="6257880" y="2190600"/>
            <a:ext cx="2381040" cy="1485360"/>
          </a:xfrm>
          <a:prstGeom prst="rect">
            <a:avLst/>
          </a:prstGeom>
          <a:ln w="0">
            <a:noFill/>
          </a:ln>
        </p:spPr>
      </p:pic>
      <p:pic>
        <p:nvPicPr>
          <p:cNvPr id="382" name="" descr=""/>
          <p:cNvPicPr/>
          <p:nvPr/>
        </p:nvPicPr>
        <p:blipFill>
          <a:blip r:embed="rId4"/>
          <a:stretch/>
        </p:blipFill>
        <p:spPr>
          <a:xfrm>
            <a:off x="8972640" y="2190600"/>
            <a:ext cx="2381040" cy="1485360"/>
          </a:xfrm>
          <a:prstGeom prst="rect">
            <a:avLst/>
          </a:prstGeom>
          <a:ln w="0">
            <a:noFill/>
          </a:ln>
        </p:spPr>
      </p:pic>
      <p:sp>
        <p:nvSpPr>
          <p:cNvPr id="383" name=""/>
          <p:cNvSpPr/>
          <p:nvPr/>
        </p:nvSpPr>
        <p:spPr>
          <a:xfrm>
            <a:off x="1400760" y="3908520"/>
            <a:ext cx="1256040" cy="1212480"/>
          </a:xfrm>
          <a:custGeom>
            <a:avLst/>
            <a:gdLst/>
            <a:ahLst/>
            <a:rect l="0" t="0" r="r" b="b"/>
            <a:pathLst>
              <a:path fill="none" w="3489" h="3368">
                <a:moveTo>
                  <a:pt x="0" y="0"/>
                </a:moveTo>
                <a:lnTo>
                  <a:pt x="842" y="0"/>
                </a:lnTo>
                <a:moveTo>
                  <a:pt x="1083" y="0"/>
                </a:moveTo>
                <a:lnTo>
                  <a:pt x="1203" y="0"/>
                </a:lnTo>
                <a:moveTo>
                  <a:pt x="1323" y="0"/>
                </a:moveTo>
                <a:lnTo>
                  <a:pt x="1565" y="0"/>
                </a:lnTo>
                <a:moveTo>
                  <a:pt x="1685" y="0"/>
                </a:moveTo>
                <a:lnTo>
                  <a:pt x="1805" y="0"/>
                </a:lnTo>
                <a:moveTo>
                  <a:pt x="1926" y="0"/>
                </a:moveTo>
                <a:lnTo>
                  <a:pt x="2166" y="0"/>
                </a:lnTo>
                <a:moveTo>
                  <a:pt x="2647" y="0"/>
                </a:moveTo>
                <a:lnTo>
                  <a:pt x="3489" y="0"/>
                </a:lnTo>
                <a:moveTo>
                  <a:pt x="0" y="120"/>
                </a:moveTo>
                <a:lnTo>
                  <a:pt x="121" y="120"/>
                </a:lnTo>
                <a:moveTo>
                  <a:pt x="722" y="120"/>
                </a:moveTo>
                <a:lnTo>
                  <a:pt x="842" y="120"/>
                </a:lnTo>
                <a:moveTo>
                  <a:pt x="962" y="120"/>
                </a:moveTo>
                <a:lnTo>
                  <a:pt x="1083" y="120"/>
                </a:lnTo>
                <a:moveTo>
                  <a:pt x="1203" y="120"/>
                </a:moveTo>
                <a:lnTo>
                  <a:pt x="1323" y="120"/>
                </a:lnTo>
                <a:moveTo>
                  <a:pt x="1565" y="120"/>
                </a:moveTo>
                <a:lnTo>
                  <a:pt x="1805" y="120"/>
                </a:lnTo>
                <a:moveTo>
                  <a:pt x="2046" y="120"/>
                </a:moveTo>
                <a:lnTo>
                  <a:pt x="2286" y="120"/>
                </a:lnTo>
                <a:moveTo>
                  <a:pt x="2407" y="120"/>
                </a:moveTo>
                <a:lnTo>
                  <a:pt x="2527" y="120"/>
                </a:lnTo>
                <a:moveTo>
                  <a:pt x="2647" y="120"/>
                </a:moveTo>
                <a:lnTo>
                  <a:pt x="2767" y="120"/>
                </a:lnTo>
                <a:moveTo>
                  <a:pt x="3369" y="120"/>
                </a:moveTo>
                <a:lnTo>
                  <a:pt x="3489" y="120"/>
                </a:lnTo>
                <a:moveTo>
                  <a:pt x="0" y="241"/>
                </a:moveTo>
                <a:lnTo>
                  <a:pt x="121" y="241"/>
                </a:lnTo>
                <a:moveTo>
                  <a:pt x="241" y="241"/>
                </a:moveTo>
                <a:lnTo>
                  <a:pt x="602" y="241"/>
                </a:lnTo>
                <a:moveTo>
                  <a:pt x="722" y="241"/>
                </a:moveTo>
                <a:lnTo>
                  <a:pt x="842" y="241"/>
                </a:lnTo>
                <a:moveTo>
                  <a:pt x="962" y="241"/>
                </a:moveTo>
                <a:lnTo>
                  <a:pt x="1203" y="241"/>
                </a:lnTo>
                <a:moveTo>
                  <a:pt x="1685" y="241"/>
                </a:moveTo>
                <a:lnTo>
                  <a:pt x="2046" y="241"/>
                </a:lnTo>
                <a:moveTo>
                  <a:pt x="2286" y="241"/>
                </a:moveTo>
                <a:lnTo>
                  <a:pt x="2527" y="241"/>
                </a:lnTo>
                <a:moveTo>
                  <a:pt x="2647" y="241"/>
                </a:moveTo>
                <a:lnTo>
                  <a:pt x="2767" y="241"/>
                </a:lnTo>
                <a:moveTo>
                  <a:pt x="2888" y="241"/>
                </a:moveTo>
                <a:lnTo>
                  <a:pt x="3248" y="241"/>
                </a:lnTo>
                <a:moveTo>
                  <a:pt x="3369" y="241"/>
                </a:moveTo>
                <a:lnTo>
                  <a:pt x="3489" y="241"/>
                </a:lnTo>
                <a:moveTo>
                  <a:pt x="0" y="361"/>
                </a:moveTo>
                <a:lnTo>
                  <a:pt x="121" y="361"/>
                </a:lnTo>
                <a:moveTo>
                  <a:pt x="241" y="361"/>
                </a:moveTo>
                <a:lnTo>
                  <a:pt x="602" y="361"/>
                </a:lnTo>
                <a:moveTo>
                  <a:pt x="722" y="361"/>
                </a:moveTo>
                <a:lnTo>
                  <a:pt x="842" y="361"/>
                </a:lnTo>
                <a:moveTo>
                  <a:pt x="962" y="361"/>
                </a:moveTo>
                <a:lnTo>
                  <a:pt x="1083" y="361"/>
                </a:lnTo>
                <a:moveTo>
                  <a:pt x="1203" y="361"/>
                </a:moveTo>
                <a:lnTo>
                  <a:pt x="1565" y="361"/>
                </a:lnTo>
                <a:moveTo>
                  <a:pt x="1685" y="361"/>
                </a:moveTo>
                <a:lnTo>
                  <a:pt x="1805" y="361"/>
                </a:lnTo>
                <a:moveTo>
                  <a:pt x="2046" y="361"/>
                </a:moveTo>
                <a:lnTo>
                  <a:pt x="2166" y="361"/>
                </a:lnTo>
                <a:moveTo>
                  <a:pt x="2286" y="361"/>
                </a:moveTo>
                <a:lnTo>
                  <a:pt x="2527" y="361"/>
                </a:lnTo>
                <a:moveTo>
                  <a:pt x="2647" y="361"/>
                </a:moveTo>
                <a:lnTo>
                  <a:pt x="2767" y="361"/>
                </a:lnTo>
                <a:moveTo>
                  <a:pt x="2888" y="361"/>
                </a:moveTo>
                <a:lnTo>
                  <a:pt x="3248" y="361"/>
                </a:lnTo>
                <a:moveTo>
                  <a:pt x="3369" y="361"/>
                </a:moveTo>
                <a:lnTo>
                  <a:pt x="3489" y="361"/>
                </a:lnTo>
                <a:moveTo>
                  <a:pt x="0" y="481"/>
                </a:moveTo>
                <a:lnTo>
                  <a:pt x="121" y="481"/>
                </a:lnTo>
                <a:moveTo>
                  <a:pt x="241" y="481"/>
                </a:moveTo>
                <a:lnTo>
                  <a:pt x="602" y="481"/>
                </a:lnTo>
                <a:moveTo>
                  <a:pt x="722" y="481"/>
                </a:moveTo>
                <a:lnTo>
                  <a:pt x="842" y="481"/>
                </a:lnTo>
                <a:moveTo>
                  <a:pt x="1203" y="481"/>
                </a:moveTo>
                <a:lnTo>
                  <a:pt x="1444" y="481"/>
                </a:lnTo>
                <a:moveTo>
                  <a:pt x="1926" y="481"/>
                </a:moveTo>
                <a:lnTo>
                  <a:pt x="2046" y="481"/>
                </a:lnTo>
                <a:moveTo>
                  <a:pt x="2286" y="481"/>
                </a:moveTo>
                <a:lnTo>
                  <a:pt x="2527" y="481"/>
                </a:lnTo>
                <a:moveTo>
                  <a:pt x="2647" y="481"/>
                </a:moveTo>
                <a:lnTo>
                  <a:pt x="2767" y="481"/>
                </a:lnTo>
                <a:moveTo>
                  <a:pt x="2888" y="481"/>
                </a:moveTo>
                <a:lnTo>
                  <a:pt x="3248" y="481"/>
                </a:lnTo>
                <a:moveTo>
                  <a:pt x="3369" y="481"/>
                </a:moveTo>
                <a:lnTo>
                  <a:pt x="3489" y="481"/>
                </a:lnTo>
                <a:moveTo>
                  <a:pt x="0" y="601"/>
                </a:moveTo>
                <a:lnTo>
                  <a:pt x="121" y="601"/>
                </a:lnTo>
                <a:moveTo>
                  <a:pt x="722" y="601"/>
                </a:moveTo>
                <a:lnTo>
                  <a:pt x="842" y="601"/>
                </a:lnTo>
                <a:moveTo>
                  <a:pt x="1083" y="601"/>
                </a:moveTo>
                <a:lnTo>
                  <a:pt x="1565" y="601"/>
                </a:lnTo>
                <a:moveTo>
                  <a:pt x="1926" y="601"/>
                </a:moveTo>
                <a:lnTo>
                  <a:pt x="2046" y="601"/>
                </a:lnTo>
                <a:moveTo>
                  <a:pt x="2166" y="601"/>
                </a:moveTo>
                <a:lnTo>
                  <a:pt x="2286" y="601"/>
                </a:lnTo>
                <a:moveTo>
                  <a:pt x="2647" y="601"/>
                </a:moveTo>
                <a:lnTo>
                  <a:pt x="2767" y="601"/>
                </a:lnTo>
                <a:moveTo>
                  <a:pt x="3369" y="601"/>
                </a:moveTo>
                <a:lnTo>
                  <a:pt x="3489" y="601"/>
                </a:lnTo>
                <a:moveTo>
                  <a:pt x="0" y="722"/>
                </a:moveTo>
                <a:lnTo>
                  <a:pt x="842" y="722"/>
                </a:lnTo>
                <a:moveTo>
                  <a:pt x="962" y="722"/>
                </a:moveTo>
                <a:lnTo>
                  <a:pt x="1083" y="722"/>
                </a:lnTo>
                <a:moveTo>
                  <a:pt x="1203" y="722"/>
                </a:moveTo>
                <a:lnTo>
                  <a:pt x="1323" y="722"/>
                </a:lnTo>
                <a:moveTo>
                  <a:pt x="1444" y="722"/>
                </a:moveTo>
                <a:lnTo>
                  <a:pt x="1565" y="722"/>
                </a:lnTo>
                <a:moveTo>
                  <a:pt x="1685" y="722"/>
                </a:moveTo>
                <a:lnTo>
                  <a:pt x="1805" y="722"/>
                </a:lnTo>
                <a:moveTo>
                  <a:pt x="1926" y="722"/>
                </a:moveTo>
                <a:lnTo>
                  <a:pt x="2046" y="722"/>
                </a:lnTo>
                <a:moveTo>
                  <a:pt x="2166" y="722"/>
                </a:moveTo>
                <a:lnTo>
                  <a:pt x="2286" y="722"/>
                </a:lnTo>
                <a:moveTo>
                  <a:pt x="2407" y="722"/>
                </a:moveTo>
                <a:lnTo>
                  <a:pt x="2527" y="722"/>
                </a:lnTo>
                <a:moveTo>
                  <a:pt x="2647" y="722"/>
                </a:moveTo>
                <a:lnTo>
                  <a:pt x="3489" y="722"/>
                </a:lnTo>
                <a:moveTo>
                  <a:pt x="962" y="842"/>
                </a:moveTo>
                <a:lnTo>
                  <a:pt x="1203" y="842"/>
                </a:lnTo>
                <a:moveTo>
                  <a:pt x="1444" y="842"/>
                </a:moveTo>
                <a:lnTo>
                  <a:pt x="1565" y="842"/>
                </a:lnTo>
                <a:moveTo>
                  <a:pt x="1926" y="842"/>
                </a:moveTo>
                <a:lnTo>
                  <a:pt x="2046" y="842"/>
                </a:lnTo>
                <a:moveTo>
                  <a:pt x="2166" y="842"/>
                </a:moveTo>
                <a:lnTo>
                  <a:pt x="2286" y="842"/>
                </a:lnTo>
                <a:moveTo>
                  <a:pt x="0" y="963"/>
                </a:moveTo>
                <a:lnTo>
                  <a:pt x="121" y="963"/>
                </a:lnTo>
                <a:moveTo>
                  <a:pt x="722" y="963"/>
                </a:moveTo>
                <a:lnTo>
                  <a:pt x="842" y="963"/>
                </a:lnTo>
                <a:moveTo>
                  <a:pt x="962" y="963"/>
                </a:moveTo>
                <a:lnTo>
                  <a:pt x="1203" y="963"/>
                </a:lnTo>
                <a:moveTo>
                  <a:pt x="1805" y="963"/>
                </a:moveTo>
                <a:lnTo>
                  <a:pt x="1926" y="963"/>
                </a:lnTo>
                <a:moveTo>
                  <a:pt x="2046" y="963"/>
                </a:moveTo>
                <a:lnTo>
                  <a:pt x="2166" y="963"/>
                </a:lnTo>
                <a:moveTo>
                  <a:pt x="2286" y="963"/>
                </a:moveTo>
                <a:lnTo>
                  <a:pt x="2407" y="963"/>
                </a:lnTo>
                <a:moveTo>
                  <a:pt x="2527" y="963"/>
                </a:moveTo>
                <a:lnTo>
                  <a:pt x="2767" y="963"/>
                </a:lnTo>
                <a:moveTo>
                  <a:pt x="3008" y="963"/>
                </a:moveTo>
                <a:lnTo>
                  <a:pt x="3369" y="963"/>
                </a:lnTo>
                <a:moveTo>
                  <a:pt x="241" y="1083"/>
                </a:moveTo>
                <a:lnTo>
                  <a:pt x="602" y="1083"/>
                </a:lnTo>
                <a:moveTo>
                  <a:pt x="1444" y="1083"/>
                </a:moveTo>
                <a:lnTo>
                  <a:pt x="1926" y="1083"/>
                </a:lnTo>
                <a:moveTo>
                  <a:pt x="2286" y="1083"/>
                </a:moveTo>
                <a:lnTo>
                  <a:pt x="2407" y="1083"/>
                </a:lnTo>
                <a:moveTo>
                  <a:pt x="2767" y="1083"/>
                </a:moveTo>
                <a:lnTo>
                  <a:pt x="3008" y="1083"/>
                </a:lnTo>
                <a:moveTo>
                  <a:pt x="3128" y="1083"/>
                </a:moveTo>
                <a:lnTo>
                  <a:pt x="3369" y="1083"/>
                </a:lnTo>
                <a:moveTo>
                  <a:pt x="0" y="1204"/>
                </a:moveTo>
                <a:lnTo>
                  <a:pt x="121" y="1204"/>
                </a:lnTo>
                <a:moveTo>
                  <a:pt x="361" y="1204"/>
                </a:moveTo>
                <a:lnTo>
                  <a:pt x="481" y="1204"/>
                </a:lnTo>
                <a:moveTo>
                  <a:pt x="722" y="1204"/>
                </a:moveTo>
                <a:lnTo>
                  <a:pt x="842" y="1204"/>
                </a:lnTo>
                <a:moveTo>
                  <a:pt x="1083" y="1204"/>
                </a:moveTo>
                <a:lnTo>
                  <a:pt x="1323" y="1204"/>
                </a:lnTo>
                <a:moveTo>
                  <a:pt x="1565" y="1204"/>
                </a:moveTo>
                <a:lnTo>
                  <a:pt x="1926" y="1204"/>
                </a:lnTo>
                <a:moveTo>
                  <a:pt x="2046" y="1204"/>
                </a:moveTo>
                <a:lnTo>
                  <a:pt x="2286" y="1204"/>
                </a:lnTo>
                <a:moveTo>
                  <a:pt x="2527" y="1204"/>
                </a:moveTo>
                <a:lnTo>
                  <a:pt x="2888" y="1204"/>
                </a:lnTo>
                <a:moveTo>
                  <a:pt x="121" y="1324"/>
                </a:moveTo>
                <a:lnTo>
                  <a:pt x="481" y="1324"/>
                </a:lnTo>
                <a:moveTo>
                  <a:pt x="842" y="1324"/>
                </a:moveTo>
                <a:lnTo>
                  <a:pt x="962" y="1324"/>
                </a:lnTo>
                <a:moveTo>
                  <a:pt x="1083" y="1324"/>
                </a:moveTo>
                <a:lnTo>
                  <a:pt x="1203" y="1324"/>
                </a:lnTo>
                <a:moveTo>
                  <a:pt x="1444" y="1324"/>
                </a:moveTo>
                <a:lnTo>
                  <a:pt x="1685" y="1324"/>
                </a:lnTo>
                <a:moveTo>
                  <a:pt x="1805" y="1324"/>
                </a:moveTo>
                <a:lnTo>
                  <a:pt x="2046" y="1324"/>
                </a:lnTo>
                <a:moveTo>
                  <a:pt x="2286" y="1324"/>
                </a:moveTo>
                <a:lnTo>
                  <a:pt x="2767" y="1324"/>
                </a:lnTo>
                <a:moveTo>
                  <a:pt x="2888" y="1324"/>
                </a:moveTo>
                <a:lnTo>
                  <a:pt x="3128" y="1324"/>
                </a:lnTo>
                <a:moveTo>
                  <a:pt x="121" y="1444"/>
                </a:moveTo>
                <a:lnTo>
                  <a:pt x="241" y="1444"/>
                </a:lnTo>
                <a:moveTo>
                  <a:pt x="481" y="1444"/>
                </a:moveTo>
                <a:lnTo>
                  <a:pt x="842" y="1444"/>
                </a:lnTo>
                <a:moveTo>
                  <a:pt x="962" y="1444"/>
                </a:moveTo>
                <a:lnTo>
                  <a:pt x="1083" y="1444"/>
                </a:lnTo>
                <a:moveTo>
                  <a:pt x="1203" y="1444"/>
                </a:moveTo>
                <a:lnTo>
                  <a:pt x="1444" y="1444"/>
                </a:lnTo>
                <a:moveTo>
                  <a:pt x="1565" y="1444"/>
                </a:moveTo>
                <a:lnTo>
                  <a:pt x="1685" y="1444"/>
                </a:lnTo>
                <a:moveTo>
                  <a:pt x="1926" y="1444"/>
                </a:moveTo>
                <a:lnTo>
                  <a:pt x="2046" y="1444"/>
                </a:lnTo>
                <a:moveTo>
                  <a:pt x="2407" y="1444"/>
                </a:moveTo>
                <a:lnTo>
                  <a:pt x="2888" y="1444"/>
                </a:lnTo>
                <a:moveTo>
                  <a:pt x="3369" y="1444"/>
                </a:moveTo>
                <a:lnTo>
                  <a:pt x="3489" y="1444"/>
                </a:lnTo>
                <a:moveTo>
                  <a:pt x="121" y="1564"/>
                </a:moveTo>
                <a:lnTo>
                  <a:pt x="481" y="1564"/>
                </a:lnTo>
                <a:moveTo>
                  <a:pt x="602" y="1564"/>
                </a:moveTo>
                <a:lnTo>
                  <a:pt x="722" y="1564"/>
                </a:lnTo>
                <a:moveTo>
                  <a:pt x="842" y="1564"/>
                </a:moveTo>
                <a:lnTo>
                  <a:pt x="962" y="1564"/>
                </a:lnTo>
                <a:moveTo>
                  <a:pt x="1203" y="1564"/>
                </a:moveTo>
                <a:lnTo>
                  <a:pt x="1323" y="1564"/>
                </a:lnTo>
                <a:moveTo>
                  <a:pt x="1805" y="1564"/>
                </a:moveTo>
                <a:lnTo>
                  <a:pt x="2046" y="1564"/>
                </a:lnTo>
                <a:moveTo>
                  <a:pt x="2166" y="1564"/>
                </a:moveTo>
                <a:lnTo>
                  <a:pt x="2407" y="1564"/>
                </a:lnTo>
                <a:moveTo>
                  <a:pt x="2527" y="1564"/>
                </a:moveTo>
                <a:lnTo>
                  <a:pt x="3008" y="1564"/>
                </a:lnTo>
                <a:moveTo>
                  <a:pt x="3248" y="1564"/>
                </a:moveTo>
                <a:lnTo>
                  <a:pt x="3489" y="1564"/>
                </a:lnTo>
                <a:moveTo>
                  <a:pt x="0" y="1685"/>
                </a:moveTo>
                <a:lnTo>
                  <a:pt x="121" y="1685"/>
                </a:lnTo>
                <a:moveTo>
                  <a:pt x="361" y="1685"/>
                </a:moveTo>
                <a:lnTo>
                  <a:pt x="602" y="1685"/>
                </a:lnTo>
                <a:moveTo>
                  <a:pt x="722" y="1685"/>
                </a:moveTo>
                <a:lnTo>
                  <a:pt x="842" y="1685"/>
                </a:lnTo>
                <a:moveTo>
                  <a:pt x="1203" y="1685"/>
                </a:moveTo>
                <a:lnTo>
                  <a:pt x="1323" y="1685"/>
                </a:lnTo>
                <a:moveTo>
                  <a:pt x="1805" y="1685"/>
                </a:moveTo>
                <a:lnTo>
                  <a:pt x="1926" y="1685"/>
                </a:lnTo>
                <a:moveTo>
                  <a:pt x="2407" y="1685"/>
                </a:moveTo>
                <a:lnTo>
                  <a:pt x="2647" y="1685"/>
                </a:lnTo>
                <a:moveTo>
                  <a:pt x="2767" y="1685"/>
                </a:moveTo>
                <a:lnTo>
                  <a:pt x="3248" y="1685"/>
                </a:lnTo>
                <a:moveTo>
                  <a:pt x="241" y="1805"/>
                </a:moveTo>
                <a:lnTo>
                  <a:pt x="361" y="1805"/>
                </a:lnTo>
                <a:moveTo>
                  <a:pt x="481" y="1805"/>
                </a:moveTo>
                <a:lnTo>
                  <a:pt x="722" y="1805"/>
                </a:lnTo>
                <a:moveTo>
                  <a:pt x="962" y="1805"/>
                </a:moveTo>
                <a:lnTo>
                  <a:pt x="1083" y="1805"/>
                </a:lnTo>
                <a:moveTo>
                  <a:pt x="1203" y="1805"/>
                </a:moveTo>
                <a:lnTo>
                  <a:pt x="1323" y="1805"/>
                </a:lnTo>
                <a:moveTo>
                  <a:pt x="1805" y="1805"/>
                </a:moveTo>
                <a:lnTo>
                  <a:pt x="1926" y="1805"/>
                </a:lnTo>
                <a:moveTo>
                  <a:pt x="2407" y="1805"/>
                </a:moveTo>
                <a:lnTo>
                  <a:pt x="2527" y="1805"/>
                </a:lnTo>
                <a:moveTo>
                  <a:pt x="2888" y="1805"/>
                </a:moveTo>
                <a:lnTo>
                  <a:pt x="3008" y="1805"/>
                </a:lnTo>
                <a:moveTo>
                  <a:pt x="3128" y="1805"/>
                </a:moveTo>
                <a:lnTo>
                  <a:pt x="3248" y="1805"/>
                </a:lnTo>
                <a:moveTo>
                  <a:pt x="3369" y="1805"/>
                </a:moveTo>
                <a:lnTo>
                  <a:pt x="3489" y="1805"/>
                </a:lnTo>
                <a:moveTo>
                  <a:pt x="121" y="1925"/>
                </a:moveTo>
                <a:lnTo>
                  <a:pt x="241" y="1925"/>
                </a:lnTo>
                <a:moveTo>
                  <a:pt x="481" y="1925"/>
                </a:moveTo>
                <a:lnTo>
                  <a:pt x="1083" y="1925"/>
                </a:lnTo>
                <a:moveTo>
                  <a:pt x="1203" y="1925"/>
                </a:moveTo>
                <a:lnTo>
                  <a:pt x="1323" y="1925"/>
                </a:lnTo>
                <a:moveTo>
                  <a:pt x="1444" y="1925"/>
                </a:moveTo>
                <a:lnTo>
                  <a:pt x="1565" y="1925"/>
                </a:lnTo>
                <a:moveTo>
                  <a:pt x="2046" y="1925"/>
                </a:moveTo>
                <a:lnTo>
                  <a:pt x="2166" y="1925"/>
                </a:lnTo>
                <a:moveTo>
                  <a:pt x="2407" y="1925"/>
                </a:moveTo>
                <a:lnTo>
                  <a:pt x="2647" y="1925"/>
                </a:lnTo>
                <a:moveTo>
                  <a:pt x="3008" y="1925"/>
                </a:moveTo>
                <a:lnTo>
                  <a:pt x="3248" y="1925"/>
                </a:lnTo>
                <a:moveTo>
                  <a:pt x="0" y="2046"/>
                </a:moveTo>
                <a:lnTo>
                  <a:pt x="121" y="2046"/>
                </a:lnTo>
                <a:moveTo>
                  <a:pt x="241" y="2046"/>
                </a:moveTo>
                <a:lnTo>
                  <a:pt x="722" y="2046"/>
                </a:lnTo>
                <a:moveTo>
                  <a:pt x="962" y="2046"/>
                </a:moveTo>
                <a:lnTo>
                  <a:pt x="1203" y="2046"/>
                </a:lnTo>
                <a:moveTo>
                  <a:pt x="1444" y="2046"/>
                </a:moveTo>
                <a:lnTo>
                  <a:pt x="1926" y="2046"/>
                </a:lnTo>
                <a:moveTo>
                  <a:pt x="2286" y="2046"/>
                </a:moveTo>
                <a:lnTo>
                  <a:pt x="2527" y="2046"/>
                </a:lnTo>
                <a:moveTo>
                  <a:pt x="2647" y="2046"/>
                </a:moveTo>
                <a:lnTo>
                  <a:pt x="3008" y="2046"/>
                </a:lnTo>
                <a:moveTo>
                  <a:pt x="3128" y="2046"/>
                </a:moveTo>
                <a:lnTo>
                  <a:pt x="3489" y="2046"/>
                </a:lnTo>
                <a:moveTo>
                  <a:pt x="0" y="2166"/>
                </a:moveTo>
                <a:lnTo>
                  <a:pt x="361" y="2166"/>
                </a:lnTo>
                <a:moveTo>
                  <a:pt x="481" y="2166"/>
                </a:moveTo>
                <a:lnTo>
                  <a:pt x="602" y="2166"/>
                </a:lnTo>
                <a:moveTo>
                  <a:pt x="722" y="2166"/>
                </a:moveTo>
                <a:lnTo>
                  <a:pt x="842" y="2166"/>
                </a:lnTo>
                <a:moveTo>
                  <a:pt x="1203" y="2166"/>
                </a:moveTo>
                <a:lnTo>
                  <a:pt x="1565" y="2166"/>
                </a:lnTo>
                <a:moveTo>
                  <a:pt x="1805" y="2166"/>
                </a:moveTo>
                <a:lnTo>
                  <a:pt x="1926" y="2166"/>
                </a:lnTo>
                <a:moveTo>
                  <a:pt x="2166" y="2166"/>
                </a:moveTo>
                <a:lnTo>
                  <a:pt x="2407" y="2166"/>
                </a:lnTo>
                <a:moveTo>
                  <a:pt x="2767" y="2166"/>
                </a:moveTo>
                <a:lnTo>
                  <a:pt x="2888" y="2166"/>
                </a:lnTo>
                <a:moveTo>
                  <a:pt x="3008" y="2166"/>
                </a:moveTo>
                <a:lnTo>
                  <a:pt x="3128" y="2166"/>
                </a:lnTo>
                <a:moveTo>
                  <a:pt x="3369" y="2166"/>
                </a:moveTo>
                <a:lnTo>
                  <a:pt x="3489" y="2166"/>
                </a:lnTo>
                <a:moveTo>
                  <a:pt x="0" y="2286"/>
                </a:moveTo>
                <a:lnTo>
                  <a:pt x="121" y="2286"/>
                </a:lnTo>
                <a:moveTo>
                  <a:pt x="361" y="2286"/>
                </a:moveTo>
                <a:lnTo>
                  <a:pt x="602" y="2286"/>
                </a:lnTo>
                <a:moveTo>
                  <a:pt x="1083" y="2286"/>
                </a:moveTo>
                <a:lnTo>
                  <a:pt x="1444" y="2286"/>
                </a:lnTo>
                <a:moveTo>
                  <a:pt x="1565" y="2286"/>
                </a:moveTo>
                <a:lnTo>
                  <a:pt x="1685" y="2286"/>
                </a:lnTo>
                <a:moveTo>
                  <a:pt x="1805" y="2286"/>
                </a:moveTo>
                <a:lnTo>
                  <a:pt x="1926" y="2286"/>
                </a:lnTo>
                <a:moveTo>
                  <a:pt x="2166" y="2286"/>
                </a:moveTo>
                <a:lnTo>
                  <a:pt x="2286" y="2286"/>
                </a:lnTo>
                <a:moveTo>
                  <a:pt x="2647" y="2286"/>
                </a:moveTo>
                <a:lnTo>
                  <a:pt x="2767" y="2286"/>
                </a:lnTo>
                <a:moveTo>
                  <a:pt x="2888" y="2286"/>
                </a:moveTo>
                <a:lnTo>
                  <a:pt x="3008" y="2286"/>
                </a:lnTo>
                <a:moveTo>
                  <a:pt x="0" y="2406"/>
                </a:moveTo>
                <a:lnTo>
                  <a:pt x="121" y="2406"/>
                </a:lnTo>
                <a:moveTo>
                  <a:pt x="241" y="2406"/>
                </a:moveTo>
                <a:lnTo>
                  <a:pt x="361" y="2406"/>
                </a:lnTo>
                <a:moveTo>
                  <a:pt x="481" y="2406"/>
                </a:moveTo>
                <a:lnTo>
                  <a:pt x="602" y="2406"/>
                </a:lnTo>
                <a:moveTo>
                  <a:pt x="722" y="2406"/>
                </a:moveTo>
                <a:lnTo>
                  <a:pt x="842" y="2406"/>
                </a:lnTo>
                <a:moveTo>
                  <a:pt x="962" y="2406"/>
                </a:moveTo>
                <a:lnTo>
                  <a:pt x="1323" y="2406"/>
                </a:lnTo>
                <a:moveTo>
                  <a:pt x="1444" y="2406"/>
                </a:moveTo>
                <a:lnTo>
                  <a:pt x="1565" y="2406"/>
                </a:lnTo>
                <a:moveTo>
                  <a:pt x="1685" y="2406"/>
                </a:moveTo>
                <a:lnTo>
                  <a:pt x="2166" y="2406"/>
                </a:lnTo>
                <a:moveTo>
                  <a:pt x="2286" y="2406"/>
                </a:moveTo>
                <a:lnTo>
                  <a:pt x="3008" y="2406"/>
                </a:lnTo>
                <a:moveTo>
                  <a:pt x="3128" y="2406"/>
                </a:moveTo>
                <a:lnTo>
                  <a:pt x="3489" y="2406"/>
                </a:lnTo>
                <a:moveTo>
                  <a:pt x="962" y="2527"/>
                </a:moveTo>
                <a:lnTo>
                  <a:pt x="1203" y="2527"/>
                </a:lnTo>
                <a:moveTo>
                  <a:pt x="1323" y="2527"/>
                </a:moveTo>
                <a:lnTo>
                  <a:pt x="1565" y="2527"/>
                </a:lnTo>
                <a:moveTo>
                  <a:pt x="1685" y="2527"/>
                </a:moveTo>
                <a:lnTo>
                  <a:pt x="1926" y="2527"/>
                </a:lnTo>
                <a:moveTo>
                  <a:pt x="2407" y="2527"/>
                </a:moveTo>
                <a:lnTo>
                  <a:pt x="2527" y="2527"/>
                </a:lnTo>
                <a:moveTo>
                  <a:pt x="2888" y="2527"/>
                </a:moveTo>
                <a:lnTo>
                  <a:pt x="3128" y="2527"/>
                </a:lnTo>
                <a:moveTo>
                  <a:pt x="0" y="2647"/>
                </a:moveTo>
                <a:lnTo>
                  <a:pt x="842" y="2647"/>
                </a:lnTo>
                <a:moveTo>
                  <a:pt x="1203" y="2647"/>
                </a:moveTo>
                <a:lnTo>
                  <a:pt x="1565" y="2647"/>
                </a:lnTo>
                <a:moveTo>
                  <a:pt x="1805" y="2647"/>
                </a:moveTo>
                <a:lnTo>
                  <a:pt x="2166" y="2647"/>
                </a:lnTo>
                <a:moveTo>
                  <a:pt x="2286" y="2647"/>
                </a:moveTo>
                <a:lnTo>
                  <a:pt x="2527" y="2647"/>
                </a:lnTo>
                <a:moveTo>
                  <a:pt x="2647" y="2647"/>
                </a:moveTo>
                <a:lnTo>
                  <a:pt x="2767" y="2647"/>
                </a:lnTo>
                <a:moveTo>
                  <a:pt x="2888" y="2647"/>
                </a:moveTo>
                <a:lnTo>
                  <a:pt x="3248" y="2647"/>
                </a:lnTo>
                <a:moveTo>
                  <a:pt x="0" y="2767"/>
                </a:moveTo>
                <a:lnTo>
                  <a:pt x="121" y="2767"/>
                </a:lnTo>
                <a:moveTo>
                  <a:pt x="722" y="2767"/>
                </a:moveTo>
                <a:lnTo>
                  <a:pt x="842" y="2767"/>
                </a:lnTo>
                <a:moveTo>
                  <a:pt x="1323" y="2767"/>
                </a:moveTo>
                <a:lnTo>
                  <a:pt x="1444" y="2767"/>
                </a:lnTo>
                <a:moveTo>
                  <a:pt x="1685" y="2767"/>
                </a:moveTo>
                <a:lnTo>
                  <a:pt x="1805" y="2767"/>
                </a:lnTo>
                <a:moveTo>
                  <a:pt x="1926" y="2767"/>
                </a:moveTo>
                <a:lnTo>
                  <a:pt x="2046" y="2767"/>
                </a:lnTo>
                <a:moveTo>
                  <a:pt x="2166" y="2767"/>
                </a:moveTo>
                <a:lnTo>
                  <a:pt x="2527" y="2767"/>
                </a:lnTo>
                <a:moveTo>
                  <a:pt x="2888" y="2767"/>
                </a:moveTo>
                <a:lnTo>
                  <a:pt x="3008" y="2767"/>
                </a:lnTo>
                <a:moveTo>
                  <a:pt x="3248" y="2767"/>
                </a:moveTo>
                <a:lnTo>
                  <a:pt x="3369" y="2767"/>
                </a:lnTo>
                <a:moveTo>
                  <a:pt x="0" y="2887"/>
                </a:moveTo>
                <a:lnTo>
                  <a:pt x="121" y="2887"/>
                </a:lnTo>
                <a:moveTo>
                  <a:pt x="241" y="2887"/>
                </a:moveTo>
                <a:lnTo>
                  <a:pt x="602" y="2887"/>
                </a:lnTo>
                <a:moveTo>
                  <a:pt x="722" y="2887"/>
                </a:moveTo>
                <a:lnTo>
                  <a:pt x="842" y="2887"/>
                </a:lnTo>
                <a:moveTo>
                  <a:pt x="1203" y="2887"/>
                </a:moveTo>
                <a:lnTo>
                  <a:pt x="1323" y="2887"/>
                </a:lnTo>
                <a:moveTo>
                  <a:pt x="1444" y="2887"/>
                </a:moveTo>
                <a:lnTo>
                  <a:pt x="2046" y="2887"/>
                </a:lnTo>
                <a:moveTo>
                  <a:pt x="2286" y="2887"/>
                </a:moveTo>
                <a:lnTo>
                  <a:pt x="3128" y="2887"/>
                </a:lnTo>
                <a:moveTo>
                  <a:pt x="3369" y="2887"/>
                </a:moveTo>
                <a:lnTo>
                  <a:pt x="3489" y="2887"/>
                </a:lnTo>
                <a:moveTo>
                  <a:pt x="0" y="3008"/>
                </a:moveTo>
                <a:lnTo>
                  <a:pt x="121" y="3008"/>
                </a:lnTo>
                <a:moveTo>
                  <a:pt x="241" y="3008"/>
                </a:moveTo>
                <a:lnTo>
                  <a:pt x="602" y="3008"/>
                </a:lnTo>
                <a:moveTo>
                  <a:pt x="722" y="3008"/>
                </a:moveTo>
                <a:lnTo>
                  <a:pt x="842" y="3008"/>
                </a:lnTo>
                <a:moveTo>
                  <a:pt x="1083" y="3008"/>
                </a:moveTo>
                <a:lnTo>
                  <a:pt x="1323" y="3008"/>
                </a:lnTo>
                <a:moveTo>
                  <a:pt x="1444" y="3008"/>
                </a:moveTo>
                <a:lnTo>
                  <a:pt x="1565" y="3008"/>
                </a:lnTo>
                <a:moveTo>
                  <a:pt x="1685" y="3008"/>
                </a:moveTo>
                <a:lnTo>
                  <a:pt x="2286" y="3008"/>
                </a:lnTo>
                <a:moveTo>
                  <a:pt x="2407" y="3008"/>
                </a:moveTo>
                <a:lnTo>
                  <a:pt x="2647" y="3008"/>
                </a:lnTo>
                <a:moveTo>
                  <a:pt x="2767" y="3008"/>
                </a:moveTo>
                <a:lnTo>
                  <a:pt x="2888" y="3008"/>
                </a:lnTo>
                <a:moveTo>
                  <a:pt x="3008" y="3008"/>
                </a:moveTo>
                <a:lnTo>
                  <a:pt x="3248" y="3008"/>
                </a:lnTo>
                <a:moveTo>
                  <a:pt x="3369" y="3008"/>
                </a:moveTo>
                <a:lnTo>
                  <a:pt x="3489" y="3008"/>
                </a:lnTo>
                <a:moveTo>
                  <a:pt x="0" y="3128"/>
                </a:moveTo>
                <a:lnTo>
                  <a:pt x="121" y="3128"/>
                </a:lnTo>
                <a:moveTo>
                  <a:pt x="241" y="3128"/>
                </a:moveTo>
                <a:lnTo>
                  <a:pt x="602" y="3128"/>
                </a:lnTo>
                <a:moveTo>
                  <a:pt x="722" y="3128"/>
                </a:moveTo>
                <a:lnTo>
                  <a:pt x="842" y="3128"/>
                </a:lnTo>
                <a:moveTo>
                  <a:pt x="1323" y="3128"/>
                </a:moveTo>
                <a:lnTo>
                  <a:pt x="2046" y="3128"/>
                </a:lnTo>
                <a:moveTo>
                  <a:pt x="2166" y="3128"/>
                </a:moveTo>
                <a:lnTo>
                  <a:pt x="2407" y="3128"/>
                </a:lnTo>
                <a:moveTo>
                  <a:pt x="2527" y="3128"/>
                </a:moveTo>
                <a:lnTo>
                  <a:pt x="3369" y="3128"/>
                </a:lnTo>
                <a:moveTo>
                  <a:pt x="0" y="3248"/>
                </a:moveTo>
                <a:lnTo>
                  <a:pt x="121" y="3248"/>
                </a:lnTo>
                <a:moveTo>
                  <a:pt x="722" y="3248"/>
                </a:moveTo>
                <a:lnTo>
                  <a:pt x="842" y="3248"/>
                </a:lnTo>
                <a:moveTo>
                  <a:pt x="1805" y="3248"/>
                </a:moveTo>
                <a:lnTo>
                  <a:pt x="2046" y="3248"/>
                </a:lnTo>
                <a:moveTo>
                  <a:pt x="2527" y="3248"/>
                </a:moveTo>
                <a:lnTo>
                  <a:pt x="2767" y="3248"/>
                </a:lnTo>
                <a:moveTo>
                  <a:pt x="2888" y="3248"/>
                </a:moveTo>
                <a:lnTo>
                  <a:pt x="3248" y="3248"/>
                </a:lnTo>
                <a:moveTo>
                  <a:pt x="3369" y="3248"/>
                </a:moveTo>
                <a:lnTo>
                  <a:pt x="3489" y="3248"/>
                </a:lnTo>
                <a:moveTo>
                  <a:pt x="0" y="3368"/>
                </a:moveTo>
                <a:lnTo>
                  <a:pt x="842" y="3368"/>
                </a:lnTo>
                <a:moveTo>
                  <a:pt x="962" y="3368"/>
                </a:moveTo>
                <a:lnTo>
                  <a:pt x="1565" y="3368"/>
                </a:lnTo>
                <a:moveTo>
                  <a:pt x="1685" y="3368"/>
                </a:moveTo>
                <a:lnTo>
                  <a:pt x="1926" y="3368"/>
                </a:lnTo>
                <a:moveTo>
                  <a:pt x="2046" y="3368"/>
                </a:moveTo>
                <a:lnTo>
                  <a:pt x="2166" y="3368"/>
                </a:lnTo>
                <a:moveTo>
                  <a:pt x="2286" y="3368"/>
                </a:moveTo>
                <a:lnTo>
                  <a:pt x="2407" y="3368"/>
                </a:lnTo>
                <a:moveTo>
                  <a:pt x="2767" y="3368"/>
                </a:moveTo>
                <a:lnTo>
                  <a:pt x="3248" y="3368"/>
                </a:lnTo>
              </a:path>
            </a:pathLst>
          </a:custGeom>
          <a:ln w="43200">
            <a:solidFill>
              <a:srgbClr val="001d34"/>
            </a:solidFill>
            <a:miter/>
          </a:ln>
        </p:spPr>
        <p:txBody>
          <a:bodyPr lIns="21600" rIns="21600" tIns="21600" bIns="21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4115520" y="3908520"/>
            <a:ext cx="1256040" cy="1212480"/>
          </a:xfrm>
          <a:custGeom>
            <a:avLst/>
            <a:gdLst/>
            <a:ahLst/>
            <a:rect l="0" t="0" r="r" b="b"/>
            <a:pathLst>
              <a:path fill="none" w="3489" h="3368">
                <a:moveTo>
                  <a:pt x="0" y="0"/>
                </a:moveTo>
                <a:lnTo>
                  <a:pt x="843" y="0"/>
                </a:lnTo>
                <a:moveTo>
                  <a:pt x="1204" y="0"/>
                </a:moveTo>
                <a:lnTo>
                  <a:pt x="1324" y="0"/>
                </a:lnTo>
                <a:moveTo>
                  <a:pt x="1444" y="0"/>
                </a:moveTo>
                <a:lnTo>
                  <a:pt x="1564" y="0"/>
                </a:lnTo>
                <a:moveTo>
                  <a:pt x="1805" y="0"/>
                </a:moveTo>
                <a:lnTo>
                  <a:pt x="2166" y="0"/>
                </a:lnTo>
                <a:moveTo>
                  <a:pt x="2647" y="0"/>
                </a:moveTo>
                <a:lnTo>
                  <a:pt x="3489" y="0"/>
                </a:lnTo>
                <a:moveTo>
                  <a:pt x="0" y="120"/>
                </a:moveTo>
                <a:lnTo>
                  <a:pt x="120" y="120"/>
                </a:lnTo>
                <a:moveTo>
                  <a:pt x="721" y="120"/>
                </a:moveTo>
                <a:lnTo>
                  <a:pt x="843" y="120"/>
                </a:lnTo>
                <a:moveTo>
                  <a:pt x="963" y="120"/>
                </a:moveTo>
                <a:lnTo>
                  <a:pt x="1444" y="120"/>
                </a:lnTo>
                <a:moveTo>
                  <a:pt x="1564" y="120"/>
                </a:moveTo>
                <a:lnTo>
                  <a:pt x="1805" y="120"/>
                </a:lnTo>
                <a:moveTo>
                  <a:pt x="1925" y="120"/>
                </a:moveTo>
                <a:lnTo>
                  <a:pt x="2286" y="120"/>
                </a:lnTo>
                <a:moveTo>
                  <a:pt x="2406" y="120"/>
                </a:moveTo>
                <a:lnTo>
                  <a:pt x="2526" y="120"/>
                </a:lnTo>
                <a:moveTo>
                  <a:pt x="2647" y="120"/>
                </a:moveTo>
                <a:lnTo>
                  <a:pt x="2767" y="120"/>
                </a:lnTo>
                <a:moveTo>
                  <a:pt x="3368" y="120"/>
                </a:moveTo>
                <a:lnTo>
                  <a:pt x="3489" y="120"/>
                </a:lnTo>
                <a:moveTo>
                  <a:pt x="0" y="241"/>
                </a:moveTo>
                <a:lnTo>
                  <a:pt x="120" y="241"/>
                </a:lnTo>
                <a:moveTo>
                  <a:pt x="240" y="241"/>
                </a:moveTo>
                <a:lnTo>
                  <a:pt x="601" y="241"/>
                </a:lnTo>
                <a:moveTo>
                  <a:pt x="721" y="241"/>
                </a:moveTo>
                <a:lnTo>
                  <a:pt x="843" y="241"/>
                </a:lnTo>
                <a:moveTo>
                  <a:pt x="963" y="241"/>
                </a:moveTo>
                <a:lnTo>
                  <a:pt x="1083" y="241"/>
                </a:lnTo>
                <a:moveTo>
                  <a:pt x="1204" y="241"/>
                </a:moveTo>
                <a:lnTo>
                  <a:pt x="1324" y="241"/>
                </a:lnTo>
                <a:moveTo>
                  <a:pt x="1444" y="241"/>
                </a:moveTo>
                <a:lnTo>
                  <a:pt x="1685" y="241"/>
                </a:lnTo>
                <a:moveTo>
                  <a:pt x="1805" y="241"/>
                </a:moveTo>
                <a:lnTo>
                  <a:pt x="1925" y="241"/>
                </a:lnTo>
                <a:moveTo>
                  <a:pt x="2166" y="241"/>
                </a:moveTo>
                <a:lnTo>
                  <a:pt x="2286" y="241"/>
                </a:lnTo>
                <a:moveTo>
                  <a:pt x="2406" y="241"/>
                </a:moveTo>
                <a:lnTo>
                  <a:pt x="2526" y="241"/>
                </a:lnTo>
                <a:moveTo>
                  <a:pt x="2647" y="241"/>
                </a:moveTo>
                <a:lnTo>
                  <a:pt x="2767" y="241"/>
                </a:lnTo>
                <a:moveTo>
                  <a:pt x="2887" y="241"/>
                </a:moveTo>
                <a:lnTo>
                  <a:pt x="3248" y="241"/>
                </a:lnTo>
                <a:moveTo>
                  <a:pt x="3368" y="241"/>
                </a:moveTo>
                <a:lnTo>
                  <a:pt x="3489" y="241"/>
                </a:lnTo>
                <a:moveTo>
                  <a:pt x="0" y="361"/>
                </a:moveTo>
                <a:lnTo>
                  <a:pt x="120" y="361"/>
                </a:lnTo>
                <a:moveTo>
                  <a:pt x="240" y="361"/>
                </a:moveTo>
                <a:lnTo>
                  <a:pt x="601" y="361"/>
                </a:lnTo>
                <a:moveTo>
                  <a:pt x="721" y="361"/>
                </a:moveTo>
                <a:lnTo>
                  <a:pt x="843" y="361"/>
                </a:lnTo>
                <a:moveTo>
                  <a:pt x="963" y="361"/>
                </a:moveTo>
                <a:lnTo>
                  <a:pt x="1083" y="361"/>
                </a:lnTo>
                <a:moveTo>
                  <a:pt x="1204" y="361"/>
                </a:moveTo>
                <a:lnTo>
                  <a:pt x="1564" y="361"/>
                </a:lnTo>
                <a:moveTo>
                  <a:pt x="1925" y="361"/>
                </a:moveTo>
                <a:lnTo>
                  <a:pt x="2166" y="361"/>
                </a:lnTo>
                <a:moveTo>
                  <a:pt x="2406" y="361"/>
                </a:moveTo>
                <a:lnTo>
                  <a:pt x="2526" y="361"/>
                </a:lnTo>
                <a:moveTo>
                  <a:pt x="2647" y="361"/>
                </a:moveTo>
                <a:lnTo>
                  <a:pt x="2767" y="361"/>
                </a:lnTo>
                <a:moveTo>
                  <a:pt x="2887" y="361"/>
                </a:moveTo>
                <a:lnTo>
                  <a:pt x="3248" y="361"/>
                </a:lnTo>
                <a:moveTo>
                  <a:pt x="3368" y="361"/>
                </a:moveTo>
                <a:lnTo>
                  <a:pt x="3489" y="361"/>
                </a:lnTo>
                <a:moveTo>
                  <a:pt x="0" y="481"/>
                </a:moveTo>
                <a:lnTo>
                  <a:pt x="120" y="481"/>
                </a:lnTo>
                <a:moveTo>
                  <a:pt x="240" y="481"/>
                </a:moveTo>
                <a:lnTo>
                  <a:pt x="601" y="481"/>
                </a:lnTo>
                <a:moveTo>
                  <a:pt x="721" y="481"/>
                </a:moveTo>
                <a:lnTo>
                  <a:pt x="843" y="481"/>
                </a:lnTo>
                <a:moveTo>
                  <a:pt x="1204" y="481"/>
                </a:moveTo>
                <a:lnTo>
                  <a:pt x="1324" y="481"/>
                </a:lnTo>
                <a:moveTo>
                  <a:pt x="1805" y="481"/>
                </a:moveTo>
                <a:lnTo>
                  <a:pt x="2045" y="481"/>
                </a:lnTo>
                <a:moveTo>
                  <a:pt x="2286" y="481"/>
                </a:moveTo>
                <a:lnTo>
                  <a:pt x="2526" y="481"/>
                </a:lnTo>
                <a:moveTo>
                  <a:pt x="2647" y="481"/>
                </a:moveTo>
                <a:lnTo>
                  <a:pt x="2767" y="481"/>
                </a:lnTo>
                <a:moveTo>
                  <a:pt x="2887" y="481"/>
                </a:moveTo>
                <a:lnTo>
                  <a:pt x="3248" y="481"/>
                </a:lnTo>
                <a:moveTo>
                  <a:pt x="3368" y="481"/>
                </a:moveTo>
                <a:lnTo>
                  <a:pt x="3489" y="481"/>
                </a:lnTo>
                <a:moveTo>
                  <a:pt x="0" y="601"/>
                </a:moveTo>
                <a:lnTo>
                  <a:pt x="120" y="601"/>
                </a:lnTo>
                <a:moveTo>
                  <a:pt x="721" y="601"/>
                </a:moveTo>
                <a:lnTo>
                  <a:pt x="843" y="601"/>
                </a:lnTo>
                <a:moveTo>
                  <a:pt x="1083" y="601"/>
                </a:moveTo>
                <a:lnTo>
                  <a:pt x="1204" y="601"/>
                </a:lnTo>
                <a:moveTo>
                  <a:pt x="1805" y="601"/>
                </a:moveTo>
                <a:lnTo>
                  <a:pt x="1925" y="601"/>
                </a:lnTo>
                <a:moveTo>
                  <a:pt x="2045" y="601"/>
                </a:moveTo>
                <a:lnTo>
                  <a:pt x="2166" y="601"/>
                </a:lnTo>
                <a:moveTo>
                  <a:pt x="2406" y="601"/>
                </a:moveTo>
                <a:lnTo>
                  <a:pt x="2526" y="601"/>
                </a:lnTo>
                <a:moveTo>
                  <a:pt x="2647" y="601"/>
                </a:moveTo>
                <a:lnTo>
                  <a:pt x="2767" y="601"/>
                </a:lnTo>
                <a:moveTo>
                  <a:pt x="3368" y="601"/>
                </a:moveTo>
                <a:lnTo>
                  <a:pt x="3489" y="601"/>
                </a:lnTo>
                <a:moveTo>
                  <a:pt x="0" y="722"/>
                </a:moveTo>
                <a:lnTo>
                  <a:pt x="843" y="722"/>
                </a:lnTo>
                <a:moveTo>
                  <a:pt x="963" y="722"/>
                </a:moveTo>
                <a:lnTo>
                  <a:pt x="1083" y="722"/>
                </a:lnTo>
                <a:moveTo>
                  <a:pt x="1204" y="722"/>
                </a:moveTo>
                <a:lnTo>
                  <a:pt x="1324" y="722"/>
                </a:lnTo>
                <a:moveTo>
                  <a:pt x="1444" y="722"/>
                </a:moveTo>
                <a:lnTo>
                  <a:pt x="1564" y="722"/>
                </a:lnTo>
                <a:moveTo>
                  <a:pt x="1685" y="722"/>
                </a:moveTo>
                <a:lnTo>
                  <a:pt x="1805" y="722"/>
                </a:lnTo>
                <a:moveTo>
                  <a:pt x="1925" y="722"/>
                </a:moveTo>
                <a:lnTo>
                  <a:pt x="2045" y="722"/>
                </a:lnTo>
                <a:moveTo>
                  <a:pt x="2166" y="722"/>
                </a:moveTo>
                <a:lnTo>
                  <a:pt x="2286" y="722"/>
                </a:lnTo>
                <a:moveTo>
                  <a:pt x="2406" y="722"/>
                </a:moveTo>
                <a:lnTo>
                  <a:pt x="2526" y="722"/>
                </a:lnTo>
                <a:moveTo>
                  <a:pt x="2647" y="722"/>
                </a:moveTo>
                <a:lnTo>
                  <a:pt x="3489" y="722"/>
                </a:lnTo>
                <a:moveTo>
                  <a:pt x="963" y="842"/>
                </a:moveTo>
                <a:lnTo>
                  <a:pt x="1083" y="842"/>
                </a:lnTo>
                <a:moveTo>
                  <a:pt x="1324" y="842"/>
                </a:moveTo>
                <a:lnTo>
                  <a:pt x="1564" y="842"/>
                </a:lnTo>
                <a:moveTo>
                  <a:pt x="1685" y="842"/>
                </a:moveTo>
                <a:lnTo>
                  <a:pt x="2045" y="842"/>
                </a:lnTo>
                <a:moveTo>
                  <a:pt x="2166" y="842"/>
                </a:moveTo>
                <a:lnTo>
                  <a:pt x="2406" y="842"/>
                </a:lnTo>
                <a:moveTo>
                  <a:pt x="0" y="963"/>
                </a:moveTo>
                <a:lnTo>
                  <a:pt x="120" y="963"/>
                </a:lnTo>
                <a:moveTo>
                  <a:pt x="721" y="963"/>
                </a:moveTo>
                <a:lnTo>
                  <a:pt x="843" y="963"/>
                </a:lnTo>
                <a:moveTo>
                  <a:pt x="963" y="963"/>
                </a:moveTo>
                <a:lnTo>
                  <a:pt x="1444" y="963"/>
                </a:lnTo>
                <a:moveTo>
                  <a:pt x="2045" y="963"/>
                </a:moveTo>
                <a:lnTo>
                  <a:pt x="2166" y="963"/>
                </a:lnTo>
                <a:moveTo>
                  <a:pt x="2406" y="963"/>
                </a:moveTo>
                <a:lnTo>
                  <a:pt x="2767" y="963"/>
                </a:lnTo>
                <a:moveTo>
                  <a:pt x="3008" y="963"/>
                </a:moveTo>
                <a:lnTo>
                  <a:pt x="3368" y="963"/>
                </a:lnTo>
                <a:moveTo>
                  <a:pt x="0" y="1083"/>
                </a:moveTo>
                <a:lnTo>
                  <a:pt x="120" y="1083"/>
                </a:lnTo>
                <a:moveTo>
                  <a:pt x="240" y="1083"/>
                </a:moveTo>
                <a:lnTo>
                  <a:pt x="361" y="1083"/>
                </a:lnTo>
                <a:moveTo>
                  <a:pt x="1324" y="1083"/>
                </a:moveTo>
                <a:lnTo>
                  <a:pt x="1444" y="1083"/>
                </a:lnTo>
                <a:moveTo>
                  <a:pt x="1564" y="1083"/>
                </a:moveTo>
                <a:lnTo>
                  <a:pt x="1685" y="1083"/>
                </a:lnTo>
                <a:moveTo>
                  <a:pt x="1925" y="1083"/>
                </a:moveTo>
                <a:lnTo>
                  <a:pt x="2406" y="1083"/>
                </a:lnTo>
                <a:moveTo>
                  <a:pt x="2767" y="1083"/>
                </a:moveTo>
                <a:lnTo>
                  <a:pt x="3008" y="1083"/>
                </a:lnTo>
                <a:moveTo>
                  <a:pt x="3128" y="1083"/>
                </a:moveTo>
                <a:lnTo>
                  <a:pt x="3368" y="1083"/>
                </a:lnTo>
                <a:moveTo>
                  <a:pt x="481" y="1204"/>
                </a:moveTo>
                <a:lnTo>
                  <a:pt x="843" y="1204"/>
                </a:lnTo>
                <a:moveTo>
                  <a:pt x="1083" y="1204"/>
                </a:moveTo>
                <a:lnTo>
                  <a:pt x="1204" y="1204"/>
                </a:lnTo>
                <a:moveTo>
                  <a:pt x="1324" y="1204"/>
                </a:moveTo>
                <a:lnTo>
                  <a:pt x="1925" y="1204"/>
                </a:lnTo>
                <a:moveTo>
                  <a:pt x="2166" y="1204"/>
                </a:moveTo>
                <a:lnTo>
                  <a:pt x="2286" y="1204"/>
                </a:lnTo>
                <a:moveTo>
                  <a:pt x="2767" y="1204"/>
                </a:moveTo>
                <a:lnTo>
                  <a:pt x="3008" y="1204"/>
                </a:lnTo>
                <a:moveTo>
                  <a:pt x="0" y="1324"/>
                </a:moveTo>
                <a:lnTo>
                  <a:pt x="721" y="1324"/>
                </a:lnTo>
                <a:moveTo>
                  <a:pt x="963" y="1324"/>
                </a:moveTo>
                <a:lnTo>
                  <a:pt x="1083" y="1324"/>
                </a:lnTo>
                <a:moveTo>
                  <a:pt x="1204" y="1324"/>
                </a:moveTo>
                <a:lnTo>
                  <a:pt x="1444" y="1324"/>
                </a:lnTo>
                <a:moveTo>
                  <a:pt x="1564" y="1324"/>
                </a:moveTo>
                <a:lnTo>
                  <a:pt x="1685" y="1324"/>
                </a:lnTo>
                <a:moveTo>
                  <a:pt x="2647" y="1324"/>
                </a:moveTo>
                <a:lnTo>
                  <a:pt x="3128" y="1324"/>
                </a:lnTo>
                <a:moveTo>
                  <a:pt x="120" y="1444"/>
                </a:moveTo>
                <a:lnTo>
                  <a:pt x="481" y="1444"/>
                </a:lnTo>
                <a:moveTo>
                  <a:pt x="721" y="1444"/>
                </a:moveTo>
                <a:lnTo>
                  <a:pt x="843" y="1444"/>
                </a:lnTo>
                <a:moveTo>
                  <a:pt x="963" y="1444"/>
                </a:moveTo>
                <a:lnTo>
                  <a:pt x="1204" y="1444"/>
                </a:lnTo>
                <a:moveTo>
                  <a:pt x="1564" y="1444"/>
                </a:moveTo>
                <a:lnTo>
                  <a:pt x="1685" y="1444"/>
                </a:lnTo>
                <a:moveTo>
                  <a:pt x="1805" y="1444"/>
                </a:moveTo>
                <a:lnTo>
                  <a:pt x="2045" y="1444"/>
                </a:lnTo>
                <a:moveTo>
                  <a:pt x="2286" y="1444"/>
                </a:moveTo>
                <a:lnTo>
                  <a:pt x="2406" y="1444"/>
                </a:lnTo>
                <a:moveTo>
                  <a:pt x="2647" y="1444"/>
                </a:moveTo>
                <a:lnTo>
                  <a:pt x="2887" y="1444"/>
                </a:lnTo>
                <a:moveTo>
                  <a:pt x="3368" y="1444"/>
                </a:moveTo>
                <a:lnTo>
                  <a:pt x="3489" y="1444"/>
                </a:lnTo>
                <a:moveTo>
                  <a:pt x="120" y="1564"/>
                </a:moveTo>
                <a:lnTo>
                  <a:pt x="361" y="1564"/>
                </a:lnTo>
                <a:moveTo>
                  <a:pt x="481" y="1564"/>
                </a:moveTo>
                <a:lnTo>
                  <a:pt x="601" y="1564"/>
                </a:lnTo>
                <a:moveTo>
                  <a:pt x="843" y="1564"/>
                </a:moveTo>
                <a:lnTo>
                  <a:pt x="1083" y="1564"/>
                </a:lnTo>
                <a:moveTo>
                  <a:pt x="1324" y="1564"/>
                </a:moveTo>
                <a:lnTo>
                  <a:pt x="1444" y="1564"/>
                </a:lnTo>
                <a:moveTo>
                  <a:pt x="2166" y="1564"/>
                </a:moveTo>
                <a:lnTo>
                  <a:pt x="2526" y="1564"/>
                </a:lnTo>
                <a:moveTo>
                  <a:pt x="2647" y="1564"/>
                </a:moveTo>
                <a:lnTo>
                  <a:pt x="3008" y="1564"/>
                </a:lnTo>
                <a:moveTo>
                  <a:pt x="3248" y="1564"/>
                </a:moveTo>
                <a:lnTo>
                  <a:pt x="3489" y="1564"/>
                </a:lnTo>
                <a:moveTo>
                  <a:pt x="0" y="1685"/>
                </a:moveTo>
                <a:lnTo>
                  <a:pt x="120" y="1685"/>
                </a:lnTo>
                <a:moveTo>
                  <a:pt x="481" y="1685"/>
                </a:moveTo>
                <a:lnTo>
                  <a:pt x="843" y="1685"/>
                </a:lnTo>
                <a:moveTo>
                  <a:pt x="1204" y="1685"/>
                </a:moveTo>
                <a:lnTo>
                  <a:pt x="1324" y="1685"/>
                </a:lnTo>
                <a:moveTo>
                  <a:pt x="1444" y="1685"/>
                </a:moveTo>
                <a:lnTo>
                  <a:pt x="1564" y="1685"/>
                </a:lnTo>
                <a:moveTo>
                  <a:pt x="1805" y="1685"/>
                </a:moveTo>
                <a:lnTo>
                  <a:pt x="2286" y="1685"/>
                </a:lnTo>
                <a:moveTo>
                  <a:pt x="2406" y="1685"/>
                </a:moveTo>
                <a:lnTo>
                  <a:pt x="2767" y="1685"/>
                </a:lnTo>
                <a:moveTo>
                  <a:pt x="3008" y="1685"/>
                </a:moveTo>
                <a:lnTo>
                  <a:pt x="3248" y="1685"/>
                </a:lnTo>
                <a:moveTo>
                  <a:pt x="0" y="1805"/>
                </a:moveTo>
                <a:lnTo>
                  <a:pt x="120" y="1805"/>
                </a:lnTo>
                <a:moveTo>
                  <a:pt x="240" y="1805"/>
                </a:moveTo>
                <a:lnTo>
                  <a:pt x="361" y="1805"/>
                </a:lnTo>
                <a:moveTo>
                  <a:pt x="601" y="1805"/>
                </a:moveTo>
                <a:lnTo>
                  <a:pt x="721" y="1805"/>
                </a:lnTo>
                <a:moveTo>
                  <a:pt x="843" y="1805"/>
                </a:moveTo>
                <a:lnTo>
                  <a:pt x="963" y="1805"/>
                </a:lnTo>
                <a:moveTo>
                  <a:pt x="1083" y="1805"/>
                </a:moveTo>
                <a:lnTo>
                  <a:pt x="1204" y="1805"/>
                </a:lnTo>
                <a:moveTo>
                  <a:pt x="1324" y="1805"/>
                </a:moveTo>
                <a:lnTo>
                  <a:pt x="1444" y="1805"/>
                </a:lnTo>
                <a:moveTo>
                  <a:pt x="1805" y="1805"/>
                </a:moveTo>
                <a:lnTo>
                  <a:pt x="1925" y="1805"/>
                </a:lnTo>
                <a:moveTo>
                  <a:pt x="2286" y="1805"/>
                </a:moveTo>
                <a:lnTo>
                  <a:pt x="2887" y="1805"/>
                </a:lnTo>
                <a:moveTo>
                  <a:pt x="3128" y="1805"/>
                </a:moveTo>
                <a:lnTo>
                  <a:pt x="3248" y="1805"/>
                </a:lnTo>
                <a:moveTo>
                  <a:pt x="3368" y="1805"/>
                </a:moveTo>
                <a:lnTo>
                  <a:pt x="3489" y="1805"/>
                </a:lnTo>
                <a:moveTo>
                  <a:pt x="0" y="1925"/>
                </a:moveTo>
                <a:lnTo>
                  <a:pt x="963" y="1925"/>
                </a:lnTo>
                <a:moveTo>
                  <a:pt x="1083" y="1925"/>
                </a:moveTo>
                <a:lnTo>
                  <a:pt x="1444" y="1925"/>
                </a:lnTo>
                <a:moveTo>
                  <a:pt x="2045" y="1925"/>
                </a:moveTo>
                <a:lnTo>
                  <a:pt x="2166" y="1925"/>
                </a:lnTo>
                <a:moveTo>
                  <a:pt x="2406" y="1925"/>
                </a:moveTo>
                <a:lnTo>
                  <a:pt x="2526" y="1925"/>
                </a:lnTo>
                <a:moveTo>
                  <a:pt x="3008" y="1925"/>
                </a:moveTo>
                <a:lnTo>
                  <a:pt x="3248" y="1925"/>
                </a:lnTo>
                <a:moveTo>
                  <a:pt x="0" y="2046"/>
                </a:moveTo>
                <a:lnTo>
                  <a:pt x="601" y="2046"/>
                </a:lnTo>
                <a:moveTo>
                  <a:pt x="843" y="2046"/>
                </a:moveTo>
                <a:lnTo>
                  <a:pt x="1083" y="2046"/>
                </a:lnTo>
                <a:moveTo>
                  <a:pt x="1324" y="2046"/>
                </a:moveTo>
                <a:lnTo>
                  <a:pt x="1444" y="2046"/>
                </a:lnTo>
                <a:moveTo>
                  <a:pt x="1564" y="2046"/>
                </a:moveTo>
                <a:lnTo>
                  <a:pt x="1925" y="2046"/>
                </a:lnTo>
                <a:moveTo>
                  <a:pt x="2166" y="2046"/>
                </a:moveTo>
                <a:lnTo>
                  <a:pt x="2767" y="2046"/>
                </a:lnTo>
                <a:moveTo>
                  <a:pt x="2887" y="2046"/>
                </a:moveTo>
                <a:lnTo>
                  <a:pt x="3008" y="2046"/>
                </a:lnTo>
                <a:moveTo>
                  <a:pt x="3128" y="2046"/>
                </a:moveTo>
                <a:lnTo>
                  <a:pt x="3489" y="2046"/>
                </a:lnTo>
                <a:moveTo>
                  <a:pt x="0" y="2166"/>
                </a:moveTo>
                <a:lnTo>
                  <a:pt x="361" y="2166"/>
                </a:lnTo>
                <a:moveTo>
                  <a:pt x="601" y="2166"/>
                </a:moveTo>
                <a:lnTo>
                  <a:pt x="843" y="2166"/>
                </a:lnTo>
                <a:moveTo>
                  <a:pt x="963" y="2166"/>
                </a:moveTo>
                <a:lnTo>
                  <a:pt x="1324" y="2166"/>
                </a:lnTo>
                <a:moveTo>
                  <a:pt x="1444" y="2166"/>
                </a:moveTo>
                <a:lnTo>
                  <a:pt x="1564" y="2166"/>
                </a:lnTo>
                <a:moveTo>
                  <a:pt x="1805" y="2166"/>
                </a:moveTo>
                <a:lnTo>
                  <a:pt x="2166" y="2166"/>
                </a:lnTo>
                <a:moveTo>
                  <a:pt x="2286" y="2166"/>
                </a:moveTo>
                <a:lnTo>
                  <a:pt x="2406" y="2166"/>
                </a:lnTo>
                <a:moveTo>
                  <a:pt x="2526" y="2166"/>
                </a:moveTo>
                <a:lnTo>
                  <a:pt x="2767" y="2166"/>
                </a:lnTo>
                <a:moveTo>
                  <a:pt x="2887" y="2166"/>
                </a:moveTo>
                <a:lnTo>
                  <a:pt x="3128" y="2166"/>
                </a:lnTo>
                <a:moveTo>
                  <a:pt x="3368" y="2166"/>
                </a:moveTo>
                <a:lnTo>
                  <a:pt x="3489" y="2166"/>
                </a:lnTo>
                <a:moveTo>
                  <a:pt x="0" y="2286"/>
                </a:moveTo>
                <a:lnTo>
                  <a:pt x="120" y="2286"/>
                </a:lnTo>
                <a:moveTo>
                  <a:pt x="481" y="2286"/>
                </a:moveTo>
                <a:lnTo>
                  <a:pt x="721" y="2286"/>
                </a:lnTo>
                <a:moveTo>
                  <a:pt x="963" y="2286"/>
                </a:moveTo>
                <a:lnTo>
                  <a:pt x="1083" y="2286"/>
                </a:lnTo>
                <a:moveTo>
                  <a:pt x="1324" y="2286"/>
                </a:moveTo>
                <a:lnTo>
                  <a:pt x="1444" y="2286"/>
                </a:lnTo>
                <a:moveTo>
                  <a:pt x="1564" y="2286"/>
                </a:moveTo>
                <a:lnTo>
                  <a:pt x="1685" y="2286"/>
                </a:lnTo>
                <a:moveTo>
                  <a:pt x="1925" y="2286"/>
                </a:moveTo>
                <a:lnTo>
                  <a:pt x="2045" y="2286"/>
                </a:lnTo>
                <a:moveTo>
                  <a:pt x="2286" y="2286"/>
                </a:moveTo>
                <a:lnTo>
                  <a:pt x="2647" y="2286"/>
                </a:lnTo>
                <a:moveTo>
                  <a:pt x="0" y="2406"/>
                </a:moveTo>
                <a:lnTo>
                  <a:pt x="120" y="2406"/>
                </a:lnTo>
                <a:moveTo>
                  <a:pt x="361" y="2406"/>
                </a:moveTo>
                <a:lnTo>
                  <a:pt x="481" y="2406"/>
                </a:lnTo>
                <a:moveTo>
                  <a:pt x="601" y="2406"/>
                </a:moveTo>
                <a:lnTo>
                  <a:pt x="843" y="2406"/>
                </a:lnTo>
                <a:moveTo>
                  <a:pt x="1083" y="2406"/>
                </a:moveTo>
                <a:lnTo>
                  <a:pt x="1324" y="2406"/>
                </a:lnTo>
                <a:moveTo>
                  <a:pt x="1685" y="2406"/>
                </a:moveTo>
                <a:lnTo>
                  <a:pt x="2166" y="2406"/>
                </a:lnTo>
                <a:moveTo>
                  <a:pt x="2286" y="2406"/>
                </a:moveTo>
                <a:lnTo>
                  <a:pt x="3008" y="2406"/>
                </a:lnTo>
                <a:moveTo>
                  <a:pt x="3128" y="2406"/>
                </a:moveTo>
                <a:lnTo>
                  <a:pt x="3489" y="2406"/>
                </a:lnTo>
                <a:moveTo>
                  <a:pt x="963" y="2527"/>
                </a:moveTo>
                <a:lnTo>
                  <a:pt x="1083" y="2527"/>
                </a:lnTo>
                <a:moveTo>
                  <a:pt x="1204" y="2527"/>
                </a:moveTo>
                <a:lnTo>
                  <a:pt x="1444" y="2527"/>
                </a:lnTo>
                <a:moveTo>
                  <a:pt x="1685" y="2527"/>
                </a:moveTo>
                <a:lnTo>
                  <a:pt x="1925" y="2527"/>
                </a:lnTo>
                <a:moveTo>
                  <a:pt x="2406" y="2527"/>
                </a:moveTo>
                <a:lnTo>
                  <a:pt x="2526" y="2527"/>
                </a:lnTo>
                <a:moveTo>
                  <a:pt x="2887" y="2527"/>
                </a:moveTo>
                <a:lnTo>
                  <a:pt x="3128" y="2527"/>
                </a:lnTo>
                <a:moveTo>
                  <a:pt x="0" y="2647"/>
                </a:moveTo>
                <a:lnTo>
                  <a:pt x="843" y="2647"/>
                </a:lnTo>
                <a:moveTo>
                  <a:pt x="1324" y="2647"/>
                </a:moveTo>
                <a:lnTo>
                  <a:pt x="1564" y="2647"/>
                </a:lnTo>
                <a:moveTo>
                  <a:pt x="1805" y="2647"/>
                </a:moveTo>
                <a:lnTo>
                  <a:pt x="2526" y="2647"/>
                </a:lnTo>
                <a:moveTo>
                  <a:pt x="2647" y="2647"/>
                </a:moveTo>
                <a:lnTo>
                  <a:pt x="2767" y="2647"/>
                </a:lnTo>
                <a:moveTo>
                  <a:pt x="2887" y="2647"/>
                </a:moveTo>
                <a:lnTo>
                  <a:pt x="3248" y="2647"/>
                </a:lnTo>
                <a:moveTo>
                  <a:pt x="0" y="2767"/>
                </a:moveTo>
                <a:lnTo>
                  <a:pt x="120" y="2767"/>
                </a:lnTo>
                <a:moveTo>
                  <a:pt x="721" y="2767"/>
                </a:moveTo>
                <a:lnTo>
                  <a:pt x="843" y="2767"/>
                </a:lnTo>
                <a:moveTo>
                  <a:pt x="1083" y="2767"/>
                </a:moveTo>
                <a:lnTo>
                  <a:pt x="1204" y="2767"/>
                </a:lnTo>
                <a:moveTo>
                  <a:pt x="1324" y="2767"/>
                </a:moveTo>
                <a:lnTo>
                  <a:pt x="1444" y="2767"/>
                </a:lnTo>
                <a:moveTo>
                  <a:pt x="1685" y="2767"/>
                </a:moveTo>
                <a:lnTo>
                  <a:pt x="1805" y="2767"/>
                </a:lnTo>
                <a:moveTo>
                  <a:pt x="1925" y="2767"/>
                </a:moveTo>
                <a:lnTo>
                  <a:pt x="2045" y="2767"/>
                </a:lnTo>
                <a:moveTo>
                  <a:pt x="2286" y="2767"/>
                </a:moveTo>
                <a:lnTo>
                  <a:pt x="2526" y="2767"/>
                </a:lnTo>
                <a:moveTo>
                  <a:pt x="2887" y="2767"/>
                </a:moveTo>
                <a:lnTo>
                  <a:pt x="3008" y="2767"/>
                </a:lnTo>
                <a:moveTo>
                  <a:pt x="3248" y="2767"/>
                </a:moveTo>
                <a:lnTo>
                  <a:pt x="3368" y="2767"/>
                </a:lnTo>
                <a:moveTo>
                  <a:pt x="0" y="2887"/>
                </a:moveTo>
                <a:lnTo>
                  <a:pt x="120" y="2887"/>
                </a:lnTo>
                <a:moveTo>
                  <a:pt x="240" y="2887"/>
                </a:moveTo>
                <a:lnTo>
                  <a:pt x="601" y="2887"/>
                </a:lnTo>
                <a:moveTo>
                  <a:pt x="721" y="2887"/>
                </a:moveTo>
                <a:lnTo>
                  <a:pt x="843" y="2887"/>
                </a:lnTo>
                <a:moveTo>
                  <a:pt x="1204" y="2887"/>
                </a:moveTo>
                <a:lnTo>
                  <a:pt x="1324" y="2887"/>
                </a:lnTo>
                <a:moveTo>
                  <a:pt x="1564" y="2887"/>
                </a:moveTo>
                <a:lnTo>
                  <a:pt x="2045" y="2887"/>
                </a:lnTo>
                <a:moveTo>
                  <a:pt x="2166" y="2887"/>
                </a:moveTo>
                <a:lnTo>
                  <a:pt x="3128" y="2887"/>
                </a:lnTo>
                <a:moveTo>
                  <a:pt x="3248" y="2887"/>
                </a:moveTo>
                <a:lnTo>
                  <a:pt x="3489" y="2887"/>
                </a:lnTo>
                <a:moveTo>
                  <a:pt x="0" y="3008"/>
                </a:moveTo>
                <a:lnTo>
                  <a:pt x="120" y="3008"/>
                </a:lnTo>
                <a:moveTo>
                  <a:pt x="240" y="3008"/>
                </a:moveTo>
                <a:lnTo>
                  <a:pt x="601" y="3008"/>
                </a:lnTo>
                <a:moveTo>
                  <a:pt x="721" y="3008"/>
                </a:moveTo>
                <a:lnTo>
                  <a:pt x="843" y="3008"/>
                </a:lnTo>
                <a:moveTo>
                  <a:pt x="1083" y="3008"/>
                </a:moveTo>
                <a:lnTo>
                  <a:pt x="2286" y="3008"/>
                </a:lnTo>
                <a:moveTo>
                  <a:pt x="3008" y="3008"/>
                </a:moveTo>
                <a:lnTo>
                  <a:pt x="3248" y="3008"/>
                </a:lnTo>
                <a:moveTo>
                  <a:pt x="3368" y="3008"/>
                </a:moveTo>
                <a:lnTo>
                  <a:pt x="3489" y="3008"/>
                </a:lnTo>
                <a:moveTo>
                  <a:pt x="0" y="3128"/>
                </a:moveTo>
                <a:lnTo>
                  <a:pt x="120" y="3128"/>
                </a:lnTo>
                <a:moveTo>
                  <a:pt x="240" y="3128"/>
                </a:moveTo>
                <a:lnTo>
                  <a:pt x="601" y="3128"/>
                </a:lnTo>
                <a:moveTo>
                  <a:pt x="721" y="3128"/>
                </a:moveTo>
                <a:lnTo>
                  <a:pt x="843" y="3128"/>
                </a:lnTo>
                <a:moveTo>
                  <a:pt x="1444" y="3128"/>
                </a:moveTo>
                <a:lnTo>
                  <a:pt x="1564" y="3128"/>
                </a:lnTo>
                <a:moveTo>
                  <a:pt x="1805" y="3128"/>
                </a:moveTo>
                <a:lnTo>
                  <a:pt x="1925" y="3128"/>
                </a:lnTo>
                <a:moveTo>
                  <a:pt x="2045" y="3128"/>
                </a:moveTo>
                <a:lnTo>
                  <a:pt x="2166" y="3128"/>
                </a:lnTo>
                <a:moveTo>
                  <a:pt x="2406" y="3128"/>
                </a:moveTo>
                <a:lnTo>
                  <a:pt x="3368" y="3128"/>
                </a:lnTo>
                <a:moveTo>
                  <a:pt x="0" y="3248"/>
                </a:moveTo>
                <a:lnTo>
                  <a:pt x="120" y="3248"/>
                </a:lnTo>
                <a:moveTo>
                  <a:pt x="721" y="3248"/>
                </a:moveTo>
                <a:lnTo>
                  <a:pt x="843" y="3248"/>
                </a:lnTo>
                <a:moveTo>
                  <a:pt x="1204" y="3248"/>
                </a:moveTo>
                <a:lnTo>
                  <a:pt x="1444" y="3248"/>
                </a:lnTo>
                <a:moveTo>
                  <a:pt x="1564" y="3248"/>
                </a:moveTo>
                <a:lnTo>
                  <a:pt x="1685" y="3248"/>
                </a:lnTo>
                <a:moveTo>
                  <a:pt x="1805" y="3248"/>
                </a:moveTo>
                <a:lnTo>
                  <a:pt x="1925" y="3248"/>
                </a:lnTo>
                <a:moveTo>
                  <a:pt x="2166" y="3248"/>
                </a:moveTo>
                <a:lnTo>
                  <a:pt x="2286" y="3248"/>
                </a:lnTo>
                <a:moveTo>
                  <a:pt x="2526" y="3248"/>
                </a:moveTo>
                <a:lnTo>
                  <a:pt x="2647" y="3248"/>
                </a:lnTo>
                <a:moveTo>
                  <a:pt x="2767" y="3248"/>
                </a:moveTo>
                <a:lnTo>
                  <a:pt x="3248" y="3248"/>
                </a:lnTo>
                <a:moveTo>
                  <a:pt x="3368" y="3248"/>
                </a:moveTo>
                <a:lnTo>
                  <a:pt x="3489" y="3248"/>
                </a:lnTo>
                <a:moveTo>
                  <a:pt x="0" y="3368"/>
                </a:moveTo>
                <a:lnTo>
                  <a:pt x="843" y="3368"/>
                </a:lnTo>
                <a:moveTo>
                  <a:pt x="963" y="3368"/>
                </a:moveTo>
                <a:lnTo>
                  <a:pt x="1204" y="3368"/>
                </a:lnTo>
                <a:moveTo>
                  <a:pt x="1444" y="3368"/>
                </a:moveTo>
                <a:lnTo>
                  <a:pt x="1564" y="3368"/>
                </a:lnTo>
                <a:moveTo>
                  <a:pt x="1685" y="3368"/>
                </a:moveTo>
                <a:lnTo>
                  <a:pt x="1805" y="3368"/>
                </a:lnTo>
                <a:moveTo>
                  <a:pt x="2045" y="3368"/>
                </a:moveTo>
                <a:lnTo>
                  <a:pt x="2166" y="3368"/>
                </a:lnTo>
                <a:moveTo>
                  <a:pt x="2286" y="3368"/>
                </a:moveTo>
                <a:lnTo>
                  <a:pt x="2406" y="3368"/>
                </a:lnTo>
                <a:moveTo>
                  <a:pt x="2526" y="3368"/>
                </a:moveTo>
                <a:lnTo>
                  <a:pt x="3248" y="3368"/>
                </a:lnTo>
              </a:path>
            </a:pathLst>
          </a:custGeom>
          <a:ln w="43200">
            <a:solidFill>
              <a:srgbClr val="001d34"/>
            </a:solidFill>
            <a:miter/>
          </a:ln>
        </p:spPr>
        <p:txBody>
          <a:bodyPr lIns="21600" rIns="21600" tIns="21600" bIns="21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6820560" y="3908520"/>
            <a:ext cx="1256040" cy="1212480"/>
          </a:xfrm>
          <a:custGeom>
            <a:avLst/>
            <a:gdLst/>
            <a:ahLst/>
            <a:rect l="0" t="0" r="r" b="b"/>
            <a:pathLst>
              <a:path fill="none" w="3489" h="3368">
                <a:moveTo>
                  <a:pt x="0" y="0"/>
                </a:moveTo>
                <a:lnTo>
                  <a:pt x="843" y="0"/>
                </a:lnTo>
                <a:moveTo>
                  <a:pt x="963" y="0"/>
                </a:moveTo>
                <a:lnTo>
                  <a:pt x="1083" y="0"/>
                </a:lnTo>
                <a:moveTo>
                  <a:pt x="1324" y="0"/>
                </a:moveTo>
                <a:lnTo>
                  <a:pt x="1444" y="0"/>
                </a:lnTo>
                <a:moveTo>
                  <a:pt x="1685" y="0"/>
                </a:moveTo>
                <a:lnTo>
                  <a:pt x="1805" y="0"/>
                </a:lnTo>
                <a:moveTo>
                  <a:pt x="1925" y="0"/>
                </a:moveTo>
                <a:lnTo>
                  <a:pt x="2527" y="0"/>
                </a:lnTo>
                <a:moveTo>
                  <a:pt x="2647" y="0"/>
                </a:moveTo>
                <a:lnTo>
                  <a:pt x="3489" y="0"/>
                </a:lnTo>
                <a:moveTo>
                  <a:pt x="0" y="120"/>
                </a:moveTo>
                <a:lnTo>
                  <a:pt x="120" y="120"/>
                </a:lnTo>
                <a:moveTo>
                  <a:pt x="723" y="120"/>
                </a:moveTo>
                <a:lnTo>
                  <a:pt x="843" y="120"/>
                </a:lnTo>
                <a:moveTo>
                  <a:pt x="963" y="120"/>
                </a:moveTo>
                <a:lnTo>
                  <a:pt x="1204" y="120"/>
                </a:lnTo>
                <a:moveTo>
                  <a:pt x="1565" y="120"/>
                </a:moveTo>
                <a:lnTo>
                  <a:pt x="1805" y="120"/>
                </a:lnTo>
                <a:moveTo>
                  <a:pt x="1925" y="120"/>
                </a:moveTo>
                <a:lnTo>
                  <a:pt x="2166" y="120"/>
                </a:lnTo>
                <a:moveTo>
                  <a:pt x="2406" y="120"/>
                </a:moveTo>
                <a:lnTo>
                  <a:pt x="2527" y="120"/>
                </a:lnTo>
                <a:moveTo>
                  <a:pt x="2647" y="120"/>
                </a:moveTo>
                <a:lnTo>
                  <a:pt x="2767" y="120"/>
                </a:lnTo>
                <a:moveTo>
                  <a:pt x="3368" y="120"/>
                </a:moveTo>
                <a:lnTo>
                  <a:pt x="3489" y="120"/>
                </a:lnTo>
                <a:moveTo>
                  <a:pt x="0" y="241"/>
                </a:moveTo>
                <a:lnTo>
                  <a:pt x="120" y="241"/>
                </a:lnTo>
                <a:moveTo>
                  <a:pt x="242" y="241"/>
                </a:moveTo>
                <a:lnTo>
                  <a:pt x="602" y="241"/>
                </a:lnTo>
                <a:moveTo>
                  <a:pt x="723" y="241"/>
                </a:moveTo>
                <a:lnTo>
                  <a:pt x="843" y="241"/>
                </a:lnTo>
                <a:moveTo>
                  <a:pt x="1083" y="241"/>
                </a:moveTo>
                <a:lnTo>
                  <a:pt x="1444" y="241"/>
                </a:lnTo>
                <a:moveTo>
                  <a:pt x="1565" y="241"/>
                </a:moveTo>
                <a:lnTo>
                  <a:pt x="1805" y="241"/>
                </a:lnTo>
                <a:moveTo>
                  <a:pt x="2166" y="241"/>
                </a:moveTo>
                <a:lnTo>
                  <a:pt x="2286" y="241"/>
                </a:lnTo>
                <a:moveTo>
                  <a:pt x="2406" y="241"/>
                </a:moveTo>
                <a:lnTo>
                  <a:pt x="2527" y="241"/>
                </a:lnTo>
                <a:moveTo>
                  <a:pt x="2647" y="241"/>
                </a:moveTo>
                <a:lnTo>
                  <a:pt x="2767" y="241"/>
                </a:lnTo>
                <a:moveTo>
                  <a:pt x="2887" y="241"/>
                </a:moveTo>
                <a:lnTo>
                  <a:pt x="3248" y="241"/>
                </a:lnTo>
                <a:moveTo>
                  <a:pt x="3368" y="241"/>
                </a:moveTo>
                <a:lnTo>
                  <a:pt x="3489" y="241"/>
                </a:lnTo>
                <a:moveTo>
                  <a:pt x="0" y="361"/>
                </a:moveTo>
                <a:lnTo>
                  <a:pt x="120" y="361"/>
                </a:lnTo>
                <a:moveTo>
                  <a:pt x="242" y="361"/>
                </a:moveTo>
                <a:lnTo>
                  <a:pt x="602" y="361"/>
                </a:lnTo>
                <a:moveTo>
                  <a:pt x="723" y="361"/>
                </a:moveTo>
                <a:lnTo>
                  <a:pt x="843" y="361"/>
                </a:lnTo>
                <a:moveTo>
                  <a:pt x="963" y="361"/>
                </a:moveTo>
                <a:lnTo>
                  <a:pt x="1083" y="361"/>
                </a:lnTo>
                <a:moveTo>
                  <a:pt x="1324" y="361"/>
                </a:moveTo>
                <a:lnTo>
                  <a:pt x="1444" y="361"/>
                </a:lnTo>
                <a:moveTo>
                  <a:pt x="1565" y="361"/>
                </a:moveTo>
                <a:lnTo>
                  <a:pt x="1685" y="361"/>
                </a:lnTo>
                <a:moveTo>
                  <a:pt x="1805" y="361"/>
                </a:moveTo>
                <a:lnTo>
                  <a:pt x="1925" y="361"/>
                </a:lnTo>
                <a:moveTo>
                  <a:pt x="2046" y="361"/>
                </a:moveTo>
                <a:lnTo>
                  <a:pt x="2166" y="361"/>
                </a:lnTo>
                <a:moveTo>
                  <a:pt x="2647" y="361"/>
                </a:moveTo>
                <a:lnTo>
                  <a:pt x="2767" y="361"/>
                </a:lnTo>
                <a:moveTo>
                  <a:pt x="2887" y="361"/>
                </a:moveTo>
                <a:lnTo>
                  <a:pt x="3248" y="361"/>
                </a:lnTo>
                <a:moveTo>
                  <a:pt x="3368" y="361"/>
                </a:moveTo>
                <a:lnTo>
                  <a:pt x="3489" y="361"/>
                </a:lnTo>
                <a:moveTo>
                  <a:pt x="0" y="481"/>
                </a:moveTo>
                <a:lnTo>
                  <a:pt x="120" y="481"/>
                </a:lnTo>
                <a:moveTo>
                  <a:pt x="242" y="481"/>
                </a:moveTo>
                <a:lnTo>
                  <a:pt x="602" y="481"/>
                </a:lnTo>
                <a:moveTo>
                  <a:pt x="723" y="481"/>
                </a:moveTo>
                <a:lnTo>
                  <a:pt x="843" y="481"/>
                </a:lnTo>
                <a:moveTo>
                  <a:pt x="1083" y="481"/>
                </a:moveTo>
                <a:lnTo>
                  <a:pt x="2406" y="481"/>
                </a:lnTo>
                <a:moveTo>
                  <a:pt x="2647" y="481"/>
                </a:moveTo>
                <a:lnTo>
                  <a:pt x="2767" y="481"/>
                </a:lnTo>
                <a:moveTo>
                  <a:pt x="2887" y="481"/>
                </a:moveTo>
                <a:lnTo>
                  <a:pt x="3248" y="481"/>
                </a:lnTo>
                <a:moveTo>
                  <a:pt x="3368" y="481"/>
                </a:moveTo>
                <a:lnTo>
                  <a:pt x="3489" y="481"/>
                </a:lnTo>
                <a:moveTo>
                  <a:pt x="0" y="601"/>
                </a:moveTo>
                <a:lnTo>
                  <a:pt x="120" y="601"/>
                </a:lnTo>
                <a:moveTo>
                  <a:pt x="723" y="601"/>
                </a:moveTo>
                <a:lnTo>
                  <a:pt x="843" y="601"/>
                </a:lnTo>
                <a:moveTo>
                  <a:pt x="1083" y="601"/>
                </a:moveTo>
                <a:lnTo>
                  <a:pt x="1565" y="601"/>
                </a:lnTo>
                <a:moveTo>
                  <a:pt x="1685" y="601"/>
                </a:moveTo>
                <a:lnTo>
                  <a:pt x="1805" y="601"/>
                </a:lnTo>
                <a:moveTo>
                  <a:pt x="2286" y="601"/>
                </a:moveTo>
                <a:lnTo>
                  <a:pt x="2527" y="601"/>
                </a:lnTo>
                <a:moveTo>
                  <a:pt x="2647" y="601"/>
                </a:moveTo>
                <a:lnTo>
                  <a:pt x="2767" y="601"/>
                </a:lnTo>
                <a:moveTo>
                  <a:pt x="3368" y="601"/>
                </a:moveTo>
                <a:lnTo>
                  <a:pt x="3489" y="601"/>
                </a:lnTo>
                <a:moveTo>
                  <a:pt x="0" y="722"/>
                </a:moveTo>
                <a:lnTo>
                  <a:pt x="843" y="722"/>
                </a:lnTo>
                <a:moveTo>
                  <a:pt x="963" y="722"/>
                </a:moveTo>
                <a:lnTo>
                  <a:pt x="1083" y="722"/>
                </a:lnTo>
                <a:moveTo>
                  <a:pt x="1204" y="722"/>
                </a:moveTo>
                <a:lnTo>
                  <a:pt x="1324" y="722"/>
                </a:lnTo>
                <a:moveTo>
                  <a:pt x="1444" y="722"/>
                </a:moveTo>
                <a:lnTo>
                  <a:pt x="1565" y="722"/>
                </a:lnTo>
                <a:moveTo>
                  <a:pt x="1685" y="722"/>
                </a:moveTo>
                <a:lnTo>
                  <a:pt x="1805" y="722"/>
                </a:lnTo>
                <a:moveTo>
                  <a:pt x="1925" y="722"/>
                </a:moveTo>
                <a:lnTo>
                  <a:pt x="2046" y="722"/>
                </a:lnTo>
                <a:moveTo>
                  <a:pt x="2166" y="722"/>
                </a:moveTo>
                <a:lnTo>
                  <a:pt x="2286" y="722"/>
                </a:lnTo>
                <a:moveTo>
                  <a:pt x="2406" y="722"/>
                </a:moveTo>
                <a:lnTo>
                  <a:pt x="2527" y="722"/>
                </a:lnTo>
                <a:moveTo>
                  <a:pt x="2647" y="722"/>
                </a:moveTo>
                <a:lnTo>
                  <a:pt x="3489" y="722"/>
                </a:lnTo>
                <a:moveTo>
                  <a:pt x="963" y="842"/>
                </a:moveTo>
                <a:lnTo>
                  <a:pt x="1324" y="842"/>
                </a:lnTo>
                <a:moveTo>
                  <a:pt x="1444" y="842"/>
                </a:moveTo>
                <a:lnTo>
                  <a:pt x="1565" y="842"/>
                </a:lnTo>
                <a:moveTo>
                  <a:pt x="1685" y="842"/>
                </a:moveTo>
                <a:lnTo>
                  <a:pt x="1925" y="842"/>
                </a:lnTo>
                <a:moveTo>
                  <a:pt x="2046" y="842"/>
                </a:moveTo>
                <a:lnTo>
                  <a:pt x="2286" y="842"/>
                </a:lnTo>
                <a:moveTo>
                  <a:pt x="0" y="963"/>
                </a:moveTo>
                <a:lnTo>
                  <a:pt x="120" y="963"/>
                </a:lnTo>
                <a:moveTo>
                  <a:pt x="242" y="963"/>
                </a:moveTo>
                <a:lnTo>
                  <a:pt x="482" y="963"/>
                </a:lnTo>
                <a:moveTo>
                  <a:pt x="602" y="963"/>
                </a:moveTo>
                <a:lnTo>
                  <a:pt x="963" y="963"/>
                </a:lnTo>
                <a:moveTo>
                  <a:pt x="1083" y="963"/>
                </a:moveTo>
                <a:lnTo>
                  <a:pt x="1204" y="963"/>
                </a:lnTo>
                <a:moveTo>
                  <a:pt x="1324" y="963"/>
                </a:moveTo>
                <a:lnTo>
                  <a:pt x="1444" y="963"/>
                </a:lnTo>
                <a:moveTo>
                  <a:pt x="1685" y="963"/>
                </a:moveTo>
                <a:lnTo>
                  <a:pt x="1805" y="963"/>
                </a:lnTo>
                <a:moveTo>
                  <a:pt x="1925" y="963"/>
                </a:moveTo>
                <a:lnTo>
                  <a:pt x="2166" y="963"/>
                </a:lnTo>
                <a:moveTo>
                  <a:pt x="2286" y="963"/>
                </a:moveTo>
                <a:lnTo>
                  <a:pt x="2406" y="963"/>
                </a:lnTo>
                <a:moveTo>
                  <a:pt x="2647" y="963"/>
                </a:moveTo>
                <a:lnTo>
                  <a:pt x="2767" y="963"/>
                </a:lnTo>
                <a:moveTo>
                  <a:pt x="3008" y="963"/>
                </a:moveTo>
                <a:lnTo>
                  <a:pt x="3128" y="963"/>
                </a:lnTo>
                <a:moveTo>
                  <a:pt x="3248" y="963"/>
                </a:moveTo>
                <a:lnTo>
                  <a:pt x="3489" y="963"/>
                </a:lnTo>
                <a:moveTo>
                  <a:pt x="0" y="1083"/>
                </a:moveTo>
                <a:lnTo>
                  <a:pt x="120" y="1083"/>
                </a:lnTo>
                <a:moveTo>
                  <a:pt x="362" y="1083"/>
                </a:moveTo>
                <a:lnTo>
                  <a:pt x="723" y="1083"/>
                </a:lnTo>
                <a:moveTo>
                  <a:pt x="963" y="1083"/>
                </a:moveTo>
                <a:lnTo>
                  <a:pt x="1083" y="1083"/>
                </a:lnTo>
                <a:moveTo>
                  <a:pt x="1324" y="1083"/>
                </a:moveTo>
                <a:lnTo>
                  <a:pt x="1444" y="1083"/>
                </a:lnTo>
                <a:moveTo>
                  <a:pt x="1565" y="1083"/>
                </a:moveTo>
                <a:lnTo>
                  <a:pt x="1685" y="1083"/>
                </a:lnTo>
                <a:moveTo>
                  <a:pt x="1925" y="1083"/>
                </a:moveTo>
                <a:lnTo>
                  <a:pt x="3008" y="1083"/>
                </a:lnTo>
                <a:moveTo>
                  <a:pt x="3368" y="1083"/>
                </a:moveTo>
                <a:lnTo>
                  <a:pt x="3489" y="1083"/>
                </a:lnTo>
                <a:moveTo>
                  <a:pt x="0" y="1204"/>
                </a:moveTo>
                <a:lnTo>
                  <a:pt x="120" y="1204"/>
                </a:lnTo>
                <a:moveTo>
                  <a:pt x="723" y="1204"/>
                </a:moveTo>
                <a:lnTo>
                  <a:pt x="843" y="1204"/>
                </a:lnTo>
                <a:moveTo>
                  <a:pt x="963" y="1204"/>
                </a:moveTo>
                <a:lnTo>
                  <a:pt x="1324" y="1204"/>
                </a:lnTo>
                <a:moveTo>
                  <a:pt x="1565" y="1204"/>
                </a:moveTo>
                <a:lnTo>
                  <a:pt x="1685" y="1204"/>
                </a:lnTo>
                <a:moveTo>
                  <a:pt x="1925" y="1204"/>
                </a:moveTo>
                <a:lnTo>
                  <a:pt x="2046" y="1204"/>
                </a:lnTo>
                <a:moveTo>
                  <a:pt x="2166" y="1204"/>
                </a:moveTo>
                <a:lnTo>
                  <a:pt x="2286" y="1204"/>
                </a:lnTo>
                <a:moveTo>
                  <a:pt x="2406" y="1204"/>
                </a:moveTo>
                <a:lnTo>
                  <a:pt x="3008" y="1204"/>
                </a:lnTo>
                <a:moveTo>
                  <a:pt x="3128" y="1204"/>
                </a:moveTo>
                <a:lnTo>
                  <a:pt x="3368" y="1204"/>
                </a:lnTo>
                <a:moveTo>
                  <a:pt x="120" y="1324"/>
                </a:moveTo>
                <a:lnTo>
                  <a:pt x="242" y="1324"/>
                </a:lnTo>
                <a:moveTo>
                  <a:pt x="362" y="1324"/>
                </a:moveTo>
                <a:lnTo>
                  <a:pt x="723" y="1324"/>
                </a:lnTo>
                <a:moveTo>
                  <a:pt x="1324" y="1324"/>
                </a:moveTo>
                <a:lnTo>
                  <a:pt x="1444" y="1324"/>
                </a:lnTo>
                <a:moveTo>
                  <a:pt x="1565" y="1324"/>
                </a:moveTo>
                <a:lnTo>
                  <a:pt x="1685" y="1324"/>
                </a:lnTo>
                <a:moveTo>
                  <a:pt x="1925" y="1324"/>
                </a:moveTo>
                <a:lnTo>
                  <a:pt x="2046" y="1324"/>
                </a:lnTo>
                <a:moveTo>
                  <a:pt x="2406" y="1324"/>
                </a:moveTo>
                <a:lnTo>
                  <a:pt x="2647" y="1324"/>
                </a:lnTo>
                <a:moveTo>
                  <a:pt x="2767" y="1324"/>
                </a:moveTo>
                <a:lnTo>
                  <a:pt x="2887" y="1324"/>
                </a:lnTo>
                <a:moveTo>
                  <a:pt x="3368" y="1324"/>
                </a:moveTo>
                <a:lnTo>
                  <a:pt x="3489" y="1324"/>
                </a:lnTo>
                <a:moveTo>
                  <a:pt x="0" y="1444"/>
                </a:moveTo>
                <a:lnTo>
                  <a:pt x="120" y="1444"/>
                </a:lnTo>
                <a:moveTo>
                  <a:pt x="602" y="1444"/>
                </a:moveTo>
                <a:lnTo>
                  <a:pt x="963" y="1444"/>
                </a:lnTo>
                <a:moveTo>
                  <a:pt x="1204" y="1444"/>
                </a:moveTo>
                <a:lnTo>
                  <a:pt x="1324" y="1444"/>
                </a:lnTo>
                <a:moveTo>
                  <a:pt x="1565" y="1444"/>
                </a:moveTo>
                <a:lnTo>
                  <a:pt x="1805" y="1444"/>
                </a:lnTo>
                <a:moveTo>
                  <a:pt x="2046" y="1444"/>
                </a:moveTo>
                <a:lnTo>
                  <a:pt x="2166" y="1444"/>
                </a:lnTo>
                <a:moveTo>
                  <a:pt x="2286" y="1444"/>
                </a:moveTo>
                <a:lnTo>
                  <a:pt x="2406" y="1444"/>
                </a:lnTo>
                <a:moveTo>
                  <a:pt x="3008" y="1444"/>
                </a:moveTo>
                <a:lnTo>
                  <a:pt x="3248" y="1444"/>
                </a:lnTo>
                <a:moveTo>
                  <a:pt x="362" y="1564"/>
                </a:moveTo>
                <a:lnTo>
                  <a:pt x="482" y="1564"/>
                </a:lnTo>
                <a:moveTo>
                  <a:pt x="843" y="1564"/>
                </a:moveTo>
                <a:lnTo>
                  <a:pt x="963" y="1564"/>
                </a:lnTo>
                <a:moveTo>
                  <a:pt x="1204" y="1564"/>
                </a:moveTo>
                <a:lnTo>
                  <a:pt x="1565" y="1564"/>
                </a:lnTo>
                <a:moveTo>
                  <a:pt x="1685" y="1564"/>
                </a:moveTo>
                <a:lnTo>
                  <a:pt x="2046" y="1564"/>
                </a:lnTo>
                <a:moveTo>
                  <a:pt x="2286" y="1564"/>
                </a:moveTo>
                <a:lnTo>
                  <a:pt x="2767" y="1564"/>
                </a:lnTo>
                <a:moveTo>
                  <a:pt x="3128" y="1564"/>
                </a:moveTo>
                <a:lnTo>
                  <a:pt x="3489" y="1564"/>
                </a:lnTo>
                <a:moveTo>
                  <a:pt x="0" y="1685"/>
                </a:moveTo>
                <a:lnTo>
                  <a:pt x="242" y="1685"/>
                </a:lnTo>
                <a:moveTo>
                  <a:pt x="362" y="1685"/>
                </a:moveTo>
                <a:lnTo>
                  <a:pt x="602" y="1685"/>
                </a:lnTo>
                <a:moveTo>
                  <a:pt x="723" y="1685"/>
                </a:moveTo>
                <a:lnTo>
                  <a:pt x="1324" y="1685"/>
                </a:lnTo>
                <a:moveTo>
                  <a:pt x="1444" y="1685"/>
                </a:moveTo>
                <a:lnTo>
                  <a:pt x="1805" y="1685"/>
                </a:lnTo>
                <a:moveTo>
                  <a:pt x="1925" y="1685"/>
                </a:moveTo>
                <a:lnTo>
                  <a:pt x="2046" y="1685"/>
                </a:lnTo>
                <a:moveTo>
                  <a:pt x="2286" y="1685"/>
                </a:moveTo>
                <a:lnTo>
                  <a:pt x="2527" y="1685"/>
                </a:lnTo>
                <a:moveTo>
                  <a:pt x="2647" y="1685"/>
                </a:moveTo>
                <a:lnTo>
                  <a:pt x="2767" y="1685"/>
                </a:lnTo>
                <a:moveTo>
                  <a:pt x="2887" y="1685"/>
                </a:moveTo>
                <a:lnTo>
                  <a:pt x="3008" y="1685"/>
                </a:lnTo>
                <a:moveTo>
                  <a:pt x="3128" y="1685"/>
                </a:moveTo>
                <a:lnTo>
                  <a:pt x="3489" y="1685"/>
                </a:lnTo>
                <a:moveTo>
                  <a:pt x="0" y="1805"/>
                </a:moveTo>
                <a:lnTo>
                  <a:pt x="120" y="1805"/>
                </a:lnTo>
                <a:moveTo>
                  <a:pt x="242" y="1805"/>
                </a:moveTo>
                <a:lnTo>
                  <a:pt x="362" y="1805"/>
                </a:lnTo>
                <a:moveTo>
                  <a:pt x="482" y="1805"/>
                </a:moveTo>
                <a:lnTo>
                  <a:pt x="723" y="1805"/>
                </a:lnTo>
                <a:moveTo>
                  <a:pt x="843" y="1805"/>
                </a:moveTo>
                <a:lnTo>
                  <a:pt x="1204" y="1805"/>
                </a:lnTo>
                <a:moveTo>
                  <a:pt x="1444" y="1805"/>
                </a:moveTo>
                <a:lnTo>
                  <a:pt x="1565" y="1805"/>
                </a:lnTo>
                <a:moveTo>
                  <a:pt x="1685" y="1805"/>
                </a:moveTo>
                <a:lnTo>
                  <a:pt x="1805" y="1805"/>
                </a:lnTo>
                <a:moveTo>
                  <a:pt x="1925" y="1805"/>
                </a:moveTo>
                <a:lnTo>
                  <a:pt x="2046" y="1805"/>
                </a:lnTo>
                <a:moveTo>
                  <a:pt x="2166" y="1805"/>
                </a:moveTo>
                <a:lnTo>
                  <a:pt x="2286" y="1805"/>
                </a:lnTo>
                <a:moveTo>
                  <a:pt x="2406" y="1805"/>
                </a:moveTo>
                <a:lnTo>
                  <a:pt x="2887" y="1805"/>
                </a:lnTo>
                <a:moveTo>
                  <a:pt x="3248" y="1805"/>
                </a:moveTo>
                <a:lnTo>
                  <a:pt x="3368" y="1805"/>
                </a:lnTo>
                <a:moveTo>
                  <a:pt x="0" y="1925"/>
                </a:moveTo>
                <a:lnTo>
                  <a:pt x="482" y="1925"/>
                </a:lnTo>
                <a:moveTo>
                  <a:pt x="602" y="1925"/>
                </a:moveTo>
                <a:lnTo>
                  <a:pt x="1083" y="1925"/>
                </a:lnTo>
                <a:moveTo>
                  <a:pt x="1565" y="1925"/>
                </a:moveTo>
                <a:lnTo>
                  <a:pt x="1685" y="1925"/>
                </a:lnTo>
                <a:moveTo>
                  <a:pt x="1925" y="1925"/>
                </a:moveTo>
                <a:lnTo>
                  <a:pt x="2046" y="1925"/>
                </a:lnTo>
                <a:moveTo>
                  <a:pt x="2166" y="1925"/>
                </a:moveTo>
                <a:lnTo>
                  <a:pt x="2286" y="1925"/>
                </a:lnTo>
                <a:moveTo>
                  <a:pt x="2406" y="1925"/>
                </a:moveTo>
                <a:lnTo>
                  <a:pt x="2647" y="1925"/>
                </a:lnTo>
                <a:moveTo>
                  <a:pt x="2767" y="1925"/>
                </a:moveTo>
                <a:lnTo>
                  <a:pt x="3128" y="1925"/>
                </a:lnTo>
                <a:moveTo>
                  <a:pt x="3248" y="1925"/>
                </a:moveTo>
                <a:lnTo>
                  <a:pt x="3368" y="1925"/>
                </a:lnTo>
                <a:moveTo>
                  <a:pt x="120" y="2046"/>
                </a:moveTo>
                <a:lnTo>
                  <a:pt x="362" y="2046"/>
                </a:lnTo>
                <a:moveTo>
                  <a:pt x="482" y="2046"/>
                </a:moveTo>
                <a:lnTo>
                  <a:pt x="723" y="2046"/>
                </a:lnTo>
                <a:moveTo>
                  <a:pt x="1204" y="2046"/>
                </a:moveTo>
                <a:lnTo>
                  <a:pt x="1444" y="2046"/>
                </a:lnTo>
                <a:moveTo>
                  <a:pt x="1565" y="2046"/>
                </a:moveTo>
                <a:lnTo>
                  <a:pt x="1925" y="2046"/>
                </a:lnTo>
                <a:moveTo>
                  <a:pt x="2046" y="2046"/>
                </a:moveTo>
                <a:lnTo>
                  <a:pt x="2166" y="2046"/>
                </a:lnTo>
                <a:moveTo>
                  <a:pt x="2406" y="2046"/>
                </a:moveTo>
                <a:lnTo>
                  <a:pt x="2527" y="2046"/>
                </a:lnTo>
                <a:moveTo>
                  <a:pt x="2767" y="2046"/>
                </a:moveTo>
                <a:lnTo>
                  <a:pt x="2887" y="2046"/>
                </a:lnTo>
                <a:moveTo>
                  <a:pt x="3008" y="2046"/>
                </a:moveTo>
                <a:lnTo>
                  <a:pt x="3368" y="2046"/>
                </a:lnTo>
                <a:moveTo>
                  <a:pt x="0" y="2166"/>
                </a:moveTo>
                <a:lnTo>
                  <a:pt x="120" y="2166"/>
                </a:lnTo>
                <a:moveTo>
                  <a:pt x="362" y="2166"/>
                </a:moveTo>
                <a:lnTo>
                  <a:pt x="482" y="2166"/>
                </a:lnTo>
                <a:moveTo>
                  <a:pt x="602" y="2166"/>
                </a:moveTo>
                <a:lnTo>
                  <a:pt x="843" y="2166"/>
                </a:lnTo>
                <a:moveTo>
                  <a:pt x="1685" y="2166"/>
                </a:moveTo>
                <a:lnTo>
                  <a:pt x="1925" y="2166"/>
                </a:lnTo>
                <a:moveTo>
                  <a:pt x="2046" y="2166"/>
                </a:moveTo>
                <a:lnTo>
                  <a:pt x="2166" y="2166"/>
                </a:lnTo>
                <a:moveTo>
                  <a:pt x="2406" y="2166"/>
                </a:moveTo>
                <a:lnTo>
                  <a:pt x="2527" y="2166"/>
                </a:lnTo>
                <a:moveTo>
                  <a:pt x="2647" y="2166"/>
                </a:moveTo>
                <a:lnTo>
                  <a:pt x="2887" y="2166"/>
                </a:lnTo>
                <a:moveTo>
                  <a:pt x="3128" y="2166"/>
                </a:moveTo>
                <a:lnTo>
                  <a:pt x="3248" y="2166"/>
                </a:lnTo>
                <a:moveTo>
                  <a:pt x="362" y="2286"/>
                </a:moveTo>
                <a:lnTo>
                  <a:pt x="723" y="2286"/>
                </a:lnTo>
                <a:moveTo>
                  <a:pt x="843" y="2286"/>
                </a:moveTo>
                <a:lnTo>
                  <a:pt x="963" y="2286"/>
                </a:lnTo>
                <a:moveTo>
                  <a:pt x="1083" y="2286"/>
                </a:moveTo>
                <a:lnTo>
                  <a:pt x="1204" y="2286"/>
                </a:lnTo>
                <a:moveTo>
                  <a:pt x="1685" y="2286"/>
                </a:moveTo>
                <a:lnTo>
                  <a:pt x="1925" y="2286"/>
                </a:lnTo>
                <a:moveTo>
                  <a:pt x="2046" y="2286"/>
                </a:moveTo>
                <a:lnTo>
                  <a:pt x="2647" y="2286"/>
                </a:lnTo>
                <a:moveTo>
                  <a:pt x="2887" y="2286"/>
                </a:moveTo>
                <a:lnTo>
                  <a:pt x="3008" y="2286"/>
                </a:lnTo>
                <a:moveTo>
                  <a:pt x="3128" y="2286"/>
                </a:moveTo>
                <a:lnTo>
                  <a:pt x="3248" y="2286"/>
                </a:lnTo>
                <a:moveTo>
                  <a:pt x="120" y="2406"/>
                </a:moveTo>
                <a:lnTo>
                  <a:pt x="242" y="2406"/>
                </a:lnTo>
                <a:moveTo>
                  <a:pt x="362" y="2406"/>
                </a:moveTo>
                <a:lnTo>
                  <a:pt x="482" y="2406"/>
                </a:lnTo>
                <a:moveTo>
                  <a:pt x="602" y="2406"/>
                </a:moveTo>
                <a:lnTo>
                  <a:pt x="843" y="2406"/>
                </a:lnTo>
                <a:moveTo>
                  <a:pt x="1083" y="2406"/>
                </a:moveTo>
                <a:lnTo>
                  <a:pt x="1204" y="2406"/>
                </a:lnTo>
                <a:moveTo>
                  <a:pt x="1324" y="2406"/>
                </a:moveTo>
                <a:lnTo>
                  <a:pt x="1565" y="2406"/>
                </a:lnTo>
                <a:moveTo>
                  <a:pt x="2046" y="2406"/>
                </a:moveTo>
                <a:lnTo>
                  <a:pt x="3248" y="2406"/>
                </a:lnTo>
                <a:moveTo>
                  <a:pt x="963" y="2527"/>
                </a:moveTo>
                <a:lnTo>
                  <a:pt x="1204" y="2527"/>
                </a:lnTo>
                <a:moveTo>
                  <a:pt x="1324" y="2527"/>
                </a:moveTo>
                <a:lnTo>
                  <a:pt x="1444" y="2527"/>
                </a:lnTo>
                <a:moveTo>
                  <a:pt x="1565" y="2527"/>
                </a:moveTo>
                <a:lnTo>
                  <a:pt x="1685" y="2527"/>
                </a:lnTo>
                <a:moveTo>
                  <a:pt x="1925" y="2527"/>
                </a:moveTo>
                <a:lnTo>
                  <a:pt x="2046" y="2527"/>
                </a:lnTo>
                <a:moveTo>
                  <a:pt x="2406" y="2527"/>
                </a:moveTo>
                <a:lnTo>
                  <a:pt x="2527" y="2527"/>
                </a:lnTo>
                <a:moveTo>
                  <a:pt x="2887" y="2527"/>
                </a:moveTo>
                <a:lnTo>
                  <a:pt x="3489" y="2527"/>
                </a:lnTo>
                <a:moveTo>
                  <a:pt x="0" y="2647"/>
                </a:moveTo>
                <a:lnTo>
                  <a:pt x="843" y="2647"/>
                </a:lnTo>
                <a:moveTo>
                  <a:pt x="963" y="2647"/>
                </a:moveTo>
                <a:lnTo>
                  <a:pt x="1083" y="2647"/>
                </a:lnTo>
                <a:moveTo>
                  <a:pt x="1565" y="2647"/>
                </a:moveTo>
                <a:lnTo>
                  <a:pt x="1685" y="2647"/>
                </a:lnTo>
                <a:moveTo>
                  <a:pt x="1925" y="2647"/>
                </a:moveTo>
                <a:lnTo>
                  <a:pt x="2046" y="2647"/>
                </a:lnTo>
                <a:moveTo>
                  <a:pt x="2286" y="2647"/>
                </a:moveTo>
                <a:lnTo>
                  <a:pt x="2527" y="2647"/>
                </a:lnTo>
                <a:moveTo>
                  <a:pt x="2647" y="2647"/>
                </a:moveTo>
                <a:lnTo>
                  <a:pt x="2767" y="2647"/>
                </a:lnTo>
                <a:moveTo>
                  <a:pt x="2887" y="2647"/>
                </a:moveTo>
                <a:lnTo>
                  <a:pt x="3128" y="2647"/>
                </a:lnTo>
                <a:moveTo>
                  <a:pt x="3248" y="2647"/>
                </a:moveTo>
                <a:lnTo>
                  <a:pt x="3368" y="2647"/>
                </a:lnTo>
                <a:moveTo>
                  <a:pt x="0" y="2767"/>
                </a:moveTo>
                <a:lnTo>
                  <a:pt x="120" y="2767"/>
                </a:lnTo>
                <a:moveTo>
                  <a:pt x="723" y="2767"/>
                </a:moveTo>
                <a:lnTo>
                  <a:pt x="843" y="2767"/>
                </a:lnTo>
                <a:moveTo>
                  <a:pt x="963" y="2767"/>
                </a:moveTo>
                <a:lnTo>
                  <a:pt x="1324" y="2767"/>
                </a:lnTo>
                <a:moveTo>
                  <a:pt x="1444" y="2767"/>
                </a:moveTo>
                <a:lnTo>
                  <a:pt x="1805" y="2767"/>
                </a:lnTo>
                <a:moveTo>
                  <a:pt x="2166" y="2767"/>
                </a:moveTo>
                <a:lnTo>
                  <a:pt x="2286" y="2767"/>
                </a:lnTo>
                <a:moveTo>
                  <a:pt x="2406" y="2767"/>
                </a:moveTo>
                <a:lnTo>
                  <a:pt x="2527" y="2767"/>
                </a:lnTo>
                <a:moveTo>
                  <a:pt x="2887" y="2767"/>
                </a:moveTo>
                <a:lnTo>
                  <a:pt x="3128" y="2767"/>
                </a:lnTo>
                <a:moveTo>
                  <a:pt x="0" y="2887"/>
                </a:moveTo>
                <a:lnTo>
                  <a:pt x="120" y="2887"/>
                </a:lnTo>
                <a:moveTo>
                  <a:pt x="242" y="2887"/>
                </a:moveTo>
                <a:lnTo>
                  <a:pt x="602" y="2887"/>
                </a:lnTo>
                <a:moveTo>
                  <a:pt x="723" y="2887"/>
                </a:moveTo>
                <a:lnTo>
                  <a:pt x="843" y="2887"/>
                </a:lnTo>
                <a:moveTo>
                  <a:pt x="1083" y="2887"/>
                </a:moveTo>
                <a:lnTo>
                  <a:pt x="1444" y="2887"/>
                </a:lnTo>
                <a:moveTo>
                  <a:pt x="1805" y="2887"/>
                </a:moveTo>
                <a:lnTo>
                  <a:pt x="1925" y="2887"/>
                </a:lnTo>
                <a:moveTo>
                  <a:pt x="2046" y="2887"/>
                </a:moveTo>
                <a:lnTo>
                  <a:pt x="2166" y="2887"/>
                </a:lnTo>
                <a:moveTo>
                  <a:pt x="2406" y="2887"/>
                </a:moveTo>
                <a:lnTo>
                  <a:pt x="3008" y="2887"/>
                </a:lnTo>
                <a:moveTo>
                  <a:pt x="3128" y="2887"/>
                </a:moveTo>
                <a:lnTo>
                  <a:pt x="3489" y="2887"/>
                </a:lnTo>
                <a:moveTo>
                  <a:pt x="0" y="3008"/>
                </a:moveTo>
                <a:lnTo>
                  <a:pt x="120" y="3008"/>
                </a:lnTo>
                <a:moveTo>
                  <a:pt x="242" y="3008"/>
                </a:moveTo>
                <a:lnTo>
                  <a:pt x="602" y="3008"/>
                </a:lnTo>
                <a:moveTo>
                  <a:pt x="723" y="3008"/>
                </a:moveTo>
                <a:lnTo>
                  <a:pt x="843" y="3008"/>
                </a:lnTo>
                <a:moveTo>
                  <a:pt x="963" y="3008"/>
                </a:moveTo>
                <a:lnTo>
                  <a:pt x="1444" y="3008"/>
                </a:lnTo>
                <a:moveTo>
                  <a:pt x="1685" y="3008"/>
                </a:moveTo>
                <a:lnTo>
                  <a:pt x="2286" y="3008"/>
                </a:lnTo>
                <a:moveTo>
                  <a:pt x="2527" y="3008"/>
                </a:moveTo>
                <a:lnTo>
                  <a:pt x="2647" y="3008"/>
                </a:lnTo>
                <a:moveTo>
                  <a:pt x="2767" y="3008"/>
                </a:moveTo>
                <a:lnTo>
                  <a:pt x="3128" y="3008"/>
                </a:lnTo>
                <a:moveTo>
                  <a:pt x="3368" y="3008"/>
                </a:moveTo>
                <a:lnTo>
                  <a:pt x="3489" y="3008"/>
                </a:lnTo>
                <a:moveTo>
                  <a:pt x="0" y="3128"/>
                </a:moveTo>
                <a:lnTo>
                  <a:pt x="120" y="3128"/>
                </a:lnTo>
                <a:moveTo>
                  <a:pt x="242" y="3128"/>
                </a:moveTo>
                <a:lnTo>
                  <a:pt x="602" y="3128"/>
                </a:lnTo>
                <a:moveTo>
                  <a:pt x="723" y="3128"/>
                </a:moveTo>
                <a:lnTo>
                  <a:pt x="843" y="3128"/>
                </a:lnTo>
                <a:moveTo>
                  <a:pt x="963" y="3128"/>
                </a:moveTo>
                <a:lnTo>
                  <a:pt x="1324" y="3128"/>
                </a:lnTo>
                <a:moveTo>
                  <a:pt x="2406" y="3128"/>
                </a:moveTo>
                <a:lnTo>
                  <a:pt x="2527" y="3128"/>
                </a:lnTo>
                <a:moveTo>
                  <a:pt x="2767" y="3128"/>
                </a:moveTo>
                <a:lnTo>
                  <a:pt x="2887" y="3128"/>
                </a:lnTo>
                <a:moveTo>
                  <a:pt x="3128" y="3128"/>
                </a:moveTo>
                <a:lnTo>
                  <a:pt x="3248" y="3128"/>
                </a:lnTo>
                <a:moveTo>
                  <a:pt x="3368" y="3128"/>
                </a:moveTo>
                <a:lnTo>
                  <a:pt x="3489" y="3128"/>
                </a:lnTo>
                <a:moveTo>
                  <a:pt x="0" y="3248"/>
                </a:moveTo>
                <a:lnTo>
                  <a:pt x="120" y="3248"/>
                </a:lnTo>
                <a:moveTo>
                  <a:pt x="723" y="3248"/>
                </a:moveTo>
                <a:lnTo>
                  <a:pt x="843" y="3248"/>
                </a:lnTo>
                <a:moveTo>
                  <a:pt x="1204" y="3248"/>
                </a:moveTo>
                <a:lnTo>
                  <a:pt x="1324" y="3248"/>
                </a:lnTo>
                <a:moveTo>
                  <a:pt x="1685" y="3248"/>
                </a:moveTo>
                <a:lnTo>
                  <a:pt x="1805" y="3248"/>
                </a:lnTo>
                <a:moveTo>
                  <a:pt x="2166" y="3248"/>
                </a:moveTo>
                <a:lnTo>
                  <a:pt x="2286" y="3248"/>
                </a:lnTo>
                <a:moveTo>
                  <a:pt x="2406" y="3248"/>
                </a:moveTo>
                <a:lnTo>
                  <a:pt x="2647" y="3248"/>
                </a:lnTo>
                <a:moveTo>
                  <a:pt x="2767" y="3248"/>
                </a:moveTo>
                <a:lnTo>
                  <a:pt x="2887" y="3248"/>
                </a:lnTo>
                <a:moveTo>
                  <a:pt x="3008" y="3248"/>
                </a:moveTo>
                <a:lnTo>
                  <a:pt x="3128" y="3248"/>
                </a:lnTo>
                <a:moveTo>
                  <a:pt x="3248" y="3248"/>
                </a:moveTo>
                <a:lnTo>
                  <a:pt x="3368" y="3248"/>
                </a:lnTo>
                <a:moveTo>
                  <a:pt x="0" y="3368"/>
                </a:moveTo>
                <a:lnTo>
                  <a:pt x="843" y="3368"/>
                </a:lnTo>
                <a:moveTo>
                  <a:pt x="963" y="3368"/>
                </a:moveTo>
                <a:lnTo>
                  <a:pt x="1565" y="3368"/>
                </a:lnTo>
                <a:moveTo>
                  <a:pt x="1925" y="3368"/>
                </a:moveTo>
                <a:lnTo>
                  <a:pt x="2046" y="3368"/>
                </a:lnTo>
                <a:moveTo>
                  <a:pt x="2166" y="3368"/>
                </a:moveTo>
                <a:lnTo>
                  <a:pt x="2647" y="3368"/>
                </a:lnTo>
                <a:moveTo>
                  <a:pt x="2767" y="3368"/>
                </a:moveTo>
                <a:lnTo>
                  <a:pt x="2887" y="3368"/>
                </a:lnTo>
                <a:moveTo>
                  <a:pt x="3248" y="3368"/>
                </a:moveTo>
                <a:lnTo>
                  <a:pt x="3368" y="3368"/>
                </a:lnTo>
              </a:path>
            </a:pathLst>
          </a:custGeom>
          <a:ln w="43200">
            <a:solidFill>
              <a:srgbClr val="001d34"/>
            </a:solidFill>
            <a:miter/>
          </a:ln>
        </p:spPr>
        <p:txBody>
          <a:bodyPr lIns="21600" rIns="21600" tIns="21600" bIns="21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9535320" y="3908520"/>
            <a:ext cx="1255680" cy="1212480"/>
          </a:xfrm>
          <a:custGeom>
            <a:avLst/>
            <a:gdLst/>
            <a:ahLst/>
            <a:rect l="0" t="0" r="r" b="b"/>
            <a:pathLst>
              <a:path fill="none" w="3488" h="3368">
                <a:moveTo>
                  <a:pt x="0" y="0"/>
                </a:moveTo>
                <a:lnTo>
                  <a:pt x="842" y="0"/>
                </a:lnTo>
                <a:moveTo>
                  <a:pt x="962" y="0"/>
                </a:moveTo>
                <a:lnTo>
                  <a:pt x="1202" y="0"/>
                </a:lnTo>
                <a:moveTo>
                  <a:pt x="1443" y="0"/>
                </a:moveTo>
                <a:lnTo>
                  <a:pt x="1563" y="0"/>
                </a:lnTo>
                <a:moveTo>
                  <a:pt x="1804" y="0"/>
                </a:moveTo>
                <a:lnTo>
                  <a:pt x="2164" y="0"/>
                </a:lnTo>
                <a:moveTo>
                  <a:pt x="2646" y="0"/>
                </a:moveTo>
                <a:lnTo>
                  <a:pt x="3488" y="0"/>
                </a:lnTo>
                <a:moveTo>
                  <a:pt x="0" y="120"/>
                </a:moveTo>
                <a:lnTo>
                  <a:pt x="120" y="120"/>
                </a:lnTo>
                <a:moveTo>
                  <a:pt x="721" y="120"/>
                </a:moveTo>
                <a:lnTo>
                  <a:pt x="842" y="120"/>
                </a:lnTo>
                <a:moveTo>
                  <a:pt x="962" y="120"/>
                </a:moveTo>
                <a:lnTo>
                  <a:pt x="1082" y="120"/>
                </a:lnTo>
                <a:moveTo>
                  <a:pt x="1323" y="120"/>
                </a:moveTo>
                <a:lnTo>
                  <a:pt x="1563" y="120"/>
                </a:lnTo>
                <a:moveTo>
                  <a:pt x="1924" y="120"/>
                </a:moveTo>
                <a:lnTo>
                  <a:pt x="2405" y="120"/>
                </a:lnTo>
                <a:moveTo>
                  <a:pt x="2646" y="120"/>
                </a:moveTo>
                <a:lnTo>
                  <a:pt x="2766" y="120"/>
                </a:lnTo>
                <a:moveTo>
                  <a:pt x="3368" y="120"/>
                </a:moveTo>
                <a:lnTo>
                  <a:pt x="3488" y="120"/>
                </a:lnTo>
                <a:moveTo>
                  <a:pt x="0" y="241"/>
                </a:moveTo>
                <a:lnTo>
                  <a:pt x="120" y="241"/>
                </a:lnTo>
                <a:moveTo>
                  <a:pt x="240" y="241"/>
                </a:moveTo>
                <a:lnTo>
                  <a:pt x="601" y="241"/>
                </a:lnTo>
                <a:moveTo>
                  <a:pt x="721" y="241"/>
                </a:moveTo>
                <a:lnTo>
                  <a:pt x="842" y="241"/>
                </a:lnTo>
                <a:moveTo>
                  <a:pt x="962" y="241"/>
                </a:moveTo>
                <a:lnTo>
                  <a:pt x="1202" y="241"/>
                </a:lnTo>
                <a:moveTo>
                  <a:pt x="1323" y="241"/>
                </a:moveTo>
                <a:lnTo>
                  <a:pt x="1563" y="241"/>
                </a:lnTo>
                <a:moveTo>
                  <a:pt x="1804" y="241"/>
                </a:moveTo>
                <a:lnTo>
                  <a:pt x="2044" y="241"/>
                </a:lnTo>
                <a:moveTo>
                  <a:pt x="2164" y="241"/>
                </a:moveTo>
                <a:lnTo>
                  <a:pt x="2525" y="241"/>
                </a:lnTo>
                <a:moveTo>
                  <a:pt x="2646" y="241"/>
                </a:moveTo>
                <a:lnTo>
                  <a:pt x="2766" y="241"/>
                </a:lnTo>
                <a:moveTo>
                  <a:pt x="2886" y="241"/>
                </a:moveTo>
                <a:lnTo>
                  <a:pt x="3248" y="241"/>
                </a:lnTo>
                <a:moveTo>
                  <a:pt x="3368" y="241"/>
                </a:moveTo>
                <a:lnTo>
                  <a:pt x="3488" y="241"/>
                </a:lnTo>
                <a:moveTo>
                  <a:pt x="0" y="361"/>
                </a:moveTo>
                <a:lnTo>
                  <a:pt x="120" y="361"/>
                </a:lnTo>
                <a:moveTo>
                  <a:pt x="240" y="361"/>
                </a:moveTo>
                <a:lnTo>
                  <a:pt x="601" y="361"/>
                </a:lnTo>
                <a:moveTo>
                  <a:pt x="721" y="361"/>
                </a:moveTo>
                <a:lnTo>
                  <a:pt x="842" y="361"/>
                </a:lnTo>
                <a:moveTo>
                  <a:pt x="1082" y="361"/>
                </a:moveTo>
                <a:lnTo>
                  <a:pt x="1202" y="361"/>
                </a:lnTo>
                <a:moveTo>
                  <a:pt x="1323" y="361"/>
                </a:moveTo>
                <a:lnTo>
                  <a:pt x="1443" y="361"/>
                </a:lnTo>
                <a:moveTo>
                  <a:pt x="1924" y="361"/>
                </a:moveTo>
                <a:lnTo>
                  <a:pt x="2164" y="361"/>
                </a:lnTo>
                <a:moveTo>
                  <a:pt x="2405" y="361"/>
                </a:moveTo>
                <a:lnTo>
                  <a:pt x="2525" y="361"/>
                </a:lnTo>
                <a:moveTo>
                  <a:pt x="2646" y="361"/>
                </a:moveTo>
                <a:lnTo>
                  <a:pt x="2766" y="361"/>
                </a:lnTo>
                <a:moveTo>
                  <a:pt x="2886" y="361"/>
                </a:moveTo>
                <a:lnTo>
                  <a:pt x="3248" y="361"/>
                </a:lnTo>
                <a:moveTo>
                  <a:pt x="3368" y="361"/>
                </a:moveTo>
                <a:lnTo>
                  <a:pt x="3488" y="361"/>
                </a:lnTo>
                <a:moveTo>
                  <a:pt x="0" y="481"/>
                </a:moveTo>
                <a:lnTo>
                  <a:pt x="120" y="481"/>
                </a:lnTo>
                <a:moveTo>
                  <a:pt x="240" y="481"/>
                </a:moveTo>
                <a:lnTo>
                  <a:pt x="601" y="481"/>
                </a:lnTo>
                <a:moveTo>
                  <a:pt x="721" y="481"/>
                </a:moveTo>
                <a:lnTo>
                  <a:pt x="842" y="481"/>
                </a:lnTo>
                <a:moveTo>
                  <a:pt x="962" y="481"/>
                </a:moveTo>
                <a:lnTo>
                  <a:pt x="1082" y="481"/>
                </a:lnTo>
                <a:moveTo>
                  <a:pt x="1202" y="481"/>
                </a:moveTo>
                <a:lnTo>
                  <a:pt x="1323" y="481"/>
                </a:lnTo>
                <a:moveTo>
                  <a:pt x="1443" y="481"/>
                </a:moveTo>
                <a:lnTo>
                  <a:pt x="1563" y="481"/>
                </a:lnTo>
                <a:moveTo>
                  <a:pt x="1683" y="481"/>
                </a:moveTo>
                <a:lnTo>
                  <a:pt x="2164" y="481"/>
                </a:lnTo>
                <a:moveTo>
                  <a:pt x="2285" y="481"/>
                </a:moveTo>
                <a:lnTo>
                  <a:pt x="2405" y="481"/>
                </a:lnTo>
                <a:moveTo>
                  <a:pt x="2646" y="481"/>
                </a:moveTo>
                <a:lnTo>
                  <a:pt x="2766" y="481"/>
                </a:lnTo>
                <a:moveTo>
                  <a:pt x="2886" y="481"/>
                </a:moveTo>
                <a:lnTo>
                  <a:pt x="3248" y="481"/>
                </a:lnTo>
                <a:moveTo>
                  <a:pt x="3368" y="481"/>
                </a:moveTo>
                <a:lnTo>
                  <a:pt x="3488" y="481"/>
                </a:lnTo>
                <a:moveTo>
                  <a:pt x="0" y="601"/>
                </a:moveTo>
                <a:lnTo>
                  <a:pt x="120" y="601"/>
                </a:lnTo>
                <a:moveTo>
                  <a:pt x="721" y="601"/>
                </a:moveTo>
                <a:lnTo>
                  <a:pt x="842" y="601"/>
                </a:lnTo>
                <a:moveTo>
                  <a:pt x="1082" y="601"/>
                </a:moveTo>
                <a:lnTo>
                  <a:pt x="1202" y="601"/>
                </a:lnTo>
                <a:moveTo>
                  <a:pt x="1443" y="601"/>
                </a:moveTo>
                <a:lnTo>
                  <a:pt x="1563" y="601"/>
                </a:lnTo>
                <a:moveTo>
                  <a:pt x="1804" y="601"/>
                </a:moveTo>
                <a:lnTo>
                  <a:pt x="2044" y="601"/>
                </a:lnTo>
                <a:moveTo>
                  <a:pt x="2405" y="601"/>
                </a:moveTo>
                <a:lnTo>
                  <a:pt x="2525" y="601"/>
                </a:lnTo>
                <a:moveTo>
                  <a:pt x="2646" y="601"/>
                </a:moveTo>
                <a:lnTo>
                  <a:pt x="2766" y="601"/>
                </a:lnTo>
                <a:moveTo>
                  <a:pt x="3368" y="601"/>
                </a:moveTo>
                <a:lnTo>
                  <a:pt x="3488" y="601"/>
                </a:lnTo>
                <a:moveTo>
                  <a:pt x="0" y="722"/>
                </a:moveTo>
                <a:lnTo>
                  <a:pt x="842" y="722"/>
                </a:lnTo>
                <a:moveTo>
                  <a:pt x="962" y="722"/>
                </a:moveTo>
                <a:lnTo>
                  <a:pt x="1082" y="722"/>
                </a:lnTo>
                <a:moveTo>
                  <a:pt x="1202" y="722"/>
                </a:moveTo>
                <a:lnTo>
                  <a:pt x="1323" y="722"/>
                </a:lnTo>
                <a:moveTo>
                  <a:pt x="1443" y="722"/>
                </a:moveTo>
                <a:lnTo>
                  <a:pt x="1563" y="722"/>
                </a:lnTo>
                <a:moveTo>
                  <a:pt x="1683" y="722"/>
                </a:moveTo>
                <a:lnTo>
                  <a:pt x="1804" y="722"/>
                </a:lnTo>
                <a:moveTo>
                  <a:pt x="1924" y="722"/>
                </a:moveTo>
                <a:lnTo>
                  <a:pt x="2044" y="722"/>
                </a:lnTo>
                <a:moveTo>
                  <a:pt x="2164" y="722"/>
                </a:moveTo>
                <a:lnTo>
                  <a:pt x="2285" y="722"/>
                </a:lnTo>
                <a:moveTo>
                  <a:pt x="2405" y="722"/>
                </a:moveTo>
                <a:lnTo>
                  <a:pt x="2525" y="722"/>
                </a:lnTo>
                <a:moveTo>
                  <a:pt x="2646" y="722"/>
                </a:moveTo>
                <a:lnTo>
                  <a:pt x="3488" y="722"/>
                </a:lnTo>
                <a:moveTo>
                  <a:pt x="1563" y="842"/>
                </a:moveTo>
                <a:lnTo>
                  <a:pt x="1683" y="842"/>
                </a:lnTo>
                <a:moveTo>
                  <a:pt x="1804" y="842"/>
                </a:moveTo>
                <a:lnTo>
                  <a:pt x="2044" y="842"/>
                </a:lnTo>
                <a:moveTo>
                  <a:pt x="2164" y="842"/>
                </a:moveTo>
                <a:lnTo>
                  <a:pt x="2285" y="842"/>
                </a:lnTo>
                <a:moveTo>
                  <a:pt x="2405" y="842"/>
                </a:moveTo>
                <a:lnTo>
                  <a:pt x="2525" y="842"/>
                </a:lnTo>
                <a:moveTo>
                  <a:pt x="0" y="963"/>
                </a:moveTo>
                <a:lnTo>
                  <a:pt x="120" y="963"/>
                </a:lnTo>
                <a:moveTo>
                  <a:pt x="360" y="963"/>
                </a:moveTo>
                <a:lnTo>
                  <a:pt x="1082" y="963"/>
                </a:lnTo>
                <a:moveTo>
                  <a:pt x="1323" y="963"/>
                </a:moveTo>
                <a:lnTo>
                  <a:pt x="1443" y="963"/>
                </a:lnTo>
                <a:moveTo>
                  <a:pt x="1563" y="963"/>
                </a:moveTo>
                <a:lnTo>
                  <a:pt x="1683" y="963"/>
                </a:lnTo>
                <a:moveTo>
                  <a:pt x="1924" y="963"/>
                </a:moveTo>
                <a:lnTo>
                  <a:pt x="2164" y="963"/>
                </a:lnTo>
                <a:moveTo>
                  <a:pt x="2285" y="963"/>
                </a:moveTo>
                <a:lnTo>
                  <a:pt x="2646" y="963"/>
                </a:lnTo>
                <a:moveTo>
                  <a:pt x="2886" y="963"/>
                </a:moveTo>
                <a:lnTo>
                  <a:pt x="3006" y="963"/>
                </a:lnTo>
                <a:moveTo>
                  <a:pt x="3127" y="963"/>
                </a:moveTo>
                <a:lnTo>
                  <a:pt x="3488" y="963"/>
                </a:lnTo>
                <a:moveTo>
                  <a:pt x="0" y="1083"/>
                </a:moveTo>
                <a:lnTo>
                  <a:pt x="120" y="1083"/>
                </a:lnTo>
                <a:moveTo>
                  <a:pt x="240" y="1083"/>
                </a:moveTo>
                <a:lnTo>
                  <a:pt x="360" y="1083"/>
                </a:lnTo>
                <a:moveTo>
                  <a:pt x="962" y="1083"/>
                </a:moveTo>
                <a:lnTo>
                  <a:pt x="1082" y="1083"/>
                </a:lnTo>
                <a:moveTo>
                  <a:pt x="1202" y="1083"/>
                </a:moveTo>
                <a:lnTo>
                  <a:pt x="1683" y="1083"/>
                </a:lnTo>
                <a:moveTo>
                  <a:pt x="1924" y="1083"/>
                </a:moveTo>
                <a:lnTo>
                  <a:pt x="2405" y="1083"/>
                </a:lnTo>
                <a:moveTo>
                  <a:pt x="2766" y="1083"/>
                </a:moveTo>
                <a:lnTo>
                  <a:pt x="3006" y="1083"/>
                </a:lnTo>
                <a:moveTo>
                  <a:pt x="3127" y="1083"/>
                </a:moveTo>
                <a:lnTo>
                  <a:pt x="3368" y="1083"/>
                </a:lnTo>
                <a:moveTo>
                  <a:pt x="481" y="1204"/>
                </a:moveTo>
                <a:lnTo>
                  <a:pt x="601" y="1204"/>
                </a:lnTo>
                <a:moveTo>
                  <a:pt x="721" y="1204"/>
                </a:moveTo>
                <a:lnTo>
                  <a:pt x="842" y="1204"/>
                </a:lnTo>
                <a:moveTo>
                  <a:pt x="1443" y="1204"/>
                </a:moveTo>
                <a:lnTo>
                  <a:pt x="1683" y="1204"/>
                </a:lnTo>
                <a:moveTo>
                  <a:pt x="1804" y="1204"/>
                </a:moveTo>
                <a:lnTo>
                  <a:pt x="1924" y="1204"/>
                </a:lnTo>
                <a:moveTo>
                  <a:pt x="2044" y="1204"/>
                </a:moveTo>
                <a:lnTo>
                  <a:pt x="2285" y="1204"/>
                </a:lnTo>
                <a:moveTo>
                  <a:pt x="2405" y="1204"/>
                </a:moveTo>
                <a:lnTo>
                  <a:pt x="2525" y="1204"/>
                </a:lnTo>
                <a:moveTo>
                  <a:pt x="2886" y="1204"/>
                </a:moveTo>
                <a:lnTo>
                  <a:pt x="3006" y="1204"/>
                </a:lnTo>
                <a:moveTo>
                  <a:pt x="3127" y="1204"/>
                </a:moveTo>
                <a:lnTo>
                  <a:pt x="3248" y="1204"/>
                </a:lnTo>
                <a:moveTo>
                  <a:pt x="120" y="1324"/>
                </a:moveTo>
                <a:lnTo>
                  <a:pt x="240" y="1324"/>
                </a:lnTo>
                <a:moveTo>
                  <a:pt x="601" y="1324"/>
                </a:moveTo>
                <a:lnTo>
                  <a:pt x="721" y="1324"/>
                </a:lnTo>
                <a:moveTo>
                  <a:pt x="1082" y="1324"/>
                </a:moveTo>
                <a:lnTo>
                  <a:pt x="1202" y="1324"/>
                </a:lnTo>
                <a:moveTo>
                  <a:pt x="1323" y="1324"/>
                </a:moveTo>
                <a:lnTo>
                  <a:pt x="1443" y="1324"/>
                </a:lnTo>
                <a:moveTo>
                  <a:pt x="1563" y="1324"/>
                </a:moveTo>
                <a:lnTo>
                  <a:pt x="1683" y="1324"/>
                </a:lnTo>
                <a:moveTo>
                  <a:pt x="1924" y="1324"/>
                </a:moveTo>
                <a:lnTo>
                  <a:pt x="2164" y="1324"/>
                </a:lnTo>
                <a:moveTo>
                  <a:pt x="2886" y="1324"/>
                </a:moveTo>
                <a:lnTo>
                  <a:pt x="3127" y="1324"/>
                </a:lnTo>
                <a:moveTo>
                  <a:pt x="3368" y="1324"/>
                </a:moveTo>
                <a:lnTo>
                  <a:pt x="3488" y="1324"/>
                </a:lnTo>
                <a:moveTo>
                  <a:pt x="120" y="1444"/>
                </a:moveTo>
                <a:lnTo>
                  <a:pt x="240" y="1444"/>
                </a:lnTo>
                <a:moveTo>
                  <a:pt x="360" y="1444"/>
                </a:moveTo>
                <a:lnTo>
                  <a:pt x="481" y="1444"/>
                </a:lnTo>
                <a:moveTo>
                  <a:pt x="721" y="1444"/>
                </a:moveTo>
                <a:lnTo>
                  <a:pt x="962" y="1444"/>
                </a:lnTo>
                <a:moveTo>
                  <a:pt x="1082" y="1444"/>
                </a:moveTo>
                <a:lnTo>
                  <a:pt x="1202" y="1444"/>
                </a:lnTo>
                <a:moveTo>
                  <a:pt x="1323" y="1444"/>
                </a:moveTo>
                <a:lnTo>
                  <a:pt x="1443" y="1444"/>
                </a:lnTo>
                <a:moveTo>
                  <a:pt x="1563" y="1444"/>
                </a:moveTo>
                <a:lnTo>
                  <a:pt x="1683" y="1444"/>
                </a:lnTo>
                <a:moveTo>
                  <a:pt x="1804" y="1444"/>
                </a:moveTo>
                <a:lnTo>
                  <a:pt x="2044" y="1444"/>
                </a:lnTo>
                <a:moveTo>
                  <a:pt x="2285" y="1444"/>
                </a:moveTo>
                <a:lnTo>
                  <a:pt x="2405" y="1444"/>
                </a:lnTo>
                <a:moveTo>
                  <a:pt x="2646" y="1444"/>
                </a:moveTo>
                <a:lnTo>
                  <a:pt x="2886" y="1444"/>
                </a:lnTo>
                <a:moveTo>
                  <a:pt x="3368" y="1444"/>
                </a:moveTo>
                <a:lnTo>
                  <a:pt x="3488" y="1444"/>
                </a:lnTo>
                <a:moveTo>
                  <a:pt x="0" y="1564"/>
                </a:moveTo>
                <a:lnTo>
                  <a:pt x="481" y="1564"/>
                </a:lnTo>
                <a:moveTo>
                  <a:pt x="601" y="1564"/>
                </a:moveTo>
                <a:lnTo>
                  <a:pt x="721" y="1564"/>
                </a:lnTo>
                <a:moveTo>
                  <a:pt x="962" y="1564"/>
                </a:moveTo>
                <a:lnTo>
                  <a:pt x="1082" y="1564"/>
                </a:lnTo>
                <a:moveTo>
                  <a:pt x="1202" y="1564"/>
                </a:moveTo>
                <a:lnTo>
                  <a:pt x="1323" y="1564"/>
                </a:lnTo>
                <a:moveTo>
                  <a:pt x="1563" y="1564"/>
                </a:moveTo>
                <a:lnTo>
                  <a:pt x="1804" y="1564"/>
                </a:lnTo>
                <a:moveTo>
                  <a:pt x="2164" y="1564"/>
                </a:moveTo>
                <a:lnTo>
                  <a:pt x="2285" y="1564"/>
                </a:lnTo>
                <a:moveTo>
                  <a:pt x="2646" y="1564"/>
                </a:moveTo>
                <a:lnTo>
                  <a:pt x="3488" y="1564"/>
                </a:lnTo>
                <a:moveTo>
                  <a:pt x="120" y="1685"/>
                </a:moveTo>
                <a:lnTo>
                  <a:pt x="240" y="1685"/>
                </a:lnTo>
                <a:moveTo>
                  <a:pt x="360" y="1685"/>
                </a:moveTo>
                <a:lnTo>
                  <a:pt x="601" y="1685"/>
                </a:lnTo>
                <a:moveTo>
                  <a:pt x="721" y="1685"/>
                </a:moveTo>
                <a:lnTo>
                  <a:pt x="842" y="1685"/>
                </a:lnTo>
                <a:moveTo>
                  <a:pt x="962" y="1685"/>
                </a:moveTo>
                <a:lnTo>
                  <a:pt x="1082" y="1685"/>
                </a:lnTo>
                <a:moveTo>
                  <a:pt x="1443" y="1685"/>
                </a:moveTo>
                <a:lnTo>
                  <a:pt x="1683" y="1685"/>
                </a:lnTo>
                <a:moveTo>
                  <a:pt x="1804" y="1685"/>
                </a:moveTo>
                <a:lnTo>
                  <a:pt x="1924" y="1685"/>
                </a:lnTo>
                <a:moveTo>
                  <a:pt x="2044" y="1685"/>
                </a:moveTo>
                <a:lnTo>
                  <a:pt x="2646" y="1685"/>
                </a:lnTo>
                <a:moveTo>
                  <a:pt x="3127" y="1685"/>
                </a:moveTo>
                <a:lnTo>
                  <a:pt x="3248" y="1685"/>
                </a:lnTo>
                <a:moveTo>
                  <a:pt x="3368" y="1685"/>
                </a:moveTo>
                <a:lnTo>
                  <a:pt x="3488" y="1685"/>
                </a:lnTo>
                <a:moveTo>
                  <a:pt x="0" y="1805"/>
                </a:moveTo>
                <a:lnTo>
                  <a:pt x="120" y="1805"/>
                </a:lnTo>
                <a:moveTo>
                  <a:pt x="240" y="1805"/>
                </a:moveTo>
                <a:lnTo>
                  <a:pt x="360" y="1805"/>
                </a:lnTo>
                <a:moveTo>
                  <a:pt x="481" y="1805"/>
                </a:moveTo>
                <a:lnTo>
                  <a:pt x="721" y="1805"/>
                </a:lnTo>
                <a:moveTo>
                  <a:pt x="1323" y="1805"/>
                </a:moveTo>
                <a:lnTo>
                  <a:pt x="1563" y="1805"/>
                </a:lnTo>
                <a:moveTo>
                  <a:pt x="1804" y="1805"/>
                </a:moveTo>
                <a:lnTo>
                  <a:pt x="1924" y="1805"/>
                </a:lnTo>
                <a:moveTo>
                  <a:pt x="2285" y="1805"/>
                </a:moveTo>
                <a:lnTo>
                  <a:pt x="2886" y="1805"/>
                </a:lnTo>
                <a:moveTo>
                  <a:pt x="3127" y="1805"/>
                </a:moveTo>
                <a:lnTo>
                  <a:pt x="3248" y="1805"/>
                </a:lnTo>
                <a:moveTo>
                  <a:pt x="3368" y="1805"/>
                </a:moveTo>
                <a:lnTo>
                  <a:pt x="3488" y="1805"/>
                </a:lnTo>
                <a:moveTo>
                  <a:pt x="240" y="1925"/>
                </a:moveTo>
                <a:lnTo>
                  <a:pt x="601" y="1925"/>
                </a:lnTo>
                <a:moveTo>
                  <a:pt x="721" y="1925"/>
                </a:moveTo>
                <a:lnTo>
                  <a:pt x="842" y="1925"/>
                </a:lnTo>
                <a:moveTo>
                  <a:pt x="962" y="1925"/>
                </a:moveTo>
                <a:lnTo>
                  <a:pt x="1202" y="1925"/>
                </a:lnTo>
                <a:moveTo>
                  <a:pt x="1683" y="1925"/>
                </a:moveTo>
                <a:lnTo>
                  <a:pt x="1804" y="1925"/>
                </a:lnTo>
                <a:moveTo>
                  <a:pt x="2766" y="1925"/>
                </a:moveTo>
                <a:lnTo>
                  <a:pt x="2886" y="1925"/>
                </a:lnTo>
                <a:moveTo>
                  <a:pt x="3006" y="1925"/>
                </a:moveTo>
                <a:lnTo>
                  <a:pt x="3127" y="1925"/>
                </a:lnTo>
                <a:moveTo>
                  <a:pt x="0" y="2046"/>
                </a:moveTo>
                <a:lnTo>
                  <a:pt x="601" y="2046"/>
                </a:lnTo>
                <a:moveTo>
                  <a:pt x="1323" y="2046"/>
                </a:moveTo>
                <a:lnTo>
                  <a:pt x="2646" y="2046"/>
                </a:lnTo>
                <a:moveTo>
                  <a:pt x="2766" y="2046"/>
                </a:moveTo>
                <a:lnTo>
                  <a:pt x="3006" y="2046"/>
                </a:lnTo>
                <a:moveTo>
                  <a:pt x="3127" y="2046"/>
                </a:moveTo>
                <a:lnTo>
                  <a:pt x="3368" y="2046"/>
                </a:lnTo>
                <a:moveTo>
                  <a:pt x="0" y="2166"/>
                </a:moveTo>
                <a:lnTo>
                  <a:pt x="360" y="2166"/>
                </a:lnTo>
                <a:moveTo>
                  <a:pt x="601" y="2166"/>
                </a:moveTo>
                <a:lnTo>
                  <a:pt x="962" y="2166"/>
                </a:lnTo>
                <a:moveTo>
                  <a:pt x="1443" y="2166"/>
                </a:moveTo>
                <a:lnTo>
                  <a:pt x="1563" y="2166"/>
                </a:lnTo>
                <a:moveTo>
                  <a:pt x="1804" y="2166"/>
                </a:moveTo>
                <a:lnTo>
                  <a:pt x="2164" y="2166"/>
                </a:lnTo>
                <a:moveTo>
                  <a:pt x="2285" y="2166"/>
                </a:moveTo>
                <a:lnTo>
                  <a:pt x="2405" y="2166"/>
                </a:lnTo>
                <a:moveTo>
                  <a:pt x="2525" y="2166"/>
                </a:moveTo>
                <a:lnTo>
                  <a:pt x="2886" y="2166"/>
                </a:lnTo>
                <a:moveTo>
                  <a:pt x="3006" y="2166"/>
                </a:moveTo>
                <a:lnTo>
                  <a:pt x="3127" y="2166"/>
                </a:lnTo>
                <a:moveTo>
                  <a:pt x="3368" y="2166"/>
                </a:moveTo>
                <a:lnTo>
                  <a:pt x="3488" y="2166"/>
                </a:lnTo>
                <a:moveTo>
                  <a:pt x="0" y="2286"/>
                </a:moveTo>
                <a:lnTo>
                  <a:pt x="240" y="2286"/>
                </a:lnTo>
                <a:moveTo>
                  <a:pt x="360" y="2286"/>
                </a:moveTo>
                <a:lnTo>
                  <a:pt x="601" y="2286"/>
                </a:lnTo>
                <a:moveTo>
                  <a:pt x="962" y="2286"/>
                </a:moveTo>
                <a:lnTo>
                  <a:pt x="1323" y="2286"/>
                </a:lnTo>
                <a:moveTo>
                  <a:pt x="1683" y="2286"/>
                </a:moveTo>
                <a:lnTo>
                  <a:pt x="1804" y="2286"/>
                </a:lnTo>
                <a:moveTo>
                  <a:pt x="1924" y="2286"/>
                </a:moveTo>
                <a:lnTo>
                  <a:pt x="2044" y="2286"/>
                </a:lnTo>
                <a:moveTo>
                  <a:pt x="2525" y="2286"/>
                </a:moveTo>
                <a:lnTo>
                  <a:pt x="2646" y="2286"/>
                </a:lnTo>
                <a:moveTo>
                  <a:pt x="2886" y="2286"/>
                </a:moveTo>
                <a:lnTo>
                  <a:pt x="3248" y="2286"/>
                </a:lnTo>
                <a:moveTo>
                  <a:pt x="0" y="2406"/>
                </a:moveTo>
                <a:lnTo>
                  <a:pt x="240" y="2406"/>
                </a:lnTo>
                <a:moveTo>
                  <a:pt x="481" y="2406"/>
                </a:moveTo>
                <a:lnTo>
                  <a:pt x="601" y="2406"/>
                </a:lnTo>
                <a:moveTo>
                  <a:pt x="721" y="2406"/>
                </a:moveTo>
                <a:lnTo>
                  <a:pt x="962" y="2406"/>
                </a:lnTo>
                <a:moveTo>
                  <a:pt x="1082" y="2406"/>
                </a:moveTo>
                <a:lnTo>
                  <a:pt x="1323" y="2406"/>
                </a:lnTo>
                <a:moveTo>
                  <a:pt x="1563" y="2406"/>
                </a:moveTo>
                <a:lnTo>
                  <a:pt x="1924" y="2406"/>
                </a:lnTo>
                <a:moveTo>
                  <a:pt x="2044" y="2406"/>
                </a:moveTo>
                <a:lnTo>
                  <a:pt x="2164" y="2406"/>
                </a:lnTo>
                <a:moveTo>
                  <a:pt x="2405" y="2406"/>
                </a:moveTo>
                <a:lnTo>
                  <a:pt x="3368" y="2406"/>
                </a:lnTo>
                <a:moveTo>
                  <a:pt x="962" y="2527"/>
                </a:moveTo>
                <a:lnTo>
                  <a:pt x="1082" y="2527"/>
                </a:lnTo>
                <a:moveTo>
                  <a:pt x="1443" y="2527"/>
                </a:moveTo>
                <a:lnTo>
                  <a:pt x="1563" y="2527"/>
                </a:lnTo>
                <a:moveTo>
                  <a:pt x="1683" y="2527"/>
                </a:moveTo>
                <a:lnTo>
                  <a:pt x="1924" y="2527"/>
                </a:lnTo>
                <a:moveTo>
                  <a:pt x="2405" y="2527"/>
                </a:moveTo>
                <a:lnTo>
                  <a:pt x="2525" y="2527"/>
                </a:lnTo>
                <a:moveTo>
                  <a:pt x="2886" y="2527"/>
                </a:moveTo>
                <a:lnTo>
                  <a:pt x="3127" y="2527"/>
                </a:lnTo>
                <a:moveTo>
                  <a:pt x="0" y="2647"/>
                </a:moveTo>
                <a:lnTo>
                  <a:pt x="842" y="2647"/>
                </a:lnTo>
                <a:moveTo>
                  <a:pt x="962" y="2647"/>
                </a:moveTo>
                <a:lnTo>
                  <a:pt x="1082" y="2647"/>
                </a:lnTo>
                <a:moveTo>
                  <a:pt x="1202" y="2647"/>
                </a:moveTo>
                <a:lnTo>
                  <a:pt x="1563" y="2647"/>
                </a:lnTo>
                <a:moveTo>
                  <a:pt x="1683" y="2647"/>
                </a:moveTo>
                <a:lnTo>
                  <a:pt x="2044" y="2647"/>
                </a:lnTo>
                <a:moveTo>
                  <a:pt x="2164" y="2647"/>
                </a:moveTo>
                <a:lnTo>
                  <a:pt x="2525" y="2647"/>
                </a:lnTo>
                <a:moveTo>
                  <a:pt x="2646" y="2647"/>
                </a:moveTo>
                <a:lnTo>
                  <a:pt x="2766" y="2647"/>
                </a:lnTo>
                <a:moveTo>
                  <a:pt x="2886" y="2647"/>
                </a:moveTo>
                <a:lnTo>
                  <a:pt x="3127" y="2647"/>
                </a:lnTo>
                <a:moveTo>
                  <a:pt x="0" y="2767"/>
                </a:moveTo>
                <a:lnTo>
                  <a:pt x="120" y="2767"/>
                </a:lnTo>
                <a:moveTo>
                  <a:pt x="721" y="2767"/>
                </a:moveTo>
                <a:lnTo>
                  <a:pt x="842" y="2767"/>
                </a:lnTo>
                <a:moveTo>
                  <a:pt x="962" y="2767"/>
                </a:moveTo>
                <a:lnTo>
                  <a:pt x="1082" y="2767"/>
                </a:lnTo>
                <a:moveTo>
                  <a:pt x="1443" y="2767"/>
                </a:moveTo>
                <a:lnTo>
                  <a:pt x="1563" y="2767"/>
                </a:lnTo>
                <a:moveTo>
                  <a:pt x="1683" y="2767"/>
                </a:moveTo>
                <a:lnTo>
                  <a:pt x="1804" y="2767"/>
                </a:lnTo>
                <a:moveTo>
                  <a:pt x="2044" y="2767"/>
                </a:moveTo>
                <a:lnTo>
                  <a:pt x="2164" y="2767"/>
                </a:lnTo>
                <a:moveTo>
                  <a:pt x="2285" y="2767"/>
                </a:moveTo>
                <a:lnTo>
                  <a:pt x="2525" y="2767"/>
                </a:lnTo>
                <a:moveTo>
                  <a:pt x="2886" y="2767"/>
                </a:moveTo>
                <a:lnTo>
                  <a:pt x="3006" y="2767"/>
                </a:lnTo>
                <a:moveTo>
                  <a:pt x="3248" y="2767"/>
                </a:moveTo>
                <a:lnTo>
                  <a:pt x="3488" y="2767"/>
                </a:lnTo>
                <a:moveTo>
                  <a:pt x="0" y="2887"/>
                </a:moveTo>
                <a:lnTo>
                  <a:pt x="120" y="2887"/>
                </a:lnTo>
                <a:moveTo>
                  <a:pt x="240" y="2887"/>
                </a:moveTo>
                <a:lnTo>
                  <a:pt x="601" y="2887"/>
                </a:lnTo>
                <a:moveTo>
                  <a:pt x="721" y="2887"/>
                </a:moveTo>
                <a:lnTo>
                  <a:pt x="842" y="2887"/>
                </a:lnTo>
                <a:moveTo>
                  <a:pt x="962" y="2887"/>
                </a:moveTo>
                <a:lnTo>
                  <a:pt x="1082" y="2887"/>
                </a:lnTo>
                <a:moveTo>
                  <a:pt x="1202" y="2887"/>
                </a:moveTo>
                <a:lnTo>
                  <a:pt x="1323" y="2887"/>
                </a:lnTo>
                <a:moveTo>
                  <a:pt x="1443" y="2887"/>
                </a:moveTo>
                <a:lnTo>
                  <a:pt x="2044" y="2887"/>
                </a:lnTo>
                <a:moveTo>
                  <a:pt x="2164" y="2887"/>
                </a:moveTo>
                <a:lnTo>
                  <a:pt x="3127" y="2887"/>
                </a:lnTo>
                <a:moveTo>
                  <a:pt x="3248" y="2887"/>
                </a:moveTo>
                <a:lnTo>
                  <a:pt x="3488" y="2887"/>
                </a:lnTo>
                <a:moveTo>
                  <a:pt x="0" y="3008"/>
                </a:moveTo>
                <a:lnTo>
                  <a:pt x="120" y="3008"/>
                </a:lnTo>
                <a:moveTo>
                  <a:pt x="240" y="3008"/>
                </a:moveTo>
                <a:lnTo>
                  <a:pt x="601" y="3008"/>
                </a:lnTo>
                <a:moveTo>
                  <a:pt x="721" y="3008"/>
                </a:moveTo>
                <a:lnTo>
                  <a:pt x="842" y="3008"/>
                </a:lnTo>
                <a:moveTo>
                  <a:pt x="962" y="3008"/>
                </a:moveTo>
                <a:lnTo>
                  <a:pt x="1202" y="3008"/>
                </a:lnTo>
                <a:moveTo>
                  <a:pt x="1323" y="3008"/>
                </a:moveTo>
                <a:lnTo>
                  <a:pt x="1563" y="3008"/>
                </a:lnTo>
                <a:moveTo>
                  <a:pt x="1804" y="3008"/>
                </a:moveTo>
                <a:lnTo>
                  <a:pt x="2525" y="3008"/>
                </a:lnTo>
                <a:moveTo>
                  <a:pt x="2766" y="3008"/>
                </a:moveTo>
                <a:lnTo>
                  <a:pt x="2886" y="3008"/>
                </a:lnTo>
                <a:moveTo>
                  <a:pt x="3368" y="3008"/>
                </a:moveTo>
                <a:lnTo>
                  <a:pt x="3488" y="3008"/>
                </a:lnTo>
                <a:moveTo>
                  <a:pt x="0" y="3128"/>
                </a:moveTo>
                <a:lnTo>
                  <a:pt x="120" y="3128"/>
                </a:lnTo>
                <a:moveTo>
                  <a:pt x="240" y="3128"/>
                </a:moveTo>
                <a:lnTo>
                  <a:pt x="601" y="3128"/>
                </a:lnTo>
                <a:moveTo>
                  <a:pt x="721" y="3128"/>
                </a:moveTo>
                <a:lnTo>
                  <a:pt x="842" y="3128"/>
                </a:lnTo>
                <a:moveTo>
                  <a:pt x="1804" y="3128"/>
                </a:moveTo>
                <a:lnTo>
                  <a:pt x="2164" y="3128"/>
                </a:lnTo>
                <a:moveTo>
                  <a:pt x="2285" y="3128"/>
                </a:moveTo>
                <a:lnTo>
                  <a:pt x="2646" y="3128"/>
                </a:lnTo>
                <a:moveTo>
                  <a:pt x="2886" y="3128"/>
                </a:moveTo>
                <a:lnTo>
                  <a:pt x="3006" y="3128"/>
                </a:lnTo>
                <a:moveTo>
                  <a:pt x="3127" y="3128"/>
                </a:moveTo>
                <a:lnTo>
                  <a:pt x="3488" y="3128"/>
                </a:lnTo>
                <a:moveTo>
                  <a:pt x="0" y="3248"/>
                </a:moveTo>
                <a:lnTo>
                  <a:pt x="120" y="3248"/>
                </a:lnTo>
                <a:moveTo>
                  <a:pt x="721" y="3248"/>
                </a:moveTo>
                <a:lnTo>
                  <a:pt x="842" y="3248"/>
                </a:lnTo>
                <a:moveTo>
                  <a:pt x="1082" y="3248"/>
                </a:moveTo>
                <a:lnTo>
                  <a:pt x="1202" y="3248"/>
                </a:lnTo>
                <a:moveTo>
                  <a:pt x="1323" y="3248"/>
                </a:moveTo>
                <a:lnTo>
                  <a:pt x="1563" y="3248"/>
                </a:lnTo>
                <a:moveTo>
                  <a:pt x="1804" y="3248"/>
                </a:moveTo>
                <a:lnTo>
                  <a:pt x="1924" y="3248"/>
                </a:lnTo>
                <a:moveTo>
                  <a:pt x="2164" y="3248"/>
                </a:moveTo>
                <a:lnTo>
                  <a:pt x="2285" y="3248"/>
                </a:lnTo>
                <a:moveTo>
                  <a:pt x="2525" y="3248"/>
                </a:moveTo>
                <a:lnTo>
                  <a:pt x="2646" y="3248"/>
                </a:lnTo>
                <a:moveTo>
                  <a:pt x="3006" y="3248"/>
                </a:moveTo>
                <a:lnTo>
                  <a:pt x="3248" y="3248"/>
                </a:lnTo>
                <a:moveTo>
                  <a:pt x="3368" y="3248"/>
                </a:moveTo>
                <a:lnTo>
                  <a:pt x="3488" y="3248"/>
                </a:lnTo>
                <a:moveTo>
                  <a:pt x="0" y="3368"/>
                </a:moveTo>
                <a:lnTo>
                  <a:pt x="842" y="3368"/>
                </a:lnTo>
                <a:moveTo>
                  <a:pt x="962" y="3368"/>
                </a:moveTo>
                <a:lnTo>
                  <a:pt x="1202" y="3368"/>
                </a:lnTo>
                <a:moveTo>
                  <a:pt x="1323" y="3368"/>
                </a:moveTo>
                <a:lnTo>
                  <a:pt x="1683" y="3368"/>
                </a:lnTo>
                <a:moveTo>
                  <a:pt x="2285" y="3368"/>
                </a:moveTo>
                <a:lnTo>
                  <a:pt x="2766" y="3368"/>
                </a:lnTo>
                <a:moveTo>
                  <a:pt x="2886" y="3368"/>
                </a:moveTo>
                <a:lnTo>
                  <a:pt x="3127" y="3368"/>
                </a:lnTo>
              </a:path>
            </a:pathLst>
          </a:custGeom>
          <a:ln w="43200">
            <a:solidFill>
              <a:srgbClr val="001d34"/>
            </a:solidFill>
            <a:miter/>
          </a:ln>
        </p:spPr>
        <p:txBody>
          <a:bodyPr lIns="21600" rIns="21600" tIns="21600" bIns="21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8937000" y="1781640"/>
            <a:ext cx="12200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Caret (HL7 v2)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666720" y="5479200"/>
            <a:ext cx="97239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Up for the event, 29 and 30 October. Fictional test data only. FHIR bases: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referrals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and </a:t>
            </a:r>
            <a:r>
              <a:rPr b="0" lang="en-AU" sz="1950" spc="-1" strike="noStrike">
                <a:solidFill>
                  <a:srgbClr val="00a9ce"/>
                </a:solidFill>
                <a:latin typeface="Calibri"/>
                <a:ea typeface="Calibri"/>
              </a:rPr>
              <a:t>directory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12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666720" y="13428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676080" y="1523880"/>
            <a:ext cx="1962360" cy="438480"/>
          </a:xfrm>
          <a:custGeom>
            <a:avLst/>
            <a:gdLst/>
            <a:ahLst/>
            <a:rect l="0" t="0" r="r" b="b"/>
            <a:pathLst>
              <a:path w="5451" h="1218">
                <a:moveTo>
                  <a:pt x="0" y="0"/>
                </a:moveTo>
                <a:lnTo>
                  <a:pt x="5451" y="0"/>
                </a:lnTo>
                <a:lnTo>
                  <a:pt x="545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2638080" y="1523880"/>
            <a:ext cx="2734200" cy="438480"/>
          </a:xfrm>
          <a:custGeom>
            <a:avLst/>
            <a:gdLst/>
            <a:ahLst/>
            <a:rect l="0" t="0" r="r" b="b"/>
            <a:pathLst>
              <a:path w="7595" h="1218">
                <a:moveTo>
                  <a:pt x="0" y="0"/>
                </a:moveTo>
                <a:lnTo>
                  <a:pt x="7595" y="0"/>
                </a:lnTo>
                <a:lnTo>
                  <a:pt x="7595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5371920" y="1523880"/>
            <a:ext cx="1848240" cy="438480"/>
          </a:xfrm>
          <a:custGeom>
            <a:avLst/>
            <a:gdLst/>
            <a:ahLst/>
            <a:rect l="0" t="0" r="r" b="b"/>
            <a:pathLst>
              <a:path w="5134" h="1218">
                <a:moveTo>
                  <a:pt x="0" y="0"/>
                </a:moveTo>
                <a:lnTo>
                  <a:pt x="5134" y="0"/>
                </a:lnTo>
                <a:lnTo>
                  <a:pt x="513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7219800" y="1523880"/>
            <a:ext cx="4305600" cy="438480"/>
          </a:xfrm>
          <a:custGeom>
            <a:avLst/>
            <a:gdLst/>
            <a:ahLst/>
            <a:rect l="0" t="0" r="r" b="b"/>
            <a:pathLst>
              <a:path w="11960" h="1218">
                <a:moveTo>
                  <a:pt x="0" y="0"/>
                </a:moveTo>
                <a:lnTo>
                  <a:pt x="11960" y="0"/>
                </a:lnTo>
                <a:lnTo>
                  <a:pt x="1196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676080" y="1523880"/>
            <a:ext cx="1962360" cy="438480"/>
          </a:xfrm>
          <a:custGeom>
            <a:avLst/>
            <a:gdLst/>
            <a:ahLst/>
            <a:rect l="0" t="0" r="r" b="b"/>
            <a:pathLst>
              <a:path w="5451" h="1218">
                <a:moveTo>
                  <a:pt x="0" y="0"/>
                </a:moveTo>
                <a:lnTo>
                  <a:pt x="5451" y="0"/>
                </a:lnTo>
                <a:lnTo>
                  <a:pt x="545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2638080" y="1523880"/>
            <a:ext cx="2734200" cy="438480"/>
          </a:xfrm>
          <a:custGeom>
            <a:avLst/>
            <a:gdLst/>
            <a:ahLst/>
            <a:rect l="0" t="0" r="r" b="b"/>
            <a:pathLst>
              <a:path w="7595" h="1218">
                <a:moveTo>
                  <a:pt x="0" y="0"/>
                </a:moveTo>
                <a:lnTo>
                  <a:pt x="7595" y="0"/>
                </a:lnTo>
                <a:lnTo>
                  <a:pt x="7595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5371920" y="1523880"/>
            <a:ext cx="1848240" cy="438480"/>
          </a:xfrm>
          <a:custGeom>
            <a:avLst/>
            <a:gdLst/>
            <a:ahLst/>
            <a:rect l="0" t="0" r="r" b="b"/>
            <a:pathLst>
              <a:path w="5134" h="1218">
                <a:moveTo>
                  <a:pt x="0" y="0"/>
                </a:moveTo>
                <a:lnTo>
                  <a:pt x="5134" y="0"/>
                </a:lnTo>
                <a:lnTo>
                  <a:pt x="513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7219800" y="1523880"/>
            <a:ext cx="4305600" cy="438480"/>
          </a:xfrm>
          <a:custGeom>
            <a:avLst/>
            <a:gdLst/>
            <a:ahLst/>
            <a:rect l="0" t="0" r="r" b="b"/>
            <a:pathLst>
              <a:path w="11960" h="1218">
                <a:moveTo>
                  <a:pt x="0" y="0"/>
                </a:moveTo>
                <a:lnTo>
                  <a:pt x="11960" y="0"/>
                </a:lnTo>
                <a:lnTo>
                  <a:pt x="1196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676080" y="1962000"/>
            <a:ext cx="1962360" cy="752760"/>
          </a:xfrm>
          <a:custGeom>
            <a:avLst/>
            <a:gdLst/>
            <a:ahLst/>
            <a:rect l="0" t="0" r="r" b="b"/>
            <a:pathLst>
              <a:path w="5451" h="2091">
                <a:moveTo>
                  <a:pt x="0" y="0"/>
                </a:moveTo>
                <a:lnTo>
                  <a:pt x="5451" y="0"/>
                </a:lnTo>
                <a:lnTo>
                  <a:pt x="5451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2638080" y="1962000"/>
            <a:ext cx="2734200" cy="752760"/>
          </a:xfrm>
          <a:custGeom>
            <a:avLst/>
            <a:gdLst/>
            <a:ahLst/>
            <a:rect l="0" t="0" r="r" b="b"/>
            <a:pathLst>
              <a:path w="7595" h="2091">
                <a:moveTo>
                  <a:pt x="0" y="0"/>
                </a:moveTo>
                <a:lnTo>
                  <a:pt x="7595" y="0"/>
                </a:lnTo>
                <a:lnTo>
                  <a:pt x="7595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5371920" y="1962000"/>
            <a:ext cx="1848240" cy="752760"/>
          </a:xfrm>
          <a:custGeom>
            <a:avLst/>
            <a:gdLst/>
            <a:ahLst/>
            <a:rect l="0" t="0" r="r" b="b"/>
            <a:pathLst>
              <a:path w="5134" h="2091">
                <a:moveTo>
                  <a:pt x="0" y="0"/>
                </a:moveTo>
                <a:lnTo>
                  <a:pt x="5134" y="0"/>
                </a:lnTo>
                <a:lnTo>
                  <a:pt x="5134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7219800" y="1962000"/>
            <a:ext cx="4305600" cy="752760"/>
          </a:xfrm>
          <a:custGeom>
            <a:avLst/>
            <a:gdLst/>
            <a:ahLst/>
            <a:rect l="0" t="0" r="r" b="b"/>
            <a:pathLst>
              <a:path w="11960" h="2091">
                <a:moveTo>
                  <a:pt x="0" y="0"/>
                </a:moveTo>
                <a:lnTo>
                  <a:pt x="11960" y="0"/>
                </a:lnTo>
                <a:lnTo>
                  <a:pt x="11960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676080" y="2714400"/>
            <a:ext cx="1962360" cy="438480"/>
          </a:xfrm>
          <a:custGeom>
            <a:avLst/>
            <a:gdLst/>
            <a:ahLst/>
            <a:rect l="0" t="0" r="r" b="b"/>
            <a:pathLst>
              <a:path w="5451" h="1218">
                <a:moveTo>
                  <a:pt x="0" y="0"/>
                </a:moveTo>
                <a:lnTo>
                  <a:pt x="5451" y="0"/>
                </a:lnTo>
                <a:lnTo>
                  <a:pt x="545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2638080" y="2714400"/>
            <a:ext cx="2734200" cy="438480"/>
          </a:xfrm>
          <a:custGeom>
            <a:avLst/>
            <a:gdLst/>
            <a:ahLst/>
            <a:rect l="0" t="0" r="r" b="b"/>
            <a:pathLst>
              <a:path w="7595" h="1218">
                <a:moveTo>
                  <a:pt x="0" y="0"/>
                </a:moveTo>
                <a:lnTo>
                  <a:pt x="7595" y="0"/>
                </a:lnTo>
                <a:lnTo>
                  <a:pt x="7595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5371920" y="2714400"/>
            <a:ext cx="1848240" cy="438480"/>
          </a:xfrm>
          <a:custGeom>
            <a:avLst/>
            <a:gdLst/>
            <a:ahLst/>
            <a:rect l="0" t="0" r="r" b="b"/>
            <a:pathLst>
              <a:path w="5134" h="1218">
                <a:moveTo>
                  <a:pt x="0" y="0"/>
                </a:moveTo>
                <a:lnTo>
                  <a:pt x="5134" y="0"/>
                </a:lnTo>
                <a:lnTo>
                  <a:pt x="513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7219800" y="2714400"/>
            <a:ext cx="4305600" cy="438480"/>
          </a:xfrm>
          <a:custGeom>
            <a:avLst/>
            <a:gdLst/>
            <a:ahLst/>
            <a:rect l="0" t="0" r="r" b="b"/>
            <a:pathLst>
              <a:path w="11960" h="1218">
                <a:moveTo>
                  <a:pt x="0" y="0"/>
                </a:moveTo>
                <a:lnTo>
                  <a:pt x="11960" y="0"/>
                </a:lnTo>
                <a:lnTo>
                  <a:pt x="1196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676080" y="3152520"/>
            <a:ext cx="1962360" cy="752760"/>
          </a:xfrm>
          <a:custGeom>
            <a:avLst/>
            <a:gdLst/>
            <a:ahLst/>
            <a:rect l="0" t="0" r="r" b="b"/>
            <a:pathLst>
              <a:path w="5451" h="2091">
                <a:moveTo>
                  <a:pt x="0" y="0"/>
                </a:moveTo>
                <a:lnTo>
                  <a:pt x="5451" y="0"/>
                </a:lnTo>
                <a:lnTo>
                  <a:pt x="5451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2638080" y="3152520"/>
            <a:ext cx="2734200" cy="752760"/>
          </a:xfrm>
          <a:custGeom>
            <a:avLst/>
            <a:gdLst/>
            <a:ahLst/>
            <a:rect l="0" t="0" r="r" b="b"/>
            <a:pathLst>
              <a:path w="7595" h="2091">
                <a:moveTo>
                  <a:pt x="0" y="0"/>
                </a:moveTo>
                <a:lnTo>
                  <a:pt x="7595" y="0"/>
                </a:lnTo>
                <a:lnTo>
                  <a:pt x="7595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5371920" y="3152520"/>
            <a:ext cx="1848240" cy="752760"/>
          </a:xfrm>
          <a:custGeom>
            <a:avLst/>
            <a:gdLst/>
            <a:ahLst/>
            <a:rect l="0" t="0" r="r" b="b"/>
            <a:pathLst>
              <a:path w="5134" h="2091">
                <a:moveTo>
                  <a:pt x="0" y="0"/>
                </a:moveTo>
                <a:lnTo>
                  <a:pt x="5134" y="0"/>
                </a:lnTo>
                <a:lnTo>
                  <a:pt x="5134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7219800" y="3152520"/>
            <a:ext cx="4305600" cy="752760"/>
          </a:xfrm>
          <a:custGeom>
            <a:avLst/>
            <a:gdLst/>
            <a:ahLst/>
            <a:rect l="0" t="0" r="r" b="b"/>
            <a:pathLst>
              <a:path w="11960" h="2091">
                <a:moveTo>
                  <a:pt x="0" y="0"/>
                </a:moveTo>
                <a:lnTo>
                  <a:pt x="11960" y="0"/>
                </a:lnTo>
                <a:lnTo>
                  <a:pt x="11960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676080" y="3904920"/>
            <a:ext cx="1962360" cy="438480"/>
          </a:xfrm>
          <a:custGeom>
            <a:avLst/>
            <a:gdLst/>
            <a:ahLst/>
            <a:rect l="0" t="0" r="r" b="b"/>
            <a:pathLst>
              <a:path w="5451" h="1218">
                <a:moveTo>
                  <a:pt x="0" y="0"/>
                </a:moveTo>
                <a:lnTo>
                  <a:pt x="5451" y="0"/>
                </a:lnTo>
                <a:lnTo>
                  <a:pt x="545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2638080" y="3904920"/>
            <a:ext cx="2734200" cy="438480"/>
          </a:xfrm>
          <a:custGeom>
            <a:avLst/>
            <a:gdLst/>
            <a:ahLst/>
            <a:rect l="0" t="0" r="r" b="b"/>
            <a:pathLst>
              <a:path w="7595" h="1218">
                <a:moveTo>
                  <a:pt x="0" y="0"/>
                </a:moveTo>
                <a:lnTo>
                  <a:pt x="7595" y="0"/>
                </a:lnTo>
                <a:lnTo>
                  <a:pt x="7595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5371920" y="3904920"/>
            <a:ext cx="1848240" cy="438480"/>
          </a:xfrm>
          <a:custGeom>
            <a:avLst/>
            <a:gdLst/>
            <a:ahLst/>
            <a:rect l="0" t="0" r="r" b="b"/>
            <a:pathLst>
              <a:path w="5134" h="1218">
                <a:moveTo>
                  <a:pt x="0" y="0"/>
                </a:moveTo>
                <a:lnTo>
                  <a:pt x="5134" y="0"/>
                </a:lnTo>
                <a:lnTo>
                  <a:pt x="513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7219800" y="3904920"/>
            <a:ext cx="4305600" cy="438480"/>
          </a:xfrm>
          <a:custGeom>
            <a:avLst/>
            <a:gdLst/>
            <a:ahLst/>
            <a:rect l="0" t="0" r="r" b="b"/>
            <a:pathLst>
              <a:path w="11960" h="1218">
                <a:moveTo>
                  <a:pt x="0" y="0"/>
                </a:moveTo>
                <a:lnTo>
                  <a:pt x="11960" y="0"/>
                </a:lnTo>
                <a:lnTo>
                  <a:pt x="1196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676080" y="4343040"/>
            <a:ext cx="1962360" cy="438840"/>
          </a:xfrm>
          <a:custGeom>
            <a:avLst/>
            <a:gdLst/>
            <a:ahLst/>
            <a:rect l="0" t="0" r="r" b="b"/>
            <a:pathLst>
              <a:path w="5451" h="1219">
                <a:moveTo>
                  <a:pt x="0" y="0"/>
                </a:moveTo>
                <a:lnTo>
                  <a:pt x="5451" y="0"/>
                </a:lnTo>
                <a:lnTo>
                  <a:pt x="5451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2638080" y="4343040"/>
            <a:ext cx="2734200" cy="438840"/>
          </a:xfrm>
          <a:custGeom>
            <a:avLst/>
            <a:gdLst/>
            <a:ahLst/>
            <a:rect l="0" t="0" r="r" b="b"/>
            <a:pathLst>
              <a:path w="7595" h="1219">
                <a:moveTo>
                  <a:pt x="0" y="0"/>
                </a:moveTo>
                <a:lnTo>
                  <a:pt x="7595" y="0"/>
                </a:lnTo>
                <a:lnTo>
                  <a:pt x="7595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5371920" y="4343040"/>
            <a:ext cx="1848240" cy="438840"/>
          </a:xfrm>
          <a:custGeom>
            <a:avLst/>
            <a:gdLst/>
            <a:ahLst/>
            <a:rect l="0" t="0" r="r" b="b"/>
            <a:pathLst>
              <a:path w="5134" h="1219">
                <a:moveTo>
                  <a:pt x="0" y="0"/>
                </a:moveTo>
                <a:lnTo>
                  <a:pt x="5134" y="0"/>
                </a:lnTo>
                <a:lnTo>
                  <a:pt x="5134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7219800" y="4343040"/>
            <a:ext cx="4305600" cy="438840"/>
          </a:xfrm>
          <a:custGeom>
            <a:avLst/>
            <a:gdLst/>
            <a:ahLst/>
            <a:rect l="0" t="0" r="r" b="b"/>
            <a:pathLst>
              <a:path w="11960" h="1219">
                <a:moveTo>
                  <a:pt x="0" y="0"/>
                </a:moveTo>
                <a:lnTo>
                  <a:pt x="11960" y="0"/>
                </a:lnTo>
                <a:lnTo>
                  <a:pt x="11960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676080" y="4781520"/>
            <a:ext cx="1962360" cy="752760"/>
          </a:xfrm>
          <a:custGeom>
            <a:avLst/>
            <a:gdLst/>
            <a:ahLst/>
            <a:rect l="0" t="0" r="r" b="b"/>
            <a:pathLst>
              <a:path w="5451" h="2091">
                <a:moveTo>
                  <a:pt x="0" y="0"/>
                </a:moveTo>
                <a:lnTo>
                  <a:pt x="5451" y="0"/>
                </a:lnTo>
                <a:lnTo>
                  <a:pt x="5451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2638080" y="4781520"/>
            <a:ext cx="2734200" cy="752760"/>
          </a:xfrm>
          <a:custGeom>
            <a:avLst/>
            <a:gdLst/>
            <a:ahLst/>
            <a:rect l="0" t="0" r="r" b="b"/>
            <a:pathLst>
              <a:path w="7595" h="2091">
                <a:moveTo>
                  <a:pt x="0" y="0"/>
                </a:moveTo>
                <a:lnTo>
                  <a:pt x="7595" y="0"/>
                </a:lnTo>
                <a:lnTo>
                  <a:pt x="7595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5371920" y="4781520"/>
            <a:ext cx="1848240" cy="752760"/>
          </a:xfrm>
          <a:custGeom>
            <a:avLst/>
            <a:gdLst/>
            <a:ahLst/>
            <a:rect l="0" t="0" r="r" b="b"/>
            <a:pathLst>
              <a:path w="5134" h="2091">
                <a:moveTo>
                  <a:pt x="0" y="0"/>
                </a:moveTo>
                <a:lnTo>
                  <a:pt x="5134" y="0"/>
                </a:lnTo>
                <a:lnTo>
                  <a:pt x="5134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7219800" y="4781520"/>
            <a:ext cx="4305600" cy="752760"/>
          </a:xfrm>
          <a:custGeom>
            <a:avLst/>
            <a:gdLst/>
            <a:ahLst/>
            <a:rect l="0" t="0" r="r" b="b"/>
            <a:pathLst>
              <a:path w="11960" h="2091">
                <a:moveTo>
                  <a:pt x="0" y="0"/>
                </a:moveTo>
                <a:lnTo>
                  <a:pt x="11960" y="0"/>
                </a:lnTo>
                <a:lnTo>
                  <a:pt x="11960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676080" y="5533920"/>
            <a:ext cx="1962360" cy="438480"/>
          </a:xfrm>
          <a:custGeom>
            <a:avLst/>
            <a:gdLst/>
            <a:ahLst/>
            <a:rect l="0" t="0" r="r" b="b"/>
            <a:pathLst>
              <a:path w="5451" h="1218">
                <a:moveTo>
                  <a:pt x="0" y="0"/>
                </a:moveTo>
                <a:lnTo>
                  <a:pt x="5451" y="0"/>
                </a:lnTo>
                <a:lnTo>
                  <a:pt x="545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2638080" y="5533920"/>
            <a:ext cx="2734200" cy="438480"/>
          </a:xfrm>
          <a:custGeom>
            <a:avLst/>
            <a:gdLst/>
            <a:ahLst/>
            <a:rect l="0" t="0" r="r" b="b"/>
            <a:pathLst>
              <a:path w="7595" h="1218">
                <a:moveTo>
                  <a:pt x="0" y="0"/>
                </a:moveTo>
                <a:lnTo>
                  <a:pt x="7595" y="0"/>
                </a:lnTo>
                <a:lnTo>
                  <a:pt x="7595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5371920" y="5533920"/>
            <a:ext cx="1848240" cy="438480"/>
          </a:xfrm>
          <a:custGeom>
            <a:avLst/>
            <a:gdLst/>
            <a:ahLst/>
            <a:rect l="0" t="0" r="r" b="b"/>
            <a:pathLst>
              <a:path w="5134" h="1218">
                <a:moveTo>
                  <a:pt x="0" y="0"/>
                </a:moveTo>
                <a:lnTo>
                  <a:pt x="5134" y="0"/>
                </a:lnTo>
                <a:lnTo>
                  <a:pt x="5134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7219800" y="5533920"/>
            <a:ext cx="4305600" cy="438480"/>
          </a:xfrm>
          <a:custGeom>
            <a:avLst/>
            <a:gdLst/>
            <a:ahLst/>
            <a:rect l="0" t="0" r="r" b="b"/>
            <a:pathLst>
              <a:path w="11960" h="1218">
                <a:moveTo>
                  <a:pt x="0" y="0"/>
                </a:moveTo>
                <a:lnTo>
                  <a:pt x="11960" y="0"/>
                </a:lnTo>
                <a:lnTo>
                  <a:pt x="1196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666720" y="152388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666720" y="1523880"/>
            <a:ext cx="1981440" cy="9720"/>
          </a:xfrm>
          <a:custGeom>
            <a:avLst/>
            <a:gdLst/>
            <a:ahLst/>
            <a:rect l="0" t="0" r="r" b="b"/>
            <a:pathLst>
              <a:path w="5504" h="27">
                <a:moveTo>
                  <a:pt x="0" y="0"/>
                </a:moveTo>
                <a:lnTo>
                  <a:pt x="5504" y="0"/>
                </a:lnTo>
                <a:lnTo>
                  <a:pt x="55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2638080" y="1523880"/>
            <a:ext cx="10080" cy="447840"/>
          </a:xfrm>
          <a:custGeom>
            <a:avLst/>
            <a:gdLst/>
            <a:ahLst/>
            <a:rect l="0" t="0" r="r" b="b"/>
            <a:pathLst>
              <a:path w="28" h="1244">
                <a:moveTo>
                  <a:pt x="0" y="0"/>
                </a:moveTo>
                <a:lnTo>
                  <a:pt x="28" y="0"/>
                </a:lnTo>
                <a:lnTo>
                  <a:pt x="28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2647800" y="1523880"/>
            <a:ext cx="2733840" cy="9720"/>
          </a:xfrm>
          <a:custGeom>
            <a:avLst/>
            <a:gdLst/>
            <a:ahLst/>
            <a:rect l="0" t="0" r="r" b="b"/>
            <a:pathLst>
              <a:path w="7594" h="27">
                <a:moveTo>
                  <a:pt x="0" y="0"/>
                </a:moveTo>
                <a:lnTo>
                  <a:pt x="7594" y="0"/>
                </a:lnTo>
                <a:lnTo>
                  <a:pt x="7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5371920" y="152388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5381280" y="1523880"/>
            <a:ext cx="1848240" cy="9720"/>
          </a:xfrm>
          <a:custGeom>
            <a:avLst/>
            <a:gdLst/>
            <a:ahLst/>
            <a:rect l="0" t="0" r="r" b="b"/>
            <a:pathLst>
              <a:path w="5134" h="27">
                <a:moveTo>
                  <a:pt x="0" y="0"/>
                </a:moveTo>
                <a:lnTo>
                  <a:pt x="5134" y="0"/>
                </a:lnTo>
                <a:lnTo>
                  <a:pt x="51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7219800" y="152388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7229160" y="152388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11515680" y="152388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666720" y="1962000"/>
            <a:ext cx="1981440" cy="9720"/>
          </a:xfrm>
          <a:custGeom>
            <a:avLst/>
            <a:gdLst/>
            <a:ahLst/>
            <a:rect l="0" t="0" r="r" b="b"/>
            <a:pathLst>
              <a:path w="5504" h="27">
                <a:moveTo>
                  <a:pt x="0" y="0"/>
                </a:moveTo>
                <a:lnTo>
                  <a:pt x="5504" y="0"/>
                </a:lnTo>
                <a:lnTo>
                  <a:pt x="55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2647800" y="1962000"/>
            <a:ext cx="2733840" cy="9720"/>
          </a:xfrm>
          <a:custGeom>
            <a:avLst/>
            <a:gdLst/>
            <a:ahLst/>
            <a:rect l="0" t="0" r="r" b="b"/>
            <a:pathLst>
              <a:path w="7594" h="27">
                <a:moveTo>
                  <a:pt x="0" y="0"/>
                </a:moveTo>
                <a:lnTo>
                  <a:pt x="7594" y="0"/>
                </a:lnTo>
                <a:lnTo>
                  <a:pt x="7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5381280" y="1962000"/>
            <a:ext cx="1848240" cy="9720"/>
          </a:xfrm>
          <a:custGeom>
            <a:avLst/>
            <a:gdLst/>
            <a:ahLst/>
            <a:rect l="0" t="0" r="r" b="b"/>
            <a:pathLst>
              <a:path w="5134" h="27">
                <a:moveTo>
                  <a:pt x="0" y="0"/>
                </a:moveTo>
                <a:lnTo>
                  <a:pt x="5134" y="0"/>
                </a:lnTo>
                <a:lnTo>
                  <a:pt x="51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7229160" y="196200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666720" y="1971360"/>
            <a:ext cx="9720" cy="753120"/>
          </a:xfrm>
          <a:custGeom>
            <a:avLst/>
            <a:gdLst/>
            <a:ahLst/>
            <a:rect l="0" t="0" r="r" b="b"/>
            <a:pathLst>
              <a:path w="27" h="2092">
                <a:moveTo>
                  <a:pt x="0" y="0"/>
                </a:moveTo>
                <a:lnTo>
                  <a:pt x="27" y="0"/>
                </a:lnTo>
                <a:lnTo>
                  <a:pt x="27" y="2092"/>
                </a:lnTo>
                <a:lnTo>
                  <a:pt x="0" y="20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2638080" y="1971360"/>
            <a:ext cx="10080" cy="753120"/>
          </a:xfrm>
          <a:custGeom>
            <a:avLst/>
            <a:gdLst/>
            <a:ahLst/>
            <a:rect l="0" t="0" r="r" b="b"/>
            <a:pathLst>
              <a:path w="28" h="2092">
                <a:moveTo>
                  <a:pt x="0" y="0"/>
                </a:moveTo>
                <a:lnTo>
                  <a:pt x="28" y="0"/>
                </a:lnTo>
                <a:lnTo>
                  <a:pt x="28" y="2092"/>
                </a:lnTo>
                <a:lnTo>
                  <a:pt x="0" y="20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5371920" y="1971360"/>
            <a:ext cx="9720" cy="753120"/>
          </a:xfrm>
          <a:custGeom>
            <a:avLst/>
            <a:gdLst/>
            <a:ahLst/>
            <a:rect l="0" t="0" r="r" b="b"/>
            <a:pathLst>
              <a:path w="27" h="2092">
                <a:moveTo>
                  <a:pt x="0" y="0"/>
                </a:moveTo>
                <a:lnTo>
                  <a:pt x="27" y="0"/>
                </a:lnTo>
                <a:lnTo>
                  <a:pt x="27" y="2092"/>
                </a:lnTo>
                <a:lnTo>
                  <a:pt x="0" y="20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7219800" y="1971360"/>
            <a:ext cx="9720" cy="753120"/>
          </a:xfrm>
          <a:custGeom>
            <a:avLst/>
            <a:gdLst/>
            <a:ahLst/>
            <a:rect l="0" t="0" r="r" b="b"/>
            <a:pathLst>
              <a:path w="27" h="2092">
                <a:moveTo>
                  <a:pt x="0" y="0"/>
                </a:moveTo>
                <a:lnTo>
                  <a:pt x="27" y="0"/>
                </a:lnTo>
                <a:lnTo>
                  <a:pt x="27" y="2092"/>
                </a:lnTo>
                <a:lnTo>
                  <a:pt x="0" y="20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11515680" y="1971360"/>
            <a:ext cx="9720" cy="753120"/>
          </a:xfrm>
          <a:custGeom>
            <a:avLst/>
            <a:gdLst/>
            <a:ahLst/>
            <a:rect l="0" t="0" r="r" b="b"/>
            <a:pathLst>
              <a:path w="27" h="2092">
                <a:moveTo>
                  <a:pt x="0" y="0"/>
                </a:moveTo>
                <a:lnTo>
                  <a:pt x="27" y="0"/>
                </a:lnTo>
                <a:lnTo>
                  <a:pt x="27" y="2092"/>
                </a:lnTo>
                <a:lnTo>
                  <a:pt x="0" y="20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666720" y="27241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666720" y="2714400"/>
            <a:ext cx="1981440" cy="10080"/>
          </a:xfrm>
          <a:custGeom>
            <a:avLst/>
            <a:gdLst/>
            <a:ahLst/>
            <a:rect l="0" t="0" r="r" b="b"/>
            <a:pathLst>
              <a:path w="5504" h="28">
                <a:moveTo>
                  <a:pt x="0" y="0"/>
                </a:moveTo>
                <a:lnTo>
                  <a:pt x="5504" y="0"/>
                </a:lnTo>
                <a:lnTo>
                  <a:pt x="55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2638080" y="27241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2647800" y="2714400"/>
            <a:ext cx="2733840" cy="10080"/>
          </a:xfrm>
          <a:custGeom>
            <a:avLst/>
            <a:gdLst/>
            <a:ahLst/>
            <a:rect l="0" t="0" r="r" b="b"/>
            <a:pathLst>
              <a:path w="7594" h="28">
                <a:moveTo>
                  <a:pt x="0" y="0"/>
                </a:moveTo>
                <a:lnTo>
                  <a:pt x="7594" y="0"/>
                </a:lnTo>
                <a:lnTo>
                  <a:pt x="7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5371920" y="27241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5381280" y="2714400"/>
            <a:ext cx="1848240" cy="10080"/>
          </a:xfrm>
          <a:custGeom>
            <a:avLst/>
            <a:gdLst/>
            <a:ahLst/>
            <a:rect l="0" t="0" r="r" b="b"/>
            <a:pathLst>
              <a:path w="5134" h="28">
                <a:moveTo>
                  <a:pt x="0" y="0"/>
                </a:moveTo>
                <a:lnTo>
                  <a:pt x="5134" y="0"/>
                </a:lnTo>
                <a:lnTo>
                  <a:pt x="51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7219800" y="27241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7229160" y="271440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11515680" y="27241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666720" y="316224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27" y="0"/>
                </a:lnTo>
                <a:lnTo>
                  <a:pt x="2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666720" y="3152520"/>
            <a:ext cx="1981440" cy="10080"/>
          </a:xfrm>
          <a:custGeom>
            <a:avLst/>
            <a:gdLst/>
            <a:ahLst/>
            <a:rect l="0" t="0" r="r" b="b"/>
            <a:pathLst>
              <a:path w="5504" h="28">
                <a:moveTo>
                  <a:pt x="0" y="0"/>
                </a:moveTo>
                <a:lnTo>
                  <a:pt x="5504" y="0"/>
                </a:lnTo>
                <a:lnTo>
                  <a:pt x="55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2638080" y="316224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28" y="0"/>
                </a:lnTo>
                <a:lnTo>
                  <a:pt x="28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2647800" y="3152520"/>
            <a:ext cx="2733840" cy="10080"/>
          </a:xfrm>
          <a:custGeom>
            <a:avLst/>
            <a:gdLst/>
            <a:ahLst/>
            <a:rect l="0" t="0" r="r" b="b"/>
            <a:pathLst>
              <a:path w="7594" h="28">
                <a:moveTo>
                  <a:pt x="0" y="0"/>
                </a:moveTo>
                <a:lnTo>
                  <a:pt x="7594" y="0"/>
                </a:lnTo>
                <a:lnTo>
                  <a:pt x="7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5371920" y="316224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27" y="0"/>
                </a:lnTo>
                <a:lnTo>
                  <a:pt x="2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5381280" y="3152520"/>
            <a:ext cx="1848240" cy="10080"/>
          </a:xfrm>
          <a:custGeom>
            <a:avLst/>
            <a:gdLst/>
            <a:ahLst/>
            <a:rect l="0" t="0" r="r" b="b"/>
            <a:pathLst>
              <a:path w="5134" h="28">
                <a:moveTo>
                  <a:pt x="0" y="0"/>
                </a:moveTo>
                <a:lnTo>
                  <a:pt x="5134" y="0"/>
                </a:lnTo>
                <a:lnTo>
                  <a:pt x="51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7219800" y="316224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27" y="0"/>
                </a:lnTo>
                <a:lnTo>
                  <a:pt x="2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7229160" y="31525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11515680" y="316224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27" y="0"/>
                </a:lnTo>
                <a:lnTo>
                  <a:pt x="2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666720" y="39146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666720" y="3904920"/>
            <a:ext cx="1981440" cy="10080"/>
          </a:xfrm>
          <a:custGeom>
            <a:avLst/>
            <a:gdLst/>
            <a:ahLst/>
            <a:rect l="0" t="0" r="r" b="b"/>
            <a:pathLst>
              <a:path w="5504" h="28">
                <a:moveTo>
                  <a:pt x="0" y="0"/>
                </a:moveTo>
                <a:lnTo>
                  <a:pt x="5504" y="0"/>
                </a:lnTo>
                <a:lnTo>
                  <a:pt x="55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2638080" y="391464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2647800" y="3904920"/>
            <a:ext cx="2733840" cy="10080"/>
          </a:xfrm>
          <a:custGeom>
            <a:avLst/>
            <a:gdLst/>
            <a:ahLst/>
            <a:rect l="0" t="0" r="r" b="b"/>
            <a:pathLst>
              <a:path w="7594" h="28">
                <a:moveTo>
                  <a:pt x="0" y="0"/>
                </a:moveTo>
                <a:lnTo>
                  <a:pt x="7594" y="0"/>
                </a:lnTo>
                <a:lnTo>
                  <a:pt x="7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5371920" y="39146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5381280" y="3904920"/>
            <a:ext cx="1848240" cy="10080"/>
          </a:xfrm>
          <a:custGeom>
            <a:avLst/>
            <a:gdLst/>
            <a:ahLst/>
            <a:rect l="0" t="0" r="r" b="b"/>
            <a:pathLst>
              <a:path w="5134" h="28">
                <a:moveTo>
                  <a:pt x="0" y="0"/>
                </a:moveTo>
                <a:lnTo>
                  <a:pt x="5134" y="0"/>
                </a:lnTo>
                <a:lnTo>
                  <a:pt x="51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7219800" y="39146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7229160" y="3904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11515680" y="39146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666720" y="43527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666720" y="4343040"/>
            <a:ext cx="1981440" cy="10080"/>
          </a:xfrm>
          <a:custGeom>
            <a:avLst/>
            <a:gdLst/>
            <a:ahLst/>
            <a:rect l="0" t="0" r="r" b="b"/>
            <a:pathLst>
              <a:path w="5504" h="28">
                <a:moveTo>
                  <a:pt x="0" y="0"/>
                </a:moveTo>
                <a:lnTo>
                  <a:pt x="5504" y="0"/>
                </a:lnTo>
                <a:lnTo>
                  <a:pt x="55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2638080" y="43527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2647800" y="4343040"/>
            <a:ext cx="2733840" cy="10080"/>
          </a:xfrm>
          <a:custGeom>
            <a:avLst/>
            <a:gdLst/>
            <a:ahLst/>
            <a:rect l="0" t="0" r="r" b="b"/>
            <a:pathLst>
              <a:path w="7594" h="28">
                <a:moveTo>
                  <a:pt x="0" y="0"/>
                </a:moveTo>
                <a:lnTo>
                  <a:pt x="7594" y="0"/>
                </a:lnTo>
                <a:lnTo>
                  <a:pt x="7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5371920" y="43527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5381280" y="4343040"/>
            <a:ext cx="1848240" cy="10080"/>
          </a:xfrm>
          <a:custGeom>
            <a:avLst/>
            <a:gdLst/>
            <a:ahLst/>
            <a:rect l="0" t="0" r="r" b="b"/>
            <a:pathLst>
              <a:path w="5134" h="28">
                <a:moveTo>
                  <a:pt x="0" y="0"/>
                </a:moveTo>
                <a:lnTo>
                  <a:pt x="5134" y="0"/>
                </a:lnTo>
                <a:lnTo>
                  <a:pt x="51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7219800" y="43527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7229160" y="434304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11515680" y="43527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666720" y="479088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27" y="0"/>
                </a:lnTo>
                <a:lnTo>
                  <a:pt x="2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666720" y="4781520"/>
            <a:ext cx="1981440" cy="9720"/>
          </a:xfrm>
          <a:custGeom>
            <a:avLst/>
            <a:gdLst/>
            <a:ahLst/>
            <a:rect l="0" t="0" r="r" b="b"/>
            <a:pathLst>
              <a:path w="5504" h="27">
                <a:moveTo>
                  <a:pt x="0" y="0"/>
                </a:moveTo>
                <a:lnTo>
                  <a:pt x="5504" y="0"/>
                </a:lnTo>
                <a:lnTo>
                  <a:pt x="55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2638080" y="479088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28" y="0"/>
                </a:lnTo>
                <a:lnTo>
                  <a:pt x="28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2647800" y="4781520"/>
            <a:ext cx="2733840" cy="9720"/>
          </a:xfrm>
          <a:custGeom>
            <a:avLst/>
            <a:gdLst/>
            <a:ahLst/>
            <a:rect l="0" t="0" r="r" b="b"/>
            <a:pathLst>
              <a:path w="7594" h="27">
                <a:moveTo>
                  <a:pt x="0" y="0"/>
                </a:moveTo>
                <a:lnTo>
                  <a:pt x="7594" y="0"/>
                </a:lnTo>
                <a:lnTo>
                  <a:pt x="7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5371920" y="479088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27" y="0"/>
                </a:lnTo>
                <a:lnTo>
                  <a:pt x="2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5381280" y="4781520"/>
            <a:ext cx="1848240" cy="9720"/>
          </a:xfrm>
          <a:custGeom>
            <a:avLst/>
            <a:gdLst/>
            <a:ahLst/>
            <a:rect l="0" t="0" r="r" b="b"/>
            <a:pathLst>
              <a:path w="5134" h="27">
                <a:moveTo>
                  <a:pt x="0" y="0"/>
                </a:moveTo>
                <a:lnTo>
                  <a:pt x="5134" y="0"/>
                </a:lnTo>
                <a:lnTo>
                  <a:pt x="51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7219800" y="479088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27" y="0"/>
                </a:lnTo>
                <a:lnTo>
                  <a:pt x="2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7229160" y="4781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11515680" y="479088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27" y="0"/>
                </a:lnTo>
                <a:lnTo>
                  <a:pt x="2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666720" y="5543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666720" y="5533920"/>
            <a:ext cx="1981440" cy="9720"/>
          </a:xfrm>
          <a:custGeom>
            <a:avLst/>
            <a:gdLst/>
            <a:ahLst/>
            <a:rect l="0" t="0" r="r" b="b"/>
            <a:pathLst>
              <a:path w="5504" h="27">
                <a:moveTo>
                  <a:pt x="0" y="0"/>
                </a:moveTo>
                <a:lnTo>
                  <a:pt x="5504" y="0"/>
                </a:lnTo>
                <a:lnTo>
                  <a:pt x="55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2638080" y="55432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2647800" y="5533920"/>
            <a:ext cx="2733840" cy="9720"/>
          </a:xfrm>
          <a:custGeom>
            <a:avLst/>
            <a:gdLst/>
            <a:ahLst/>
            <a:rect l="0" t="0" r="r" b="b"/>
            <a:pathLst>
              <a:path w="7594" h="27">
                <a:moveTo>
                  <a:pt x="0" y="0"/>
                </a:moveTo>
                <a:lnTo>
                  <a:pt x="7594" y="0"/>
                </a:lnTo>
                <a:lnTo>
                  <a:pt x="7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5371920" y="5543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5381280" y="5533920"/>
            <a:ext cx="1848240" cy="9720"/>
          </a:xfrm>
          <a:custGeom>
            <a:avLst/>
            <a:gdLst/>
            <a:ahLst/>
            <a:rect l="0" t="0" r="r" b="b"/>
            <a:pathLst>
              <a:path w="5134" h="27">
                <a:moveTo>
                  <a:pt x="0" y="0"/>
                </a:moveTo>
                <a:lnTo>
                  <a:pt x="5134" y="0"/>
                </a:lnTo>
                <a:lnTo>
                  <a:pt x="51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7219800" y="5543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7229160" y="55339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11515680" y="5543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666720" y="5972040"/>
            <a:ext cx="1981440" cy="9720"/>
          </a:xfrm>
          <a:custGeom>
            <a:avLst/>
            <a:gdLst/>
            <a:ahLst/>
            <a:rect l="0" t="0" r="r" b="b"/>
            <a:pathLst>
              <a:path w="5504" h="27">
                <a:moveTo>
                  <a:pt x="0" y="0"/>
                </a:moveTo>
                <a:lnTo>
                  <a:pt x="5504" y="0"/>
                </a:lnTo>
                <a:lnTo>
                  <a:pt x="55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2647800" y="5972040"/>
            <a:ext cx="2733840" cy="9720"/>
          </a:xfrm>
          <a:custGeom>
            <a:avLst/>
            <a:gdLst/>
            <a:ahLst/>
            <a:rect l="0" t="0" r="r" b="b"/>
            <a:pathLst>
              <a:path w="7594" h="27">
                <a:moveTo>
                  <a:pt x="0" y="0"/>
                </a:moveTo>
                <a:lnTo>
                  <a:pt x="7594" y="0"/>
                </a:lnTo>
                <a:lnTo>
                  <a:pt x="7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5381280" y="5972040"/>
            <a:ext cx="1848240" cy="9720"/>
          </a:xfrm>
          <a:custGeom>
            <a:avLst/>
            <a:gdLst/>
            <a:ahLst/>
            <a:rect l="0" t="0" r="r" b="b"/>
            <a:pathLst>
              <a:path w="5134" h="27">
                <a:moveTo>
                  <a:pt x="0" y="0"/>
                </a:moveTo>
                <a:lnTo>
                  <a:pt x="5134" y="0"/>
                </a:lnTo>
                <a:lnTo>
                  <a:pt x="51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7229160" y="59720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666720" y="872640"/>
            <a:ext cx="192852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Where to look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799920" y="1619640"/>
            <a:ext cx="4654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Topic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2768400" y="1619640"/>
            <a:ext cx="58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Advice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5504040" y="1619640"/>
            <a:ext cx="447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Try it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7351200" y="1619640"/>
            <a:ext cx="5126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Run it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799920" y="221040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Terminology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2768400" y="2210400"/>
            <a:ext cx="10414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PL-09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, </a:t>
            </a:r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PL-10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5504040" y="2210400"/>
            <a:ext cx="15868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PSGC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, </a:t>
            </a:r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Duke UCUM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7351200" y="2057760"/>
            <a:ext cx="33213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Ontoserver on Docker Compose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, </a:t>
            </a:r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public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7351200" y="2372400"/>
            <a:ext cx="9579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Ontoserver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799920" y="2810520"/>
            <a:ext cx="7887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Directory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2768400" y="2810520"/>
            <a:ext cx="17107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Naming and Trading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5504040" y="2810520"/>
            <a:ext cx="3085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gap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7351200" y="2810520"/>
            <a:ext cx="7887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repo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, </a:t>
            </a:r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live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799920" y="3248640"/>
            <a:ext cx="10447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Referral and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799920" y="3562920"/>
            <a:ext cx="680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booking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2768400" y="3400920"/>
            <a:ext cx="1433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Async Invocation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5504040" y="3400920"/>
            <a:ext cx="633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snippet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7351200" y="3400920"/>
            <a:ext cx="10965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repo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, </a:t>
            </a:r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IG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, </a:t>
            </a:r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app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799920" y="4001040"/>
            <a:ext cx="7336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Eventing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2768400" y="4001040"/>
            <a:ext cx="13039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Event Observer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5504040" y="4001040"/>
            <a:ext cx="633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snippet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7351200" y="4001040"/>
            <a:ext cx="19803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the </a:t>
            </a:r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akkadakka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snippets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799920" y="4439160"/>
            <a:ext cx="12855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Legacy adapter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2768400" y="4439160"/>
            <a:ext cx="13068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Legacy Adapter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5504040" y="4439160"/>
            <a:ext cx="9136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v2 adapter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7351200" y="4439160"/>
            <a:ext cx="8496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Caret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, </a:t>
            </a:r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live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799920" y="5029560"/>
            <a:ext cx="14468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Patient summary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2768400" y="4877280"/>
            <a:ext cx="17578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International Patient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2768400" y="5191560"/>
            <a:ext cx="8067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Summary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5504040" y="4877280"/>
            <a:ext cx="9975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Activate IPS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5504040" y="5191560"/>
            <a:ext cx="633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snippet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7351200" y="5029560"/>
            <a:ext cx="1686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AU-PS sample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, </a:t>
            </a:r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tests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799920" y="5629680"/>
            <a:ext cx="11466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Conformance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2768400" y="5629680"/>
            <a:ext cx="4716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PL-15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5504040" y="5629680"/>
            <a:ext cx="633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snippet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7351200" y="5629680"/>
            <a:ext cx="13784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frog-runner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, </a:t>
            </a:r>
            <a:r>
              <a:rPr b="0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live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13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666720" y="257148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676080" y="2752560"/>
            <a:ext cx="1800720" cy="438480"/>
          </a:xfrm>
          <a:custGeom>
            <a:avLst/>
            <a:gdLst/>
            <a:ahLst/>
            <a:rect l="0" t="0" r="r" b="b"/>
            <a:pathLst>
              <a:path w="5002" h="1218">
                <a:moveTo>
                  <a:pt x="0" y="0"/>
                </a:moveTo>
                <a:lnTo>
                  <a:pt x="5002" y="0"/>
                </a:lnTo>
                <a:lnTo>
                  <a:pt x="500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2476440" y="2752560"/>
            <a:ext cx="1810080" cy="438480"/>
          </a:xfrm>
          <a:custGeom>
            <a:avLst/>
            <a:gdLst/>
            <a:ahLst/>
            <a:rect l="0" t="0" r="r" b="b"/>
            <a:pathLst>
              <a:path w="5028" h="1218">
                <a:moveTo>
                  <a:pt x="0" y="0"/>
                </a:moveTo>
                <a:lnTo>
                  <a:pt x="5028" y="0"/>
                </a:lnTo>
                <a:lnTo>
                  <a:pt x="50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4286160" y="2752560"/>
            <a:ext cx="1810080" cy="438480"/>
          </a:xfrm>
          <a:custGeom>
            <a:avLst/>
            <a:gdLst/>
            <a:ahLst/>
            <a:rect l="0" t="0" r="r" b="b"/>
            <a:pathLst>
              <a:path w="5028" h="1218">
                <a:moveTo>
                  <a:pt x="0" y="0"/>
                </a:moveTo>
                <a:lnTo>
                  <a:pt x="5028" y="0"/>
                </a:lnTo>
                <a:lnTo>
                  <a:pt x="50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6095880" y="2752560"/>
            <a:ext cx="1810080" cy="438480"/>
          </a:xfrm>
          <a:custGeom>
            <a:avLst/>
            <a:gdLst/>
            <a:ahLst/>
            <a:rect l="0" t="0" r="r" b="b"/>
            <a:pathLst>
              <a:path w="5028" h="1218">
                <a:moveTo>
                  <a:pt x="0" y="0"/>
                </a:moveTo>
                <a:lnTo>
                  <a:pt x="5028" y="0"/>
                </a:lnTo>
                <a:lnTo>
                  <a:pt x="50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7905600" y="2752560"/>
            <a:ext cx="1810080" cy="438480"/>
          </a:xfrm>
          <a:custGeom>
            <a:avLst/>
            <a:gdLst/>
            <a:ahLst/>
            <a:rect l="0" t="0" r="r" b="b"/>
            <a:pathLst>
              <a:path w="5028" h="1218">
                <a:moveTo>
                  <a:pt x="0" y="0"/>
                </a:moveTo>
                <a:lnTo>
                  <a:pt x="5028" y="0"/>
                </a:lnTo>
                <a:lnTo>
                  <a:pt x="50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9715320" y="2752560"/>
            <a:ext cx="1810080" cy="438480"/>
          </a:xfrm>
          <a:custGeom>
            <a:avLst/>
            <a:gdLst/>
            <a:ahLst/>
            <a:rect l="0" t="0" r="r" b="b"/>
            <a:pathLst>
              <a:path w="5028" h="1218">
                <a:moveTo>
                  <a:pt x="0" y="0"/>
                </a:moveTo>
                <a:lnTo>
                  <a:pt x="5028" y="0"/>
                </a:lnTo>
                <a:lnTo>
                  <a:pt x="50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676080" y="2752560"/>
            <a:ext cx="1800720" cy="438480"/>
          </a:xfrm>
          <a:custGeom>
            <a:avLst/>
            <a:gdLst/>
            <a:ahLst/>
            <a:rect l="0" t="0" r="r" b="b"/>
            <a:pathLst>
              <a:path w="5002" h="1218">
                <a:moveTo>
                  <a:pt x="0" y="0"/>
                </a:moveTo>
                <a:lnTo>
                  <a:pt x="5002" y="0"/>
                </a:lnTo>
                <a:lnTo>
                  <a:pt x="500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2476440" y="2752560"/>
            <a:ext cx="1810080" cy="438480"/>
          </a:xfrm>
          <a:custGeom>
            <a:avLst/>
            <a:gdLst/>
            <a:ahLst/>
            <a:rect l="0" t="0" r="r" b="b"/>
            <a:pathLst>
              <a:path w="5028" h="1218">
                <a:moveTo>
                  <a:pt x="0" y="0"/>
                </a:moveTo>
                <a:lnTo>
                  <a:pt x="5028" y="0"/>
                </a:lnTo>
                <a:lnTo>
                  <a:pt x="50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4286160" y="2752560"/>
            <a:ext cx="1810080" cy="438480"/>
          </a:xfrm>
          <a:custGeom>
            <a:avLst/>
            <a:gdLst/>
            <a:ahLst/>
            <a:rect l="0" t="0" r="r" b="b"/>
            <a:pathLst>
              <a:path w="5028" h="1218">
                <a:moveTo>
                  <a:pt x="0" y="0"/>
                </a:moveTo>
                <a:lnTo>
                  <a:pt x="5028" y="0"/>
                </a:lnTo>
                <a:lnTo>
                  <a:pt x="50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6095880" y="2752560"/>
            <a:ext cx="1810080" cy="438480"/>
          </a:xfrm>
          <a:custGeom>
            <a:avLst/>
            <a:gdLst/>
            <a:ahLst/>
            <a:rect l="0" t="0" r="r" b="b"/>
            <a:pathLst>
              <a:path w="5028" h="1218">
                <a:moveTo>
                  <a:pt x="0" y="0"/>
                </a:moveTo>
                <a:lnTo>
                  <a:pt x="5028" y="0"/>
                </a:lnTo>
                <a:lnTo>
                  <a:pt x="50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7905600" y="2752560"/>
            <a:ext cx="1810080" cy="438480"/>
          </a:xfrm>
          <a:custGeom>
            <a:avLst/>
            <a:gdLst/>
            <a:ahLst/>
            <a:rect l="0" t="0" r="r" b="b"/>
            <a:pathLst>
              <a:path w="5028" h="1218">
                <a:moveTo>
                  <a:pt x="0" y="0"/>
                </a:moveTo>
                <a:lnTo>
                  <a:pt x="5028" y="0"/>
                </a:lnTo>
                <a:lnTo>
                  <a:pt x="50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9715320" y="2752560"/>
            <a:ext cx="1810080" cy="438480"/>
          </a:xfrm>
          <a:custGeom>
            <a:avLst/>
            <a:gdLst/>
            <a:ahLst/>
            <a:rect l="0" t="0" r="r" b="b"/>
            <a:pathLst>
              <a:path w="5028" h="1218">
                <a:moveTo>
                  <a:pt x="0" y="0"/>
                </a:moveTo>
                <a:lnTo>
                  <a:pt x="5028" y="0"/>
                </a:lnTo>
                <a:lnTo>
                  <a:pt x="50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676080" y="3190680"/>
            <a:ext cx="1800720" cy="1553040"/>
          </a:xfrm>
          <a:custGeom>
            <a:avLst/>
            <a:gdLst/>
            <a:ahLst/>
            <a:rect l="0" t="0" r="r" b="b"/>
            <a:pathLst>
              <a:path w="5002" h="4314">
                <a:moveTo>
                  <a:pt x="0" y="0"/>
                </a:moveTo>
                <a:lnTo>
                  <a:pt x="5002" y="0"/>
                </a:lnTo>
                <a:lnTo>
                  <a:pt x="5002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2476440" y="3190680"/>
            <a:ext cx="1810080" cy="1553040"/>
          </a:xfrm>
          <a:custGeom>
            <a:avLst/>
            <a:gdLst/>
            <a:ahLst/>
            <a:rect l="0" t="0" r="r" b="b"/>
            <a:pathLst>
              <a:path w="5028" h="4314">
                <a:moveTo>
                  <a:pt x="0" y="0"/>
                </a:moveTo>
                <a:lnTo>
                  <a:pt x="5028" y="0"/>
                </a:lnTo>
                <a:lnTo>
                  <a:pt x="5028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4286160" y="3190680"/>
            <a:ext cx="1810080" cy="1553040"/>
          </a:xfrm>
          <a:custGeom>
            <a:avLst/>
            <a:gdLst/>
            <a:ahLst/>
            <a:rect l="0" t="0" r="r" b="b"/>
            <a:pathLst>
              <a:path w="5028" h="4314">
                <a:moveTo>
                  <a:pt x="0" y="0"/>
                </a:moveTo>
                <a:lnTo>
                  <a:pt x="5028" y="0"/>
                </a:lnTo>
                <a:lnTo>
                  <a:pt x="5028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6095880" y="3190680"/>
            <a:ext cx="1810080" cy="1553040"/>
          </a:xfrm>
          <a:custGeom>
            <a:avLst/>
            <a:gdLst/>
            <a:ahLst/>
            <a:rect l="0" t="0" r="r" b="b"/>
            <a:pathLst>
              <a:path w="5028" h="4314">
                <a:moveTo>
                  <a:pt x="0" y="0"/>
                </a:moveTo>
                <a:lnTo>
                  <a:pt x="5028" y="0"/>
                </a:lnTo>
                <a:lnTo>
                  <a:pt x="5028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7905600" y="3190680"/>
            <a:ext cx="1810080" cy="1553040"/>
          </a:xfrm>
          <a:custGeom>
            <a:avLst/>
            <a:gdLst/>
            <a:ahLst/>
            <a:rect l="0" t="0" r="r" b="b"/>
            <a:pathLst>
              <a:path w="5028" h="4314">
                <a:moveTo>
                  <a:pt x="0" y="0"/>
                </a:moveTo>
                <a:lnTo>
                  <a:pt x="5028" y="0"/>
                </a:lnTo>
                <a:lnTo>
                  <a:pt x="5028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9715320" y="3190680"/>
            <a:ext cx="1810080" cy="1553040"/>
          </a:xfrm>
          <a:custGeom>
            <a:avLst/>
            <a:gdLst/>
            <a:ahLst/>
            <a:rect l="0" t="0" r="r" b="b"/>
            <a:pathLst>
              <a:path w="5028" h="4314">
                <a:moveTo>
                  <a:pt x="0" y="0"/>
                </a:moveTo>
                <a:lnTo>
                  <a:pt x="5028" y="0"/>
                </a:lnTo>
                <a:lnTo>
                  <a:pt x="5028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666720" y="27525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666720" y="2752560"/>
            <a:ext cx="1819440" cy="9720"/>
          </a:xfrm>
          <a:custGeom>
            <a:avLst/>
            <a:gdLst/>
            <a:ahLst/>
            <a:rect l="0" t="0" r="r" b="b"/>
            <a:pathLst>
              <a:path w="5054" h="27">
                <a:moveTo>
                  <a:pt x="0" y="0"/>
                </a:moveTo>
                <a:lnTo>
                  <a:pt x="5054" y="0"/>
                </a:lnTo>
                <a:lnTo>
                  <a:pt x="50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2476440" y="27525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2485800" y="27525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4286160" y="27525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4295520" y="2752560"/>
            <a:ext cx="1800720" cy="9720"/>
          </a:xfrm>
          <a:custGeom>
            <a:avLst/>
            <a:gdLst/>
            <a:ahLst/>
            <a:rect l="0" t="0" r="r" b="b"/>
            <a:pathLst>
              <a:path w="5002" h="27">
                <a:moveTo>
                  <a:pt x="0" y="0"/>
                </a:moveTo>
                <a:lnTo>
                  <a:pt x="5002" y="0"/>
                </a:lnTo>
                <a:lnTo>
                  <a:pt x="50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6086160" y="2752560"/>
            <a:ext cx="10080" cy="447840"/>
          </a:xfrm>
          <a:custGeom>
            <a:avLst/>
            <a:gdLst/>
            <a:ahLst/>
            <a:rect l="0" t="0" r="r" b="b"/>
            <a:pathLst>
              <a:path w="28" h="1244">
                <a:moveTo>
                  <a:pt x="0" y="0"/>
                </a:moveTo>
                <a:lnTo>
                  <a:pt x="28" y="0"/>
                </a:lnTo>
                <a:lnTo>
                  <a:pt x="28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6095880" y="27525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7895880" y="2752560"/>
            <a:ext cx="10080" cy="447840"/>
          </a:xfrm>
          <a:custGeom>
            <a:avLst/>
            <a:gdLst/>
            <a:ahLst/>
            <a:rect l="0" t="0" r="r" b="b"/>
            <a:pathLst>
              <a:path w="28" h="1244">
                <a:moveTo>
                  <a:pt x="0" y="0"/>
                </a:moveTo>
                <a:lnTo>
                  <a:pt x="28" y="0"/>
                </a:lnTo>
                <a:lnTo>
                  <a:pt x="28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7905600" y="27525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9705960" y="27525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9715320" y="27525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11515680" y="27525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666720" y="3190680"/>
            <a:ext cx="1819440" cy="9720"/>
          </a:xfrm>
          <a:custGeom>
            <a:avLst/>
            <a:gdLst/>
            <a:ahLst/>
            <a:rect l="0" t="0" r="r" b="b"/>
            <a:pathLst>
              <a:path w="5054" h="27">
                <a:moveTo>
                  <a:pt x="0" y="0"/>
                </a:moveTo>
                <a:lnTo>
                  <a:pt x="5054" y="0"/>
                </a:lnTo>
                <a:lnTo>
                  <a:pt x="50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2485800" y="319068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4295520" y="3190680"/>
            <a:ext cx="1800720" cy="9720"/>
          </a:xfrm>
          <a:custGeom>
            <a:avLst/>
            <a:gdLst/>
            <a:ahLst/>
            <a:rect l="0" t="0" r="r" b="b"/>
            <a:pathLst>
              <a:path w="5002" h="27">
                <a:moveTo>
                  <a:pt x="0" y="0"/>
                </a:moveTo>
                <a:lnTo>
                  <a:pt x="5002" y="0"/>
                </a:lnTo>
                <a:lnTo>
                  <a:pt x="50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6095880" y="319068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7905600" y="319068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9715320" y="319068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666720" y="3200040"/>
            <a:ext cx="9720" cy="1553040"/>
          </a:xfrm>
          <a:custGeom>
            <a:avLst/>
            <a:gdLst/>
            <a:ahLst/>
            <a:rect l="0" t="0" r="r" b="b"/>
            <a:pathLst>
              <a:path w="27" h="4314">
                <a:moveTo>
                  <a:pt x="0" y="0"/>
                </a:moveTo>
                <a:lnTo>
                  <a:pt x="27" y="0"/>
                </a:lnTo>
                <a:lnTo>
                  <a:pt x="27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2476440" y="3200040"/>
            <a:ext cx="9720" cy="1553040"/>
          </a:xfrm>
          <a:custGeom>
            <a:avLst/>
            <a:gdLst/>
            <a:ahLst/>
            <a:rect l="0" t="0" r="r" b="b"/>
            <a:pathLst>
              <a:path w="27" h="4314">
                <a:moveTo>
                  <a:pt x="0" y="0"/>
                </a:moveTo>
                <a:lnTo>
                  <a:pt x="27" y="0"/>
                </a:lnTo>
                <a:lnTo>
                  <a:pt x="27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4286160" y="3200040"/>
            <a:ext cx="9720" cy="1553040"/>
          </a:xfrm>
          <a:custGeom>
            <a:avLst/>
            <a:gdLst/>
            <a:ahLst/>
            <a:rect l="0" t="0" r="r" b="b"/>
            <a:pathLst>
              <a:path w="27" h="4314">
                <a:moveTo>
                  <a:pt x="0" y="0"/>
                </a:moveTo>
                <a:lnTo>
                  <a:pt x="27" y="0"/>
                </a:lnTo>
                <a:lnTo>
                  <a:pt x="27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6086160" y="3200040"/>
            <a:ext cx="10080" cy="1553040"/>
          </a:xfrm>
          <a:custGeom>
            <a:avLst/>
            <a:gdLst/>
            <a:ahLst/>
            <a:rect l="0" t="0" r="r" b="b"/>
            <a:pathLst>
              <a:path w="28" h="4314">
                <a:moveTo>
                  <a:pt x="0" y="0"/>
                </a:moveTo>
                <a:lnTo>
                  <a:pt x="28" y="0"/>
                </a:lnTo>
                <a:lnTo>
                  <a:pt x="28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7895880" y="3200040"/>
            <a:ext cx="10080" cy="1553040"/>
          </a:xfrm>
          <a:custGeom>
            <a:avLst/>
            <a:gdLst/>
            <a:ahLst/>
            <a:rect l="0" t="0" r="r" b="b"/>
            <a:pathLst>
              <a:path w="28" h="4314">
                <a:moveTo>
                  <a:pt x="0" y="0"/>
                </a:moveTo>
                <a:lnTo>
                  <a:pt x="28" y="0"/>
                </a:lnTo>
                <a:lnTo>
                  <a:pt x="28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9705960" y="3200040"/>
            <a:ext cx="9720" cy="1553040"/>
          </a:xfrm>
          <a:custGeom>
            <a:avLst/>
            <a:gdLst/>
            <a:ahLst/>
            <a:rect l="0" t="0" r="r" b="b"/>
            <a:pathLst>
              <a:path w="27" h="4314">
                <a:moveTo>
                  <a:pt x="0" y="0"/>
                </a:moveTo>
                <a:lnTo>
                  <a:pt x="27" y="0"/>
                </a:lnTo>
                <a:lnTo>
                  <a:pt x="27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11515680" y="3200040"/>
            <a:ext cx="9720" cy="1553040"/>
          </a:xfrm>
          <a:custGeom>
            <a:avLst/>
            <a:gdLst/>
            <a:ahLst/>
            <a:rect l="0" t="0" r="r" b="b"/>
            <a:pathLst>
              <a:path w="27" h="4314">
                <a:moveTo>
                  <a:pt x="0" y="0"/>
                </a:moveTo>
                <a:lnTo>
                  <a:pt x="27" y="0"/>
                </a:lnTo>
                <a:lnTo>
                  <a:pt x="27" y="4314"/>
                </a:lnTo>
                <a:lnTo>
                  <a:pt x="0" y="431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666720" y="4743360"/>
            <a:ext cx="1819440" cy="9720"/>
          </a:xfrm>
          <a:custGeom>
            <a:avLst/>
            <a:gdLst/>
            <a:ahLst/>
            <a:rect l="0" t="0" r="r" b="b"/>
            <a:pathLst>
              <a:path w="5054" h="27">
                <a:moveTo>
                  <a:pt x="0" y="0"/>
                </a:moveTo>
                <a:lnTo>
                  <a:pt x="5054" y="0"/>
                </a:lnTo>
                <a:lnTo>
                  <a:pt x="50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2485800" y="47433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4295520" y="4743360"/>
            <a:ext cx="1800720" cy="9720"/>
          </a:xfrm>
          <a:custGeom>
            <a:avLst/>
            <a:gdLst/>
            <a:ahLst/>
            <a:rect l="0" t="0" r="r" b="b"/>
            <a:pathLst>
              <a:path w="5002" h="27">
                <a:moveTo>
                  <a:pt x="0" y="0"/>
                </a:moveTo>
                <a:lnTo>
                  <a:pt x="5002" y="0"/>
                </a:lnTo>
                <a:lnTo>
                  <a:pt x="50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6095880" y="47433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7905600" y="47433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9715320" y="47433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666720" y="2101680"/>
            <a:ext cx="27090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Scan for the sources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799920" y="2848680"/>
            <a:ext cx="726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Patterns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2608200" y="2848680"/>
            <a:ext cx="1072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Track 2 repo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4416480" y="2848680"/>
            <a:ext cx="9608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Test report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6224400" y="2848680"/>
            <a:ext cx="4654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Caret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8032680" y="2848680"/>
            <a:ext cx="9259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akkadakka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955440" y="3380400"/>
            <a:ext cx="1232280" cy="1182960"/>
          </a:xfrm>
          <a:custGeom>
            <a:avLst/>
            <a:gdLst/>
            <a:ahLst/>
            <a:rect l="0" t="0" r="r" b="b"/>
            <a:pathLst>
              <a:path fill="none" w="3423" h="3286">
                <a:moveTo>
                  <a:pt x="0" y="0"/>
                </a:moveTo>
                <a:lnTo>
                  <a:pt x="958" y="0"/>
                </a:lnTo>
                <a:moveTo>
                  <a:pt x="1095" y="0"/>
                </a:moveTo>
                <a:lnTo>
                  <a:pt x="1232" y="0"/>
                </a:lnTo>
                <a:moveTo>
                  <a:pt x="1369" y="0"/>
                </a:moveTo>
                <a:lnTo>
                  <a:pt x="1506" y="0"/>
                </a:lnTo>
                <a:moveTo>
                  <a:pt x="1643" y="0"/>
                </a:moveTo>
                <a:lnTo>
                  <a:pt x="1780" y="0"/>
                </a:lnTo>
                <a:moveTo>
                  <a:pt x="1916" y="0"/>
                </a:moveTo>
                <a:lnTo>
                  <a:pt x="2053" y="0"/>
                </a:lnTo>
                <a:moveTo>
                  <a:pt x="2190" y="0"/>
                </a:moveTo>
                <a:lnTo>
                  <a:pt x="2327" y="0"/>
                </a:lnTo>
                <a:moveTo>
                  <a:pt x="2464" y="0"/>
                </a:moveTo>
                <a:lnTo>
                  <a:pt x="3423" y="0"/>
                </a:lnTo>
                <a:moveTo>
                  <a:pt x="0" y="137"/>
                </a:moveTo>
                <a:lnTo>
                  <a:pt x="137" y="137"/>
                </a:lnTo>
                <a:moveTo>
                  <a:pt x="822" y="137"/>
                </a:moveTo>
                <a:lnTo>
                  <a:pt x="958" y="137"/>
                </a:lnTo>
                <a:moveTo>
                  <a:pt x="1095" y="137"/>
                </a:moveTo>
                <a:lnTo>
                  <a:pt x="1232" y="137"/>
                </a:lnTo>
                <a:moveTo>
                  <a:pt x="1369" y="137"/>
                </a:moveTo>
                <a:lnTo>
                  <a:pt x="1506" y="137"/>
                </a:lnTo>
                <a:moveTo>
                  <a:pt x="1643" y="137"/>
                </a:moveTo>
                <a:lnTo>
                  <a:pt x="2053" y="137"/>
                </a:lnTo>
                <a:moveTo>
                  <a:pt x="2190" y="137"/>
                </a:moveTo>
                <a:lnTo>
                  <a:pt x="2327" y="137"/>
                </a:lnTo>
                <a:moveTo>
                  <a:pt x="2464" y="137"/>
                </a:moveTo>
                <a:lnTo>
                  <a:pt x="2602" y="137"/>
                </a:lnTo>
                <a:moveTo>
                  <a:pt x="3286" y="137"/>
                </a:moveTo>
                <a:lnTo>
                  <a:pt x="3423" y="137"/>
                </a:lnTo>
                <a:moveTo>
                  <a:pt x="0" y="274"/>
                </a:moveTo>
                <a:lnTo>
                  <a:pt x="137" y="274"/>
                </a:lnTo>
                <a:moveTo>
                  <a:pt x="274" y="274"/>
                </a:moveTo>
                <a:lnTo>
                  <a:pt x="685" y="274"/>
                </a:lnTo>
                <a:moveTo>
                  <a:pt x="822" y="274"/>
                </a:moveTo>
                <a:lnTo>
                  <a:pt x="958" y="274"/>
                </a:lnTo>
                <a:moveTo>
                  <a:pt x="1506" y="274"/>
                </a:moveTo>
                <a:lnTo>
                  <a:pt x="1643" y="274"/>
                </a:lnTo>
                <a:moveTo>
                  <a:pt x="1780" y="274"/>
                </a:moveTo>
                <a:lnTo>
                  <a:pt x="1916" y="274"/>
                </a:lnTo>
                <a:moveTo>
                  <a:pt x="2464" y="274"/>
                </a:moveTo>
                <a:lnTo>
                  <a:pt x="2602" y="274"/>
                </a:lnTo>
                <a:moveTo>
                  <a:pt x="2739" y="274"/>
                </a:moveTo>
                <a:lnTo>
                  <a:pt x="3149" y="274"/>
                </a:lnTo>
                <a:moveTo>
                  <a:pt x="3286" y="274"/>
                </a:moveTo>
                <a:lnTo>
                  <a:pt x="3423" y="274"/>
                </a:lnTo>
                <a:moveTo>
                  <a:pt x="0" y="411"/>
                </a:moveTo>
                <a:lnTo>
                  <a:pt x="137" y="411"/>
                </a:lnTo>
                <a:moveTo>
                  <a:pt x="274" y="411"/>
                </a:moveTo>
                <a:lnTo>
                  <a:pt x="685" y="411"/>
                </a:lnTo>
                <a:moveTo>
                  <a:pt x="822" y="411"/>
                </a:moveTo>
                <a:lnTo>
                  <a:pt x="958" y="411"/>
                </a:lnTo>
                <a:moveTo>
                  <a:pt x="1095" y="411"/>
                </a:moveTo>
                <a:lnTo>
                  <a:pt x="2190" y="411"/>
                </a:lnTo>
                <a:moveTo>
                  <a:pt x="2464" y="411"/>
                </a:moveTo>
                <a:lnTo>
                  <a:pt x="2602" y="411"/>
                </a:lnTo>
                <a:moveTo>
                  <a:pt x="2739" y="411"/>
                </a:moveTo>
                <a:lnTo>
                  <a:pt x="3149" y="411"/>
                </a:lnTo>
                <a:moveTo>
                  <a:pt x="3286" y="411"/>
                </a:moveTo>
                <a:lnTo>
                  <a:pt x="3423" y="411"/>
                </a:lnTo>
                <a:moveTo>
                  <a:pt x="0" y="548"/>
                </a:moveTo>
                <a:lnTo>
                  <a:pt x="137" y="548"/>
                </a:lnTo>
                <a:moveTo>
                  <a:pt x="274" y="548"/>
                </a:moveTo>
                <a:lnTo>
                  <a:pt x="685" y="548"/>
                </a:lnTo>
                <a:moveTo>
                  <a:pt x="822" y="548"/>
                </a:moveTo>
                <a:lnTo>
                  <a:pt x="958" y="548"/>
                </a:lnTo>
                <a:moveTo>
                  <a:pt x="1369" y="548"/>
                </a:moveTo>
                <a:lnTo>
                  <a:pt x="1643" y="548"/>
                </a:lnTo>
                <a:moveTo>
                  <a:pt x="1780" y="548"/>
                </a:moveTo>
                <a:lnTo>
                  <a:pt x="2327" y="548"/>
                </a:lnTo>
                <a:moveTo>
                  <a:pt x="2464" y="548"/>
                </a:moveTo>
                <a:lnTo>
                  <a:pt x="2602" y="548"/>
                </a:lnTo>
                <a:moveTo>
                  <a:pt x="2739" y="548"/>
                </a:moveTo>
                <a:lnTo>
                  <a:pt x="3149" y="548"/>
                </a:lnTo>
                <a:moveTo>
                  <a:pt x="3286" y="548"/>
                </a:moveTo>
                <a:lnTo>
                  <a:pt x="3423" y="548"/>
                </a:lnTo>
                <a:moveTo>
                  <a:pt x="0" y="685"/>
                </a:moveTo>
                <a:lnTo>
                  <a:pt x="137" y="685"/>
                </a:lnTo>
                <a:moveTo>
                  <a:pt x="822" y="685"/>
                </a:moveTo>
                <a:lnTo>
                  <a:pt x="958" y="685"/>
                </a:lnTo>
                <a:moveTo>
                  <a:pt x="1369" y="685"/>
                </a:moveTo>
                <a:lnTo>
                  <a:pt x="1780" y="685"/>
                </a:lnTo>
                <a:moveTo>
                  <a:pt x="1916" y="685"/>
                </a:moveTo>
                <a:lnTo>
                  <a:pt x="2053" y="685"/>
                </a:lnTo>
                <a:moveTo>
                  <a:pt x="2190" y="685"/>
                </a:moveTo>
                <a:lnTo>
                  <a:pt x="2327" y="685"/>
                </a:lnTo>
                <a:moveTo>
                  <a:pt x="2464" y="685"/>
                </a:moveTo>
                <a:lnTo>
                  <a:pt x="2602" y="685"/>
                </a:lnTo>
                <a:moveTo>
                  <a:pt x="3286" y="685"/>
                </a:moveTo>
                <a:lnTo>
                  <a:pt x="3423" y="685"/>
                </a:lnTo>
                <a:moveTo>
                  <a:pt x="0" y="822"/>
                </a:moveTo>
                <a:lnTo>
                  <a:pt x="958" y="822"/>
                </a:lnTo>
                <a:moveTo>
                  <a:pt x="1095" y="822"/>
                </a:moveTo>
                <a:lnTo>
                  <a:pt x="1232" y="822"/>
                </a:lnTo>
                <a:moveTo>
                  <a:pt x="1369" y="822"/>
                </a:moveTo>
                <a:lnTo>
                  <a:pt x="1506" y="822"/>
                </a:lnTo>
                <a:moveTo>
                  <a:pt x="1643" y="822"/>
                </a:moveTo>
                <a:lnTo>
                  <a:pt x="1780" y="822"/>
                </a:lnTo>
                <a:moveTo>
                  <a:pt x="1916" y="822"/>
                </a:moveTo>
                <a:lnTo>
                  <a:pt x="2053" y="822"/>
                </a:lnTo>
                <a:moveTo>
                  <a:pt x="2190" y="822"/>
                </a:moveTo>
                <a:lnTo>
                  <a:pt x="2327" y="822"/>
                </a:lnTo>
                <a:moveTo>
                  <a:pt x="2464" y="822"/>
                </a:moveTo>
                <a:lnTo>
                  <a:pt x="3423" y="822"/>
                </a:lnTo>
                <a:moveTo>
                  <a:pt x="1095" y="958"/>
                </a:moveTo>
                <a:lnTo>
                  <a:pt x="1232" y="958"/>
                </a:lnTo>
                <a:moveTo>
                  <a:pt x="1916" y="958"/>
                </a:moveTo>
                <a:lnTo>
                  <a:pt x="2053" y="958"/>
                </a:lnTo>
                <a:moveTo>
                  <a:pt x="2190" y="958"/>
                </a:moveTo>
                <a:lnTo>
                  <a:pt x="2327" y="958"/>
                </a:lnTo>
                <a:moveTo>
                  <a:pt x="0" y="1095"/>
                </a:moveTo>
                <a:lnTo>
                  <a:pt x="137" y="1095"/>
                </a:lnTo>
                <a:moveTo>
                  <a:pt x="274" y="1095"/>
                </a:moveTo>
                <a:lnTo>
                  <a:pt x="548" y="1095"/>
                </a:lnTo>
                <a:moveTo>
                  <a:pt x="685" y="1095"/>
                </a:moveTo>
                <a:lnTo>
                  <a:pt x="1095" y="1095"/>
                </a:lnTo>
                <a:moveTo>
                  <a:pt x="1232" y="1095"/>
                </a:moveTo>
                <a:lnTo>
                  <a:pt x="1369" y="1095"/>
                </a:lnTo>
                <a:moveTo>
                  <a:pt x="1916" y="1095"/>
                </a:moveTo>
                <a:lnTo>
                  <a:pt x="2053" y="1095"/>
                </a:lnTo>
                <a:moveTo>
                  <a:pt x="2464" y="1095"/>
                </a:moveTo>
                <a:lnTo>
                  <a:pt x="2602" y="1095"/>
                </a:lnTo>
                <a:moveTo>
                  <a:pt x="2875" y="1095"/>
                </a:moveTo>
                <a:lnTo>
                  <a:pt x="3012" y="1095"/>
                </a:lnTo>
                <a:moveTo>
                  <a:pt x="3149" y="1095"/>
                </a:moveTo>
                <a:lnTo>
                  <a:pt x="3423" y="1095"/>
                </a:lnTo>
                <a:moveTo>
                  <a:pt x="137" y="1232"/>
                </a:moveTo>
                <a:lnTo>
                  <a:pt x="274" y="1232"/>
                </a:lnTo>
                <a:moveTo>
                  <a:pt x="411" y="1232"/>
                </a:moveTo>
                <a:lnTo>
                  <a:pt x="685" y="1232"/>
                </a:lnTo>
                <a:moveTo>
                  <a:pt x="958" y="1232"/>
                </a:moveTo>
                <a:lnTo>
                  <a:pt x="1095" y="1232"/>
                </a:lnTo>
                <a:moveTo>
                  <a:pt x="1232" y="1232"/>
                </a:moveTo>
                <a:lnTo>
                  <a:pt x="1369" y="1232"/>
                </a:lnTo>
                <a:moveTo>
                  <a:pt x="1506" y="1232"/>
                </a:moveTo>
                <a:lnTo>
                  <a:pt x="1643" y="1232"/>
                </a:lnTo>
                <a:moveTo>
                  <a:pt x="1916" y="1232"/>
                </a:moveTo>
                <a:lnTo>
                  <a:pt x="2053" y="1232"/>
                </a:lnTo>
                <a:moveTo>
                  <a:pt x="2190" y="1232"/>
                </a:moveTo>
                <a:lnTo>
                  <a:pt x="2327" y="1232"/>
                </a:lnTo>
                <a:moveTo>
                  <a:pt x="2602" y="1232"/>
                </a:moveTo>
                <a:lnTo>
                  <a:pt x="2739" y="1232"/>
                </a:lnTo>
                <a:moveTo>
                  <a:pt x="3149" y="1232"/>
                </a:moveTo>
                <a:lnTo>
                  <a:pt x="3286" y="1232"/>
                </a:lnTo>
                <a:moveTo>
                  <a:pt x="137" y="1369"/>
                </a:moveTo>
                <a:lnTo>
                  <a:pt x="685" y="1369"/>
                </a:lnTo>
                <a:moveTo>
                  <a:pt x="822" y="1369"/>
                </a:moveTo>
                <a:lnTo>
                  <a:pt x="958" y="1369"/>
                </a:lnTo>
                <a:moveTo>
                  <a:pt x="1095" y="1369"/>
                </a:moveTo>
                <a:lnTo>
                  <a:pt x="1232" y="1369"/>
                </a:lnTo>
                <a:moveTo>
                  <a:pt x="1506" y="1369"/>
                </a:moveTo>
                <a:lnTo>
                  <a:pt x="2053" y="1369"/>
                </a:lnTo>
                <a:moveTo>
                  <a:pt x="2327" y="1369"/>
                </a:moveTo>
                <a:lnTo>
                  <a:pt x="2602" y="1369"/>
                </a:lnTo>
                <a:moveTo>
                  <a:pt x="137" y="1506"/>
                </a:moveTo>
                <a:lnTo>
                  <a:pt x="274" y="1506"/>
                </a:lnTo>
                <a:moveTo>
                  <a:pt x="685" y="1506"/>
                </a:moveTo>
                <a:lnTo>
                  <a:pt x="822" y="1506"/>
                </a:lnTo>
                <a:moveTo>
                  <a:pt x="1369" y="1506"/>
                </a:moveTo>
                <a:lnTo>
                  <a:pt x="1643" y="1506"/>
                </a:lnTo>
                <a:moveTo>
                  <a:pt x="1780" y="1506"/>
                </a:moveTo>
                <a:lnTo>
                  <a:pt x="2053" y="1506"/>
                </a:lnTo>
                <a:moveTo>
                  <a:pt x="2875" y="1506"/>
                </a:moveTo>
                <a:lnTo>
                  <a:pt x="3149" y="1506"/>
                </a:lnTo>
                <a:moveTo>
                  <a:pt x="274" y="1643"/>
                </a:moveTo>
                <a:lnTo>
                  <a:pt x="411" y="1643"/>
                </a:lnTo>
                <a:moveTo>
                  <a:pt x="685" y="1643"/>
                </a:moveTo>
                <a:lnTo>
                  <a:pt x="1095" y="1643"/>
                </a:lnTo>
                <a:moveTo>
                  <a:pt x="1232" y="1643"/>
                </a:moveTo>
                <a:lnTo>
                  <a:pt x="1506" y="1643"/>
                </a:lnTo>
                <a:moveTo>
                  <a:pt x="1643" y="1643"/>
                </a:moveTo>
                <a:lnTo>
                  <a:pt x="1916" y="1643"/>
                </a:lnTo>
                <a:moveTo>
                  <a:pt x="2053" y="1643"/>
                </a:moveTo>
                <a:lnTo>
                  <a:pt x="2602" y="1643"/>
                </a:lnTo>
                <a:moveTo>
                  <a:pt x="2739" y="1643"/>
                </a:moveTo>
                <a:lnTo>
                  <a:pt x="2875" y="1643"/>
                </a:lnTo>
                <a:moveTo>
                  <a:pt x="3012" y="1643"/>
                </a:moveTo>
                <a:lnTo>
                  <a:pt x="3423" y="1643"/>
                </a:lnTo>
                <a:moveTo>
                  <a:pt x="137" y="1779"/>
                </a:moveTo>
                <a:lnTo>
                  <a:pt x="548" y="1779"/>
                </a:lnTo>
                <a:moveTo>
                  <a:pt x="685" y="1779"/>
                </a:moveTo>
                <a:lnTo>
                  <a:pt x="822" y="1779"/>
                </a:lnTo>
                <a:moveTo>
                  <a:pt x="1232" y="1779"/>
                </a:moveTo>
                <a:lnTo>
                  <a:pt x="1643" y="1779"/>
                </a:lnTo>
                <a:moveTo>
                  <a:pt x="1780" y="1779"/>
                </a:moveTo>
                <a:lnTo>
                  <a:pt x="2875" y="1779"/>
                </a:lnTo>
                <a:moveTo>
                  <a:pt x="3286" y="1779"/>
                </a:moveTo>
                <a:lnTo>
                  <a:pt x="3423" y="1779"/>
                </a:lnTo>
                <a:moveTo>
                  <a:pt x="137" y="1916"/>
                </a:moveTo>
                <a:lnTo>
                  <a:pt x="685" y="1916"/>
                </a:lnTo>
                <a:moveTo>
                  <a:pt x="822" y="1916"/>
                </a:moveTo>
                <a:lnTo>
                  <a:pt x="1232" y="1916"/>
                </a:lnTo>
                <a:moveTo>
                  <a:pt x="1369" y="1916"/>
                </a:moveTo>
                <a:lnTo>
                  <a:pt x="1506" y="1916"/>
                </a:lnTo>
                <a:moveTo>
                  <a:pt x="1916" y="1916"/>
                </a:moveTo>
                <a:lnTo>
                  <a:pt x="2053" y="1916"/>
                </a:lnTo>
                <a:moveTo>
                  <a:pt x="2464" y="1916"/>
                </a:moveTo>
                <a:lnTo>
                  <a:pt x="2602" y="1916"/>
                </a:lnTo>
                <a:moveTo>
                  <a:pt x="2739" y="1916"/>
                </a:moveTo>
                <a:lnTo>
                  <a:pt x="2875" y="1916"/>
                </a:lnTo>
                <a:moveTo>
                  <a:pt x="3012" y="1916"/>
                </a:moveTo>
                <a:lnTo>
                  <a:pt x="3286" y="1916"/>
                </a:lnTo>
                <a:moveTo>
                  <a:pt x="0" y="2053"/>
                </a:moveTo>
                <a:lnTo>
                  <a:pt x="137" y="2053"/>
                </a:lnTo>
                <a:moveTo>
                  <a:pt x="274" y="2053"/>
                </a:moveTo>
                <a:lnTo>
                  <a:pt x="411" y="2053"/>
                </a:lnTo>
                <a:moveTo>
                  <a:pt x="1232" y="2053"/>
                </a:moveTo>
                <a:lnTo>
                  <a:pt x="1369" y="2053"/>
                </a:lnTo>
                <a:moveTo>
                  <a:pt x="1643" y="2053"/>
                </a:moveTo>
                <a:lnTo>
                  <a:pt x="1780" y="2053"/>
                </a:lnTo>
                <a:moveTo>
                  <a:pt x="2053" y="2053"/>
                </a:moveTo>
                <a:lnTo>
                  <a:pt x="2190" y="2053"/>
                </a:lnTo>
                <a:moveTo>
                  <a:pt x="2327" y="2053"/>
                </a:moveTo>
                <a:lnTo>
                  <a:pt x="2875" y="2053"/>
                </a:lnTo>
                <a:moveTo>
                  <a:pt x="3286" y="2053"/>
                </a:moveTo>
                <a:lnTo>
                  <a:pt x="3423" y="2053"/>
                </a:lnTo>
                <a:moveTo>
                  <a:pt x="274" y="2191"/>
                </a:moveTo>
                <a:lnTo>
                  <a:pt x="548" y="2191"/>
                </a:lnTo>
                <a:moveTo>
                  <a:pt x="685" y="2191"/>
                </a:moveTo>
                <a:lnTo>
                  <a:pt x="1232" y="2191"/>
                </a:lnTo>
                <a:moveTo>
                  <a:pt x="1369" y="2191"/>
                </a:moveTo>
                <a:lnTo>
                  <a:pt x="1643" y="2191"/>
                </a:lnTo>
                <a:moveTo>
                  <a:pt x="1780" y="2191"/>
                </a:moveTo>
                <a:lnTo>
                  <a:pt x="1916" y="2191"/>
                </a:lnTo>
                <a:moveTo>
                  <a:pt x="2190" y="2191"/>
                </a:moveTo>
                <a:lnTo>
                  <a:pt x="3423" y="2191"/>
                </a:lnTo>
                <a:moveTo>
                  <a:pt x="1095" y="2328"/>
                </a:moveTo>
                <a:lnTo>
                  <a:pt x="1369" y="2328"/>
                </a:lnTo>
                <a:moveTo>
                  <a:pt x="2190" y="2328"/>
                </a:moveTo>
                <a:lnTo>
                  <a:pt x="2327" y="2328"/>
                </a:lnTo>
                <a:moveTo>
                  <a:pt x="2739" y="2328"/>
                </a:moveTo>
                <a:lnTo>
                  <a:pt x="2875" y="2328"/>
                </a:lnTo>
                <a:moveTo>
                  <a:pt x="3012" y="2328"/>
                </a:moveTo>
                <a:lnTo>
                  <a:pt x="3149" y="2328"/>
                </a:lnTo>
                <a:moveTo>
                  <a:pt x="3286" y="2328"/>
                </a:moveTo>
                <a:lnTo>
                  <a:pt x="3423" y="2328"/>
                </a:lnTo>
                <a:moveTo>
                  <a:pt x="0" y="2465"/>
                </a:moveTo>
                <a:lnTo>
                  <a:pt x="958" y="2465"/>
                </a:lnTo>
                <a:moveTo>
                  <a:pt x="1095" y="2465"/>
                </a:moveTo>
                <a:lnTo>
                  <a:pt x="1506" y="2465"/>
                </a:lnTo>
                <a:moveTo>
                  <a:pt x="1780" y="2465"/>
                </a:moveTo>
                <a:lnTo>
                  <a:pt x="2053" y="2465"/>
                </a:lnTo>
                <a:moveTo>
                  <a:pt x="2190" y="2465"/>
                </a:moveTo>
                <a:lnTo>
                  <a:pt x="2327" y="2465"/>
                </a:lnTo>
                <a:moveTo>
                  <a:pt x="2464" y="2465"/>
                </a:moveTo>
                <a:lnTo>
                  <a:pt x="2602" y="2465"/>
                </a:lnTo>
                <a:moveTo>
                  <a:pt x="2739" y="2465"/>
                </a:moveTo>
                <a:lnTo>
                  <a:pt x="2875" y="2465"/>
                </a:lnTo>
                <a:moveTo>
                  <a:pt x="3012" y="2465"/>
                </a:moveTo>
                <a:lnTo>
                  <a:pt x="3423" y="2465"/>
                </a:lnTo>
                <a:moveTo>
                  <a:pt x="0" y="2602"/>
                </a:moveTo>
                <a:lnTo>
                  <a:pt x="137" y="2602"/>
                </a:lnTo>
                <a:moveTo>
                  <a:pt x="822" y="2602"/>
                </a:moveTo>
                <a:lnTo>
                  <a:pt x="958" y="2602"/>
                </a:lnTo>
                <a:moveTo>
                  <a:pt x="1095" y="2602"/>
                </a:moveTo>
                <a:lnTo>
                  <a:pt x="1506" y="2602"/>
                </a:lnTo>
                <a:moveTo>
                  <a:pt x="1643" y="2602"/>
                </a:moveTo>
                <a:lnTo>
                  <a:pt x="1780" y="2602"/>
                </a:lnTo>
                <a:moveTo>
                  <a:pt x="1916" y="2602"/>
                </a:moveTo>
                <a:lnTo>
                  <a:pt x="2327" y="2602"/>
                </a:lnTo>
                <a:moveTo>
                  <a:pt x="2739" y="2602"/>
                </a:moveTo>
                <a:lnTo>
                  <a:pt x="2875" y="2602"/>
                </a:lnTo>
                <a:moveTo>
                  <a:pt x="0" y="2738"/>
                </a:moveTo>
                <a:lnTo>
                  <a:pt x="137" y="2738"/>
                </a:lnTo>
                <a:moveTo>
                  <a:pt x="274" y="2738"/>
                </a:moveTo>
                <a:lnTo>
                  <a:pt x="685" y="2738"/>
                </a:lnTo>
                <a:moveTo>
                  <a:pt x="822" y="2738"/>
                </a:moveTo>
                <a:lnTo>
                  <a:pt x="958" y="2738"/>
                </a:lnTo>
                <a:moveTo>
                  <a:pt x="1506" y="2738"/>
                </a:moveTo>
                <a:lnTo>
                  <a:pt x="1643" y="2738"/>
                </a:lnTo>
                <a:moveTo>
                  <a:pt x="1916" y="2738"/>
                </a:moveTo>
                <a:lnTo>
                  <a:pt x="2053" y="2738"/>
                </a:lnTo>
                <a:moveTo>
                  <a:pt x="2190" y="2738"/>
                </a:moveTo>
                <a:lnTo>
                  <a:pt x="3012" y="2738"/>
                </a:lnTo>
                <a:moveTo>
                  <a:pt x="3286" y="2738"/>
                </a:moveTo>
                <a:lnTo>
                  <a:pt x="3423" y="2738"/>
                </a:lnTo>
                <a:moveTo>
                  <a:pt x="0" y="2875"/>
                </a:moveTo>
                <a:lnTo>
                  <a:pt x="137" y="2875"/>
                </a:lnTo>
                <a:moveTo>
                  <a:pt x="274" y="2875"/>
                </a:moveTo>
                <a:lnTo>
                  <a:pt x="685" y="2875"/>
                </a:lnTo>
                <a:moveTo>
                  <a:pt x="822" y="2875"/>
                </a:moveTo>
                <a:lnTo>
                  <a:pt x="958" y="2875"/>
                </a:lnTo>
                <a:moveTo>
                  <a:pt x="1095" y="2875"/>
                </a:moveTo>
                <a:lnTo>
                  <a:pt x="1780" y="2875"/>
                </a:lnTo>
                <a:moveTo>
                  <a:pt x="2053" y="2875"/>
                </a:moveTo>
                <a:lnTo>
                  <a:pt x="2190" y="2875"/>
                </a:lnTo>
                <a:moveTo>
                  <a:pt x="2327" y="2875"/>
                </a:moveTo>
                <a:lnTo>
                  <a:pt x="2602" y="2875"/>
                </a:lnTo>
                <a:moveTo>
                  <a:pt x="2739" y="2875"/>
                </a:moveTo>
                <a:lnTo>
                  <a:pt x="3423" y="2875"/>
                </a:lnTo>
                <a:moveTo>
                  <a:pt x="0" y="3012"/>
                </a:moveTo>
                <a:lnTo>
                  <a:pt x="137" y="3012"/>
                </a:lnTo>
                <a:moveTo>
                  <a:pt x="274" y="3012"/>
                </a:moveTo>
                <a:lnTo>
                  <a:pt x="685" y="3012"/>
                </a:lnTo>
                <a:moveTo>
                  <a:pt x="822" y="3012"/>
                </a:moveTo>
                <a:lnTo>
                  <a:pt x="958" y="3012"/>
                </a:lnTo>
                <a:moveTo>
                  <a:pt x="1095" y="3012"/>
                </a:moveTo>
                <a:lnTo>
                  <a:pt x="1232" y="3012"/>
                </a:lnTo>
                <a:moveTo>
                  <a:pt x="1506" y="3012"/>
                </a:moveTo>
                <a:lnTo>
                  <a:pt x="1643" y="3012"/>
                </a:lnTo>
                <a:moveTo>
                  <a:pt x="2464" y="3012"/>
                </a:moveTo>
                <a:lnTo>
                  <a:pt x="2602" y="3012"/>
                </a:lnTo>
                <a:moveTo>
                  <a:pt x="2739" y="3012"/>
                </a:moveTo>
                <a:lnTo>
                  <a:pt x="2875" y="3012"/>
                </a:lnTo>
                <a:moveTo>
                  <a:pt x="3012" y="3012"/>
                </a:moveTo>
                <a:lnTo>
                  <a:pt x="3286" y="3012"/>
                </a:lnTo>
                <a:moveTo>
                  <a:pt x="0" y="3149"/>
                </a:moveTo>
                <a:lnTo>
                  <a:pt x="137" y="3149"/>
                </a:lnTo>
                <a:moveTo>
                  <a:pt x="822" y="3149"/>
                </a:moveTo>
                <a:lnTo>
                  <a:pt x="958" y="3149"/>
                </a:lnTo>
                <a:moveTo>
                  <a:pt x="1232" y="3149"/>
                </a:moveTo>
                <a:lnTo>
                  <a:pt x="1369" y="3149"/>
                </a:lnTo>
                <a:moveTo>
                  <a:pt x="1643" y="3149"/>
                </a:moveTo>
                <a:lnTo>
                  <a:pt x="2190" y="3149"/>
                </a:lnTo>
                <a:moveTo>
                  <a:pt x="2739" y="3149"/>
                </a:moveTo>
                <a:lnTo>
                  <a:pt x="2875" y="3149"/>
                </a:lnTo>
                <a:moveTo>
                  <a:pt x="3012" y="3149"/>
                </a:moveTo>
                <a:lnTo>
                  <a:pt x="3149" y="3149"/>
                </a:lnTo>
                <a:moveTo>
                  <a:pt x="0" y="3286"/>
                </a:moveTo>
                <a:lnTo>
                  <a:pt x="958" y="3286"/>
                </a:lnTo>
                <a:moveTo>
                  <a:pt x="1095" y="3286"/>
                </a:moveTo>
                <a:lnTo>
                  <a:pt x="1232" y="3286"/>
                </a:lnTo>
                <a:moveTo>
                  <a:pt x="1369" y="3286"/>
                </a:moveTo>
                <a:lnTo>
                  <a:pt x="1506" y="3286"/>
                </a:lnTo>
                <a:moveTo>
                  <a:pt x="1780" y="3286"/>
                </a:moveTo>
                <a:lnTo>
                  <a:pt x="2053" y="3286"/>
                </a:lnTo>
                <a:moveTo>
                  <a:pt x="2602" y="3286"/>
                </a:moveTo>
                <a:lnTo>
                  <a:pt x="3423" y="3286"/>
                </a:lnTo>
              </a:path>
            </a:pathLst>
          </a:custGeom>
          <a:ln w="48960">
            <a:solidFill>
              <a:srgbClr val="001d34"/>
            </a:solidFill>
            <a:miter/>
          </a:ln>
        </p:spPr>
        <p:txBody>
          <a:bodyPr lIns="24480" rIns="24480" tIns="24480" bIns="244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2730240" y="3336840"/>
            <a:ext cx="1302120" cy="1270440"/>
          </a:xfrm>
          <a:custGeom>
            <a:avLst/>
            <a:gdLst/>
            <a:ahLst/>
            <a:rect l="0" t="0" r="r" b="b"/>
            <a:pathLst>
              <a:path fill="none" w="3617" h="3529">
                <a:moveTo>
                  <a:pt x="0" y="0"/>
                </a:moveTo>
                <a:lnTo>
                  <a:pt x="618" y="0"/>
                </a:lnTo>
                <a:moveTo>
                  <a:pt x="706" y="0"/>
                </a:moveTo>
                <a:lnTo>
                  <a:pt x="794" y="0"/>
                </a:lnTo>
                <a:moveTo>
                  <a:pt x="970" y="0"/>
                </a:moveTo>
                <a:lnTo>
                  <a:pt x="1501" y="0"/>
                </a:lnTo>
                <a:moveTo>
                  <a:pt x="1589" y="0"/>
                </a:moveTo>
                <a:lnTo>
                  <a:pt x="1765" y="0"/>
                </a:lnTo>
                <a:moveTo>
                  <a:pt x="1853" y="0"/>
                </a:moveTo>
                <a:lnTo>
                  <a:pt x="1941" y="0"/>
                </a:lnTo>
                <a:moveTo>
                  <a:pt x="2030" y="0"/>
                </a:moveTo>
                <a:lnTo>
                  <a:pt x="2294" y="0"/>
                </a:lnTo>
                <a:moveTo>
                  <a:pt x="2382" y="0"/>
                </a:moveTo>
                <a:lnTo>
                  <a:pt x="2471" y="0"/>
                </a:lnTo>
                <a:moveTo>
                  <a:pt x="2559" y="0"/>
                </a:moveTo>
                <a:lnTo>
                  <a:pt x="2647" y="0"/>
                </a:lnTo>
                <a:moveTo>
                  <a:pt x="2823" y="0"/>
                </a:moveTo>
                <a:lnTo>
                  <a:pt x="2912" y="0"/>
                </a:lnTo>
                <a:moveTo>
                  <a:pt x="3000" y="0"/>
                </a:moveTo>
                <a:lnTo>
                  <a:pt x="3617" y="0"/>
                </a:lnTo>
                <a:moveTo>
                  <a:pt x="0" y="88"/>
                </a:moveTo>
                <a:lnTo>
                  <a:pt x="88" y="88"/>
                </a:lnTo>
                <a:moveTo>
                  <a:pt x="529" y="88"/>
                </a:moveTo>
                <a:lnTo>
                  <a:pt x="618" y="88"/>
                </a:lnTo>
                <a:moveTo>
                  <a:pt x="1235" y="88"/>
                </a:moveTo>
                <a:lnTo>
                  <a:pt x="1411" y="88"/>
                </a:lnTo>
                <a:moveTo>
                  <a:pt x="1589" y="88"/>
                </a:moveTo>
                <a:lnTo>
                  <a:pt x="1853" y="88"/>
                </a:lnTo>
                <a:moveTo>
                  <a:pt x="2206" y="88"/>
                </a:moveTo>
                <a:lnTo>
                  <a:pt x="2294" y="88"/>
                </a:lnTo>
                <a:moveTo>
                  <a:pt x="2471" y="88"/>
                </a:moveTo>
                <a:lnTo>
                  <a:pt x="2559" y="88"/>
                </a:lnTo>
                <a:moveTo>
                  <a:pt x="2647" y="88"/>
                </a:moveTo>
                <a:lnTo>
                  <a:pt x="2823" y="88"/>
                </a:lnTo>
                <a:moveTo>
                  <a:pt x="3000" y="88"/>
                </a:moveTo>
                <a:lnTo>
                  <a:pt x="3088" y="88"/>
                </a:lnTo>
                <a:moveTo>
                  <a:pt x="3529" y="88"/>
                </a:moveTo>
                <a:lnTo>
                  <a:pt x="3617" y="88"/>
                </a:lnTo>
                <a:moveTo>
                  <a:pt x="0" y="176"/>
                </a:moveTo>
                <a:lnTo>
                  <a:pt x="88" y="176"/>
                </a:lnTo>
                <a:moveTo>
                  <a:pt x="177" y="176"/>
                </a:moveTo>
                <a:lnTo>
                  <a:pt x="441" y="176"/>
                </a:lnTo>
                <a:moveTo>
                  <a:pt x="529" y="176"/>
                </a:moveTo>
                <a:lnTo>
                  <a:pt x="618" y="176"/>
                </a:lnTo>
                <a:moveTo>
                  <a:pt x="882" y="176"/>
                </a:moveTo>
                <a:lnTo>
                  <a:pt x="1147" y="176"/>
                </a:lnTo>
                <a:moveTo>
                  <a:pt x="1235" y="176"/>
                </a:moveTo>
                <a:lnTo>
                  <a:pt x="1323" y="176"/>
                </a:lnTo>
                <a:moveTo>
                  <a:pt x="1411" y="176"/>
                </a:moveTo>
                <a:lnTo>
                  <a:pt x="1677" y="176"/>
                </a:lnTo>
                <a:moveTo>
                  <a:pt x="1853" y="176"/>
                </a:moveTo>
                <a:lnTo>
                  <a:pt x="1941" y="176"/>
                </a:lnTo>
                <a:moveTo>
                  <a:pt x="2030" y="176"/>
                </a:moveTo>
                <a:lnTo>
                  <a:pt x="2118" y="176"/>
                </a:lnTo>
                <a:moveTo>
                  <a:pt x="2382" y="176"/>
                </a:moveTo>
                <a:lnTo>
                  <a:pt x="2471" y="176"/>
                </a:lnTo>
                <a:moveTo>
                  <a:pt x="2559" y="176"/>
                </a:moveTo>
                <a:lnTo>
                  <a:pt x="2912" y="176"/>
                </a:lnTo>
                <a:moveTo>
                  <a:pt x="3000" y="176"/>
                </a:moveTo>
                <a:lnTo>
                  <a:pt x="3088" y="176"/>
                </a:lnTo>
                <a:moveTo>
                  <a:pt x="3176" y="176"/>
                </a:moveTo>
                <a:lnTo>
                  <a:pt x="3441" y="176"/>
                </a:lnTo>
                <a:moveTo>
                  <a:pt x="3529" y="176"/>
                </a:moveTo>
                <a:lnTo>
                  <a:pt x="3617" y="176"/>
                </a:lnTo>
                <a:moveTo>
                  <a:pt x="0" y="264"/>
                </a:moveTo>
                <a:lnTo>
                  <a:pt x="88" y="264"/>
                </a:lnTo>
                <a:moveTo>
                  <a:pt x="177" y="264"/>
                </a:moveTo>
                <a:lnTo>
                  <a:pt x="441" y="264"/>
                </a:lnTo>
                <a:moveTo>
                  <a:pt x="529" y="264"/>
                </a:moveTo>
                <a:lnTo>
                  <a:pt x="618" y="264"/>
                </a:lnTo>
                <a:moveTo>
                  <a:pt x="706" y="264"/>
                </a:moveTo>
                <a:lnTo>
                  <a:pt x="794" y="264"/>
                </a:lnTo>
                <a:moveTo>
                  <a:pt x="882" y="264"/>
                </a:moveTo>
                <a:lnTo>
                  <a:pt x="1147" y="264"/>
                </a:lnTo>
                <a:moveTo>
                  <a:pt x="1411" y="264"/>
                </a:moveTo>
                <a:lnTo>
                  <a:pt x="1589" y="264"/>
                </a:lnTo>
                <a:moveTo>
                  <a:pt x="1677" y="264"/>
                </a:moveTo>
                <a:lnTo>
                  <a:pt x="1765" y="264"/>
                </a:lnTo>
                <a:moveTo>
                  <a:pt x="1853" y="264"/>
                </a:moveTo>
                <a:lnTo>
                  <a:pt x="2030" y="264"/>
                </a:lnTo>
                <a:moveTo>
                  <a:pt x="2206" y="264"/>
                </a:moveTo>
                <a:lnTo>
                  <a:pt x="2382" y="264"/>
                </a:lnTo>
                <a:moveTo>
                  <a:pt x="2471" y="264"/>
                </a:moveTo>
                <a:lnTo>
                  <a:pt x="2559" y="264"/>
                </a:lnTo>
                <a:moveTo>
                  <a:pt x="2647" y="264"/>
                </a:moveTo>
                <a:lnTo>
                  <a:pt x="2823" y="264"/>
                </a:lnTo>
                <a:moveTo>
                  <a:pt x="3000" y="264"/>
                </a:moveTo>
                <a:lnTo>
                  <a:pt x="3088" y="264"/>
                </a:lnTo>
                <a:moveTo>
                  <a:pt x="3176" y="264"/>
                </a:moveTo>
                <a:lnTo>
                  <a:pt x="3441" y="264"/>
                </a:lnTo>
                <a:moveTo>
                  <a:pt x="3529" y="264"/>
                </a:moveTo>
                <a:lnTo>
                  <a:pt x="3617" y="264"/>
                </a:lnTo>
                <a:moveTo>
                  <a:pt x="0" y="353"/>
                </a:moveTo>
                <a:lnTo>
                  <a:pt x="88" y="353"/>
                </a:lnTo>
                <a:moveTo>
                  <a:pt x="177" y="353"/>
                </a:moveTo>
                <a:lnTo>
                  <a:pt x="441" y="353"/>
                </a:lnTo>
                <a:moveTo>
                  <a:pt x="529" y="353"/>
                </a:moveTo>
                <a:lnTo>
                  <a:pt x="618" y="353"/>
                </a:lnTo>
                <a:moveTo>
                  <a:pt x="706" y="353"/>
                </a:moveTo>
                <a:lnTo>
                  <a:pt x="882" y="353"/>
                </a:lnTo>
                <a:moveTo>
                  <a:pt x="970" y="353"/>
                </a:moveTo>
                <a:lnTo>
                  <a:pt x="1059" y="353"/>
                </a:lnTo>
                <a:moveTo>
                  <a:pt x="1147" y="353"/>
                </a:moveTo>
                <a:lnTo>
                  <a:pt x="1323" y="353"/>
                </a:lnTo>
                <a:moveTo>
                  <a:pt x="1411" y="353"/>
                </a:moveTo>
                <a:lnTo>
                  <a:pt x="1501" y="353"/>
                </a:lnTo>
                <a:moveTo>
                  <a:pt x="1853" y="353"/>
                </a:moveTo>
                <a:lnTo>
                  <a:pt x="1941" y="353"/>
                </a:lnTo>
                <a:moveTo>
                  <a:pt x="2030" y="353"/>
                </a:moveTo>
                <a:lnTo>
                  <a:pt x="2471" y="353"/>
                </a:lnTo>
                <a:moveTo>
                  <a:pt x="2647" y="353"/>
                </a:moveTo>
                <a:lnTo>
                  <a:pt x="2735" y="353"/>
                </a:lnTo>
                <a:moveTo>
                  <a:pt x="3000" y="353"/>
                </a:moveTo>
                <a:lnTo>
                  <a:pt x="3088" y="353"/>
                </a:lnTo>
                <a:moveTo>
                  <a:pt x="3176" y="353"/>
                </a:moveTo>
                <a:lnTo>
                  <a:pt x="3441" y="353"/>
                </a:lnTo>
                <a:moveTo>
                  <a:pt x="3529" y="353"/>
                </a:moveTo>
                <a:lnTo>
                  <a:pt x="3617" y="353"/>
                </a:lnTo>
                <a:moveTo>
                  <a:pt x="0" y="441"/>
                </a:moveTo>
                <a:lnTo>
                  <a:pt x="88" y="441"/>
                </a:lnTo>
                <a:moveTo>
                  <a:pt x="529" y="441"/>
                </a:moveTo>
                <a:lnTo>
                  <a:pt x="618" y="441"/>
                </a:lnTo>
                <a:moveTo>
                  <a:pt x="706" y="441"/>
                </a:moveTo>
                <a:lnTo>
                  <a:pt x="970" y="441"/>
                </a:lnTo>
                <a:moveTo>
                  <a:pt x="1059" y="441"/>
                </a:moveTo>
                <a:lnTo>
                  <a:pt x="1147" y="441"/>
                </a:lnTo>
                <a:moveTo>
                  <a:pt x="1323" y="441"/>
                </a:moveTo>
                <a:lnTo>
                  <a:pt x="1765" y="441"/>
                </a:lnTo>
                <a:moveTo>
                  <a:pt x="1853" y="441"/>
                </a:moveTo>
                <a:lnTo>
                  <a:pt x="2030" y="441"/>
                </a:lnTo>
                <a:moveTo>
                  <a:pt x="2294" y="441"/>
                </a:moveTo>
                <a:lnTo>
                  <a:pt x="2382" y="441"/>
                </a:lnTo>
                <a:moveTo>
                  <a:pt x="2559" y="441"/>
                </a:moveTo>
                <a:lnTo>
                  <a:pt x="2647" y="441"/>
                </a:lnTo>
                <a:moveTo>
                  <a:pt x="2735" y="441"/>
                </a:moveTo>
                <a:lnTo>
                  <a:pt x="2912" y="441"/>
                </a:lnTo>
                <a:moveTo>
                  <a:pt x="3000" y="441"/>
                </a:moveTo>
                <a:lnTo>
                  <a:pt x="3088" y="441"/>
                </a:lnTo>
                <a:moveTo>
                  <a:pt x="3529" y="441"/>
                </a:moveTo>
                <a:lnTo>
                  <a:pt x="3617" y="441"/>
                </a:lnTo>
                <a:moveTo>
                  <a:pt x="0" y="529"/>
                </a:moveTo>
                <a:lnTo>
                  <a:pt x="618" y="529"/>
                </a:lnTo>
                <a:moveTo>
                  <a:pt x="706" y="529"/>
                </a:moveTo>
                <a:lnTo>
                  <a:pt x="794" y="529"/>
                </a:lnTo>
                <a:moveTo>
                  <a:pt x="882" y="529"/>
                </a:moveTo>
                <a:lnTo>
                  <a:pt x="970" y="529"/>
                </a:lnTo>
                <a:moveTo>
                  <a:pt x="1059" y="529"/>
                </a:moveTo>
                <a:lnTo>
                  <a:pt x="1147" y="529"/>
                </a:lnTo>
                <a:moveTo>
                  <a:pt x="1235" y="529"/>
                </a:moveTo>
                <a:lnTo>
                  <a:pt x="1323" y="529"/>
                </a:lnTo>
                <a:moveTo>
                  <a:pt x="1411" y="529"/>
                </a:moveTo>
                <a:lnTo>
                  <a:pt x="1501" y="529"/>
                </a:lnTo>
                <a:moveTo>
                  <a:pt x="1589" y="529"/>
                </a:moveTo>
                <a:lnTo>
                  <a:pt x="1677" y="529"/>
                </a:lnTo>
                <a:moveTo>
                  <a:pt x="1765" y="529"/>
                </a:moveTo>
                <a:lnTo>
                  <a:pt x="1853" y="529"/>
                </a:lnTo>
                <a:moveTo>
                  <a:pt x="1941" y="529"/>
                </a:moveTo>
                <a:lnTo>
                  <a:pt x="2030" y="529"/>
                </a:lnTo>
                <a:moveTo>
                  <a:pt x="2118" y="529"/>
                </a:moveTo>
                <a:lnTo>
                  <a:pt x="2206" y="529"/>
                </a:lnTo>
                <a:moveTo>
                  <a:pt x="2294" y="529"/>
                </a:moveTo>
                <a:lnTo>
                  <a:pt x="2382" y="529"/>
                </a:lnTo>
                <a:moveTo>
                  <a:pt x="2471" y="529"/>
                </a:moveTo>
                <a:lnTo>
                  <a:pt x="2559" y="529"/>
                </a:lnTo>
                <a:moveTo>
                  <a:pt x="2647" y="529"/>
                </a:moveTo>
                <a:lnTo>
                  <a:pt x="2735" y="529"/>
                </a:lnTo>
                <a:moveTo>
                  <a:pt x="2823" y="529"/>
                </a:moveTo>
                <a:lnTo>
                  <a:pt x="2912" y="529"/>
                </a:lnTo>
                <a:moveTo>
                  <a:pt x="3000" y="529"/>
                </a:moveTo>
                <a:lnTo>
                  <a:pt x="3617" y="529"/>
                </a:lnTo>
                <a:moveTo>
                  <a:pt x="706" y="617"/>
                </a:moveTo>
                <a:lnTo>
                  <a:pt x="882" y="617"/>
                </a:lnTo>
                <a:moveTo>
                  <a:pt x="970" y="617"/>
                </a:moveTo>
                <a:lnTo>
                  <a:pt x="1059" y="617"/>
                </a:lnTo>
                <a:moveTo>
                  <a:pt x="1147" y="617"/>
                </a:moveTo>
                <a:lnTo>
                  <a:pt x="1323" y="617"/>
                </a:lnTo>
                <a:moveTo>
                  <a:pt x="1411" y="617"/>
                </a:moveTo>
                <a:lnTo>
                  <a:pt x="1765" y="617"/>
                </a:lnTo>
                <a:moveTo>
                  <a:pt x="1853" y="617"/>
                </a:moveTo>
                <a:lnTo>
                  <a:pt x="1941" y="617"/>
                </a:lnTo>
                <a:moveTo>
                  <a:pt x="2030" y="617"/>
                </a:moveTo>
                <a:lnTo>
                  <a:pt x="2206" y="617"/>
                </a:lnTo>
                <a:moveTo>
                  <a:pt x="2559" y="617"/>
                </a:moveTo>
                <a:lnTo>
                  <a:pt x="2735" y="617"/>
                </a:lnTo>
                <a:moveTo>
                  <a:pt x="2823" y="617"/>
                </a:moveTo>
                <a:lnTo>
                  <a:pt x="2912" y="617"/>
                </a:lnTo>
                <a:moveTo>
                  <a:pt x="0" y="705"/>
                </a:moveTo>
                <a:lnTo>
                  <a:pt x="88" y="705"/>
                </a:lnTo>
                <a:moveTo>
                  <a:pt x="353" y="705"/>
                </a:moveTo>
                <a:lnTo>
                  <a:pt x="441" y="705"/>
                </a:lnTo>
                <a:moveTo>
                  <a:pt x="529" y="705"/>
                </a:moveTo>
                <a:lnTo>
                  <a:pt x="882" y="705"/>
                </a:lnTo>
                <a:moveTo>
                  <a:pt x="970" y="705"/>
                </a:moveTo>
                <a:lnTo>
                  <a:pt x="1147" y="705"/>
                </a:lnTo>
                <a:moveTo>
                  <a:pt x="1411" y="705"/>
                </a:moveTo>
                <a:lnTo>
                  <a:pt x="2030" y="705"/>
                </a:lnTo>
                <a:moveTo>
                  <a:pt x="2118" y="705"/>
                </a:moveTo>
                <a:lnTo>
                  <a:pt x="2206" y="705"/>
                </a:lnTo>
                <a:moveTo>
                  <a:pt x="2294" y="705"/>
                </a:moveTo>
                <a:lnTo>
                  <a:pt x="2471" y="705"/>
                </a:lnTo>
                <a:moveTo>
                  <a:pt x="2559" y="705"/>
                </a:moveTo>
                <a:lnTo>
                  <a:pt x="2647" y="705"/>
                </a:lnTo>
                <a:moveTo>
                  <a:pt x="2735" y="705"/>
                </a:moveTo>
                <a:lnTo>
                  <a:pt x="3353" y="705"/>
                </a:lnTo>
                <a:moveTo>
                  <a:pt x="3529" y="705"/>
                </a:moveTo>
                <a:lnTo>
                  <a:pt x="3617" y="705"/>
                </a:lnTo>
                <a:moveTo>
                  <a:pt x="265" y="793"/>
                </a:moveTo>
                <a:lnTo>
                  <a:pt x="441" y="793"/>
                </a:lnTo>
                <a:moveTo>
                  <a:pt x="794" y="793"/>
                </a:moveTo>
                <a:lnTo>
                  <a:pt x="970" y="793"/>
                </a:lnTo>
                <a:moveTo>
                  <a:pt x="1059" y="793"/>
                </a:moveTo>
                <a:lnTo>
                  <a:pt x="1147" y="793"/>
                </a:lnTo>
                <a:moveTo>
                  <a:pt x="1235" y="793"/>
                </a:moveTo>
                <a:lnTo>
                  <a:pt x="1677" y="793"/>
                </a:lnTo>
                <a:moveTo>
                  <a:pt x="1853" y="793"/>
                </a:moveTo>
                <a:lnTo>
                  <a:pt x="1941" y="793"/>
                </a:lnTo>
                <a:moveTo>
                  <a:pt x="2030" y="793"/>
                </a:moveTo>
                <a:lnTo>
                  <a:pt x="2206" y="793"/>
                </a:lnTo>
                <a:moveTo>
                  <a:pt x="2294" y="793"/>
                </a:moveTo>
                <a:lnTo>
                  <a:pt x="2559" y="793"/>
                </a:lnTo>
                <a:moveTo>
                  <a:pt x="2647" y="793"/>
                </a:moveTo>
                <a:lnTo>
                  <a:pt x="2735" y="793"/>
                </a:lnTo>
                <a:moveTo>
                  <a:pt x="2912" y="793"/>
                </a:moveTo>
                <a:lnTo>
                  <a:pt x="3353" y="793"/>
                </a:lnTo>
                <a:moveTo>
                  <a:pt x="3529" y="793"/>
                </a:moveTo>
                <a:lnTo>
                  <a:pt x="3617" y="793"/>
                </a:lnTo>
                <a:moveTo>
                  <a:pt x="0" y="882"/>
                </a:moveTo>
                <a:lnTo>
                  <a:pt x="88" y="882"/>
                </a:lnTo>
                <a:moveTo>
                  <a:pt x="265" y="882"/>
                </a:moveTo>
                <a:lnTo>
                  <a:pt x="353" y="882"/>
                </a:lnTo>
                <a:moveTo>
                  <a:pt x="441" y="882"/>
                </a:moveTo>
                <a:lnTo>
                  <a:pt x="706" y="882"/>
                </a:lnTo>
                <a:moveTo>
                  <a:pt x="882" y="882"/>
                </a:moveTo>
                <a:lnTo>
                  <a:pt x="970" y="882"/>
                </a:lnTo>
                <a:moveTo>
                  <a:pt x="1059" y="882"/>
                </a:moveTo>
                <a:lnTo>
                  <a:pt x="1147" y="882"/>
                </a:lnTo>
                <a:moveTo>
                  <a:pt x="1235" y="882"/>
                </a:moveTo>
                <a:lnTo>
                  <a:pt x="1323" y="882"/>
                </a:lnTo>
                <a:moveTo>
                  <a:pt x="2030" y="882"/>
                </a:moveTo>
                <a:lnTo>
                  <a:pt x="2471" y="882"/>
                </a:lnTo>
                <a:moveTo>
                  <a:pt x="2559" y="882"/>
                </a:moveTo>
                <a:lnTo>
                  <a:pt x="2647" y="882"/>
                </a:lnTo>
                <a:moveTo>
                  <a:pt x="2823" y="882"/>
                </a:moveTo>
                <a:lnTo>
                  <a:pt x="3088" y="882"/>
                </a:lnTo>
                <a:moveTo>
                  <a:pt x="3529" y="882"/>
                </a:moveTo>
                <a:lnTo>
                  <a:pt x="3617" y="882"/>
                </a:lnTo>
                <a:moveTo>
                  <a:pt x="0" y="970"/>
                </a:moveTo>
                <a:lnTo>
                  <a:pt x="88" y="970"/>
                </a:lnTo>
                <a:moveTo>
                  <a:pt x="177" y="970"/>
                </a:moveTo>
                <a:lnTo>
                  <a:pt x="353" y="970"/>
                </a:lnTo>
                <a:moveTo>
                  <a:pt x="441" y="970"/>
                </a:moveTo>
                <a:lnTo>
                  <a:pt x="529" y="970"/>
                </a:lnTo>
                <a:moveTo>
                  <a:pt x="618" y="970"/>
                </a:moveTo>
                <a:lnTo>
                  <a:pt x="706" y="970"/>
                </a:lnTo>
                <a:moveTo>
                  <a:pt x="882" y="970"/>
                </a:moveTo>
                <a:lnTo>
                  <a:pt x="1059" y="970"/>
                </a:lnTo>
                <a:moveTo>
                  <a:pt x="1147" y="970"/>
                </a:moveTo>
                <a:lnTo>
                  <a:pt x="1323" y="970"/>
                </a:lnTo>
                <a:moveTo>
                  <a:pt x="1411" y="970"/>
                </a:moveTo>
                <a:lnTo>
                  <a:pt x="1765" y="970"/>
                </a:lnTo>
                <a:moveTo>
                  <a:pt x="1853" y="970"/>
                </a:moveTo>
                <a:lnTo>
                  <a:pt x="1941" y="970"/>
                </a:lnTo>
                <a:moveTo>
                  <a:pt x="2030" y="970"/>
                </a:moveTo>
                <a:lnTo>
                  <a:pt x="2206" y="970"/>
                </a:lnTo>
                <a:moveTo>
                  <a:pt x="2294" y="970"/>
                </a:moveTo>
                <a:lnTo>
                  <a:pt x="2471" y="970"/>
                </a:lnTo>
                <a:moveTo>
                  <a:pt x="2559" y="970"/>
                </a:moveTo>
                <a:lnTo>
                  <a:pt x="2912" y="970"/>
                </a:lnTo>
                <a:moveTo>
                  <a:pt x="3176" y="970"/>
                </a:moveTo>
                <a:lnTo>
                  <a:pt x="3353" y="970"/>
                </a:lnTo>
                <a:moveTo>
                  <a:pt x="3441" y="970"/>
                </a:moveTo>
                <a:lnTo>
                  <a:pt x="3529" y="970"/>
                </a:lnTo>
                <a:moveTo>
                  <a:pt x="88" y="1058"/>
                </a:moveTo>
                <a:lnTo>
                  <a:pt x="441" y="1058"/>
                </a:lnTo>
                <a:moveTo>
                  <a:pt x="529" y="1058"/>
                </a:moveTo>
                <a:lnTo>
                  <a:pt x="618" y="1058"/>
                </a:lnTo>
                <a:moveTo>
                  <a:pt x="882" y="1058"/>
                </a:moveTo>
                <a:lnTo>
                  <a:pt x="1059" y="1058"/>
                </a:lnTo>
                <a:moveTo>
                  <a:pt x="1147" y="1058"/>
                </a:moveTo>
                <a:lnTo>
                  <a:pt x="1235" y="1058"/>
                </a:lnTo>
                <a:moveTo>
                  <a:pt x="1323" y="1058"/>
                </a:moveTo>
                <a:lnTo>
                  <a:pt x="1411" y="1058"/>
                </a:lnTo>
                <a:moveTo>
                  <a:pt x="1501" y="1058"/>
                </a:moveTo>
                <a:lnTo>
                  <a:pt x="2118" y="1058"/>
                </a:lnTo>
                <a:moveTo>
                  <a:pt x="2559" y="1058"/>
                </a:moveTo>
                <a:lnTo>
                  <a:pt x="2647" y="1058"/>
                </a:lnTo>
                <a:moveTo>
                  <a:pt x="2823" y="1058"/>
                </a:moveTo>
                <a:lnTo>
                  <a:pt x="3000" y="1058"/>
                </a:lnTo>
                <a:moveTo>
                  <a:pt x="3441" y="1058"/>
                </a:moveTo>
                <a:lnTo>
                  <a:pt x="3529" y="1058"/>
                </a:lnTo>
                <a:moveTo>
                  <a:pt x="88" y="1146"/>
                </a:moveTo>
                <a:lnTo>
                  <a:pt x="265" y="1146"/>
                </a:lnTo>
                <a:moveTo>
                  <a:pt x="706" y="1146"/>
                </a:moveTo>
                <a:lnTo>
                  <a:pt x="794" y="1146"/>
                </a:lnTo>
                <a:moveTo>
                  <a:pt x="882" y="1146"/>
                </a:moveTo>
                <a:lnTo>
                  <a:pt x="970" y="1146"/>
                </a:lnTo>
                <a:moveTo>
                  <a:pt x="1059" y="1146"/>
                </a:moveTo>
                <a:lnTo>
                  <a:pt x="1147" y="1146"/>
                </a:lnTo>
                <a:moveTo>
                  <a:pt x="1411" y="1146"/>
                </a:moveTo>
                <a:lnTo>
                  <a:pt x="1589" y="1146"/>
                </a:lnTo>
                <a:moveTo>
                  <a:pt x="1677" y="1146"/>
                </a:moveTo>
                <a:lnTo>
                  <a:pt x="1765" y="1146"/>
                </a:lnTo>
                <a:moveTo>
                  <a:pt x="1853" y="1146"/>
                </a:moveTo>
                <a:lnTo>
                  <a:pt x="2118" y="1146"/>
                </a:lnTo>
                <a:moveTo>
                  <a:pt x="2206" y="1146"/>
                </a:moveTo>
                <a:lnTo>
                  <a:pt x="2294" y="1146"/>
                </a:lnTo>
                <a:moveTo>
                  <a:pt x="2382" y="1146"/>
                </a:moveTo>
                <a:lnTo>
                  <a:pt x="2559" y="1146"/>
                </a:lnTo>
                <a:moveTo>
                  <a:pt x="3000" y="1146"/>
                </a:moveTo>
                <a:lnTo>
                  <a:pt x="3264" y="1146"/>
                </a:lnTo>
                <a:moveTo>
                  <a:pt x="3441" y="1146"/>
                </a:moveTo>
                <a:lnTo>
                  <a:pt x="3617" y="1146"/>
                </a:lnTo>
                <a:moveTo>
                  <a:pt x="0" y="1234"/>
                </a:moveTo>
                <a:lnTo>
                  <a:pt x="88" y="1234"/>
                </a:lnTo>
                <a:moveTo>
                  <a:pt x="265" y="1234"/>
                </a:moveTo>
                <a:lnTo>
                  <a:pt x="618" y="1234"/>
                </a:lnTo>
                <a:moveTo>
                  <a:pt x="706" y="1234"/>
                </a:moveTo>
                <a:lnTo>
                  <a:pt x="794" y="1234"/>
                </a:lnTo>
                <a:moveTo>
                  <a:pt x="882" y="1234"/>
                </a:moveTo>
                <a:lnTo>
                  <a:pt x="1059" y="1234"/>
                </a:lnTo>
                <a:moveTo>
                  <a:pt x="1235" y="1234"/>
                </a:moveTo>
                <a:lnTo>
                  <a:pt x="1589" y="1234"/>
                </a:lnTo>
                <a:moveTo>
                  <a:pt x="1677" y="1234"/>
                </a:moveTo>
                <a:lnTo>
                  <a:pt x="1765" y="1234"/>
                </a:lnTo>
                <a:moveTo>
                  <a:pt x="2030" y="1234"/>
                </a:moveTo>
                <a:lnTo>
                  <a:pt x="2206" y="1234"/>
                </a:lnTo>
                <a:moveTo>
                  <a:pt x="2382" y="1234"/>
                </a:moveTo>
                <a:lnTo>
                  <a:pt x="2471" y="1234"/>
                </a:lnTo>
                <a:moveTo>
                  <a:pt x="2912" y="1234"/>
                </a:moveTo>
                <a:lnTo>
                  <a:pt x="3353" y="1234"/>
                </a:lnTo>
                <a:moveTo>
                  <a:pt x="3529" y="1234"/>
                </a:moveTo>
                <a:lnTo>
                  <a:pt x="3617" y="1234"/>
                </a:lnTo>
                <a:moveTo>
                  <a:pt x="0" y="1323"/>
                </a:moveTo>
                <a:lnTo>
                  <a:pt x="177" y="1323"/>
                </a:lnTo>
                <a:moveTo>
                  <a:pt x="265" y="1323"/>
                </a:moveTo>
                <a:lnTo>
                  <a:pt x="529" y="1323"/>
                </a:lnTo>
                <a:moveTo>
                  <a:pt x="618" y="1323"/>
                </a:moveTo>
                <a:lnTo>
                  <a:pt x="882" y="1323"/>
                </a:lnTo>
                <a:moveTo>
                  <a:pt x="970" y="1323"/>
                </a:moveTo>
                <a:lnTo>
                  <a:pt x="1059" y="1323"/>
                </a:lnTo>
                <a:moveTo>
                  <a:pt x="1147" y="1323"/>
                </a:moveTo>
                <a:lnTo>
                  <a:pt x="1941" y="1323"/>
                </a:lnTo>
                <a:moveTo>
                  <a:pt x="2118" y="1323"/>
                </a:moveTo>
                <a:lnTo>
                  <a:pt x="2206" y="1323"/>
                </a:lnTo>
                <a:moveTo>
                  <a:pt x="2294" y="1323"/>
                </a:moveTo>
                <a:lnTo>
                  <a:pt x="2382" y="1323"/>
                </a:lnTo>
                <a:moveTo>
                  <a:pt x="2559" y="1323"/>
                </a:moveTo>
                <a:lnTo>
                  <a:pt x="2647" y="1323"/>
                </a:lnTo>
                <a:moveTo>
                  <a:pt x="2735" y="1323"/>
                </a:moveTo>
                <a:lnTo>
                  <a:pt x="2912" y="1323"/>
                </a:lnTo>
                <a:moveTo>
                  <a:pt x="3176" y="1323"/>
                </a:moveTo>
                <a:lnTo>
                  <a:pt x="3353" y="1323"/>
                </a:lnTo>
                <a:moveTo>
                  <a:pt x="3441" y="1323"/>
                </a:moveTo>
                <a:lnTo>
                  <a:pt x="3617" y="1323"/>
                </a:lnTo>
                <a:moveTo>
                  <a:pt x="88" y="1411"/>
                </a:moveTo>
                <a:lnTo>
                  <a:pt x="441" y="1411"/>
                </a:lnTo>
                <a:moveTo>
                  <a:pt x="529" y="1411"/>
                </a:moveTo>
                <a:lnTo>
                  <a:pt x="706" y="1411"/>
                </a:lnTo>
                <a:moveTo>
                  <a:pt x="970" y="1411"/>
                </a:moveTo>
                <a:lnTo>
                  <a:pt x="1059" y="1411"/>
                </a:lnTo>
                <a:moveTo>
                  <a:pt x="1323" y="1411"/>
                </a:moveTo>
                <a:lnTo>
                  <a:pt x="1411" y="1411"/>
                </a:lnTo>
                <a:moveTo>
                  <a:pt x="1765" y="1411"/>
                </a:moveTo>
                <a:lnTo>
                  <a:pt x="1941" y="1411"/>
                </a:lnTo>
                <a:moveTo>
                  <a:pt x="2030" y="1411"/>
                </a:moveTo>
                <a:lnTo>
                  <a:pt x="2118" y="1411"/>
                </a:lnTo>
                <a:moveTo>
                  <a:pt x="2294" y="1411"/>
                </a:moveTo>
                <a:lnTo>
                  <a:pt x="2471" y="1411"/>
                </a:lnTo>
                <a:moveTo>
                  <a:pt x="2559" y="1411"/>
                </a:moveTo>
                <a:lnTo>
                  <a:pt x="2912" y="1411"/>
                </a:lnTo>
                <a:moveTo>
                  <a:pt x="3088" y="1411"/>
                </a:moveTo>
                <a:lnTo>
                  <a:pt x="3176" y="1411"/>
                </a:lnTo>
                <a:moveTo>
                  <a:pt x="3264" y="1411"/>
                </a:moveTo>
                <a:lnTo>
                  <a:pt x="3353" y="1411"/>
                </a:lnTo>
                <a:moveTo>
                  <a:pt x="0" y="1499"/>
                </a:moveTo>
                <a:lnTo>
                  <a:pt x="88" y="1499"/>
                </a:lnTo>
                <a:moveTo>
                  <a:pt x="353" y="1499"/>
                </a:moveTo>
                <a:lnTo>
                  <a:pt x="441" y="1499"/>
                </a:lnTo>
                <a:moveTo>
                  <a:pt x="706" y="1499"/>
                </a:moveTo>
                <a:lnTo>
                  <a:pt x="794" y="1499"/>
                </a:lnTo>
                <a:moveTo>
                  <a:pt x="882" y="1499"/>
                </a:moveTo>
                <a:lnTo>
                  <a:pt x="1059" y="1499"/>
                </a:lnTo>
                <a:moveTo>
                  <a:pt x="1323" y="1499"/>
                </a:moveTo>
                <a:lnTo>
                  <a:pt x="1589" y="1499"/>
                </a:lnTo>
                <a:moveTo>
                  <a:pt x="1677" y="1499"/>
                </a:moveTo>
                <a:lnTo>
                  <a:pt x="1765" y="1499"/>
                </a:lnTo>
                <a:moveTo>
                  <a:pt x="1941" y="1499"/>
                </a:moveTo>
                <a:lnTo>
                  <a:pt x="2294" y="1499"/>
                </a:lnTo>
                <a:moveTo>
                  <a:pt x="2382" y="1499"/>
                </a:moveTo>
                <a:lnTo>
                  <a:pt x="2471" y="1499"/>
                </a:lnTo>
                <a:moveTo>
                  <a:pt x="2823" y="1499"/>
                </a:moveTo>
                <a:lnTo>
                  <a:pt x="3441" y="1499"/>
                </a:lnTo>
                <a:moveTo>
                  <a:pt x="3529" y="1499"/>
                </a:moveTo>
                <a:lnTo>
                  <a:pt x="3617" y="1499"/>
                </a:lnTo>
                <a:moveTo>
                  <a:pt x="0" y="1587"/>
                </a:moveTo>
                <a:lnTo>
                  <a:pt x="177" y="1587"/>
                </a:lnTo>
                <a:moveTo>
                  <a:pt x="265" y="1587"/>
                </a:moveTo>
                <a:lnTo>
                  <a:pt x="353" y="1587"/>
                </a:lnTo>
                <a:moveTo>
                  <a:pt x="529" y="1587"/>
                </a:moveTo>
                <a:lnTo>
                  <a:pt x="618" y="1587"/>
                </a:lnTo>
                <a:moveTo>
                  <a:pt x="794" y="1587"/>
                </a:moveTo>
                <a:lnTo>
                  <a:pt x="970" y="1587"/>
                </a:lnTo>
                <a:moveTo>
                  <a:pt x="1147" y="1587"/>
                </a:moveTo>
                <a:lnTo>
                  <a:pt x="1323" y="1587"/>
                </a:lnTo>
                <a:moveTo>
                  <a:pt x="1411" y="1587"/>
                </a:moveTo>
                <a:lnTo>
                  <a:pt x="1501" y="1587"/>
                </a:lnTo>
                <a:moveTo>
                  <a:pt x="1589" y="1587"/>
                </a:moveTo>
                <a:lnTo>
                  <a:pt x="1677" y="1587"/>
                </a:lnTo>
                <a:moveTo>
                  <a:pt x="1853" y="1587"/>
                </a:moveTo>
                <a:lnTo>
                  <a:pt x="2118" y="1587"/>
                </a:lnTo>
                <a:moveTo>
                  <a:pt x="2294" y="1587"/>
                </a:moveTo>
                <a:lnTo>
                  <a:pt x="2559" y="1587"/>
                </a:lnTo>
                <a:moveTo>
                  <a:pt x="3088" y="1587"/>
                </a:moveTo>
                <a:lnTo>
                  <a:pt x="3176" y="1587"/>
                </a:lnTo>
                <a:moveTo>
                  <a:pt x="3353" y="1587"/>
                </a:moveTo>
                <a:lnTo>
                  <a:pt x="3617" y="1587"/>
                </a:lnTo>
                <a:moveTo>
                  <a:pt x="0" y="1675"/>
                </a:moveTo>
                <a:lnTo>
                  <a:pt x="88" y="1675"/>
                </a:lnTo>
                <a:moveTo>
                  <a:pt x="177" y="1675"/>
                </a:moveTo>
                <a:lnTo>
                  <a:pt x="265" y="1675"/>
                </a:lnTo>
                <a:moveTo>
                  <a:pt x="353" y="1675"/>
                </a:moveTo>
                <a:lnTo>
                  <a:pt x="529" y="1675"/>
                </a:lnTo>
                <a:moveTo>
                  <a:pt x="618" y="1675"/>
                </a:moveTo>
                <a:lnTo>
                  <a:pt x="882" y="1675"/>
                </a:lnTo>
                <a:moveTo>
                  <a:pt x="970" y="1675"/>
                </a:moveTo>
                <a:lnTo>
                  <a:pt x="1147" y="1675"/>
                </a:lnTo>
                <a:moveTo>
                  <a:pt x="1235" y="1675"/>
                </a:moveTo>
                <a:lnTo>
                  <a:pt x="1323" y="1675"/>
                </a:lnTo>
                <a:moveTo>
                  <a:pt x="1411" y="1675"/>
                </a:moveTo>
                <a:lnTo>
                  <a:pt x="1501" y="1675"/>
                </a:lnTo>
                <a:moveTo>
                  <a:pt x="1677" y="1675"/>
                </a:moveTo>
                <a:lnTo>
                  <a:pt x="2030" y="1675"/>
                </a:lnTo>
                <a:moveTo>
                  <a:pt x="2294" y="1675"/>
                </a:moveTo>
                <a:lnTo>
                  <a:pt x="2382" y="1675"/>
                </a:lnTo>
                <a:moveTo>
                  <a:pt x="2559" y="1675"/>
                </a:moveTo>
                <a:lnTo>
                  <a:pt x="2735" y="1675"/>
                </a:lnTo>
                <a:moveTo>
                  <a:pt x="2912" y="1675"/>
                </a:moveTo>
                <a:lnTo>
                  <a:pt x="3000" y="1675"/>
                </a:lnTo>
                <a:moveTo>
                  <a:pt x="3088" y="1675"/>
                </a:moveTo>
                <a:lnTo>
                  <a:pt x="3176" y="1675"/>
                </a:lnTo>
                <a:moveTo>
                  <a:pt x="3264" y="1675"/>
                </a:moveTo>
                <a:lnTo>
                  <a:pt x="3353" y="1675"/>
                </a:lnTo>
                <a:moveTo>
                  <a:pt x="3441" y="1675"/>
                </a:moveTo>
                <a:lnTo>
                  <a:pt x="3617" y="1675"/>
                </a:lnTo>
                <a:moveTo>
                  <a:pt x="177" y="1764"/>
                </a:moveTo>
                <a:lnTo>
                  <a:pt x="265" y="1764"/>
                </a:lnTo>
                <a:moveTo>
                  <a:pt x="529" y="1764"/>
                </a:moveTo>
                <a:lnTo>
                  <a:pt x="618" y="1764"/>
                </a:lnTo>
                <a:moveTo>
                  <a:pt x="706" y="1764"/>
                </a:moveTo>
                <a:lnTo>
                  <a:pt x="882" y="1764"/>
                </a:lnTo>
                <a:moveTo>
                  <a:pt x="970" y="1764"/>
                </a:moveTo>
                <a:lnTo>
                  <a:pt x="1059" y="1764"/>
                </a:lnTo>
                <a:moveTo>
                  <a:pt x="1323" y="1764"/>
                </a:moveTo>
                <a:lnTo>
                  <a:pt x="1411" y="1764"/>
                </a:lnTo>
                <a:moveTo>
                  <a:pt x="1677" y="1764"/>
                </a:moveTo>
                <a:lnTo>
                  <a:pt x="1853" y="1764"/>
                </a:lnTo>
                <a:moveTo>
                  <a:pt x="2118" y="1764"/>
                </a:moveTo>
                <a:lnTo>
                  <a:pt x="2206" y="1764"/>
                </a:lnTo>
                <a:moveTo>
                  <a:pt x="2559" y="1764"/>
                </a:moveTo>
                <a:lnTo>
                  <a:pt x="2647" y="1764"/>
                </a:lnTo>
                <a:moveTo>
                  <a:pt x="2735" y="1764"/>
                </a:moveTo>
                <a:lnTo>
                  <a:pt x="2823" y="1764"/>
                </a:lnTo>
                <a:moveTo>
                  <a:pt x="2912" y="1764"/>
                </a:moveTo>
                <a:lnTo>
                  <a:pt x="3000" y="1764"/>
                </a:lnTo>
                <a:moveTo>
                  <a:pt x="3088" y="1764"/>
                </a:moveTo>
                <a:lnTo>
                  <a:pt x="3353" y="1764"/>
                </a:lnTo>
                <a:moveTo>
                  <a:pt x="3529" y="1764"/>
                </a:moveTo>
                <a:lnTo>
                  <a:pt x="3617" y="1764"/>
                </a:lnTo>
                <a:moveTo>
                  <a:pt x="88" y="1852"/>
                </a:moveTo>
                <a:lnTo>
                  <a:pt x="177" y="1852"/>
                </a:lnTo>
                <a:moveTo>
                  <a:pt x="353" y="1852"/>
                </a:moveTo>
                <a:lnTo>
                  <a:pt x="441" y="1852"/>
                </a:lnTo>
                <a:moveTo>
                  <a:pt x="618" y="1852"/>
                </a:moveTo>
                <a:lnTo>
                  <a:pt x="706" y="1852"/>
                </a:lnTo>
                <a:moveTo>
                  <a:pt x="882" y="1852"/>
                </a:moveTo>
                <a:lnTo>
                  <a:pt x="1059" y="1852"/>
                </a:lnTo>
                <a:moveTo>
                  <a:pt x="1147" y="1852"/>
                </a:moveTo>
                <a:lnTo>
                  <a:pt x="1323" y="1852"/>
                </a:lnTo>
                <a:moveTo>
                  <a:pt x="1411" y="1852"/>
                </a:moveTo>
                <a:lnTo>
                  <a:pt x="1677" y="1852"/>
                </a:lnTo>
                <a:moveTo>
                  <a:pt x="2030" y="1852"/>
                </a:moveTo>
                <a:lnTo>
                  <a:pt x="2118" y="1852"/>
                </a:lnTo>
                <a:moveTo>
                  <a:pt x="2382" y="1852"/>
                </a:moveTo>
                <a:lnTo>
                  <a:pt x="2735" y="1852"/>
                </a:lnTo>
                <a:moveTo>
                  <a:pt x="3000" y="1852"/>
                </a:moveTo>
                <a:lnTo>
                  <a:pt x="3264" y="1852"/>
                </a:lnTo>
                <a:moveTo>
                  <a:pt x="3529" y="1852"/>
                </a:moveTo>
                <a:lnTo>
                  <a:pt x="3617" y="1852"/>
                </a:lnTo>
                <a:moveTo>
                  <a:pt x="0" y="1940"/>
                </a:moveTo>
                <a:lnTo>
                  <a:pt x="177" y="1940"/>
                </a:lnTo>
                <a:moveTo>
                  <a:pt x="265" y="1940"/>
                </a:moveTo>
                <a:lnTo>
                  <a:pt x="618" y="1940"/>
                </a:lnTo>
                <a:moveTo>
                  <a:pt x="706" y="1940"/>
                </a:moveTo>
                <a:lnTo>
                  <a:pt x="794" y="1940"/>
                </a:lnTo>
                <a:moveTo>
                  <a:pt x="882" y="1940"/>
                </a:moveTo>
                <a:lnTo>
                  <a:pt x="970" y="1940"/>
                </a:lnTo>
                <a:moveTo>
                  <a:pt x="1147" y="1940"/>
                </a:moveTo>
                <a:lnTo>
                  <a:pt x="1235" y="1940"/>
                </a:lnTo>
                <a:moveTo>
                  <a:pt x="1411" y="1940"/>
                </a:moveTo>
                <a:lnTo>
                  <a:pt x="1501" y="1940"/>
                </a:lnTo>
                <a:moveTo>
                  <a:pt x="1589" y="1940"/>
                </a:moveTo>
                <a:lnTo>
                  <a:pt x="1677" y="1940"/>
                </a:lnTo>
                <a:moveTo>
                  <a:pt x="1765" y="1940"/>
                </a:moveTo>
                <a:lnTo>
                  <a:pt x="2471" y="1940"/>
                </a:lnTo>
                <a:moveTo>
                  <a:pt x="2559" y="1940"/>
                </a:moveTo>
                <a:lnTo>
                  <a:pt x="2647" y="1940"/>
                </a:lnTo>
                <a:moveTo>
                  <a:pt x="2823" y="1940"/>
                </a:moveTo>
                <a:lnTo>
                  <a:pt x="2912" y="1940"/>
                </a:lnTo>
                <a:moveTo>
                  <a:pt x="3000" y="1940"/>
                </a:moveTo>
                <a:lnTo>
                  <a:pt x="3088" y="1940"/>
                </a:lnTo>
                <a:moveTo>
                  <a:pt x="3264" y="1940"/>
                </a:moveTo>
                <a:lnTo>
                  <a:pt x="3441" y="1940"/>
                </a:lnTo>
                <a:moveTo>
                  <a:pt x="3529" y="1940"/>
                </a:moveTo>
                <a:lnTo>
                  <a:pt x="3617" y="1940"/>
                </a:lnTo>
                <a:moveTo>
                  <a:pt x="0" y="2028"/>
                </a:moveTo>
                <a:lnTo>
                  <a:pt x="88" y="2028"/>
                </a:lnTo>
                <a:moveTo>
                  <a:pt x="618" y="2028"/>
                </a:moveTo>
                <a:lnTo>
                  <a:pt x="706" y="2028"/>
                </a:lnTo>
                <a:moveTo>
                  <a:pt x="882" y="2028"/>
                </a:moveTo>
                <a:lnTo>
                  <a:pt x="1059" y="2028"/>
                </a:lnTo>
                <a:moveTo>
                  <a:pt x="1501" y="2028"/>
                </a:moveTo>
                <a:lnTo>
                  <a:pt x="1677" y="2028"/>
                </a:lnTo>
                <a:moveTo>
                  <a:pt x="1853" y="2028"/>
                </a:moveTo>
                <a:lnTo>
                  <a:pt x="1941" y="2028"/>
                </a:lnTo>
                <a:moveTo>
                  <a:pt x="2030" y="2028"/>
                </a:moveTo>
                <a:lnTo>
                  <a:pt x="2206" y="2028"/>
                </a:lnTo>
                <a:moveTo>
                  <a:pt x="2559" y="2028"/>
                </a:moveTo>
                <a:lnTo>
                  <a:pt x="2823" y="2028"/>
                </a:lnTo>
                <a:moveTo>
                  <a:pt x="3176" y="2028"/>
                </a:moveTo>
                <a:lnTo>
                  <a:pt x="3353" y="2028"/>
                </a:lnTo>
                <a:moveTo>
                  <a:pt x="88" y="2116"/>
                </a:moveTo>
                <a:lnTo>
                  <a:pt x="265" y="2116"/>
                </a:lnTo>
                <a:moveTo>
                  <a:pt x="353" y="2116"/>
                </a:moveTo>
                <a:lnTo>
                  <a:pt x="441" y="2116"/>
                </a:lnTo>
                <a:moveTo>
                  <a:pt x="529" y="2116"/>
                </a:moveTo>
                <a:lnTo>
                  <a:pt x="882" y="2116"/>
                </a:lnTo>
                <a:moveTo>
                  <a:pt x="1501" y="2116"/>
                </a:moveTo>
                <a:lnTo>
                  <a:pt x="1589" y="2116"/>
                </a:lnTo>
                <a:moveTo>
                  <a:pt x="1677" y="2116"/>
                </a:moveTo>
                <a:lnTo>
                  <a:pt x="1765" y="2116"/>
                </a:lnTo>
                <a:moveTo>
                  <a:pt x="1853" y="2116"/>
                </a:moveTo>
                <a:lnTo>
                  <a:pt x="2030" y="2116"/>
                </a:lnTo>
                <a:moveTo>
                  <a:pt x="2118" y="2116"/>
                </a:moveTo>
                <a:lnTo>
                  <a:pt x="2206" y="2116"/>
                </a:lnTo>
                <a:moveTo>
                  <a:pt x="2382" y="2116"/>
                </a:moveTo>
                <a:lnTo>
                  <a:pt x="2647" y="2116"/>
                </a:lnTo>
                <a:moveTo>
                  <a:pt x="2735" y="2116"/>
                </a:moveTo>
                <a:lnTo>
                  <a:pt x="3000" y="2116"/>
                </a:lnTo>
                <a:moveTo>
                  <a:pt x="0" y="2205"/>
                </a:moveTo>
                <a:lnTo>
                  <a:pt x="88" y="2205"/>
                </a:lnTo>
                <a:moveTo>
                  <a:pt x="177" y="2205"/>
                </a:moveTo>
                <a:lnTo>
                  <a:pt x="265" y="2205"/>
                </a:lnTo>
                <a:moveTo>
                  <a:pt x="353" y="2205"/>
                </a:moveTo>
                <a:lnTo>
                  <a:pt x="529" y="2205"/>
                </a:lnTo>
                <a:moveTo>
                  <a:pt x="618" y="2205"/>
                </a:moveTo>
                <a:lnTo>
                  <a:pt x="882" y="2205"/>
                </a:lnTo>
                <a:moveTo>
                  <a:pt x="1059" y="2205"/>
                </a:moveTo>
                <a:lnTo>
                  <a:pt x="1147" y="2205"/>
                </a:lnTo>
                <a:moveTo>
                  <a:pt x="1323" y="2205"/>
                </a:moveTo>
                <a:lnTo>
                  <a:pt x="1501" y="2205"/>
                </a:lnTo>
                <a:moveTo>
                  <a:pt x="2030" y="2205"/>
                </a:moveTo>
                <a:lnTo>
                  <a:pt x="2118" y="2205"/>
                </a:lnTo>
                <a:moveTo>
                  <a:pt x="2206" y="2205"/>
                </a:moveTo>
                <a:lnTo>
                  <a:pt x="2559" y="2205"/>
                </a:lnTo>
                <a:moveTo>
                  <a:pt x="2823" y="2205"/>
                </a:moveTo>
                <a:lnTo>
                  <a:pt x="2912" y="2205"/>
                </a:lnTo>
                <a:moveTo>
                  <a:pt x="3000" y="2205"/>
                </a:moveTo>
                <a:lnTo>
                  <a:pt x="3088" y="2205"/>
                </a:lnTo>
                <a:moveTo>
                  <a:pt x="3176" y="2205"/>
                </a:moveTo>
                <a:lnTo>
                  <a:pt x="3264" y="2205"/>
                </a:lnTo>
                <a:moveTo>
                  <a:pt x="3353" y="2205"/>
                </a:moveTo>
                <a:lnTo>
                  <a:pt x="3441" y="2205"/>
                </a:lnTo>
                <a:moveTo>
                  <a:pt x="441" y="2293"/>
                </a:moveTo>
                <a:lnTo>
                  <a:pt x="706" y="2293"/>
                </a:lnTo>
                <a:moveTo>
                  <a:pt x="1059" y="2293"/>
                </a:moveTo>
                <a:lnTo>
                  <a:pt x="1235" y="2293"/>
                </a:lnTo>
                <a:moveTo>
                  <a:pt x="1323" y="2293"/>
                </a:moveTo>
                <a:lnTo>
                  <a:pt x="1501" y="2293"/>
                </a:lnTo>
                <a:moveTo>
                  <a:pt x="1853" y="2293"/>
                </a:moveTo>
                <a:lnTo>
                  <a:pt x="1941" y="2293"/>
                </a:lnTo>
                <a:moveTo>
                  <a:pt x="2030" y="2293"/>
                </a:moveTo>
                <a:lnTo>
                  <a:pt x="2206" y="2293"/>
                </a:lnTo>
                <a:moveTo>
                  <a:pt x="2294" y="2293"/>
                </a:moveTo>
                <a:lnTo>
                  <a:pt x="2735" y="2293"/>
                </a:lnTo>
                <a:moveTo>
                  <a:pt x="2823" y="2293"/>
                </a:moveTo>
                <a:lnTo>
                  <a:pt x="2912" y="2293"/>
                </a:lnTo>
                <a:moveTo>
                  <a:pt x="3000" y="2293"/>
                </a:moveTo>
                <a:lnTo>
                  <a:pt x="3176" y="2293"/>
                </a:lnTo>
                <a:moveTo>
                  <a:pt x="3529" y="2293"/>
                </a:moveTo>
                <a:lnTo>
                  <a:pt x="3617" y="2293"/>
                </a:lnTo>
                <a:moveTo>
                  <a:pt x="0" y="2381"/>
                </a:moveTo>
                <a:lnTo>
                  <a:pt x="88" y="2381"/>
                </a:lnTo>
                <a:moveTo>
                  <a:pt x="177" y="2381"/>
                </a:moveTo>
                <a:lnTo>
                  <a:pt x="265" y="2381"/>
                </a:lnTo>
                <a:moveTo>
                  <a:pt x="353" y="2381"/>
                </a:moveTo>
                <a:lnTo>
                  <a:pt x="441" y="2381"/>
                </a:lnTo>
                <a:moveTo>
                  <a:pt x="618" y="2381"/>
                </a:moveTo>
                <a:lnTo>
                  <a:pt x="706" y="2381"/>
                </a:lnTo>
                <a:moveTo>
                  <a:pt x="882" y="2381"/>
                </a:moveTo>
                <a:lnTo>
                  <a:pt x="970" y="2381"/>
                </a:lnTo>
                <a:moveTo>
                  <a:pt x="1501" y="2381"/>
                </a:moveTo>
                <a:lnTo>
                  <a:pt x="1589" y="2381"/>
                </a:lnTo>
                <a:moveTo>
                  <a:pt x="1853" y="2381"/>
                </a:moveTo>
                <a:lnTo>
                  <a:pt x="2030" y="2381"/>
                </a:lnTo>
                <a:moveTo>
                  <a:pt x="2118" y="2381"/>
                </a:moveTo>
                <a:lnTo>
                  <a:pt x="2206" y="2381"/>
                </a:lnTo>
                <a:moveTo>
                  <a:pt x="2382" y="2381"/>
                </a:moveTo>
                <a:lnTo>
                  <a:pt x="2647" y="2381"/>
                </a:lnTo>
                <a:moveTo>
                  <a:pt x="2735" y="2381"/>
                </a:moveTo>
                <a:lnTo>
                  <a:pt x="2912" y="2381"/>
                </a:lnTo>
                <a:moveTo>
                  <a:pt x="3000" y="2381"/>
                </a:moveTo>
                <a:lnTo>
                  <a:pt x="3176" y="2381"/>
                </a:lnTo>
                <a:moveTo>
                  <a:pt x="3264" y="2381"/>
                </a:moveTo>
                <a:lnTo>
                  <a:pt x="3353" y="2381"/>
                </a:lnTo>
                <a:moveTo>
                  <a:pt x="3529" y="2381"/>
                </a:moveTo>
                <a:lnTo>
                  <a:pt x="3617" y="2381"/>
                </a:lnTo>
                <a:moveTo>
                  <a:pt x="0" y="2469"/>
                </a:moveTo>
                <a:lnTo>
                  <a:pt x="88" y="2469"/>
                </a:lnTo>
                <a:moveTo>
                  <a:pt x="177" y="2469"/>
                </a:moveTo>
                <a:lnTo>
                  <a:pt x="265" y="2469"/>
                </a:lnTo>
                <a:moveTo>
                  <a:pt x="441" y="2469"/>
                </a:moveTo>
                <a:lnTo>
                  <a:pt x="618" y="2469"/>
                </a:lnTo>
                <a:moveTo>
                  <a:pt x="706" y="2469"/>
                </a:moveTo>
                <a:lnTo>
                  <a:pt x="794" y="2469"/>
                </a:lnTo>
                <a:moveTo>
                  <a:pt x="1059" y="2469"/>
                </a:moveTo>
                <a:lnTo>
                  <a:pt x="1677" y="2469"/>
                </a:lnTo>
                <a:moveTo>
                  <a:pt x="1853" y="2469"/>
                </a:moveTo>
                <a:lnTo>
                  <a:pt x="2206" y="2469"/>
                </a:lnTo>
                <a:moveTo>
                  <a:pt x="2382" y="2469"/>
                </a:moveTo>
                <a:lnTo>
                  <a:pt x="2471" y="2469"/>
                </a:lnTo>
                <a:moveTo>
                  <a:pt x="2559" y="2469"/>
                </a:moveTo>
                <a:lnTo>
                  <a:pt x="2647" y="2469"/>
                </a:lnTo>
                <a:moveTo>
                  <a:pt x="2912" y="2469"/>
                </a:moveTo>
                <a:lnTo>
                  <a:pt x="3000" y="2469"/>
                </a:lnTo>
                <a:moveTo>
                  <a:pt x="3441" y="2469"/>
                </a:moveTo>
                <a:lnTo>
                  <a:pt x="3617" y="2469"/>
                </a:lnTo>
                <a:moveTo>
                  <a:pt x="0" y="2557"/>
                </a:moveTo>
                <a:lnTo>
                  <a:pt x="88" y="2557"/>
                </a:lnTo>
                <a:moveTo>
                  <a:pt x="177" y="2557"/>
                </a:moveTo>
                <a:lnTo>
                  <a:pt x="265" y="2557"/>
                </a:lnTo>
                <a:moveTo>
                  <a:pt x="441" y="2557"/>
                </a:moveTo>
                <a:lnTo>
                  <a:pt x="529" y="2557"/>
                </a:lnTo>
                <a:moveTo>
                  <a:pt x="618" y="2557"/>
                </a:moveTo>
                <a:lnTo>
                  <a:pt x="970" y="2557"/>
                </a:lnTo>
                <a:moveTo>
                  <a:pt x="1147" y="2557"/>
                </a:moveTo>
                <a:lnTo>
                  <a:pt x="1235" y="2557"/>
                </a:lnTo>
                <a:moveTo>
                  <a:pt x="1323" y="2557"/>
                </a:moveTo>
                <a:lnTo>
                  <a:pt x="1501" y="2557"/>
                </a:lnTo>
                <a:moveTo>
                  <a:pt x="1589" y="2557"/>
                </a:moveTo>
                <a:lnTo>
                  <a:pt x="1853" y="2557"/>
                </a:lnTo>
                <a:moveTo>
                  <a:pt x="1941" y="2557"/>
                </a:moveTo>
                <a:lnTo>
                  <a:pt x="2118" y="2557"/>
                </a:lnTo>
                <a:moveTo>
                  <a:pt x="2206" y="2557"/>
                </a:moveTo>
                <a:lnTo>
                  <a:pt x="2294" y="2557"/>
                </a:lnTo>
                <a:moveTo>
                  <a:pt x="2382" y="2557"/>
                </a:moveTo>
                <a:lnTo>
                  <a:pt x="2471" y="2557"/>
                </a:lnTo>
                <a:moveTo>
                  <a:pt x="2647" y="2557"/>
                </a:moveTo>
                <a:lnTo>
                  <a:pt x="2735" y="2557"/>
                </a:lnTo>
                <a:moveTo>
                  <a:pt x="2912" y="2557"/>
                </a:moveTo>
                <a:lnTo>
                  <a:pt x="3617" y="2557"/>
                </a:lnTo>
                <a:moveTo>
                  <a:pt x="441" y="2646"/>
                </a:moveTo>
                <a:lnTo>
                  <a:pt x="970" y="2646"/>
                </a:lnTo>
                <a:moveTo>
                  <a:pt x="1059" y="2646"/>
                </a:moveTo>
                <a:lnTo>
                  <a:pt x="1147" y="2646"/>
                </a:lnTo>
                <a:moveTo>
                  <a:pt x="1323" y="2646"/>
                </a:moveTo>
                <a:lnTo>
                  <a:pt x="1501" y="2646"/>
                </a:lnTo>
                <a:moveTo>
                  <a:pt x="1765" y="2646"/>
                </a:moveTo>
                <a:lnTo>
                  <a:pt x="1853" y="2646"/>
                </a:lnTo>
                <a:moveTo>
                  <a:pt x="1941" y="2646"/>
                </a:moveTo>
                <a:lnTo>
                  <a:pt x="2118" y="2646"/>
                </a:lnTo>
                <a:moveTo>
                  <a:pt x="2382" y="2646"/>
                </a:moveTo>
                <a:lnTo>
                  <a:pt x="2471" y="2646"/>
                </a:lnTo>
                <a:moveTo>
                  <a:pt x="2559" y="2646"/>
                </a:moveTo>
                <a:lnTo>
                  <a:pt x="2647" y="2646"/>
                </a:lnTo>
                <a:moveTo>
                  <a:pt x="2912" y="2646"/>
                </a:moveTo>
                <a:lnTo>
                  <a:pt x="3000" y="2646"/>
                </a:lnTo>
                <a:moveTo>
                  <a:pt x="3176" y="2646"/>
                </a:moveTo>
                <a:lnTo>
                  <a:pt x="3441" y="2646"/>
                </a:lnTo>
                <a:moveTo>
                  <a:pt x="3529" y="2646"/>
                </a:moveTo>
                <a:lnTo>
                  <a:pt x="3617" y="2646"/>
                </a:lnTo>
                <a:moveTo>
                  <a:pt x="265" y="2734"/>
                </a:moveTo>
                <a:lnTo>
                  <a:pt x="441" y="2734"/>
                </a:lnTo>
                <a:moveTo>
                  <a:pt x="970" y="2734"/>
                </a:moveTo>
                <a:lnTo>
                  <a:pt x="1059" y="2734"/>
                </a:lnTo>
                <a:moveTo>
                  <a:pt x="1147" y="2734"/>
                </a:moveTo>
                <a:lnTo>
                  <a:pt x="1235" y="2734"/>
                </a:lnTo>
                <a:moveTo>
                  <a:pt x="1501" y="2734"/>
                </a:moveTo>
                <a:lnTo>
                  <a:pt x="1589" y="2734"/>
                </a:lnTo>
                <a:moveTo>
                  <a:pt x="1853" y="2734"/>
                </a:moveTo>
                <a:lnTo>
                  <a:pt x="2206" y="2734"/>
                </a:lnTo>
                <a:moveTo>
                  <a:pt x="2471" y="2734"/>
                </a:moveTo>
                <a:lnTo>
                  <a:pt x="2647" y="2734"/>
                </a:lnTo>
                <a:moveTo>
                  <a:pt x="2735" y="2734"/>
                </a:moveTo>
                <a:lnTo>
                  <a:pt x="2823" y="2734"/>
                </a:lnTo>
                <a:moveTo>
                  <a:pt x="2912" y="2734"/>
                </a:moveTo>
                <a:lnTo>
                  <a:pt x="3000" y="2734"/>
                </a:lnTo>
                <a:moveTo>
                  <a:pt x="3176" y="2734"/>
                </a:moveTo>
                <a:lnTo>
                  <a:pt x="3353" y="2734"/>
                </a:lnTo>
                <a:moveTo>
                  <a:pt x="3529" y="2734"/>
                </a:moveTo>
                <a:lnTo>
                  <a:pt x="3617" y="2734"/>
                </a:lnTo>
                <a:moveTo>
                  <a:pt x="0" y="2822"/>
                </a:moveTo>
                <a:lnTo>
                  <a:pt x="265" y="2822"/>
                </a:lnTo>
                <a:moveTo>
                  <a:pt x="353" y="2822"/>
                </a:moveTo>
                <a:lnTo>
                  <a:pt x="441" y="2822"/>
                </a:lnTo>
                <a:moveTo>
                  <a:pt x="529" y="2822"/>
                </a:moveTo>
                <a:lnTo>
                  <a:pt x="794" y="2822"/>
                </a:lnTo>
                <a:moveTo>
                  <a:pt x="882" y="2822"/>
                </a:moveTo>
                <a:lnTo>
                  <a:pt x="1411" y="2822"/>
                </a:lnTo>
                <a:moveTo>
                  <a:pt x="1501" y="2822"/>
                </a:moveTo>
                <a:lnTo>
                  <a:pt x="1941" y="2822"/>
                </a:lnTo>
                <a:moveTo>
                  <a:pt x="2030" y="2822"/>
                </a:moveTo>
                <a:lnTo>
                  <a:pt x="2118" y="2822"/>
                </a:lnTo>
                <a:moveTo>
                  <a:pt x="2294" y="2822"/>
                </a:moveTo>
                <a:lnTo>
                  <a:pt x="2382" y="2822"/>
                </a:lnTo>
                <a:moveTo>
                  <a:pt x="2471" y="2822"/>
                </a:moveTo>
                <a:lnTo>
                  <a:pt x="3353" y="2822"/>
                </a:lnTo>
                <a:moveTo>
                  <a:pt x="3441" y="2822"/>
                </a:moveTo>
                <a:lnTo>
                  <a:pt x="3617" y="2822"/>
                </a:lnTo>
                <a:moveTo>
                  <a:pt x="706" y="2910"/>
                </a:moveTo>
                <a:lnTo>
                  <a:pt x="882" y="2910"/>
                </a:lnTo>
                <a:moveTo>
                  <a:pt x="970" y="2910"/>
                </a:moveTo>
                <a:lnTo>
                  <a:pt x="1059" y="2910"/>
                </a:lnTo>
                <a:moveTo>
                  <a:pt x="1147" y="2910"/>
                </a:moveTo>
                <a:lnTo>
                  <a:pt x="1235" y="2910"/>
                </a:lnTo>
                <a:moveTo>
                  <a:pt x="1323" y="2910"/>
                </a:moveTo>
                <a:lnTo>
                  <a:pt x="1501" y="2910"/>
                </a:lnTo>
                <a:moveTo>
                  <a:pt x="1589" y="2910"/>
                </a:moveTo>
                <a:lnTo>
                  <a:pt x="1765" y="2910"/>
                </a:lnTo>
                <a:moveTo>
                  <a:pt x="1853" y="2910"/>
                </a:moveTo>
                <a:lnTo>
                  <a:pt x="1941" y="2910"/>
                </a:lnTo>
                <a:moveTo>
                  <a:pt x="2030" y="2910"/>
                </a:moveTo>
                <a:lnTo>
                  <a:pt x="2471" y="2910"/>
                </a:lnTo>
                <a:moveTo>
                  <a:pt x="2823" y="2910"/>
                </a:moveTo>
                <a:lnTo>
                  <a:pt x="2912" y="2910"/>
                </a:lnTo>
                <a:moveTo>
                  <a:pt x="3176" y="2910"/>
                </a:moveTo>
                <a:lnTo>
                  <a:pt x="3264" y="2910"/>
                </a:lnTo>
                <a:moveTo>
                  <a:pt x="3353" y="2910"/>
                </a:moveTo>
                <a:lnTo>
                  <a:pt x="3441" y="2910"/>
                </a:lnTo>
                <a:moveTo>
                  <a:pt x="3529" y="2910"/>
                </a:moveTo>
                <a:lnTo>
                  <a:pt x="3617" y="2910"/>
                </a:lnTo>
                <a:moveTo>
                  <a:pt x="0" y="2998"/>
                </a:moveTo>
                <a:lnTo>
                  <a:pt x="618" y="2998"/>
                </a:lnTo>
                <a:moveTo>
                  <a:pt x="706" y="2998"/>
                </a:moveTo>
                <a:lnTo>
                  <a:pt x="794" y="2998"/>
                </a:lnTo>
                <a:moveTo>
                  <a:pt x="1147" y="2998"/>
                </a:moveTo>
                <a:lnTo>
                  <a:pt x="1323" y="2998"/>
                </a:lnTo>
                <a:moveTo>
                  <a:pt x="1501" y="2998"/>
                </a:moveTo>
                <a:lnTo>
                  <a:pt x="1589" y="2998"/>
                </a:lnTo>
                <a:moveTo>
                  <a:pt x="1765" y="2998"/>
                </a:moveTo>
                <a:lnTo>
                  <a:pt x="1853" y="2998"/>
                </a:lnTo>
                <a:moveTo>
                  <a:pt x="2030" y="2998"/>
                </a:moveTo>
                <a:lnTo>
                  <a:pt x="2206" y="2998"/>
                </a:lnTo>
                <a:moveTo>
                  <a:pt x="2382" y="2998"/>
                </a:moveTo>
                <a:lnTo>
                  <a:pt x="2912" y="2998"/>
                </a:lnTo>
                <a:moveTo>
                  <a:pt x="3000" y="2998"/>
                </a:moveTo>
                <a:lnTo>
                  <a:pt x="3088" y="2998"/>
                </a:lnTo>
                <a:moveTo>
                  <a:pt x="3176" y="2998"/>
                </a:moveTo>
                <a:lnTo>
                  <a:pt x="3353" y="2998"/>
                </a:lnTo>
                <a:moveTo>
                  <a:pt x="3529" y="2998"/>
                </a:moveTo>
                <a:lnTo>
                  <a:pt x="3617" y="2998"/>
                </a:lnTo>
                <a:moveTo>
                  <a:pt x="0" y="3088"/>
                </a:moveTo>
                <a:lnTo>
                  <a:pt x="88" y="3088"/>
                </a:lnTo>
                <a:moveTo>
                  <a:pt x="529" y="3088"/>
                </a:moveTo>
                <a:lnTo>
                  <a:pt x="618" y="3088"/>
                </a:lnTo>
                <a:moveTo>
                  <a:pt x="1147" y="3088"/>
                </a:moveTo>
                <a:lnTo>
                  <a:pt x="1677" y="3088"/>
                </a:lnTo>
                <a:moveTo>
                  <a:pt x="1765" y="3088"/>
                </a:moveTo>
                <a:lnTo>
                  <a:pt x="1853" y="3088"/>
                </a:lnTo>
                <a:moveTo>
                  <a:pt x="1941" y="3088"/>
                </a:moveTo>
                <a:lnTo>
                  <a:pt x="2206" y="3088"/>
                </a:lnTo>
                <a:moveTo>
                  <a:pt x="2471" y="3088"/>
                </a:moveTo>
                <a:lnTo>
                  <a:pt x="2912" y="3088"/>
                </a:lnTo>
                <a:moveTo>
                  <a:pt x="3176" y="3088"/>
                </a:moveTo>
                <a:lnTo>
                  <a:pt x="3353" y="3088"/>
                </a:lnTo>
                <a:moveTo>
                  <a:pt x="3529" y="3088"/>
                </a:moveTo>
                <a:lnTo>
                  <a:pt x="3617" y="3088"/>
                </a:lnTo>
                <a:moveTo>
                  <a:pt x="0" y="3176"/>
                </a:moveTo>
                <a:lnTo>
                  <a:pt x="88" y="3176"/>
                </a:lnTo>
                <a:moveTo>
                  <a:pt x="177" y="3176"/>
                </a:moveTo>
                <a:lnTo>
                  <a:pt x="441" y="3176"/>
                </a:lnTo>
                <a:moveTo>
                  <a:pt x="529" y="3176"/>
                </a:moveTo>
                <a:lnTo>
                  <a:pt x="618" y="3176"/>
                </a:lnTo>
                <a:moveTo>
                  <a:pt x="706" y="3176"/>
                </a:moveTo>
                <a:lnTo>
                  <a:pt x="1059" y="3176"/>
                </a:lnTo>
                <a:moveTo>
                  <a:pt x="1235" y="3176"/>
                </a:moveTo>
                <a:lnTo>
                  <a:pt x="1411" y="3176"/>
                </a:lnTo>
                <a:moveTo>
                  <a:pt x="1589" y="3176"/>
                </a:moveTo>
                <a:lnTo>
                  <a:pt x="1677" y="3176"/>
                </a:lnTo>
                <a:moveTo>
                  <a:pt x="1765" y="3176"/>
                </a:moveTo>
                <a:lnTo>
                  <a:pt x="1853" y="3176"/>
                </a:lnTo>
                <a:moveTo>
                  <a:pt x="1941" y="3176"/>
                </a:moveTo>
                <a:lnTo>
                  <a:pt x="2206" y="3176"/>
                </a:lnTo>
                <a:moveTo>
                  <a:pt x="2559" y="3176"/>
                </a:moveTo>
                <a:lnTo>
                  <a:pt x="2647" y="3176"/>
                </a:lnTo>
                <a:moveTo>
                  <a:pt x="2735" y="3176"/>
                </a:moveTo>
                <a:lnTo>
                  <a:pt x="3264" y="3176"/>
                </a:lnTo>
                <a:moveTo>
                  <a:pt x="0" y="3264"/>
                </a:moveTo>
                <a:lnTo>
                  <a:pt x="88" y="3264"/>
                </a:lnTo>
                <a:moveTo>
                  <a:pt x="177" y="3264"/>
                </a:moveTo>
                <a:lnTo>
                  <a:pt x="441" y="3264"/>
                </a:lnTo>
                <a:moveTo>
                  <a:pt x="529" y="3264"/>
                </a:moveTo>
                <a:lnTo>
                  <a:pt x="618" y="3264"/>
                </a:lnTo>
                <a:moveTo>
                  <a:pt x="794" y="3264"/>
                </a:moveTo>
                <a:lnTo>
                  <a:pt x="882" y="3264"/>
                </a:lnTo>
                <a:moveTo>
                  <a:pt x="970" y="3264"/>
                </a:moveTo>
                <a:lnTo>
                  <a:pt x="1059" y="3264"/>
                </a:lnTo>
                <a:moveTo>
                  <a:pt x="2030" y="3264"/>
                </a:moveTo>
                <a:lnTo>
                  <a:pt x="2118" y="3264"/>
                </a:lnTo>
                <a:moveTo>
                  <a:pt x="2206" y="3264"/>
                </a:moveTo>
                <a:lnTo>
                  <a:pt x="2559" y="3264"/>
                </a:lnTo>
                <a:moveTo>
                  <a:pt x="2823" y="3264"/>
                </a:moveTo>
                <a:lnTo>
                  <a:pt x="2912" y="3264"/>
                </a:lnTo>
                <a:moveTo>
                  <a:pt x="3088" y="3264"/>
                </a:moveTo>
                <a:lnTo>
                  <a:pt x="3176" y="3264"/>
                </a:lnTo>
                <a:moveTo>
                  <a:pt x="3264" y="3264"/>
                </a:moveTo>
                <a:lnTo>
                  <a:pt x="3441" y="3264"/>
                </a:lnTo>
                <a:moveTo>
                  <a:pt x="3529" y="3264"/>
                </a:moveTo>
                <a:lnTo>
                  <a:pt x="3617" y="3264"/>
                </a:lnTo>
                <a:moveTo>
                  <a:pt x="0" y="3352"/>
                </a:moveTo>
                <a:lnTo>
                  <a:pt x="88" y="3352"/>
                </a:lnTo>
                <a:moveTo>
                  <a:pt x="177" y="3352"/>
                </a:moveTo>
                <a:lnTo>
                  <a:pt x="441" y="3352"/>
                </a:lnTo>
                <a:moveTo>
                  <a:pt x="529" y="3352"/>
                </a:moveTo>
                <a:lnTo>
                  <a:pt x="618" y="3352"/>
                </a:lnTo>
                <a:moveTo>
                  <a:pt x="794" y="3352"/>
                </a:moveTo>
                <a:lnTo>
                  <a:pt x="882" y="3352"/>
                </a:lnTo>
                <a:moveTo>
                  <a:pt x="1147" y="3352"/>
                </a:moveTo>
                <a:lnTo>
                  <a:pt x="1235" y="3352"/>
                </a:lnTo>
                <a:moveTo>
                  <a:pt x="1411" y="3352"/>
                </a:moveTo>
                <a:lnTo>
                  <a:pt x="1589" y="3352"/>
                </a:lnTo>
                <a:moveTo>
                  <a:pt x="1853" y="3352"/>
                </a:moveTo>
                <a:lnTo>
                  <a:pt x="1941" y="3352"/>
                </a:lnTo>
                <a:moveTo>
                  <a:pt x="2030" y="3352"/>
                </a:moveTo>
                <a:lnTo>
                  <a:pt x="2118" y="3352"/>
                </a:lnTo>
                <a:moveTo>
                  <a:pt x="2206" y="3352"/>
                </a:moveTo>
                <a:lnTo>
                  <a:pt x="2294" y="3352"/>
                </a:lnTo>
                <a:moveTo>
                  <a:pt x="2382" y="3352"/>
                </a:moveTo>
                <a:lnTo>
                  <a:pt x="2735" y="3352"/>
                </a:lnTo>
                <a:moveTo>
                  <a:pt x="2823" y="3352"/>
                </a:moveTo>
                <a:lnTo>
                  <a:pt x="3000" y="3352"/>
                </a:lnTo>
                <a:moveTo>
                  <a:pt x="3353" y="3352"/>
                </a:moveTo>
                <a:lnTo>
                  <a:pt x="3441" y="3352"/>
                </a:lnTo>
                <a:moveTo>
                  <a:pt x="3529" y="3352"/>
                </a:moveTo>
                <a:lnTo>
                  <a:pt x="3617" y="3352"/>
                </a:lnTo>
                <a:moveTo>
                  <a:pt x="0" y="3440"/>
                </a:moveTo>
                <a:lnTo>
                  <a:pt x="88" y="3440"/>
                </a:lnTo>
                <a:moveTo>
                  <a:pt x="529" y="3440"/>
                </a:moveTo>
                <a:lnTo>
                  <a:pt x="618" y="3440"/>
                </a:lnTo>
                <a:moveTo>
                  <a:pt x="882" y="3440"/>
                </a:moveTo>
                <a:lnTo>
                  <a:pt x="1059" y="3440"/>
                </a:lnTo>
                <a:moveTo>
                  <a:pt x="1147" y="3440"/>
                </a:moveTo>
                <a:lnTo>
                  <a:pt x="1235" y="3440"/>
                </a:lnTo>
                <a:moveTo>
                  <a:pt x="1323" y="3440"/>
                </a:moveTo>
                <a:lnTo>
                  <a:pt x="1411" y="3440"/>
                </a:lnTo>
                <a:moveTo>
                  <a:pt x="1501" y="3440"/>
                </a:moveTo>
                <a:lnTo>
                  <a:pt x="1589" y="3440"/>
                </a:lnTo>
                <a:moveTo>
                  <a:pt x="1677" y="3440"/>
                </a:moveTo>
                <a:lnTo>
                  <a:pt x="1765" y="3440"/>
                </a:lnTo>
                <a:moveTo>
                  <a:pt x="1853" y="3440"/>
                </a:moveTo>
                <a:lnTo>
                  <a:pt x="1941" y="3440"/>
                </a:lnTo>
                <a:moveTo>
                  <a:pt x="2294" y="3440"/>
                </a:moveTo>
                <a:lnTo>
                  <a:pt x="2647" y="3440"/>
                </a:lnTo>
                <a:moveTo>
                  <a:pt x="2823" y="3440"/>
                </a:moveTo>
                <a:lnTo>
                  <a:pt x="2912" y="3440"/>
                </a:lnTo>
                <a:moveTo>
                  <a:pt x="3000" y="3440"/>
                </a:moveTo>
                <a:lnTo>
                  <a:pt x="3176" y="3440"/>
                </a:lnTo>
                <a:moveTo>
                  <a:pt x="3441" y="3440"/>
                </a:moveTo>
                <a:lnTo>
                  <a:pt x="3617" y="3440"/>
                </a:lnTo>
                <a:moveTo>
                  <a:pt x="0" y="3529"/>
                </a:moveTo>
                <a:lnTo>
                  <a:pt x="618" y="3529"/>
                </a:lnTo>
                <a:moveTo>
                  <a:pt x="706" y="3529"/>
                </a:moveTo>
                <a:lnTo>
                  <a:pt x="882" y="3529"/>
                </a:lnTo>
                <a:moveTo>
                  <a:pt x="970" y="3529"/>
                </a:moveTo>
                <a:lnTo>
                  <a:pt x="1059" y="3529"/>
                </a:lnTo>
                <a:moveTo>
                  <a:pt x="1147" y="3529"/>
                </a:moveTo>
                <a:lnTo>
                  <a:pt x="1235" y="3529"/>
                </a:lnTo>
                <a:moveTo>
                  <a:pt x="1411" y="3529"/>
                </a:moveTo>
                <a:lnTo>
                  <a:pt x="2030" y="3529"/>
                </a:lnTo>
                <a:moveTo>
                  <a:pt x="2118" y="3529"/>
                </a:moveTo>
                <a:lnTo>
                  <a:pt x="2206" y="3529"/>
                </a:lnTo>
                <a:moveTo>
                  <a:pt x="2382" y="3529"/>
                </a:moveTo>
                <a:lnTo>
                  <a:pt x="2471" y="3529"/>
                </a:lnTo>
                <a:moveTo>
                  <a:pt x="2559" y="3529"/>
                </a:moveTo>
                <a:lnTo>
                  <a:pt x="2647" y="3529"/>
                </a:lnTo>
                <a:moveTo>
                  <a:pt x="2823" y="3529"/>
                </a:moveTo>
                <a:lnTo>
                  <a:pt x="3000" y="3529"/>
                </a:lnTo>
                <a:moveTo>
                  <a:pt x="3088" y="3529"/>
                </a:moveTo>
                <a:lnTo>
                  <a:pt x="3353" y="3529"/>
                </a:lnTo>
                <a:moveTo>
                  <a:pt x="3441" y="3529"/>
                </a:moveTo>
                <a:lnTo>
                  <a:pt x="3529" y="3529"/>
                </a:lnTo>
              </a:path>
            </a:pathLst>
          </a:custGeom>
          <a:ln w="31680">
            <a:solidFill>
              <a:srgbClr val="001d34"/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4534920" y="3330360"/>
            <a:ext cx="1312560" cy="1283400"/>
          </a:xfrm>
          <a:custGeom>
            <a:avLst/>
            <a:gdLst/>
            <a:ahLst/>
            <a:rect l="0" t="0" r="r" b="b"/>
            <a:pathLst>
              <a:path fill="none" w="3646" h="3565">
                <a:moveTo>
                  <a:pt x="0" y="0"/>
                </a:moveTo>
                <a:lnTo>
                  <a:pt x="568" y="0"/>
                </a:lnTo>
                <a:moveTo>
                  <a:pt x="730" y="0"/>
                </a:moveTo>
                <a:lnTo>
                  <a:pt x="811" y="0"/>
                </a:lnTo>
                <a:moveTo>
                  <a:pt x="892" y="0"/>
                </a:moveTo>
                <a:lnTo>
                  <a:pt x="1297" y="0"/>
                </a:lnTo>
                <a:moveTo>
                  <a:pt x="1540" y="0"/>
                </a:moveTo>
                <a:lnTo>
                  <a:pt x="1621" y="0"/>
                </a:lnTo>
                <a:moveTo>
                  <a:pt x="1702" y="0"/>
                </a:moveTo>
                <a:lnTo>
                  <a:pt x="1783" y="0"/>
                </a:lnTo>
                <a:moveTo>
                  <a:pt x="2026" y="0"/>
                </a:moveTo>
                <a:lnTo>
                  <a:pt x="2107" y="0"/>
                </a:lnTo>
                <a:moveTo>
                  <a:pt x="2188" y="0"/>
                </a:moveTo>
                <a:lnTo>
                  <a:pt x="2350" y="0"/>
                </a:lnTo>
                <a:moveTo>
                  <a:pt x="2431" y="0"/>
                </a:moveTo>
                <a:lnTo>
                  <a:pt x="2512" y="0"/>
                </a:lnTo>
                <a:moveTo>
                  <a:pt x="2593" y="0"/>
                </a:moveTo>
                <a:lnTo>
                  <a:pt x="2755" y="0"/>
                </a:lnTo>
                <a:moveTo>
                  <a:pt x="2917" y="0"/>
                </a:moveTo>
                <a:lnTo>
                  <a:pt x="2998" y="0"/>
                </a:lnTo>
                <a:moveTo>
                  <a:pt x="3079" y="0"/>
                </a:moveTo>
                <a:lnTo>
                  <a:pt x="3646" y="0"/>
                </a:lnTo>
                <a:moveTo>
                  <a:pt x="0" y="81"/>
                </a:moveTo>
                <a:lnTo>
                  <a:pt x="81" y="81"/>
                </a:lnTo>
                <a:moveTo>
                  <a:pt x="487" y="81"/>
                </a:moveTo>
                <a:lnTo>
                  <a:pt x="568" y="81"/>
                </a:lnTo>
                <a:moveTo>
                  <a:pt x="730" y="81"/>
                </a:moveTo>
                <a:lnTo>
                  <a:pt x="811" y="81"/>
                </a:lnTo>
                <a:moveTo>
                  <a:pt x="892" y="81"/>
                </a:moveTo>
                <a:lnTo>
                  <a:pt x="973" y="81"/>
                </a:lnTo>
                <a:moveTo>
                  <a:pt x="1297" y="81"/>
                </a:moveTo>
                <a:lnTo>
                  <a:pt x="1378" y="81"/>
                </a:lnTo>
                <a:moveTo>
                  <a:pt x="1459" y="81"/>
                </a:moveTo>
                <a:lnTo>
                  <a:pt x="1864" y="81"/>
                </a:lnTo>
                <a:moveTo>
                  <a:pt x="1945" y="81"/>
                </a:moveTo>
                <a:lnTo>
                  <a:pt x="2026" y="81"/>
                </a:lnTo>
                <a:moveTo>
                  <a:pt x="2107" y="81"/>
                </a:moveTo>
                <a:lnTo>
                  <a:pt x="2188" y="81"/>
                </a:lnTo>
                <a:moveTo>
                  <a:pt x="2674" y="81"/>
                </a:moveTo>
                <a:lnTo>
                  <a:pt x="2755" y="81"/>
                </a:lnTo>
                <a:moveTo>
                  <a:pt x="2836" y="81"/>
                </a:moveTo>
                <a:lnTo>
                  <a:pt x="2917" y="81"/>
                </a:lnTo>
                <a:moveTo>
                  <a:pt x="3079" y="81"/>
                </a:moveTo>
                <a:lnTo>
                  <a:pt x="3160" y="81"/>
                </a:lnTo>
                <a:moveTo>
                  <a:pt x="3565" y="81"/>
                </a:moveTo>
                <a:lnTo>
                  <a:pt x="3646" y="81"/>
                </a:lnTo>
                <a:moveTo>
                  <a:pt x="0" y="162"/>
                </a:moveTo>
                <a:lnTo>
                  <a:pt x="81" y="162"/>
                </a:lnTo>
                <a:moveTo>
                  <a:pt x="163" y="162"/>
                </a:moveTo>
                <a:lnTo>
                  <a:pt x="406" y="162"/>
                </a:lnTo>
                <a:moveTo>
                  <a:pt x="487" y="162"/>
                </a:moveTo>
                <a:lnTo>
                  <a:pt x="568" y="162"/>
                </a:lnTo>
                <a:moveTo>
                  <a:pt x="649" y="162"/>
                </a:moveTo>
                <a:lnTo>
                  <a:pt x="730" y="162"/>
                </a:lnTo>
                <a:moveTo>
                  <a:pt x="811" y="162"/>
                </a:moveTo>
                <a:lnTo>
                  <a:pt x="973" y="162"/>
                </a:lnTo>
                <a:moveTo>
                  <a:pt x="1054" y="162"/>
                </a:moveTo>
                <a:lnTo>
                  <a:pt x="1135" y="162"/>
                </a:lnTo>
                <a:moveTo>
                  <a:pt x="1216" y="162"/>
                </a:moveTo>
                <a:lnTo>
                  <a:pt x="1459" y="162"/>
                </a:lnTo>
                <a:moveTo>
                  <a:pt x="1540" y="162"/>
                </a:moveTo>
                <a:lnTo>
                  <a:pt x="1621" y="162"/>
                </a:lnTo>
                <a:moveTo>
                  <a:pt x="1864" y="162"/>
                </a:moveTo>
                <a:lnTo>
                  <a:pt x="1945" y="162"/>
                </a:lnTo>
                <a:moveTo>
                  <a:pt x="2026" y="162"/>
                </a:moveTo>
                <a:lnTo>
                  <a:pt x="2350" y="162"/>
                </a:lnTo>
                <a:moveTo>
                  <a:pt x="2431" y="162"/>
                </a:moveTo>
                <a:lnTo>
                  <a:pt x="2512" y="162"/>
                </a:lnTo>
                <a:moveTo>
                  <a:pt x="2674" y="162"/>
                </a:moveTo>
                <a:lnTo>
                  <a:pt x="2755" y="162"/>
                </a:lnTo>
                <a:moveTo>
                  <a:pt x="2836" y="162"/>
                </a:moveTo>
                <a:lnTo>
                  <a:pt x="2917" y="162"/>
                </a:lnTo>
                <a:moveTo>
                  <a:pt x="3079" y="162"/>
                </a:moveTo>
                <a:lnTo>
                  <a:pt x="3160" y="162"/>
                </a:lnTo>
                <a:moveTo>
                  <a:pt x="3241" y="162"/>
                </a:moveTo>
                <a:lnTo>
                  <a:pt x="3484" y="162"/>
                </a:lnTo>
                <a:moveTo>
                  <a:pt x="3565" y="162"/>
                </a:moveTo>
                <a:lnTo>
                  <a:pt x="3646" y="162"/>
                </a:lnTo>
                <a:moveTo>
                  <a:pt x="0" y="243"/>
                </a:moveTo>
                <a:lnTo>
                  <a:pt x="81" y="243"/>
                </a:lnTo>
                <a:moveTo>
                  <a:pt x="163" y="243"/>
                </a:moveTo>
                <a:lnTo>
                  <a:pt x="406" y="243"/>
                </a:lnTo>
                <a:moveTo>
                  <a:pt x="487" y="243"/>
                </a:moveTo>
                <a:lnTo>
                  <a:pt x="568" y="243"/>
                </a:lnTo>
                <a:moveTo>
                  <a:pt x="649" y="243"/>
                </a:moveTo>
                <a:lnTo>
                  <a:pt x="892" y="243"/>
                </a:lnTo>
                <a:moveTo>
                  <a:pt x="1054" y="243"/>
                </a:moveTo>
                <a:lnTo>
                  <a:pt x="1135" y="243"/>
                </a:lnTo>
                <a:moveTo>
                  <a:pt x="1378" y="243"/>
                </a:moveTo>
                <a:lnTo>
                  <a:pt x="1540" y="243"/>
                </a:lnTo>
                <a:moveTo>
                  <a:pt x="1621" y="243"/>
                </a:moveTo>
                <a:lnTo>
                  <a:pt x="1864" y="243"/>
                </a:lnTo>
                <a:moveTo>
                  <a:pt x="1945" y="243"/>
                </a:moveTo>
                <a:lnTo>
                  <a:pt x="2026" y="243"/>
                </a:lnTo>
                <a:moveTo>
                  <a:pt x="2107" y="243"/>
                </a:moveTo>
                <a:lnTo>
                  <a:pt x="2188" y="243"/>
                </a:lnTo>
                <a:moveTo>
                  <a:pt x="2512" y="243"/>
                </a:moveTo>
                <a:lnTo>
                  <a:pt x="2593" y="243"/>
                </a:lnTo>
                <a:moveTo>
                  <a:pt x="2836" y="243"/>
                </a:moveTo>
                <a:lnTo>
                  <a:pt x="2998" y="243"/>
                </a:lnTo>
                <a:moveTo>
                  <a:pt x="3079" y="243"/>
                </a:moveTo>
                <a:lnTo>
                  <a:pt x="3160" y="243"/>
                </a:lnTo>
                <a:moveTo>
                  <a:pt x="3241" y="243"/>
                </a:moveTo>
                <a:lnTo>
                  <a:pt x="3484" y="243"/>
                </a:lnTo>
                <a:moveTo>
                  <a:pt x="3565" y="243"/>
                </a:moveTo>
                <a:lnTo>
                  <a:pt x="3646" y="243"/>
                </a:lnTo>
                <a:moveTo>
                  <a:pt x="0" y="324"/>
                </a:moveTo>
                <a:lnTo>
                  <a:pt x="81" y="324"/>
                </a:lnTo>
                <a:moveTo>
                  <a:pt x="163" y="324"/>
                </a:moveTo>
                <a:lnTo>
                  <a:pt x="406" y="324"/>
                </a:lnTo>
                <a:moveTo>
                  <a:pt x="487" y="324"/>
                </a:moveTo>
                <a:lnTo>
                  <a:pt x="568" y="324"/>
                </a:lnTo>
                <a:moveTo>
                  <a:pt x="649" y="324"/>
                </a:moveTo>
                <a:lnTo>
                  <a:pt x="730" y="324"/>
                </a:lnTo>
                <a:moveTo>
                  <a:pt x="811" y="324"/>
                </a:moveTo>
                <a:lnTo>
                  <a:pt x="1054" y="324"/>
                </a:lnTo>
                <a:moveTo>
                  <a:pt x="1540" y="324"/>
                </a:moveTo>
                <a:lnTo>
                  <a:pt x="2107" y="324"/>
                </a:lnTo>
                <a:moveTo>
                  <a:pt x="2269" y="324"/>
                </a:moveTo>
                <a:lnTo>
                  <a:pt x="2350" y="324"/>
                </a:lnTo>
                <a:moveTo>
                  <a:pt x="2431" y="324"/>
                </a:moveTo>
                <a:lnTo>
                  <a:pt x="2512" y="324"/>
                </a:lnTo>
                <a:moveTo>
                  <a:pt x="2593" y="324"/>
                </a:moveTo>
                <a:lnTo>
                  <a:pt x="2998" y="324"/>
                </a:lnTo>
                <a:moveTo>
                  <a:pt x="3079" y="324"/>
                </a:moveTo>
                <a:lnTo>
                  <a:pt x="3160" y="324"/>
                </a:lnTo>
                <a:moveTo>
                  <a:pt x="3241" y="324"/>
                </a:moveTo>
                <a:lnTo>
                  <a:pt x="3484" y="324"/>
                </a:lnTo>
                <a:moveTo>
                  <a:pt x="3565" y="324"/>
                </a:moveTo>
                <a:lnTo>
                  <a:pt x="3646" y="324"/>
                </a:lnTo>
                <a:moveTo>
                  <a:pt x="0" y="405"/>
                </a:moveTo>
                <a:lnTo>
                  <a:pt x="81" y="405"/>
                </a:lnTo>
                <a:moveTo>
                  <a:pt x="487" y="405"/>
                </a:moveTo>
                <a:lnTo>
                  <a:pt x="568" y="405"/>
                </a:lnTo>
                <a:moveTo>
                  <a:pt x="649" y="405"/>
                </a:moveTo>
                <a:lnTo>
                  <a:pt x="730" y="405"/>
                </a:lnTo>
                <a:moveTo>
                  <a:pt x="892" y="405"/>
                </a:moveTo>
                <a:lnTo>
                  <a:pt x="1054" y="405"/>
                </a:lnTo>
                <a:moveTo>
                  <a:pt x="1135" y="405"/>
                </a:moveTo>
                <a:lnTo>
                  <a:pt x="1378" y="405"/>
                </a:lnTo>
                <a:moveTo>
                  <a:pt x="1459" y="405"/>
                </a:moveTo>
                <a:lnTo>
                  <a:pt x="1540" y="405"/>
                </a:lnTo>
                <a:moveTo>
                  <a:pt x="1621" y="405"/>
                </a:moveTo>
                <a:lnTo>
                  <a:pt x="1702" y="405"/>
                </a:lnTo>
                <a:moveTo>
                  <a:pt x="1945" y="405"/>
                </a:moveTo>
                <a:lnTo>
                  <a:pt x="2026" y="405"/>
                </a:lnTo>
                <a:moveTo>
                  <a:pt x="2107" y="405"/>
                </a:moveTo>
                <a:lnTo>
                  <a:pt x="2269" y="405"/>
                </a:lnTo>
                <a:moveTo>
                  <a:pt x="2674" y="405"/>
                </a:moveTo>
                <a:lnTo>
                  <a:pt x="2755" y="405"/>
                </a:lnTo>
                <a:moveTo>
                  <a:pt x="3079" y="405"/>
                </a:moveTo>
                <a:lnTo>
                  <a:pt x="3160" y="405"/>
                </a:lnTo>
                <a:moveTo>
                  <a:pt x="3565" y="405"/>
                </a:moveTo>
                <a:lnTo>
                  <a:pt x="3646" y="405"/>
                </a:lnTo>
                <a:moveTo>
                  <a:pt x="0" y="486"/>
                </a:moveTo>
                <a:lnTo>
                  <a:pt x="568" y="486"/>
                </a:lnTo>
                <a:moveTo>
                  <a:pt x="649" y="486"/>
                </a:moveTo>
                <a:lnTo>
                  <a:pt x="730" y="486"/>
                </a:lnTo>
                <a:moveTo>
                  <a:pt x="811" y="486"/>
                </a:moveTo>
                <a:lnTo>
                  <a:pt x="892" y="486"/>
                </a:lnTo>
                <a:moveTo>
                  <a:pt x="973" y="486"/>
                </a:moveTo>
                <a:lnTo>
                  <a:pt x="1054" y="486"/>
                </a:lnTo>
                <a:moveTo>
                  <a:pt x="1135" y="486"/>
                </a:moveTo>
                <a:lnTo>
                  <a:pt x="1216" y="486"/>
                </a:lnTo>
                <a:moveTo>
                  <a:pt x="1297" y="486"/>
                </a:moveTo>
                <a:lnTo>
                  <a:pt x="1378" y="486"/>
                </a:lnTo>
                <a:moveTo>
                  <a:pt x="1459" y="486"/>
                </a:moveTo>
                <a:lnTo>
                  <a:pt x="1540" y="486"/>
                </a:lnTo>
                <a:moveTo>
                  <a:pt x="1621" y="486"/>
                </a:moveTo>
                <a:lnTo>
                  <a:pt x="1702" y="486"/>
                </a:lnTo>
                <a:moveTo>
                  <a:pt x="1783" y="486"/>
                </a:moveTo>
                <a:lnTo>
                  <a:pt x="1864" y="486"/>
                </a:lnTo>
                <a:moveTo>
                  <a:pt x="1945" y="486"/>
                </a:moveTo>
                <a:lnTo>
                  <a:pt x="2026" y="486"/>
                </a:lnTo>
                <a:moveTo>
                  <a:pt x="2107" y="486"/>
                </a:moveTo>
                <a:lnTo>
                  <a:pt x="2188" y="486"/>
                </a:lnTo>
                <a:moveTo>
                  <a:pt x="2269" y="486"/>
                </a:moveTo>
                <a:lnTo>
                  <a:pt x="2350" y="486"/>
                </a:lnTo>
                <a:moveTo>
                  <a:pt x="2431" y="486"/>
                </a:moveTo>
                <a:lnTo>
                  <a:pt x="2512" y="486"/>
                </a:lnTo>
                <a:moveTo>
                  <a:pt x="2593" y="486"/>
                </a:moveTo>
                <a:lnTo>
                  <a:pt x="2674" y="486"/>
                </a:lnTo>
                <a:moveTo>
                  <a:pt x="2755" y="486"/>
                </a:moveTo>
                <a:lnTo>
                  <a:pt x="2836" y="486"/>
                </a:lnTo>
                <a:moveTo>
                  <a:pt x="2917" y="486"/>
                </a:moveTo>
                <a:lnTo>
                  <a:pt x="2998" y="486"/>
                </a:lnTo>
                <a:moveTo>
                  <a:pt x="3079" y="486"/>
                </a:moveTo>
                <a:lnTo>
                  <a:pt x="3646" y="486"/>
                </a:lnTo>
                <a:moveTo>
                  <a:pt x="649" y="567"/>
                </a:moveTo>
                <a:lnTo>
                  <a:pt x="811" y="567"/>
                </a:lnTo>
                <a:moveTo>
                  <a:pt x="1135" y="567"/>
                </a:moveTo>
                <a:lnTo>
                  <a:pt x="1702" y="567"/>
                </a:lnTo>
                <a:moveTo>
                  <a:pt x="1945" y="567"/>
                </a:moveTo>
                <a:lnTo>
                  <a:pt x="2026" y="567"/>
                </a:lnTo>
                <a:moveTo>
                  <a:pt x="2188" y="567"/>
                </a:moveTo>
                <a:lnTo>
                  <a:pt x="2512" y="567"/>
                </a:lnTo>
                <a:moveTo>
                  <a:pt x="2836" y="567"/>
                </a:moveTo>
                <a:lnTo>
                  <a:pt x="2998" y="567"/>
                </a:lnTo>
                <a:moveTo>
                  <a:pt x="0" y="648"/>
                </a:moveTo>
                <a:lnTo>
                  <a:pt x="81" y="648"/>
                </a:lnTo>
                <a:moveTo>
                  <a:pt x="163" y="648"/>
                </a:moveTo>
                <a:lnTo>
                  <a:pt x="568" y="648"/>
                </a:lnTo>
                <a:moveTo>
                  <a:pt x="730" y="648"/>
                </a:moveTo>
                <a:lnTo>
                  <a:pt x="973" y="648"/>
                </a:lnTo>
                <a:moveTo>
                  <a:pt x="1054" y="648"/>
                </a:moveTo>
                <a:lnTo>
                  <a:pt x="1135" y="648"/>
                </a:lnTo>
                <a:moveTo>
                  <a:pt x="1216" y="648"/>
                </a:moveTo>
                <a:lnTo>
                  <a:pt x="1378" y="648"/>
                </a:lnTo>
                <a:moveTo>
                  <a:pt x="1459" y="648"/>
                </a:moveTo>
                <a:lnTo>
                  <a:pt x="1540" y="648"/>
                </a:lnTo>
                <a:moveTo>
                  <a:pt x="1621" y="648"/>
                </a:moveTo>
                <a:lnTo>
                  <a:pt x="2107" y="648"/>
                </a:lnTo>
                <a:moveTo>
                  <a:pt x="2512" y="648"/>
                </a:moveTo>
                <a:lnTo>
                  <a:pt x="2593" y="648"/>
                </a:lnTo>
                <a:moveTo>
                  <a:pt x="2755" y="648"/>
                </a:moveTo>
                <a:lnTo>
                  <a:pt x="2917" y="648"/>
                </a:lnTo>
                <a:moveTo>
                  <a:pt x="3079" y="648"/>
                </a:moveTo>
                <a:lnTo>
                  <a:pt x="3484" y="648"/>
                </a:lnTo>
                <a:moveTo>
                  <a:pt x="0" y="729"/>
                </a:moveTo>
                <a:lnTo>
                  <a:pt x="81" y="729"/>
                </a:lnTo>
                <a:moveTo>
                  <a:pt x="244" y="729"/>
                </a:moveTo>
                <a:lnTo>
                  <a:pt x="487" y="729"/>
                </a:lnTo>
                <a:moveTo>
                  <a:pt x="568" y="729"/>
                </a:moveTo>
                <a:lnTo>
                  <a:pt x="730" y="729"/>
                </a:lnTo>
                <a:moveTo>
                  <a:pt x="811" y="729"/>
                </a:moveTo>
                <a:lnTo>
                  <a:pt x="892" y="729"/>
                </a:lnTo>
                <a:moveTo>
                  <a:pt x="973" y="729"/>
                </a:moveTo>
                <a:lnTo>
                  <a:pt x="1216" y="729"/>
                </a:lnTo>
                <a:moveTo>
                  <a:pt x="1297" y="729"/>
                </a:moveTo>
                <a:lnTo>
                  <a:pt x="1702" y="729"/>
                </a:lnTo>
                <a:moveTo>
                  <a:pt x="1945" y="729"/>
                </a:moveTo>
                <a:lnTo>
                  <a:pt x="2107" y="729"/>
                </a:lnTo>
                <a:moveTo>
                  <a:pt x="2269" y="729"/>
                </a:moveTo>
                <a:lnTo>
                  <a:pt x="2593" y="729"/>
                </a:lnTo>
                <a:moveTo>
                  <a:pt x="2917" y="729"/>
                </a:moveTo>
                <a:lnTo>
                  <a:pt x="2998" y="729"/>
                </a:lnTo>
                <a:moveTo>
                  <a:pt x="3241" y="729"/>
                </a:moveTo>
                <a:lnTo>
                  <a:pt x="3403" y="729"/>
                </a:lnTo>
                <a:moveTo>
                  <a:pt x="3484" y="729"/>
                </a:moveTo>
                <a:lnTo>
                  <a:pt x="3646" y="729"/>
                </a:lnTo>
                <a:moveTo>
                  <a:pt x="0" y="810"/>
                </a:moveTo>
                <a:lnTo>
                  <a:pt x="244" y="810"/>
                </a:lnTo>
                <a:moveTo>
                  <a:pt x="325" y="810"/>
                </a:moveTo>
                <a:lnTo>
                  <a:pt x="406" y="810"/>
                </a:lnTo>
                <a:moveTo>
                  <a:pt x="487" y="810"/>
                </a:moveTo>
                <a:lnTo>
                  <a:pt x="568" y="810"/>
                </a:lnTo>
                <a:moveTo>
                  <a:pt x="730" y="810"/>
                </a:moveTo>
                <a:lnTo>
                  <a:pt x="892" y="810"/>
                </a:lnTo>
                <a:moveTo>
                  <a:pt x="1135" y="810"/>
                </a:moveTo>
                <a:lnTo>
                  <a:pt x="1216" y="810"/>
                </a:lnTo>
                <a:moveTo>
                  <a:pt x="1459" y="810"/>
                </a:moveTo>
                <a:lnTo>
                  <a:pt x="1540" y="810"/>
                </a:lnTo>
                <a:moveTo>
                  <a:pt x="1864" y="810"/>
                </a:moveTo>
                <a:lnTo>
                  <a:pt x="1945" y="810"/>
                </a:lnTo>
                <a:moveTo>
                  <a:pt x="2107" y="810"/>
                </a:moveTo>
                <a:lnTo>
                  <a:pt x="2188" y="810"/>
                </a:lnTo>
                <a:moveTo>
                  <a:pt x="2269" y="810"/>
                </a:moveTo>
                <a:lnTo>
                  <a:pt x="2350" y="810"/>
                </a:lnTo>
                <a:moveTo>
                  <a:pt x="2431" y="810"/>
                </a:moveTo>
                <a:lnTo>
                  <a:pt x="3241" y="810"/>
                </a:lnTo>
                <a:moveTo>
                  <a:pt x="3484" y="810"/>
                </a:moveTo>
                <a:lnTo>
                  <a:pt x="3565" y="810"/>
                </a:lnTo>
                <a:moveTo>
                  <a:pt x="0" y="891"/>
                </a:moveTo>
                <a:lnTo>
                  <a:pt x="244" y="891"/>
                </a:lnTo>
                <a:moveTo>
                  <a:pt x="325" y="891"/>
                </a:moveTo>
                <a:lnTo>
                  <a:pt x="487" y="891"/>
                </a:lnTo>
                <a:moveTo>
                  <a:pt x="568" y="891"/>
                </a:moveTo>
                <a:lnTo>
                  <a:pt x="811" y="891"/>
                </a:lnTo>
                <a:moveTo>
                  <a:pt x="1297" y="891"/>
                </a:moveTo>
                <a:lnTo>
                  <a:pt x="1459" y="891"/>
                </a:lnTo>
                <a:moveTo>
                  <a:pt x="1540" y="891"/>
                </a:moveTo>
                <a:lnTo>
                  <a:pt x="1702" y="891"/>
                </a:lnTo>
                <a:moveTo>
                  <a:pt x="2107" y="891"/>
                </a:moveTo>
                <a:lnTo>
                  <a:pt x="2512" y="891"/>
                </a:lnTo>
                <a:moveTo>
                  <a:pt x="2593" y="891"/>
                </a:moveTo>
                <a:lnTo>
                  <a:pt x="2674" y="891"/>
                </a:lnTo>
                <a:moveTo>
                  <a:pt x="2755" y="891"/>
                </a:moveTo>
                <a:lnTo>
                  <a:pt x="2917" y="891"/>
                </a:lnTo>
                <a:moveTo>
                  <a:pt x="3160" y="891"/>
                </a:moveTo>
                <a:lnTo>
                  <a:pt x="3484" y="891"/>
                </a:lnTo>
                <a:moveTo>
                  <a:pt x="406" y="972"/>
                </a:moveTo>
                <a:lnTo>
                  <a:pt x="568" y="972"/>
                </a:lnTo>
                <a:moveTo>
                  <a:pt x="730" y="972"/>
                </a:moveTo>
                <a:lnTo>
                  <a:pt x="811" y="972"/>
                </a:lnTo>
                <a:moveTo>
                  <a:pt x="973" y="972"/>
                </a:moveTo>
                <a:lnTo>
                  <a:pt x="1054" y="972"/>
                </a:lnTo>
                <a:moveTo>
                  <a:pt x="1135" y="972"/>
                </a:moveTo>
                <a:lnTo>
                  <a:pt x="1540" y="972"/>
                </a:lnTo>
                <a:moveTo>
                  <a:pt x="1621" y="972"/>
                </a:moveTo>
                <a:lnTo>
                  <a:pt x="1702" y="972"/>
                </a:lnTo>
                <a:moveTo>
                  <a:pt x="1783" y="972"/>
                </a:moveTo>
                <a:lnTo>
                  <a:pt x="1945" y="972"/>
                </a:lnTo>
                <a:moveTo>
                  <a:pt x="2026" y="972"/>
                </a:moveTo>
                <a:lnTo>
                  <a:pt x="2269" y="972"/>
                </a:lnTo>
                <a:moveTo>
                  <a:pt x="2350" y="972"/>
                </a:moveTo>
                <a:lnTo>
                  <a:pt x="2593" y="972"/>
                </a:lnTo>
                <a:moveTo>
                  <a:pt x="2674" y="972"/>
                </a:moveTo>
                <a:lnTo>
                  <a:pt x="2836" y="972"/>
                </a:lnTo>
                <a:moveTo>
                  <a:pt x="2998" y="972"/>
                </a:moveTo>
                <a:lnTo>
                  <a:pt x="3079" y="972"/>
                </a:lnTo>
                <a:moveTo>
                  <a:pt x="3565" y="972"/>
                </a:moveTo>
                <a:lnTo>
                  <a:pt x="3646" y="972"/>
                </a:lnTo>
                <a:moveTo>
                  <a:pt x="0" y="1053"/>
                </a:moveTo>
                <a:lnTo>
                  <a:pt x="163" y="1053"/>
                </a:lnTo>
                <a:moveTo>
                  <a:pt x="244" y="1053"/>
                </a:moveTo>
                <a:lnTo>
                  <a:pt x="325" y="1053"/>
                </a:lnTo>
                <a:moveTo>
                  <a:pt x="406" y="1053"/>
                </a:moveTo>
                <a:lnTo>
                  <a:pt x="487" y="1053"/>
                </a:lnTo>
                <a:moveTo>
                  <a:pt x="973" y="1053"/>
                </a:moveTo>
                <a:lnTo>
                  <a:pt x="1297" y="1053"/>
                </a:lnTo>
                <a:moveTo>
                  <a:pt x="1540" y="1053"/>
                </a:moveTo>
                <a:lnTo>
                  <a:pt x="1783" y="1053"/>
                </a:lnTo>
                <a:moveTo>
                  <a:pt x="2188" y="1053"/>
                </a:moveTo>
                <a:lnTo>
                  <a:pt x="2269" y="1053"/>
                </a:lnTo>
                <a:moveTo>
                  <a:pt x="2350" y="1053"/>
                </a:moveTo>
                <a:lnTo>
                  <a:pt x="2755" y="1053"/>
                </a:lnTo>
                <a:moveTo>
                  <a:pt x="2836" y="1053"/>
                </a:moveTo>
                <a:lnTo>
                  <a:pt x="3079" y="1053"/>
                </a:lnTo>
                <a:moveTo>
                  <a:pt x="3160" y="1053"/>
                </a:moveTo>
                <a:lnTo>
                  <a:pt x="3241" y="1053"/>
                </a:lnTo>
                <a:moveTo>
                  <a:pt x="3403" y="1053"/>
                </a:moveTo>
                <a:lnTo>
                  <a:pt x="3484" y="1053"/>
                </a:lnTo>
                <a:moveTo>
                  <a:pt x="3565" y="1053"/>
                </a:moveTo>
                <a:lnTo>
                  <a:pt x="3646" y="1053"/>
                </a:lnTo>
                <a:moveTo>
                  <a:pt x="81" y="1134"/>
                </a:moveTo>
                <a:lnTo>
                  <a:pt x="163" y="1134"/>
                </a:lnTo>
                <a:moveTo>
                  <a:pt x="406" y="1134"/>
                </a:moveTo>
                <a:lnTo>
                  <a:pt x="568" y="1134"/>
                </a:lnTo>
                <a:moveTo>
                  <a:pt x="649" y="1134"/>
                </a:moveTo>
                <a:lnTo>
                  <a:pt x="730" y="1134"/>
                </a:lnTo>
                <a:moveTo>
                  <a:pt x="973" y="1134"/>
                </a:moveTo>
                <a:lnTo>
                  <a:pt x="1054" y="1134"/>
                </a:lnTo>
                <a:moveTo>
                  <a:pt x="1621" y="1134"/>
                </a:moveTo>
                <a:lnTo>
                  <a:pt x="1702" y="1134"/>
                </a:lnTo>
                <a:moveTo>
                  <a:pt x="1864" y="1134"/>
                </a:moveTo>
                <a:lnTo>
                  <a:pt x="2188" y="1134"/>
                </a:lnTo>
                <a:moveTo>
                  <a:pt x="2350" y="1134"/>
                </a:moveTo>
                <a:lnTo>
                  <a:pt x="2917" y="1134"/>
                </a:lnTo>
                <a:moveTo>
                  <a:pt x="2998" y="1134"/>
                </a:moveTo>
                <a:lnTo>
                  <a:pt x="3160" y="1134"/>
                </a:lnTo>
                <a:moveTo>
                  <a:pt x="3241" y="1134"/>
                </a:moveTo>
                <a:lnTo>
                  <a:pt x="3322" y="1134"/>
                </a:lnTo>
                <a:moveTo>
                  <a:pt x="3484" y="1134"/>
                </a:moveTo>
                <a:lnTo>
                  <a:pt x="3565" y="1134"/>
                </a:lnTo>
                <a:moveTo>
                  <a:pt x="81" y="1215"/>
                </a:moveTo>
                <a:lnTo>
                  <a:pt x="163" y="1215"/>
                </a:lnTo>
                <a:moveTo>
                  <a:pt x="244" y="1215"/>
                </a:moveTo>
                <a:lnTo>
                  <a:pt x="406" y="1215"/>
                </a:lnTo>
                <a:moveTo>
                  <a:pt x="730" y="1215"/>
                </a:moveTo>
                <a:lnTo>
                  <a:pt x="811" y="1215"/>
                </a:lnTo>
                <a:moveTo>
                  <a:pt x="1378" y="1215"/>
                </a:moveTo>
                <a:lnTo>
                  <a:pt x="1621" y="1215"/>
                </a:lnTo>
                <a:moveTo>
                  <a:pt x="1702" y="1215"/>
                </a:moveTo>
                <a:lnTo>
                  <a:pt x="1783" y="1215"/>
                </a:lnTo>
                <a:moveTo>
                  <a:pt x="1864" y="1215"/>
                </a:moveTo>
                <a:lnTo>
                  <a:pt x="1945" y="1215"/>
                </a:lnTo>
                <a:moveTo>
                  <a:pt x="2026" y="1215"/>
                </a:moveTo>
                <a:lnTo>
                  <a:pt x="2269" y="1215"/>
                </a:lnTo>
                <a:moveTo>
                  <a:pt x="2350" y="1215"/>
                </a:moveTo>
                <a:lnTo>
                  <a:pt x="2431" y="1215"/>
                </a:lnTo>
                <a:moveTo>
                  <a:pt x="2593" y="1215"/>
                </a:moveTo>
                <a:lnTo>
                  <a:pt x="2755" y="1215"/>
                </a:lnTo>
                <a:moveTo>
                  <a:pt x="2836" y="1215"/>
                </a:moveTo>
                <a:lnTo>
                  <a:pt x="2917" y="1215"/>
                </a:lnTo>
                <a:moveTo>
                  <a:pt x="2998" y="1215"/>
                </a:moveTo>
                <a:lnTo>
                  <a:pt x="3322" y="1215"/>
                </a:lnTo>
                <a:moveTo>
                  <a:pt x="3403" y="1215"/>
                </a:moveTo>
                <a:lnTo>
                  <a:pt x="3646" y="1215"/>
                </a:lnTo>
                <a:moveTo>
                  <a:pt x="81" y="1296"/>
                </a:moveTo>
                <a:lnTo>
                  <a:pt x="163" y="1296"/>
                </a:lnTo>
                <a:moveTo>
                  <a:pt x="325" y="1296"/>
                </a:moveTo>
                <a:lnTo>
                  <a:pt x="568" y="1296"/>
                </a:lnTo>
                <a:moveTo>
                  <a:pt x="649" y="1296"/>
                </a:moveTo>
                <a:lnTo>
                  <a:pt x="892" y="1296"/>
                </a:lnTo>
                <a:moveTo>
                  <a:pt x="973" y="1296"/>
                </a:moveTo>
                <a:lnTo>
                  <a:pt x="1135" y="1296"/>
                </a:lnTo>
                <a:moveTo>
                  <a:pt x="1378" y="1296"/>
                </a:moveTo>
                <a:lnTo>
                  <a:pt x="1621" y="1296"/>
                </a:lnTo>
                <a:moveTo>
                  <a:pt x="1945" y="1296"/>
                </a:moveTo>
                <a:lnTo>
                  <a:pt x="2188" y="1296"/>
                </a:lnTo>
                <a:moveTo>
                  <a:pt x="2512" y="1296"/>
                </a:moveTo>
                <a:lnTo>
                  <a:pt x="2593" y="1296"/>
                </a:lnTo>
                <a:moveTo>
                  <a:pt x="2674" y="1296"/>
                </a:moveTo>
                <a:lnTo>
                  <a:pt x="2836" y="1296"/>
                </a:lnTo>
                <a:moveTo>
                  <a:pt x="2998" y="1296"/>
                </a:moveTo>
                <a:lnTo>
                  <a:pt x="3079" y="1296"/>
                </a:lnTo>
                <a:moveTo>
                  <a:pt x="3160" y="1296"/>
                </a:moveTo>
                <a:lnTo>
                  <a:pt x="3241" y="1296"/>
                </a:lnTo>
                <a:moveTo>
                  <a:pt x="3322" y="1296"/>
                </a:moveTo>
                <a:lnTo>
                  <a:pt x="3403" y="1296"/>
                </a:lnTo>
                <a:moveTo>
                  <a:pt x="3484" y="1296"/>
                </a:moveTo>
                <a:lnTo>
                  <a:pt x="3646" y="1296"/>
                </a:lnTo>
                <a:moveTo>
                  <a:pt x="81" y="1377"/>
                </a:moveTo>
                <a:lnTo>
                  <a:pt x="244" y="1377"/>
                </a:lnTo>
                <a:moveTo>
                  <a:pt x="649" y="1377"/>
                </a:moveTo>
                <a:lnTo>
                  <a:pt x="730" y="1377"/>
                </a:lnTo>
                <a:moveTo>
                  <a:pt x="811" y="1377"/>
                </a:moveTo>
                <a:lnTo>
                  <a:pt x="1216" y="1377"/>
                </a:lnTo>
                <a:moveTo>
                  <a:pt x="1378" y="1377"/>
                </a:moveTo>
                <a:lnTo>
                  <a:pt x="1459" y="1377"/>
                </a:lnTo>
                <a:moveTo>
                  <a:pt x="1621" y="1377"/>
                </a:moveTo>
                <a:lnTo>
                  <a:pt x="1702" y="1377"/>
                </a:lnTo>
                <a:moveTo>
                  <a:pt x="1783" y="1377"/>
                </a:moveTo>
                <a:lnTo>
                  <a:pt x="1945" y="1377"/>
                </a:lnTo>
                <a:moveTo>
                  <a:pt x="2026" y="1377"/>
                </a:moveTo>
                <a:lnTo>
                  <a:pt x="2107" y="1377"/>
                </a:lnTo>
                <a:moveTo>
                  <a:pt x="2350" y="1377"/>
                </a:moveTo>
                <a:lnTo>
                  <a:pt x="2593" y="1377"/>
                </a:lnTo>
                <a:moveTo>
                  <a:pt x="2674" y="1377"/>
                </a:moveTo>
                <a:lnTo>
                  <a:pt x="2755" y="1377"/>
                </a:lnTo>
                <a:moveTo>
                  <a:pt x="2836" y="1377"/>
                </a:moveTo>
                <a:lnTo>
                  <a:pt x="2998" y="1377"/>
                </a:lnTo>
                <a:moveTo>
                  <a:pt x="3160" y="1377"/>
                </a:moveTo>
                <a:lnTo>
                  <a:pt x="3646" y="1377"/>
                </a:lnTo>
                <a:moveTo>
                  <a:pt x="0" y="1458"/>
                </a:moveTo>
                <a:lnTo>
                  <a:pt x="81" y="1458"/>
                </a:lnTo>
                <a:moveTo>
                  <a:pt x="325" y="1458"/>
                </a:moveTo>
                <a:lnTo>
                  <a:pt x="568" y="1458"/>
                </a:lnTo>
                <a:moveTo>
                  <a:pt x="730" y="1458"/>
                </a:moveTo>
                <a:lnTo>
                  <a:pt x="892" y="1458"/>
                </a:lnTo>
                <a:moveTo>
                  <a:pt x="1054" y="1458"/>
                </a:moveTo>
                <a:lnTo>
                  <a:pt x="1135" y="1458"/>
                </a:lnTo>
                <a:moveTo>
                  <a:pt x="1378" y="1458"/>
                </a:moveTo>
                <a:lnTo>
                  <a:pt x="1702" y="1458"/>
                </a:lnTo>
                <a:moveTo>
                  <a:pt x="1783" y="1458"/>
                </a:moveTo>
                <a:lnTo>
                  <a:pt x="2188" y="1458"/>
                </a:lnTo>
                <a:moveTo>
                  <a:pt x="2269" y="1458"/>
                </a:moveTo>
                <a:lnTo>
                  <a:pt x="2350" y="1458"/>
                </a:lnTo>
                <a:moveTo>
                  <a:pt x="2512" y="1458"/>
                </a:moveTo>
                <a:lnTo>
                  <a:pt x="2593" y="1458"/>
                </a:lnTo>
                <a:moveTo>
                  <a:pt x="2755" y="1458"/>
                </a:moveTo>
                <a:lnTo>
                  <a:pt x="2917" y="1458"/>
                </a:lnTo>
                <a:moveTo>
                  <a:pt x="2998" y="1458"/>
                </a:moveTo>
                <a:lnTo>
                  <a:pt x="3160" y="1458"/>
                </a:lnTo>
                <a:moveTo>
                  <a:pt x="3403" y="1458"/>
                </a:moveTo>
                <a:lnTo>
                  <a:pt x="3484" y="1458"/>
                </a:lnTo>
                <a:moveTo>
                  <a:pt x="0" y="1539"/>
                </a:moveTo>
                <a:lnTo>
                  <a:pt x="244" y="1539"/>
                </a:lnTo>
                <a:moveTo>
                  <a:pt x="406" y="1539"/>
                </a:moveTo>
                <a:lnTo>
                  <a:pt x="487" y="1539"/>
                </a:lnTo>
                <a:moveTo>
                  <a:pt x="568" y="1539"/>
                </a:moveTo>
                <a:lnTo>
                  <a:pt x="811" y="1539"/>
                </a:lnTo>
                <a:moveTo>
                  <a:pt x="892" y="1539"/>
                </a:moveTo>
                <a:lnTo>
                  <a:pt x="1054" y="1539"/>
                </a:lnTo>
                <a:moveTo>
                  <a:pt x="1216" y="1539"/>
                </a:moveTo>
                <a:lnTo>
                  <a:pt x="1297" y="1539"/>
                </a:lnTo>
                <a:moveTo>
                  <a:pt x="1378" y="1539"/>
                </a:moveTo>
                <a:lnTo>
                  <a:pt x="1621" y="1539"/>
                </a:lnTo>
                <a:moveTo>
                  <a:pt x="1945" y="1539"/>
                </a:moveTo>
                <a:lnTo>
                  <a:pt x="2431" y="1539"/>
                </a:lnTo>
                <a:moveTo>
                  <a:pt x="2512" y="1539"/>
                </a:moveTo>
                <a:lnTo>
                  <a:pt x="2593" y="1539"/>
                </a:lnTo>
                <a:moveTo>
                  <a:pt x="2836" y="1539"/>
                </a:moveTo>
                <a:lnTo>
                  <a:pt x="2917" y="1539"/>
                </a:lnTo>
                <a:moveTo>
                  <a:pt x="2998" y="1539"/>
                </a:moveTo>
                <a:lnTo>
                  <a:pt x="3646" y="1539"/>
                </a:lnTo>
                <a:moveTo>
                  <a:pt x="0" y="1620"/>
                </a:moveTo>
                <a:lnTo>
                  <a:pt x="81" y="1620"/>
                </a:lnTo>
                <a:moveTo>
                  <a:pt x="244" y="1620"/>
                </a:moveTo>
                <a:lnTo>
                  <a:pt x="730" y="1620"/>
                </a:lnTo>
                <a:moveTo>
                  <a:pt x="1054" y="1620"/>
                </a:moveTo>
                <a:lnTo>
                  <a:pt x="1135" y="1620"/>
                </a:lnTo>
                <a:moveTo>
                  <a:pt x="1216" y="1620"/>
                </a:moveTo>
                <a:lnTo>
                  <a:pt x="1297" y="1620"/>
                </a:lnTo>
                <a:moveTo>
                  <a:pt x="1378" y="1620"/>
                </a:moveTo>
                <a:lnTo>
                  <a:pt x="2107" y="1620"/>
                </a:lnTo>
                <a:moveTo>
                  <a:pt x="2350" y="1620"/>
                </a:moveTo>
                <a:lnTo>
                  <a:pt x="2431" y="1620"/>
                </a:lnTo>
                <a:moveTo>
                  <a:pt x="2512" y="1620"/>
                </a:moveTo>
                <a:lnTo>
                  <a:pt x="2593" y="1620"/>
                </a:lnTo>
                <a:moveTo>
                  <a:pt x="2836" y="1620"/>
                </a:moveTo>
                <a:lnTo>
                  <a:pt x="3322" y="1620"/>
                </a:lnTo>
                <a:moveTo>
                  <a:pt x="3484" y="1620"/>
                </a:moveTo>
                <a:lnTo>
                  <a:pt x="3646" y="1620"/>
                </a:lnTo>
                <a:moveTo>
                  <a:pt x="81" y="1701"/>
                </a:moveTo>
                <a:lnTo>
                  <a:pt x="163" y="1701"/>
                </a:lnTo>
                <a:moveTo>
                  <a:pt x="325" y="1701"/>
                </a:moveTo>
                <a:lnTo>
                  <a:pt x="406" y="1701"/>
                </a:lnTo>
                <a:moveTo>
                  <a:pt x="649" y="1701"/>
                </a:moveTo>
                <a:lnTo>
                  <a:pt x="973" y="1701"/>
                </a:lnTo>
                <a:moveTo>
                  <a:pt x="1297" y="1701"/>
                </a:moveTo>
                <a:lnTo>
                  <a:pt x="1459" y="1701"/>
                </a:lnTo>
                <a:moveTo>
                  <a:pt x="1621" y="1701"/>
                </a:moveTo>
                <a:lnTo>
                  <a:pt x="1702" y="1701"/>
                </a:lnTo>
                <a:moveTo>
                  <a:pt x="1945" y="1701"/>
                </a:moveTo>
                <a:lnTo>
                  <a:pt x="2107" y="1701"/>
                </a:lnTo>
                <a:moveTo>
                  <a:pt x="2350" y="1701"/>
                </a:moveTo>
                <a:lnTo>
                  <a:pt x="2593" y="1701"/>
                </a:lnTo>
                <a:moveTo>
                  <a:pt x="2917" y="1701"/>
                </a:moveTo>
                <a:lnTo>
                  <a:pt x="2998" y="1701"/>
                </a:lnTo>
                <a:moveTo>
                  <a:pt x="3241" y="1701"/>
                </a:moveTo>
                <a:lnTo>
                  <a:pt x="3484" y="1701"/>
                </a:lnTo>
                <a:moveTo>
                  <a:pt x="3565" y="1701"/>
                </a:moveTo>
                <a:lnTo>
                  <a:pt x="3646" y="1701"/>
                </a:lnTo>
                <a:moveTo>
                  <a:pt x="163" y="1782"/>
                </a:moveTo>
                <a:lnTo>
                  <a:pt x="406" y="1782"/>
                </a:lnTo>
                <a:moveTo>
                  <a:pt x="487" y="1782"/>
                </a:moveTo>
                <a:lnTo>
                  <a:pt x="568" y="1782"/>
                </a:lnTo>
                <a:moveTo>
                  <a:pt x="649" y="1782"/>
                </a:moveTo>
                <a:lnTo>
                  <a:pt x="892" y="1782"/>
                </a:lnTo>
                <a:moveTo>
                  <a:pt x="1135" y="1782"/>
                </a:moveTo>
                <a:lnTo>
                  <a:pt x="1459" y="1782"/>
                </a:lnTo>
                <a:moveTo>
                  <a:pt x="1540" y="1782"/>
                </a:moveTo>
                <a:lnTo>
                  <a:pt x="1702" y="1782"/>
                </a:lnTo>
                <a:moveTo>
                  <a:pt x="1783" y="1782"/>
                </a:moveTo>
                <a:lnTo>
                  <a:pt x="1864" y="1782"/>
                </a:lnTo>
                <a:moveTo>
                  <a:pt x="1945" y="1782"/>
                </a:moveTo>
                <a:lnTo>
                  <a:pt x="2026" y="1782"/>
                </a:lnTo>
                <a:moveTo>
                  <a:pt x="2107" y="1782"/>
                </a:moveTo>
                <a:lnTo>
                  <a:pt x="2269" y="1782"/>
                </a:lnTo>
                <a:moveTo>
                  <a:pt x="2350" y="1782"/>
                </a:moveTo>
                <a:lnTo>
                  <a:pt x="2431" y="1782"/>
                </a:lnTo>
                <a:moveTo>
                  <a:pt x="2512" y="1782"/>
                </a:moveTo>
                <a:lnTo>
                  <a:pt x="2674" y="1782"/>
                </a:lnTo>
                <a:moveTo>
                  <a:pt x="2836" y="1782"/>
                </a:moveTo>
                <a:lnTo>
                  <a:pt x="2998" y="1782"/>
                </a:lnTo>
                <a:moveTo>
                  <a:pt x="3079" y="1782"/>
                </a:moveTo>
                <a:lnTo>
                  <a:pt x="3160" y="1782"/>
                </a:lnTo>
                <a:moveTo>
                  <a:pt x="3241" y="1782"/>
                </a:moveTo>
                <a:lnTo>
                  <a:pt x="3322" y="1782"/>
                </a:lnTo>
                <a:moveTo>
                  <a:pt x="3403" y="1782"/>
                </a:moveTo>
                <a:lnTo>
                  <a:pt x="3565" y="1782"/>
                </a:lnTo>
                <a:moveTo>
                  <a:pt x="163" y="1863"/>
                </a:moveTo>
                <a:lnTo>
                  <a:pt x="244" y="1863"/>
                </a:lnTo>
                <a:moveTo>
                  <a:pt x="325" y="1863"/>
                </a:moveTo>
                <a:lnTo>
                  <a:pt x="406" y="1863"/>
                </a:lnTo>
                <a:moveTo>
                  <a:pt x="649" y="1863"/>
                </a:moveTo>
                <a:lnTo>
                  <a:pt x="730" y="1863"/>
                </a:lnTo>
                <a:moveTo>
                  <a:pt x="811" y="1863"/>
                </a:moveTo>
                <a:lnTo>
                  <a:pt x="892" y="1863"/>
                </a:lnTo>
                <a:moveTo>
                  <a:pt x="973" y="1863"/>
                </a:moveTo>
                <a:lnTo>
                  <a:pt x="1054" y="1863"/>
                </a:lnTo>
                <a:moveTo>
                  <a:pt x="1135" y="1863"/>
                </a:moveTo>
                <a:lnTo>
                  <a:pt x="1378" y="1863"/>
                </a:lnTo>
                <a:moveTo>
                  <a:pt x="1540" y="1863"/>
                </a:moveTo>
                <a:lnTo>
                  <a:pt x="1702" y="1863"/>
                </a:lnTo>
                <a:moveTo>
                  <a:pt x="1945" y="1863"/>
                </a:moveTo>
                <a:lnTo>
                  <a:pt x="2107" y="1863"/>
                </a:lnTo>
                <a:moveTo>
                  <a:pt x="2188" y="1863"/>
                </a:moveTo>
                <a:lnTo>
                  <a:pt x="2350" y="1863"/>
                </a:lnTo>
                <a:moveTo>
                  <a:pt x="2593" y="1863"/>
                </a:moveTo>
                <a:lnTo>
                  <a:pt x="2836" y="1863"/>
                </a:lnTo>
                <a:moveTo>
                  <a:pt x="2917" y="1863"/>
                </a:moveTo>
                <a:lnTo>
                  <a:pt x="2998" y="1863"/>
                </a:lnTo>
                <a:moveTo>
                  <a:pt x="3241" y="1863"/>
                </a:moveTo>
                <a:lnTo>
                  <a:pt x="3484" y="1863"/>
                </a:lnTo>
                <a:moveTo>
                  <a:pt x="3565" y="1863"/>
                </a:moveTo>
                <a:lnTo>
                  <a:pt x="3646" y="1863"/>
                </a:lnTo>
                <a:moveTo>
                  <a:pt x="244" y="1944"/>
                </a:moveTo>
                <a:lnTo>
                  <a:pt x="730" y="1944"/>
                </a:lnTo>
                <a:moveTo>
                  <a:pt x="811" y="1944"/>
                </a:moveTo>
                <a:lnTo>
                  <a:pt x="1054" y="1944"/>
                </a:lnTo>
                <a:moveTo>
                  <a:pt x="1135" y="1944"/>
                </a:moveTo>
                <a:lnTo>
                  <a:pt x="1216" y="1944"/>
                </a:lnTo>
                <a:moveTo>
                  <a:pt x="1378" y="1944"/>
                </a:moveTo>
                <a:lnTo>
                  <a:pt x="1459" y="1944"/>
                </a:lnTo>
                <a:moveTo>
                  <a:pt x="1621" y="1944"/>
                </a:moveTo>
                <a:lnTo>
                  <a:pt x="2107" y="1944"/>
                </a:lnTo>
                <a:moveTo>
                  <a:pt x="2188" y="1944"/>
                </a:moveTo>
                <a:lnTo>
                  <a:pt x="2269" y="1944"/>
                </a:lnTo>
                <a:moveTo>
                  <a:pt x="2431" y="1944"/>
                </a:moveTo>
                <a:lnTo>
                  <a:pt x="2512" y="1944"/>
                </a:lnTo>
                <a:moveTo>
                  <a:pt x="2836" y="1944"/>
                </a:moveTo>
                <a:lnTo>
                  <a:pt x="3403" y="1944"/>
                </a:lnTo>
                <a:moveTo>
                  <a:pt x="3484" y="1944"/>
                </a:moveTo>
                <a:lnTo>
                  <a:pt x="3646" y="1944"/>
                </a:lnTo>
                <a:moveTo>
                  <a:pt x="81" y="2025"/>
                </a:moveTo>
                <a:lnTo>
                  <a:pt x="163" y="2025"/>
                </a:lnTo>
                <a:moveTo>
                  <a:pt x="244" y="2025"/>
                </a:moveTo>
                <a:lnTo>
                  <a:pt x="325" y="2025"/>
                </a:lnTo>
                <a:moveTo>
                  <a:pt x="568" y="2025"/>
                </a:moveTo>
                <a:lnTo>
                  <a:pt x="649" y="2025"/>
                </a:lnTo>
                <a:moveTo>
                  <a:pt x="730" y="2025"/>
                </a:moveTo>
                <a:lnTo>
                  <a:pt x="973" y="2025"/>
                </a:lnTo>
                <a:moveTo>
                  <a:pt x="1054" y="2025"/>
                </a:moveTo>
                <a:lnTo>
                  <a:pt x="1135" y="2025"/>
                </a:lnTo>
                <a:moveTo>
                  <a:pt x="1297" y="2025"/>
                </a:moveTo>
                <a:lnTo>
                  <a:pt x="1378" y="2025"/>
                </a:lnTo>
                <a:moveTo>
                  <a:pt x="1459" y="2025"/>
                </a:moveTo>
                <a:lnTo>
                  <a:pt x="1621" y="2025"/>
                </a:lnTo>
                <a:moveTo>
                  <a:pt x="1783" y="2025"/>
                </a:moveTo>
                <a:lnTo>
                  <a:pt x="1864" y="2025"/>
                </a:lnTo>
                <a:moveTo>
                  <a:pt x="1945" y="2025"/>
                </a:moveTo>
                <a:lnTo>
                  <a:pt x="2107" y="2025"/>
                </a:lnTo>
                <a:moveTo>
                  <a:pt x="2350" y="2025"/>
                </a:moveTo>
                <a:lnTo>
                  <a:pt x="2512" y="2025"/>
                </a:lnTo>
                <a:moveTo>
                  <a:pt x="2593" y="2025"/>
                </a:moveTo>
                <a:lnTo>
                  <a:pt x="2674" y="2025"/>
                </a:lnTo>
                <a:moveTo>
                  <a:pt x="2836" y="2025"/>
                </a:moveTo>
                <a:lnTo>
                  <a:pt x="2917" y="2025"/>
                </a:lnTo>
                <a:moveTo>
                  <a:pt x="2998" y="2025"/>
                </a:moveTo>
                <a:lnTo>
                  <a:pt x="3160" y="2025"/>
                </a:lnTo>
                <a:moveTo>
                  <a:pt x="3322" y="2025"/>
                </a:moveTo>
                <a:lnTo>
                  <a:pt x="3484" y="2025"/>
                </a:lnTo>
                <a:moveTo>
                  <a:pt x="3565" y="2025"/>
                </a:moveTo>
                <a:lnTo>
                  <a:pt x="3646" y="2025"/>
                </a:lnTo>
                <a:moveTo>
                  <a:pt x="325" y="2106"/>
                </a:moveTo>
                <a:lnTo>
                  <a:pt x="406" y="2106"/>
                </a:lnTo>
                <a:moveTo>
                  <a:pt x="487" y="2106"/>
                </a:moveTo>
                <a:lnTo>
                  <a:pt x="973" y="2106"/>
                </a:lnTo>
                <a:moveTo>
                  <a:pt x="1054" y="2106"/>
                </a:moveTo>
                <a:lnTo>
                  <a:pt x="1216" y="2106"/>
                </a:lnTo>
                <a:moveTo>
                  <a:pt x="1459" y="2106"/>
                </a:moveTo>
                <a:lnTo>
                  <a:pt x="1540" y="2106"/>
                </a:lnTo>
                <a:moveTo>
                  <a:pt x="2107" y="2106"/>
                </a:moveTo>
                <a:lnTo>
                  <a:pt x="2188" y="2106"/>
                </a:lnTo>
                <a:moveTo>
                  <a:pt x="2269" y="2106"/>
                </a:moveTo>
                <a:lnTo>
                  <a:pt x="2350" y="2106"/>
                </a:lnTo>
                <a:moveTo>
                  <a:pt x="2431" y="2106"/>
                </a:moveTo>
                <a:lnTo>
                  <a:pt x="2512" y="2106"/>
                </a:lnTo>
                <a:moveTo>
                  <a:pt x="2755" y="2106"/>
                </a:moveTo>
                <a:lnTo>
                  <a:pt x="3079" y="2106"/>
                </a:lnTo>
                <a:moveTo>
                  <a:pt x="3160" y="2106"/>
                </a:moveTo>
                <a:lnTo>
                  <a:pt x="3241" y="2106"/>
                </a:lnTo>
                <a:moveTo>
                  <a:pt x="3322" y="2106"/>
                </a:moveTo>
                <a:lnTo>
                  <a:pt x="3565" y="2106"/>
                </a:lnTo>
                <a:moveTo>
                  <a:pt x="811" y="2187"/>
                </a:moveTo>
                <a:lnTo>
                  <a:pt x="892" y="2187"/>
                </a:lnTo>
                <a:moveTo>
                  <a:pt x="1297" y="2187"/>
                </a:moveTo>
                <a:lnTo>
                  <a:pt x="1540" y="2187"/>
                </a:lnTo>
                <a:moveTo>
                  <a:pt x="1864" y="2187"/>
                </a:moveTo>
                <a:lnTo>
                  <a:pt x="2026" y="2187"/>
                </a:lnTo>
                <a:moveTo>
                  <a:pt x="2431" y="2187"/>
                </a:moveTo>
                <a:lnTo>
                  <a:pt x="2512" y="2187"/>
                </a:lnTo>
                <a:moveTo>
                  <a:pt x="2593" y="2187"/>
                </a:moveTo>
                <a:lnTo>
                  <a:pt x="2674" y="2187"/>
                </a:lnTo>
                <a:moveTo>
                  <a:pt x="2755" y="2187"/>
                </a:moveTo>
                <a:lnTo>
                  <a:pt x="3160" y="2187"/>
                </a:lnTo>
                <a:moveTo>
                  <a:pt x="3322" y="2187"/>
                </a:moveTo>
                <a:lnTo>
                  <a:pt x="3484" y="2187"/>
                </a:lnTo>
                <a:moveTo>
                  <a:pt x="3565" y="2187"/>
                </a:moveTo>
                <a:lnTo>
                  <a:pt x="3646" y="2187"/>
                </a:lnTo>
                <a:moveTo>
                  <a:pt x="0" y="2268"/>
                </a:moveTo>
                <a:lnTo>
                  <a:pt x="81" y="2268"/>
                </a:lnTo>
                <a:moveTo>
                  <a:pt x="244" y="2268"/>
                </a:moveTo>
                <a:lnTo>
                  <a:pt x="406" y="2268"/>
                </a:lnTo>
                <a:moveTo>
                  <a:pt x="487" y="2268"/>
                </a:moveTo>
                <a:lnTo>
                  <a:pt x="568" y="2268"/>
                </a:lnTo>
                <a:moveTo>
                  <a:pt x="973" y="2268"/>
                </a:moveTo>
                <a:lnTo>
                  <a:pt x="1216" y="2268"/>
                </a:lnTo>
                <a:moveTo>
                  <a:pt x="1459" y="2268"/>
                </a:moveTo>
                <a:lnTo>
                  <a:pt x="1702" y="2268"/>
                </a:lnTo>
                <a:moveTo>
                  <a:pt x="2107" y="2268"/>
                </a:moveTo>
                <a:lnTo>
                  <a:pt x="2188" y="2268"/>
                </a:lnTo>
                <a:moveTo>
                  <a:pt x="2431" y="2268"/>
                </a:moveTo>
                <a:lnTo>
                  <a:pt x="2593" y="2268"/>
                </a:lnTo>
                <a:moveTo>
                  <a:pt x="2755" y="2268"/>
                </a:moveTo>
                <a:lnTo>
                  <a:pt x="2836" y="2268"/>
                </a:lnTo>
                <a:moveTo>
                  <a:pt x="2917" y="2268"/>
                </a:moveTo>
                <a:lnTo>
                  <a:pt x="2998" y="2268"/>
                </a:lnTo>
                <a:moveTo>
                  <a:pt x="3079" y="2268"/>
                </a:moveTo>
                <a:lnTo>
                  <a:pt x="3160" y="2268"/>
                </a:lnTo>
                <a:moveTo>
                  <a:pt x="3241" y="2268"/>
                </a:moveTo>
                <a:lnTo>
                  <a:pt x="3322" y="2268"/>
                </a:lnTo>
                <a:moveTo>
                  <a:pt x="163" y="2349"/>
                </a:moveTo>
                <a:lnTo>
                  <a:pt x="487" y="2349"/>
                </a:lnTo>
                <a:moveTo>
                  <a:pt x="730" y="2349"/>
                </a:moveTo>
                <a:lnTo>
                  <a:pt x="811" y="2349"/>
                </a:lnTo>
                <a:moveTo>
                  <a:pt x="892" y="2349"/>
                </a:moveTo>
                <a:lnTo>
                  <a:pt x="973" y="2349"/>
                </a:lnTo>
                <a:moveTo>
                  <a:pt x="1054" y="2349"/>
                </a:moveTo>
                <a:lnTo>
                  <a:pt x="1135" y="2349"/>
                </a:lnTo>
                <a:moveTo>
                  <a:pt x="1216" y="2349"/>
                </a:moveTo>
                <a:lnTo>
                  <a:pt x="1297" y="2349"/>
                </a:lnTo>
                <a:moveTo>
                  <a:pt x="1378" y="2349"/>
                </a:moveTo>
                <a:lnTo>
                  <a:pt x="1540" y="2349"/>
                </a:lnTo>
                <a:moveTo>
                  <a:pt x="1783" y="2349"/>
                </a:moveTo>
                <a:lnTo>
                  <a:pt x="1864" y="2349"/>
                </a:lnTo>
                <a:moveTo>
                  <a:pt x="1945" y="2349"/>
                </a:moveTo>
                <a:lnTo>
                  <a:pt x="2026" y="2349"/>
                </a:lnTo>
                <a:moveTo>
                  <a:pt x="2188" y="2349"/>
                </a:moveTo>
                <a:lnTo>
                  <a:pt x="2512" y="2349"/>
                </a:lnTo>
                <a:moveTo>
                  <a:pt x="2917" y="2349"/>
                </a:moveTo>
                <a:lnTo>
                  <a:pt x="2998" y="2349"/>
                </a:lnTo>
                <a:moveTo>
                  <a:pt x="3079" y="2349"/>
                </a:moveTo>
                <a:lnTo>
                  <a:pt x="3160" y="2349"/>
                </a:lnTo>
                <a:moveTo>
                  <a:pt x="3403" y="2349"/>
                </a:moveTo>
                <a:lnTo>
                  <a:pt x="3484" y="2349"/>
                </a:lnTo>
                <a:moveTo>
                  <a:pt x="3565" y="2349"/>
                </a:moveTo>
                <a:lnTo>
                  <a:pt x="3646" y="2349"/>
                </a:lnTo>
                <a:moveTo>
                  <a:pt x="163" y="2430"/>
                </a:moveTo>
                <a:lnTo>
                  <a:pt x="568" y="2430"/>
                </a:lnTo>
                <a:moveTo>
                  <a:pt x="649" y="2430"/>
                </a:moveTo>
                <a:lnTo>
                  <a:pt x="730" y="2430"/>
                </a:lnTo>
                <a:moveTo>
                  <a:pt x="973" y="2430"/>
                </a:moveTo>
                <a:lnTo>
                  <a:pt x="1135" y="2430"/>
                </a:lnTo>
                <a:moveTo>
                  <a:pt x="1459" y="2430"/>
                </a:moveTo>
                <a:lnTo>
                  <a:pt x="1540" y="2430"/>
                </a:lnTo>
                <a:moveTo>
                  <a:pt x="1621" y="2430"/>
                </a:moveTo>
                <a:lnTo>
                  <a:pt x="1783" y="2430"/>
                </a:lnTo>
                <a:moveTo>
                  <a:pt x="1945" y="2430"/>
                </a:moveTo>
                <a:lnTo>
                  <a:pt x="2026" y="2430"/>
                </a:lnTo>
                <a:moveTo>
                  <a:pt x="2107" y="2430"/>
                </a:moveTo>
                <a:lnTo>
                  <a:pt x="2269" y="2430"/>
                </a:lnTo>
                <a:moveTo>
                  <a:pt x="2431" y="2430"/>
                </a:moveTo>
                <a:lnTo>
                  <a:pt x="2836" y="2430"/>
                </a:lnTo>
                <a:moveTo>
                  <a:pt x="2917" y="2430"/>
                </a:moveTo>
                <a:lnTo>
                  <a:pt x="2998" y="2430"/>
                </a:lnTo>
                <a:moveTo>
                  <a:pt x="3160" y="2430"/>
                </a:moveTo>
                <a:lnTo>
                  <a:pt x="3241" y="2430"/>
                </a:lnTo>
                <a:moveTo>
                  <a:pt x="3403" y="2430"/>
                </a:moveTo>
                <a:lnTo>
                  <a:pt x="3484" y="2430"/>
                </a:lnTo>
                <a:moveTo>
                  <a:pt x="0" y="2511"/>
                </a:moveTo>
                <a:lnTo>
                  <a:pt x="163" y="2511"/>
                </a:lnTo>
                <a:moveTo>
                  <a:pt x="325" y="2511"/>
                </a:moveTo>
                <a:lnTo>
                  <a:pt x="406" y="2511"/>
                </a:lnTo>
                <a:moveTo>
                  <a:pt x="649" y="2511"/>
                </a:moveTo>
                <a:lnTo>
                  <a:pt x="973" y="2511"/>
                </a:lnTo>
                <a:moveTo>
                  <a:pt x="1054" y="2511"/>
                </a:moveTo>
                <a:lnTo>
                  <a:pt x="1297" y="2511"/>
                </a:lnTo>
                <a:moveTo>
                  <a:pt x="1459" y="2511"/>
                </a:moveTo>
                <a:lnTo>
                  <a:pt x="1540" y="2511"/>
                </a:lnTo>
                <a:moveTo>
                  <a:pt x="1702" y="2511"/>
                </a:moveTo>
                <a:lnTo>
                  <a:pt x="1864" y="2511"/>
                </a:lnTo>
                <a:moveTo>
                  <a:pt x="1945" y="2511"/>
                </a:moveTo>
                <a:lnTo>
                  <a:pt x="2026" y="2511"/>
                </a:lnTo>
                <a:moveTo>
                  <a:pt x="2188" y="2511"/>
                </a:moveTo>
                <a:lnTo>
                  <a:pt x="2350" y="2511"/>
                </a:lnTo>
                <a:moveTo>
                  <a:pt x="2431" y="2511"/>
                </a:moveTo>
                <a:lnTo>
                  <a:pt x="2917" y="2511"/>
                </a:lnTo>
                <a:moveTo>
                  <a:pt x="3079" y="2511"/>
                </a:moveTo>
                <a:lnTo>
                  <a:pt x="3241" y="2511"/>
                </a:lnTo>
                <a:moveTo>
                  <a:pt x="3403" y="2511"/>
                </a:moveTo>
                <a:lnTo>
                  <a:pt x="3646" y="2511"/>
                </a:lnTo>
                <a:moveTo>
                  <a:pt x="163" y="2592"/>
                </a:moveTo>
                <a:lnTo>
                  <a:pt x="406" y="2592"/>
                </a:lnTo>
                <a:moveTo>
                  <a:pt x="487" y="2592"/>
                </a:moveTo>
                <a:lnTo>
                  <a:pt x="730" y="2592"/>
                </a:lnTo>
                <a:moveTo>
                  <a:pt x="811" y="2592"/>
                </a:moveTo>
                <a:lnTo>
                  <a:pt x="1054" y="2592"/>
                </a:lnTo>
                <a:moveTo>
                  <a:pt x="1459" y="2592"/>
                </a:moveTo>
                <a:lnTo>
                  <a:pt x="1540" y="2592"/>
                </a:lnTo>
                <a:moveTo>
                  <a:pt x="1945" y="2592"/>
                </a:moveTo>
                <a:lnTo>
                  <a:pt x="2026" y="2592"/>
                </a:lnTo>
                <a:moveTo>
                  <a:pt x="2107" y="2592"/>
                </a:moveTo>
                <a:lnTo>
                  <a:pt x="2269" y="2592"/>
                </a:lnTo>
                <a:moveTo>
                  <a:pt x="2350" y="2592"/>
                </a:moveTo>
                <a:lnTo>
                  <a:pt x="2431" y="2592"/>
                </a:lnTo>
                <a:moveTo>
                  <a:pt x="2512" y="2592"/>
                </a:moveTo>
                <a:lnTo>
                  <a:pt x="2593" y="2592"/>
                </a:lnTo>
                <a:moveTo>
                  <a:pt x="2917" y="2592"/>
                </a:moveTo>
                <a:lnTo>
                  <a:pt x="3079" y="2592"/>
                </a:lnTo>
                <a:moveTo>
                  <a:pt x="3160" y="2592"/>
                </a:moveTo>
                <a:lnTo>
                  <a:pt x="3403" y="2592"/>
                </a:lnTo>
                <a:moveTo>
                  <a:pt x="0" y="2673"/>
                </a:moveTo>
                <a:lnTo>
                  <a:pt x="163" y="2673"/>
                </a:lnTo>
                <a:moveTo>
                  <a:pt x="244" y="2673"/>
                </a:moveTo>
                <a:lnTo>
                  <a:pt x="406" y="2673"/>
                </a:lnTo>
                <a:moveTo>
                  <a:pt x="568" y="2673"/>
                </a:moveTo>
                <a:lnTo>
                  <a:pt x="892" y="2673"/>
                </a:lnTo>
                <a:moveTo>
                  <a:pt x="973" y="2673"/>
                </a:moveTo>
                <a:lnTo>
                  <a:pt x="1054" y="2673"/>
                </a:lnTo>
                <a:moveTo>
                  <a:pt x="1459" y="2673"/>
                </a:moveTo>
                <a:lnTo>
                  <a:pt x="1702" y="2673"/>
                </a:lnTo>
                <a:moveTo>
                  <a:pt x="1783" y="2673"/>
                </a:moveTo>
                <a:lnTo>
                  <a:pt x="1864" y="2673"/>
                </a:lnTo>
                <a:moveTo>
                  <a:pt x="1945" y="2673"/>
                </a:moveTo>
                <a:lnTo>
                  <a:pt x="2026" y="2673"/>
                </a:lnTo>
                <a:moveTo>
                  <a:pt x="2188" y="2673"/>
                </a:moveTo>
                <a:lnTo>
                  <a:pt x="2512" y="2673"/>
                </a:lnTo>
                <a:moveTo>
                  <a:pt x="2674" y="2673"/>
                </a:moveTo>
                <a:lnTo>
                  <a:pt x="2755" y="2673"/>
                </a:lnTo>
                <a:moveTo>
                  <a:pt x="2917" y="2673"/>
                </a:moveTo>
                <a:lnTo>
                  <a:pt x="2998" y="2673"/>
                </a:lnTo>
                <a:moveTo>
                  <a:pt x="3322" y="2673"/>
                </a:moveTo>
                <a:lnTo>
                  <a:pt x="3484" y="2673"/>
                </a:lnTo>
                <a:moveTo>
                  <a:pt x="3565" y="2673"/>
                </a:moveTo>
                <a:lnTo>
                  <a:pt x="3646" y="2673"/>
                </a:lnTo>
                <a:moveTo>
                  <a:pt x="325" y="2754"/>
                </a:moveTo>
                <a:lnTo>
                  <a:pt x="406" y="2754"/>
                </a:lnTo>
                <a:moveTo>
                  <a:pt x="487" y="2754"/>
                </a:moveTo>
                <a:lnTo>
                  <a:pt x="568" y="2754"/>
                </a:lnTo>
                <a:moveTo>
                  <a:pt x="649" y="2754"/>
                </a:moveTo>
                <a:lnTo>
                  <a:pt x="730" y="2754"/>
                </a:lnTo>
                <a:moveTo>
                  <a:pt x="1135" y="2754"/>
                </a:moveTo>
                <a:lnTo>
                  <a:pt x="1297" y="2754"/>
                </a:lnTo>
                <a:moveTo>
                  <a:pt x="1378" y="2754"/>
                </a:moveTo>
                <a:lnTo>
                  <a:pt x="1540" y="2754"/>
                </a:lnTo>
                <a:moveTo>
                  <a:pt x="1783" y="2754"/>
                </a:moveTo>
                <a:lnTo>
                  <a:pt x="2026" y="2754"/>
                </a:lnTo>
                <a:moveTo>
                  <a:pt x="2107" y="2754"/>
                </a:moveTo>
                <a:lnTo>
                  <a:pt x="2269" y="2754"/>
                </a:lnTo>
                <a:moveTo>
                  <a:pt x="2593" y="2754"/>
                </a:moveTo>
                <a:lnTo>
                  <a:pt x="3079" y="2754"/>
                </a:lnTo>
                <a:moveTo>
                  <a:pt x="3160" y="2754"/>
                </a:moveTo>
                <a:lnTo>
                  <a:pt x="3241" y="2754"/>
                </a:lnTo>
                <a:moveTo>
                  <a:pt x="3322" y="2754"/>
                </a:moveTo>
                <a:lnTo>
                  <a:pt x="3484" y="2754"/>
                </a:lnTo>
                <a:moveTo>
                  <a:pt x="81" y="2835"/>
                </a:moveTo>
                <a:lnTo>
                  <a:pt x="406" y="2835"/>
                </a:lnTo>
                <a:moveTo>
                  <a:pt x="649" y="2835"/>
                </a:moveTo>
                <a:lnTo>
                  <a:pt x="730" y="2835"/>
                </a:lnTo>
                <a:moveTo>
                  <a:pt x="1297" y="2835"/>
                </a:moveTo>
                <a:lnTo>
                  <a:pt x="1459" y="2835"/>
                </a:lnTo>
                <a:moveTo>
                  <a:pt x="1540" y="2835"/>
                </a:moveTo>
                <a:lnTo>
                  <a:pt x="2107" y="2835"/>
                </a:lnTo>
                <a:moveTo>
                  <a:pt x="2188" y="2835"/>
                </a:moveTo>
                <a:lnTo>
                  <a:pt x="2512" y="2835"/>
                </a:lnTo>
                <a:moveTo>
                  <a:pt x="2593" y="2835"/>
                </a:moveTo>
                <a:lnTo>
                  <a:pt x="2755" y="2835"/>
                </a:lnTo>
                <a:moveTo>
                  <a:pt x="2836" y="2835"/>
                </a:moveTo>
                <a:lnTo>
                  <a:pt x="2998" y="2835"/>
                </a:lnTo>
                <a:moveTo>
                  <a:pt x="3079" y="2835"/>
                </a:moveTo>
                <a:lnTo>
                  <a:pt x="3241" y="2835"/>
                </a:lnTo>
                <a:moveTo>
                  <a:pt x="3322" y="2835"/>
                </a:moveTo>
                <a:lnTo>
                  <a:pt x="3484" y="2835"/>
                </a:lnTo>
                <a:moveTo>
                  <a:pt x="0" y="2916"/>
                </a:moveTo>
                <a:lnTo>
                  <a:pt x="81" y="2916"/>
                </a:lnTo>
                <a:moveTo>
                  <a:pt x="244" y="2916"/>
                </a:moveTo>
                <a:lnTo>
                  <a:pt x="406" y="2916"/>
                </a:lnTo>
                <a:moveTo>
                  <a:pt x="487" y="2916"/>
                </a:moveTo>
                <a:lnTo>
                  <a:pt x="649" y="2916"/>
                </a:lnTo>
                <a:moveTo>
                  <a:pt x="730" y="2916"/>
                </a:moveTo>
                <a:lnTo>
                  <a:pt x="1054" y="2916"/>
                </a:lnTo>
                <a:moveTo>
                  <a:pt x="1135" y="2916"/>
                </a:moveTo>
                <a:lnTo>
                  <a:pt x="1216" y="2916"/>
                </a:lnTo>
                <a:moveTo>
                  <a:pt x="1378" y="2916"/>
                </a:moveTo>
                <a:lnTo>
                  <a:pt x="1540" y="2916"/>
                </a:lnTo>
                <a:moveTo>
                  <a:pt x="1621" y="2916"/>
                </a:moveTo>
                <a:lnTo>
                  <a:pt x="2026" y="2916"/>
                </a:lnTo>
                <a:moveTo>
                  <a:pt x="2431" y="2916"/>
                </a:moveTo>
                <a:lnTo>
                  <a:pt x="2512" y="2916"/>
                </a:lnTo>
                <a:moveTo>
                  <a:pt x="2755" y="2916"/>
                </a:moveTo>
                <a:lnTo>
                  <a:pt x="2836" y="2916"/>
                </a:lnTo>
                <a:moveTo>
                  <a:pt x="2917" y="2916"/>
                </a:moveTo>
                <a:lnTo>
                  <a:pt x="3403" y="2916"/>
                </a:lnTo>
                <a:moveTo>
                  <a:pt x="649" y="2997"/>
                </a:moveTo>
                <a:lnTo>
                  <a:pt x="811" y="2997"/>
                </a:lnTo>
                <a:moveTo>
                  <a:pt x="1054" y="2997"/>
                </a:moveTo>
                <a:lnTo>
                  <a:pt x="1459" y="2997"/>
                </a:lnTo>
                <a:moveTo>
                  <a:pt x="1621" y="2997"/>
                </a:moveTo>
                <a:lnTo>
                  <a:pt x="1702" y="2997"/>
                </a:lnTo>
                <a:moveTo>
                  <a:pt x="1945" y="2997"/>
                </a:moveTo>
                <a:lnTo>
                  <a:pt x="2026" y="2997"/>
                </a:lnTo>
                <a:moveTo>
                  <a:pt x="2188" y="2997"/>
                </a:moveTo>
                <a:lnTo>
                  <a:pt x="2512" y="2997"/>
                </a:lnTo>
                <a:moveTo>
                  <a:pt x="2836" y="2997"/>
                </a:moveTo>
                <a:lnTo>
                  <a:pt x="2998" y="2997"/>
                </a:lnTo>
                <a:moveTo>
                  <a:pt x="3241" y="2997"/>
                </a:moveTo>
                <a:lnTo>
                  <a:pt x="3484" y="2997"/>
                </a:lnTo>
                <a:moveTo>
                  <a:pt x="3565" y="2997"/>
                </a:moveTo>
                <a:lnTo>
                  <a:pt x="3646" y="2997"/>
                </a:lnTo>
                <a:moveTo>
                  <a:pt x="0" y="3078"/>
                </a:moveTo>
                <a:lnTo>
                  <a:pt x="568" y="3078"/>
                </a:lnTo>
                <a:moveTo>
                  <a:pt x="892" y="3078"/>
                </a:moveTo>
                <a:lnTo>
                  <a:pt x="973" y="3078"/>
                </a:lnTo>
                <a:moveTo>
                  <a:pt x="1054" y="3078"/>
                </a:moveTo>
                <a:lnTo>
                  <a:pt x="1135" y="3078"/>
                </a:lnTo>
                <a:moveTo>
                  <a:pt x="1216" y="3078"/>
                </a:moveTo>
                <a:lnTo>
                  <a:pt x="1378" y="3078"/>
                </a:lnTo>
                <a:moveTo>
                  <a:pt x="1540" y="3078"/>
                </a:moveTo>
                <a:lnTo>
                  <a:pt x="1702" y="3078"/>
                </a:lnTo>
                <a:moveTo>
                  <a:pt x="1783" y="3078"/>
                </a:moveTo>
                <a:lnTo>
                  <a:pt x="1864" y="3078"/>
                </a:lnTo>
                <a:moveTo>
                  <a:pt x="1945" y="3078"/>
                </a:moveTo>
                <a:lnTo>
                  <a:pt x="2026" y="3078"/>
                </a:lnTo>
                <a:moveTo>
                  <a:pt x="2188" y="3078"/>
                </a:moveTo>
                <a:lnTo>
                  <a:pt x="2269" y="3078"/>
                </a:lnTo>
                <a:moveTo>
                  <a:pt x="2350" y="3078"/>
                </a:moveTo>
                <a:lnTo>
                  <a:pt x="2431" y="3078"/>
                </a:lnTo>
                <a:moveTo>
                  <a:pt x="2512" y="3078"/>
                </a:moveTo>
                <a:lnTo>
                  <a:pt x="2593" y="3078"/>
                </a:lnTo>
                <a:moveTo>
                  <a:pt x="2836" y="3078"/>
                </a:moveTo>
                <a:lnTo>
                  <a:pt x="2998" y="3078"/>
                </a:lnTo>
                <a:moveTo>
                  <a:pt x="3079" y="3078"/>
                </a:moveTo>
                <a:lnTo>
                  <a:pt x="3160" y="3078"/>
                </a:lnTo>
                <a:moveTo>
                  <a:pt x="3241" y="3078"/>
                </a:moveTo>
                <a:lnTo>
                  <a:pt x="3322" y="3078"/>
                </a:lnTo>
                <a:moveTo>
                  <a:pt x="3403" y="3078"/>
                </a:moveTo>
                <a:lnTo>
                  <a:pt x="3565" y="3078"/>
                </a:lnTo>
                <a:moveTo>
                  <a:pt x="0" y="3159"/>
                </a:moveTo>
                <a:lnTo>
                  <a:pt x="81" y="3159"/>
                </a:lnTo>
                <a:moveTo>
                  <a:pt x="487" y="3159"/>
                </a:moveTo>
                <a:lnTo>
                  <a:pt x="568" y="3159"/>
                </a:lnTo>
                <a:moveTo>
                  <a:pt x="649" y="3159"/>
                </a:moveTo>
                <a:lnTo>
                  <a:pt x="730" y="3159"/>
                </a:lnTo>
                <a:moveTo>
                  <a:pt x="892" y="3159"/>
                </a:moveTo>
                <a:lnTo>
                  <a:pt x="973" y="3159"/>
                </a:lnTo>
                <a:moveTo>
                  <a:pt x="1135" y="3159"/>
                </a:moveTo>
                <a:lnTo>
                  <a:pt x="1540" y="3159"/>
                </a:lnTo>
                <a:moveTo>
                  <a:pt x="1621" y="3159"/>
                </a:moveTo>
                <a:lnTo>
                  <a:pt x="1702" y="3159"/>
                </a:lnTo>
                <a:moveTo>
                  <a:pt x="1945" y="3159"/>
                </a:moveTo>
                <a:lnTo>
                  <a:pt x="2026" y="3159"/>
                </a:lnTo>
                <a:moveTo>
                  <a:pt x="2107" y="3159"/>
                </a:moveTo>
                <a:lnTo>
                  <a:pt x="2350" y="3159"/>
                </a:lnTo>
                <a:moveTo>
                  <a:pt x="2512" y="3159"/>
                </a:moveTo>
                <a:lnTo>
                  <a:pt x="2674" y="3159"/>
                </a:lnTo>
                <a:moveTo>
                  <a:pt x="2836" y="3159"/>
                </a:moveTo>
                <a:lnTo>
                  <a:pt x="2998" y="3159"/>
                </a:lnTo>
                <a:moveTo>
                  <a:pt x="3241" y="3159"/>
                </a:moveTo>
                <a:lnTo>
                  <a:pt x="3646" y="3159"/>
                </a:lnTo>
                <a:moveTo>
                  <a:pt x="0" y="3241"/>
                </a:moveTo>
                <a:lnTo>
                  <a:pt x="81" y="3241"/>
                </a:lnTo>
                <a:moveTo>
                  <a:pt x="163" y="3241"/>
                </a:moveTo>
                <a:lnTo>
                  <a:pt x="406" y="3241"/>
                </a:lnTo>
                <a:moveTo>
                  <a:pt x="487" y="3241"/>
                </a:moveTo>
                <a:lnTo>
                  <a:pt x="568" y="3241"/>
                </a:lnTo>
                <a:moveTo>
                  <a:pt x="649" y="3241"/>
                </a:moveTo>
                <a:lnTo>
                  <a:pt x="973" y="3241"/>
                </a:lnTo>
                <a:moveTo>
                  <a:pt x="1054" y="3241"/>
                </a:moveTo>
                <a:lnTo>
                  <a:pt x="1135" y="3241"/>
                </a:lnTo>
                <a:moveTo>
                  <a:pt x="1216" y="3241"/>
                </a:moveTo>
                <a:lnTo>
                  <a:pt x="1297" y="3241"/>
                </a:lnTo>
                <a:moveTo>
                  <a:pt x="1459" y="3241"/>
                </a:moveTo>
                <a:lnTo>
                  <a:pt x="1540" y="3241"/>
                </a:lnTo>
                <a:moveTo>
                  <a:pt x="1621" y="3241"/>
                </a:moveTo>
                <a:lnTo>
                  <a:pt x="2026" y="3241"/>
                </a:lnTo>
                <a:moveTo>
                  <a:pt x="2350" y="3241"/>
                </a:moveTo>
                <a:lnTo>
                  <a:pt x="2512" y="3241"/>
                </a:lnTo>
                <a:moveTo>
                  <a:pt x="2674" y="3241"/>
                </a:moveTo>
                <a:lnTo>
                  <a:pt x="2755" y="3241"/>
                </a:lnTo>
                <a:moveTo>
                  <a:pt x="2836" y="3241"/>
                </a:moveTo>
                <a:lnTo>
                  <a:pt x="3403" y="3241"/>
                </a:lnTo>
                <a:moveTo>
                  <a:pt x="3484" y="3241"/>
                </a:moveTo>
                <a:lnTo>
                  <a:pt x="3646" y="3241"/>
                </a:lnTo>
                <a:moveTo>
                  <a:pt x="0" y="3322"/>
                </a:moveTo>
                <a:lnTo>
                  <a:pt x="81" y="3322"/>
                </a:lnTo>
                <a:moveTo>
                  <a:pt x="163" y="3322"/>
                </a:moveTo>
                <a:lnTo>
                  <a:pt x="406" y="3322"/>
                </a:lnTo>
                <a:moveTo>
                  <a:pt x="487" y="3322"/>
                </a:moveTo>
                <a:lnTo>
                  <a:pt x="568" y="3322"/>
                </a:lnTo>
                <a:moveTo>
                  <a:pt x="649" y="3322"/>
                </a:moveTo>
                <a:lnTo>
                  <a:pt x="730" y="3322"/>
                </a:lnTo>
                <a:moveTo>
                  <a:pt x="811" y="3322"/>
                </a:moveTo>
                <a:lnTo>
                  <a:pt x="973" y="3322"/>
                </a:lnTo>
                <a:moveTo>
                  <a:pt x="1216" y="3322"/>
                </a:moveTo>
                <a:lnTo>
                  <a:pt x="1297" y="3322"/>
                </a:lnTo>
                <a:moveTo>
                  <a:pt x="1459" y="3322"/>
                </a:moveTo>
                <a:lnTo>
                  <a:pt x="1540" y="3322"/>
                </a:lnTo>
                <a:moveTo>
                  <a:pt x="1783" y="3322"/>
                </a:moveTo>
                <a:lnTo>
                  <a:pt x="2107" y="3322"/>
                </a:lnTo>
                <a:moveTo>
                  <a:pt x="2269" y="3322"/>
                </a:moveTo>
                <a:lnTo>
                  <a:pt x="2674" y="3322"/>
                </a:lnTo>
                <a:moveTo>
                  <a:pt x="3241" y="3322"/>
                </a:moveTo>
                <a:lnTo>
                  <a:pt x="3322" y="3322"/>
                </a:lnTo>
                <a:moveTo>
                  <a:pt x="3403" y="3322"/>
                </a:moveTo>
                <a:lnTo>
                  <a:pt x="3646" y="3322"/>
                </a:lnTo>
                <a:moveTo>
                  <a:pt x="0" y="3403"/>
                </a:moveTo>
                <a:lnTo>
                  <a:pt x="81" y="3403"/>
                </a:lnTo>
                <a:moveTo>
                  <a:pt x="163" y="3403"/>
                </a:moveTo>
                <a:lnTo>
                  <a:pt x="406" y="3403"/>
                </a:lnTo>
                <a:moveTo>
                  <a:pt x="487" y="3403"/>
                </a:moveTo>
                <a:lnTo>
                  <a:pt x="568" y="3403"/>
                </a:lnTo>
                <a:moveTo>
                  <a:pt x="649" y="3403"/>
                </a:moveTo>
                <a:lnTo>
                  <a:pt x="730" y="3403"/>
                </a:lnTo>
                <a:moveTo>
                  <a:pt x="811" y="3403"/>
                </a:moveTo>
                <a:lnTo>
                  <a:pt x="973" y="3403"/>
                </a:lnTo>
                <a:moveTo>
                  <a:pt x="1054" y="3403"/>
                </a:moveTo>
                <a:lnTo>
                  <a:pt x="1216" y="3403"/>
                </a:lnTo>
                <a:moveTo>
                  <a:pt x="1297" y="3403"/>
                </a:moveTo>
                <a:lnTo>
                  <a:pt x="1378" y="3403"/>
                </a:lnTo>
                <a:moveTo>
                  <a:pt x="1702" y="3403"/>
                </a:moveTo>
                <a:lnTo>
                  <a:pt x="1783" y="3403"/>
                </a:lnTo>
                <a:moveTo>
                  <a:pt x="1864" y="3403"/>
                </a:moveTo>
                <a:lnTo>
                  <a:pt x="1945" y="3403"/>
                </a:lnTo>
                <a:moveTo>
                  <a:pt x="2026" y="3403"/>
                </a:moveTo>
                <a:lnTo>
                  <a:pt x="2188" y="3403"/>
                </a:lnTo>
                <a:moveTo>
                  <a:pt x="2269" y="3403"/>
                </a:moveTo>
                <a:lnTo>
                  <a:pt x="2836" y="3403"/>
                </a:lnTo>
                <a:moveTo>
                  <a:pt x="2917" y="3403"/>
                </a:moveTo>
                <a:lnTo>
                  <a:pt x="3079" y="3403"/>
                </a:lnTo>
                <a:moveTo>
                  <a:pt x="3160" y="3403"/>
                </a:moveTo>
                <a:lnTo>
                  <a:pt x="3241" y="3403"/>
                </a:lnTo>
                <a:moveTo>
                  <a:pt x="3322" y="3403"/>
                </a:moveTo>
                <a:lnTo>
                  <a:pt x="3403" y="3403"/>
                </a:lnTo>
                <a:moveTo>
                  <a:pt x="3484" y="3403"/>
                </a:moveTo>
                <a:lnTo>
                  <a:pt x="3565" y="3403"/>
                </a:lnTo>
                <a:moveTo>
                  <a:pt x="0" y="3484"/>
                </a:moveTo>
                <a:lnTo>
                  <a:pt x="81" y="3484"/>
                </a:lnTo>
                <a:moveTo>
                  <a:pt x="487" y="3484"/>
                </a:moveTo>
                <a:lnTo>
                  <a:pt x="568" y="3484"/>
                </a:lnTo>
                <a:moveTo>
                  <a:pt x="730" y="3484"/>
                </a:moveTo>
                <a:lnTo>
                  <a:pt x="811" y="3484"/>
                </a:lnTo>
                <a:moveTo>
                  <a:pt x="892" y="3484"/>
                </a:moveTo>
                <a:lnTo>
                  <a:pt x="1378" y="3484"/>
                </a:lnTo>
                <a:moveTo>
                  <a:pt x="1459" y="3484"/>
                </a:moveTo>
                <a:lnTo>
                  <a:pt x="1540" y="3484"/>
                </a:lnTo>
                <a:moveTo>
                  <a:pt x="1621" y="3484"/>
                </a:moveTo>
                <a:lnTo>
                  <a:pt x="1783" y="3484"/>
                </a:lnTo>
                <a:moveTo>
                  <a:pt x="1864" y="3484"/>
                </a:moveTo>
                <a:lnTo>
                  <a:pt x="1945" y="3484"/>
                </a:lnTo>
                <a:moveTo>
                  <a:pt x="2026" y="3484"/>
                </a:moveTo>
                <a:lnTo>
                  <a:pt x="2188" y="3484"/>
                </a:lnTo>
                <a:moveTo>
                  <a:pt x="2350" y="3484"/>
                </a:moveTo>
                <a:lnTo>
                  <a:pt x="2431" y="3484"/>
                </a:lnTo>
                <a:moveTo>
                  <a:pt x="2593" y="3484"/>
                </a:moveTo>
                <a:lnTo>
                  <a:pt x="2755" y="3484"/>
                </a:lnTo>
                <a:moveTo>
                  <a:pt x="2836" y="3484"/>
                </a:moveTo>
                <a:lnTo>
                  <a:pt x="2998" y="3484"/>
                </a:lnTo>
                <a:moveTo>
                  <a:pt x="3160" y="3484"/>
                </a:moveTo>
                <a:lnTo>
                  <a:pt x="3484" y="3484"/>
                </a:lnTo>
                <a:moveTo>
                  <a:pt x="0" y="3565"/>
                </a:moveTo>
                <a:lnTo>
                  <a:pt x="568" y="3565"/>
                </a:lnTo>
                <a:moveTo>
                  <a:pt x="649" y="3565"/>
                </a:moveTo>
                <a:lnTo>
                  <a:pt x="730" y="3565"/>
                </a:lnTo>
                <a:moveTo>
                  <a:pt x="973" y="3565"/>
                </a:moveTo>
                <a:lnTo>
                  <a:pt x="1054" y="3565"/>
                </a:lnTo>
                <a:moveTo>
                  <a:pt x="1216" y="3565"/>
                </a:moveTo>
                <a:lnTo>
                  <a:pt x="1297" y="3565"/>
                </a:lnTo>
                <a:moveTo>
                  <a:pt x="1378" y="3565"/>
                </a:moveTo>
                <a:lnTo>
                  <a:pt x="1621" y="3565"/>
                </a:lnTo>
                <a:moveTo>
                  <a:pt x="1864" y="3565"/>
                </a:moveTo>
                <a:lnTo>
                  <a:pt x="2107" y="3565"/>
                </a:lnTo>
                <a:moveTo>
                  <a:pt x="2350" y="3565"/>
                </a:moveTo>
                <a:lnTo>
                  <a:pt x="2431" y="3565"/>
                </a:lnTo>
                <a:moveTo>
                  <a:pt x="2512" y="3565"/>
                </a:moveTo>
                <a:lnTo>
                  <a:pt x="2593" y="3565"/>
                </a:lnTo>
                <a:moveTo>
                  <a:pt x="2674" y="3565"/>
                </a:moveTo>
                <a:lnTo>
                  <a:pt x="2836" y="3565"/>
                </a:lnTo>
                <a:moveTo>
                  <a:pt x="2998" y="3565"/>
                </a:moveTo>
                <a:lnTo>
                  <a:pt x="3241" y="3565"/>
                </a:lnTo>
                <a:moveTo>
                  <a:pt x="3322" y="3565"/>
                </a:moveTo>
                <a:lnTo>
                  <a:pt x="3403" y="3565"/>
                </a:lnTo>
                <a:moveTo>
                  <a:pt x="3484" y="3565"/>
                </a:moveTo>
                <a:lnTo>
                  <a:pt x="3565" y="3565"/>
                </a:lnTo>
              </a:path>
            </a:pathLst>
          </a:custGeom>
          <a:ln w="28800">
            <a:solidFill>
              <a:srgbClr val="001d34"/>
            </a:solidFill>
            <a:miter/>
          </a:ln>
        </p:spPr>
        <p:txBody>
          <a:bodyPr lIns="14400" rIns="14400" tIns="14400" bIns="14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6363720" y="3353760"/>
            <a:ext cx="1274400" cy="1236240"/>
          </a:xfrm>
          <a:custGeom>
            <a:avLst/>
            <a:gdLst/>
            <a:ahLst/>
            <a:rect l="0" t="0" r="r" b="b"/>
            <a:pathLst>
              <a:path fill="none" w="3540" h="3434">
                <a:moveTo>
                  <a:pt x="0" y="0"/>
                </a:moveTo>
                <a:lnTo>
                  <a:pt x="750" y="0"/>
                </a:lnTo>
                <a:moveTo>
                  <a:pt x="858" y="0"/>
                </a:moveTo>
                <a:lnTo>
                  <a:pt x="1072" y="0"/>
                </a:lnTo>
                <a:moveTo>
                  <a:pt x="1179" y="0"/>
                </a:moveTo>
                <a:lnTo>
                  <a:pt x="1287" y="0"/>
                </a:lnTo>
                <a:moveTo>
                  <a:pt x="1394" y="0"/>
                </a:moveTo>
                <a:lnTo>
                  <a:pt x="1501" y="0"/>
                </a:lnTo>
                <a:moveTo>
                  <a:pt x="1716" y="0"/>
                </a:moveTo>
                <a:lnTo>
                  <a:pt x="1931" y="0"/>
                </a:lnTo>
                <a:moveTo>
                  <a:pt x="2039" y="0"/>
                </a:moveTo>
                <a:lnTo>
                  <a:pt x="2360" y="0"/>
                </a:lnTo>
                <a:moveTo>
                  <a:pt x="2468" y="0"/>
                </a:moveTo>
                <a:lnTo>
                  <a:pt x="2575" y="0"/>
                </a:lnTo>
                <a:moveTo>
                  <a:pt x="2789" y="0"/>
                </a:moveTo>
                <a:lnTo>
                  <a:pt x="3540" y="0"/>
                </a:lnTo>
                <a:moveTo>
                  <a:pt x="0" y="108"/>
                </a:moveTo>
                <a:lnTo>
                  <a:pt x="107" y="108"/>
                </a:lnTo>
                <a:moveTo>
                  <a:pt x="643" y="108"/>
                </a:moveTo>
                <a:lnTo>
                  <a:pt x="750" y="108"/>
                </a:lnTo>
                <a:moveTo>
                  <a:pt x="858" y="108"/>
                </a:moveTo>
                <a:lnTo>
                  <a:pt x="965" y="108"/>
                </a:lnTo>
                <a:moveTo>
                  <a:pt x="1072" y="108"/>
                </a:moveTo>
                <a:lnTo>
                  <a:pt x="1179" y="108"/>
                </a:lnTo>
                <a:moveTo>
                  <a:pt x="1394" y="108"/>
                </a:moveTo>
                <a:lnTo>
                  <a:pt x="1501" y="108"/>
                </a:lnTo>
                <a:moveTo>
                  <a:pt x="1716" y="108"/>
                </a:moveTo>
                <a:lnTo>
                  <a:pt x="1824" y="108"/>
                </a:lnTo>
                <a:moveTo>
                  <a:pt x="1931" y="108"/>
                </a:moveTo>
                <a:lnTo>
                  <a:pt x="2039" y="108"/>
                </a:lnTo>
                <a:moveTo>
                  <a:pt x="2360" y="108"/>
                </a:moveTo>
                <a:lnTo>
                  <a:pt x="2682" y="108"/>
                </a:lnTo>
                <a:moveTo>
                  <a:pt x="2789" y="108"/>
                </a:moveTo>
                <a:lnTo>
                  <a:pt x="2897" y="108"/>
                </a:lnTo>
                <a:moveTo>
                  <a:pt x="3433" y="108"/>
                </a:moveTo>
                <a:lnTo>
                  <a:pt x="3540" y="108"/>
                </a:lnTo>
                <a:moveTo>
                  <a:pt x="0" y="215"/>
                </a:moveTo>
                <a:lnTo>
                  <a:pt x="107" y="215"/>
                </a:lnTo>
                <a:moveTo>
                  <a:pt x="214" y="215"/>
                </a:moveTo>
                <a:lnTo>
                  <a:pt x="536" y="215"/>
                </a:lnTo>
                <a:moveTo>
                  <a:pt x="643" y="215"/>
                </a:moveTo>
                <a:lnTo>
                  <a:pt x="750" y="215"/>
                </a:lnTo>
                <a:moveTo>
                  <a:pt x="1287" y="215"/>
                </a:moveTo>
                <a:lnTo>
                  <a:pt x="1394" y="215"/>
                </a:lnTo>
                <a:moveTo>
                  <a:pt x="1608" y="215"/>
                </a:moveTo>
                <a:lnTo>
                  <a:pt x="1931" y="215"/>
                </a:lnTo>
                <a:moveTo>
                  <a:pt x="2146" y="215"/>
                </a:moveTo>
                <a:lnTo>
                  <a:pt x="2253" y="215"/>
                </a:lnTo>
                <a:moveTo>
                  <a:pt x="2789" y="215"/>
                </a:moveTo>
                <a:lnTo>
                  <a:pt x="2897" y="215"/>
                </a:lnTo>
                <a:moveTo>
                  <a:pt x="3004" y="215"/>
                </a:moveTo>
                <a:lnTo>
                  <a:pt x="3326" y="215"/>
                </a:lnTo>
                <a:moveTo>
                  <a:pt x="3433" y="215"/>
                </a:moveTo>
                <a:lnTo>
                  <a:pt x="3540" y="215"/>
                </a:lnTo>
                <a:moveTo>
                  <a:pt x="0" y="322"/>
                </a:moveTo>
                <a:lnTo>
                  <a:pt x="107" y="322"/>
                </a:lnTo>
                <a:moveTo>
                  <a:pt x="214" y="322"/>
                </a:moveTo>
                <a:lnTo>
                  <a:pt x="536" y="322"/>
                </a:lnTo>
                <a:moveTo>
                  <a:pt x="643" y="322"/>
                </a:moveTo>
                <a:lnTo>
                  <a:pt x="750" y="322"/>
                </a:lnTo>
                <a:moveTo>
                  <a:pt x="858" y="322"/>
                </a:moveTo>
                <a:lnTo>
                  <a:pt x="965" y="322"/>
                </a:lnTo>
                <a:moveTo>
                  <a:pt x="1072" y="322"/>
                </a:moveTo>
                <a:lnTo>
                  <a:pt x="1394" y="322"/>
                </a:lnTo>
                <a:moveTo>
                  <a:pt x="1501" y="322"/>
                </a:moveTo>
                <a:lnTo>
                  <a:pt x="1824" y="322"/>
                </a:lnTo>
                <a:moveTo>
                  <a:pt x="2360" y="322"/>
                </a:moveTo>
                <a:lnTo>
                  <a:pt x="2468" y="322"/>
                </a:lnTo>
                <a:moveTo>
                  <a:pt x="2789" y="322"/>
                </a:moveTo>
                <a:lnTo>
                  <a:pt x="2897" y="322"/>
                </a:lnTo>
                <a:moveTo>
                  <a:pt x="3004" y="322"/>
                </a:moveTo>
                <a:lnTo>
                  <a:pt x="3326" y="322"/>
                </a:lnTo>
                <a:moveTo>
                  <a:pt x="3433" y="322"/>
                </a:moveTo>
                <a:lnTo>
                  <a:pt x="3540" y="322"/>
                </a:lnTo>
                <a:moveTo>
                  <a:pt x="0" y="429"/>
                </a:moveTo>
                <a:lnTo>
                  <a:pt x="107" y="429"/>
                </a:lnTo>
                <a:moveTo>
                  <a:pt x="214" y="429"/>
                </a:moveTo>
                <a:lnTo>
                  <a:pt x="536" y="429"/>
                </a:lnTo>
                <a:moveTo>
                  <a:pt x="643" y="429"/>
                </a:moveTo>
                <a:lnTo>
                  <a:pt x="750" y="429"/>
                </a:lnTo>
                <a:moveTo>
                  <a:pt x="965" y="429"/>
                </a:moveTo>
                <a:lnTo>
                  <a:pt x="1072" y="429"/>
                </a:lnTo>
                <a:moveTo>
                  <a:pt x="1287" y="429"/>
                </a:moveTo>
                <a:lnTo>
                  <a:pt x="1608" y="429"/>
                </a:lnTo>
                <a:moveTo>
                  <a:pt x="1824" y="429"/>
                </a:moveTo>
                <a:lnTo>
                  <a:pt x="1931" y="429"/>
                </a:lnTo>
                <a:moveTo>
                  <a:pt x="2146" y="429"/>
                </a:moveTo>
                <a:lnTo>
                  <a:pt x="2253" y="429"/>
                </a:lnTo>
                <a:moveTo>
                  <a:pt x="2360" y="429"/>
                </a:moveTo>
                <a:lnTo>
                  <a:pt x="2468" y="429"/>
                </a:lnTo>
                <a:moveTo>
                  <a:pt x="2575" y="429"/>
                </a:moveTo>
                <a:lnTo>
                  <a:pt x="2682" y="429"/>
                </a:lnTo>
                <a:moveTo>
                  <a:pt x="2789" y="429"/>
                </a:moveTo>
                <a:lnTo>
                  <a:pt x="2897" y="429"/>
                </a:lnTo>
                <a:moveTo>
                  <a:pt x="3004" y="429"/>
                </a:moveTo>
                <a:lnTo>
                  <a:pt x="3326" y="429"/>
                </a:lnTo>
                <a:moveTo>
                  <a:pt x="3433" y="429"/>
                </a:moveTo>
                <a:lnTo>
                  <a:pt x="3540" y="429"/>
                </a:lnTo>
                <a:moveTo>
                  <a:pt x="0" y="537"/>
                </a:moveTo>
                <a:lnTo>
                  <a:pt x="107" y="537"/>
                </a:lnTo>
                <a:moveTo>
                  <a:pt x="643" y="537"/>
                </a:moveTo>
                <a:lnTo>
                  <a:pt x="750" y="537"/>
                </a:lnTo>
                <a:moveTo>
                  <a:pt x="1072" y="537"/>
                </a:moveTo>
                <a:lnTo>
                  <a:pt x="1179" y="537"/>
                </a:lnTo>
                <a:moveTo>
                  <a:pt x="1394" y="537"/>
                </a:moveTo>
                <a:lnTo>
                  <a:pt x="1501" y="537"/>
                </a:lnTo>
                <a:moveTo>
                  <a:pt x="1824" y="537"/>
                </a:moveTo>
                <a:lnTo>
                  <a:pt x="1931" y="537"/>
                </a:lnTo>
                <a:moveTo>
                  <a:pt x="2039" y="537"/>
                </a:moveTo>
                <a:lnTo>
                  <a:pt x="2146" y="537"/>
                </a:lnTo>
                <a:moveTo>
                  <a:pt x="2253" y="537"/>
                </a:moveTo>
                <a:lnTo>
                  <a:pt x="2468" y="537"/>
                </a:lnTo>
                <a:moveTo>
                  <a:pt x="2789" y="537"/>
                </a:moveTo>
                <a:lnTo>
                  <a:pt x="2897" y="537"/>
                </a:lnTo>
                <a:moveTo>
                  <a:pt x="3433" y="537"/>
                </a:moveTo>
                <a:lnTo>
                  <a:pt x="3540" y="537"/>
                </a:lnTo>
                <a:moveTo>
                  <a:pt x="0" y="644"/>
                </a:moveTo>
                <a:lnTo>
                  <a:pt x="750" y="644"/>
                </a:lnTo>
                <a:moveTo>
                  <a:pt x="858" y="644"/>
                </a:moveTo>
                <a:lnTo>
                  <a:pt x="965" y="644"/>
                </a:lnTo>
                <a:moveTo>
                  <a:pt x="1072" y="644"/>
                </a:moveTo>
                <a:lnTo>
                  <a:pt x="1179" y="644"/>
                </a:lnTo>
                <a:moveTo>
                  <a:pt x="1287" y="644"/>
                </a:moveTo>
                <a:lnTo>
                  <a:pt x="1394" y="644"/>
                </a:lnTo>
                <a:moveTo>
                  <a:pt x="1501" y="644"/>
                </a:moveTo>
                <a:lnTo>
                  <a:pt x="1608" y="644"/>
                </a:lnTo>
                <a:moveTo>
                  <a:pt x="1716" y="644"/>
                </a:moveTo>
                <a:lnTo>
                  <a:pt x="1824" y="644"/>
                </a:lnTo>
                <a:moveTo>
                  <a:pt x="1931" y="644"/>
                </a:moveTo>
                <a:lnTo>
                  <a:pt x="2039" y="644"/>
                </a:lnTo>
                <a:moveTo>
                  <a:pt x="2146" y="644"/>
                </a:moveTo>
                <a:lnTo>
                  <a:pt x="2253" y="644"/>
                </a:lnTo>
                <a:moveTo>
                  <a:pt x="2360" y="644"/>
                </a:moveTo>
                <a:lnTo>
                  <a:pt x="2468" y="644"/>
                </a:lnTo>
                <a:moveTo>
                  <a:pt x="2575" y="644"/>
                </a:moveTo>
                <a:lnTo>
                  <a:pt x="2682" y="644"/>
                </a:lnTo>
                <a:moveTo>
                  <a:pt x="2789" y="644"/>
                </a:moveTo>
                <a:lnTo>
                  <a:pt x="3540" y="644"/>
                </a:lnTo>
                <a:moveTo>
                  <a:pt x="858" y="751"/>
                </a:moveTo>
                <a:lnTo>
                  <a:pt x="965" y="751"/>
                </a:lnTo>
                <a:moveTo>
                  <a:pt x="1179" y="751"/>
                </a:moveTo>
                <a:lnTo>
                  <a:pt x="1394" y="751"/>
                </a:lnTo>
                <a:moveTo>
                  <a:pt x="1824" y="751"/>
                </a:moveTo>
                <a:lnTo>
                  <a:pt x="2039" y="751"/>
                </a:lnTo>
                <a:moveTo>
                  <a:pt x="2146" y="751"/>
                </a:moveTo>
                <a:lnTo>
                  <a:pt x="2253" y="751"/>
                </a:lnTo>
                <a:moveTo>
                  <a:pt x="2468" y="751"/>
                </a:moveTo>
                <a:lnTo>
                  <a:pt x="2682" y="751"/>
                </a:lnTo>
                <a:moveTo>
                  <a:pt x="0" y="859"/>
                </a:moveTo>
                <a:lnTo>
                  <a:pt x="107" y="859"/>
                </a:lnTo>
                <a:moveTo>
                  <a:pt x="214" y="859"/>
                </a:moveTo>
                <a:lnTo>
                  <a:pt x="429" y="859"/>
                </a:lnTo>
                <a:moveTo>
                  <a:pt x="536" y="859"/>
                </a:moveTo>
                <a:lnTo>
                  <a:pt x="858" y="859"/>
                </a:lnTo>
                <a:moveTo>
                  <a:pt x="1072" y="859"/>
                </a:moveTo>
                <a:lnTo>
                  <a:pt x="1179" y="859"/>
                </a:lnTo>
                <a:moveTo>
                  <a:pt x="1501" y="859"/>
                </a:moveTo>
                <a:lnTo>
                  <a:pt x="1608" y="859"/>
                </a:lnTo>
                <a:moveTo>
                  <a:pt x="1824" y="859"/>
                </a:moveTo>
                <a:lnTo>
                  <a:pt x="2146" y="859"/>
                </a:lnTo>
                <a:moveTo>
                  <a:pt x="2253" y="859"/>
                </a:moveTo>
                <a:lnTo>
                  <a:pt x="2468" y="859"/>
                </a:lnTo>
                <a:moveTo>
                  <a:pt x="2789" y="859"/>
                </a:moveTo>
                <a:lnTo>
                  <a:pt x="2897" y="859"/>
                </a:lnTo>
                <a:moveTo>
                  <a:pt x="3111" y="859"/>
                </a:moveTo>
                <a:lnTo>
                  <a:pt x="3218" y="859"/>
                </a:lnTo>
                <a:moveTo>
                  <a:pt x="3326" y="859"/>
                </a:moveTo>
                <a:lnTo>
                  <a:pt x="3540" y="859"/>
                </a:lnTo>
                <a:moveTo>
                  <a:pt x="107" y="966"/>
                </a:moveTo>
                <a:lnTo>
                  <a:pt x="429" y="966"/>
                </a:lnTo>
                <a:moveTo>
                  <a:pt x="536" y="966"/>
                </a:moveTo>
                <a:lnTo>
                  <a:pt x="643" y="966"/>
                </a:lnTo>
                <a:moveTo>
                  <a:pt x="750" y="966"/>
                </a:moveTo>
                <a:lnTo>
                  <a:pt x="858" y="966"/>
                </a:lnTo>
                <a:moveTo>
                  <a:pt x="1072" y="966"/>
                </a:moveTo>
                <a:lnTo>
                  <a:pt x="1179" y="966"/>
                </a:lnTo>
                <a:moveTo>
                  <a:pt x="1287" y="966"/>
                </a:moveTo>
                <a:lnTo>
                  <a:pt x="1394" y="966"/>
                </a:lnTo>
                <a:moveTo>
                  <a:pt x="1501" y="966"/>
                </a:moveTo>
                <a:lnTo>
                  <a:pt x="1608" y="966"/>
                </a:lnTo>
                <a:moveTo>
                  <a:pt x="1716" y="966"/>
                </a:moveTo>
                <a:lnTo>
                  <a:pt x="1824" y="966"/>
                </a:lnTo>
                <a:moveTo>
                  <a:pt x="2039" y="966"/>
                </a:moveTo>
                <a:lnTo>
                  <a:pt x="2360" y="966"/>
                </a:lnTo>
                <a:moveTo>
                  <a:pt x="2468" y="966"/>
                </a:moveTo>
                <a:lnTo>
                  <a:pt x="2575" y="966"/>
                </a:lnTo>
                <a:moveTo>
                  <a:pt x="2789" y="966"/>
                </a:moveTo>
                <a:lnTo>
                  <a:pt x="3004" y="966"/>
                </a:lnTo>
                <a:moveTo>
                  <a:pt x="3111" y="966"/>
                </a:moveTo>
                <a:lnTo>
                  <a:pt x="3540" y="966"/>
                </a:lnTo>
                <a:moveTo>
                  <a:pt x="107" y="1073"/>
                </a:moveTo>
                <a:lnTo>
                  <a:pt x="214" y="1073"/>
                </a:lnTo>
                <a:moveTo>
                  <a:pt x="321" y="1073"/>
                </a:moveTo>
                <a:lnTo>
                  <a:pt x="750" y="1073"/>
                </a:lnTo>
                <a:moveTo>
                  <a:pt x="858" y="1073"/>
                </a:moveTo>
                <a:lnTo>
                  <a:pt x="965" y="1073"/>
                </a:lnTo>
                <a:moveTo>
                  <a:pt x="1287" y="1073"/>
                </a:moveTo>
                <a:lnTo>
                  <a:pt x="1394" y="1073"/>
                </a:lnTo>
                <a:moveTo>
                  <a:pt x="1501" y="1073"/>
                </a:moveTo>
                <a:lnTo>
                  <a:pt x="1608" y="1073"/>
                </a:lnTo>
                <a:moveTo>
                  <a:pt x="1716" y="1073"/>
                </a:moveTo>
                <a:lnTo>
                  <a:pt x="1931" y="1073"/>
                </a:lnTo>
                <a:moveTo>
                  <a:pt x="2146" y="1073"/>
                </a:moveTo>
                <a:lnTo>
                  <a:pt x="2253" y="1073"/>
                </a:lnTo>
                <a:moveTo>
                  <a:pt x="2360" y="1073"/>
                </a:moveTo>
                <a:lnTo>
                  <a:pt x="2575" y="1073"/>
                </a:lnTo>
                <a:moveTo>
                  <a:pt x="2682" y="1073"/>
                </a:moveTo>
                <a:lnTo>
                  <a:pt x="2789" y="1073"/>
                </a:lnTo>
                <a:moveTo>
                  <a:pt x="2897" y="1073"/>
                </a:moveTo>
                <a:lnTo>
                  <a:pt x="3218" y="1073"/>
                </a:lnTo>
                <a:moveTo>
                  <a:pt x="3326" y="1073"/>
                </a:moveTo>
                <a:lnTo>
                  <a:pt x="3540" y="1073"/>
                </a:lnTo>
                <a:moveTo>
                  <a:pt x="0" y="1180"/>
                </a:moveTo>
                <a:lnTo>
                  <a:pt x="214" y="1180"/>
                </a:lnTo>
                <a:moveTo>
                  <a:pt x="321" y="1180"/>
                </a:moveTo>
                <a:lnTo>
                  <a:pt x="643" y="1180"/>
                </a:lnTo>
                <a:moveTo>
                  <a:pt x="750" y="1180"/>
                </a:moveTo>
                <a:lnTo>
                  <a:pt x="858" y="1180"/>
                </a:lnTo>
                <a:moveTo>
                  <a:pt x="1179" y="1180"/>
                </a:moveTo>
                <a:lnTo>
                  <a:pt x="1824" y="1180"/>
                </a:lnTo>
                <a:moveTo>
                  <a:pt x="1931" y="1180"/>
                </a:moveTo>
                <a:lnTo>
                  <a:pt x="2039" y="1180"/>
                </a:lnTo>
                <a:moveTo>
                  <a:pt x="2360" y="1180"/>
                </a:moveTo>
                <a:lnTo>
                  <a:pt x="2468" y="1180"/>
                </a:lnTo>
                <a:moveTo>
                  <a:pt x="2575" y="1180"/>
                </a:moveTo>
                <a:lnTo>
                  <a:pt x="2789" y="1180"/>
                </a:lnTo>
                <a:moveTo>
                  <a:pt x="2897" y="1180"/>
                </a:moveTo>
                <a:lnTo>
                  <a:pt x="3004" y="1180"/>
                </a:lnTo>
                <a:moveTo>
                  <a:pt x="3111" y="1180"/>
                </a:moveTo>
                <a:lnTo>
                  <a:pt x="3218" y="1180"/>
                </a:lnTo>
                <a:moveTo>
                  <a:pt x="3433" y="1180"/>
                </a:moveTo>
                <a:lnTo>
                  <a:pt x="3540" y="1180"/>
                </a:lnTo>
                <a:moveTo>
                  <a:pt x="214" y="1288"/>
                </a:moveTo>
                <a:lnTo>
                  <a:pt x="750" y="1288"/>
                </a:lnTo>
                <a:moveTo>
                  <a:pt x="858" y="1288"/>
                </a:moveTo>
                <a:lnTo>
                  <a:pt x="1072" y="1288"/>
                </a:lnTo>
                <a:moveTo>
                  <a:pt x="1608" y="1288"/>
                </a:moveTo>
                <a:lnTo>
                  <a:pt x="1716" y="1288"/>
                </a:lnTo>
                <a:moveTo>
                  <a:pt x="1931" y="1288"/>
                </a:moveTo>
                <a:lnTo>
                  <a:pt x="2146" y="1288"/>
                </a:lnTo>
                <a:moveTo>
                  <a:pt x="2360" y="1288"/>
                </a:moveTo>
                <a:lnTo>
                  <a:pt x="2575" y="1288"/>
                </a:lnTo>
                <a:moveTo>
                  <a:pt x="2897" y="1288"/>
                </a:moveTo>
                <a:lnTo>
                  <a:pt x="3218" y="1288"/>
                </a:lnTo>
                <a:moveTo>
                  <a:pt x="3326" y="1288"/>
                </a:moveTo>
                <a:lnTo>
                  <a:pt x="3540" y="1288"/>
                </a:lnTo>
                <a:moveTo>
                  <a:pt x="321" y="1395"/>
                </a:moveTo>
                <a:lnTo>
                  <a:pt x="643" y="1395"/>
                </a:lnTo>
                <a:moveTo>
                  <a:pt x="750" y="1395"/>
                </a:moveTo>
                <a:lnTo>
                  <a:pt x="858" y="1395"/>
                </a:lnTo>
                <a:moveTo>
                  <a:pt x="965" y="1395"/>
                </a:moveTo>
                <a:lnTo>
                  <a:pt x="1179" y="1395"/>
                </a:lnTo>
                <a:moveTo>
                  <a:pt x="1394" y="1395"/>
                </a:moveTo>
                <a:lnTo>
                  <a:pt x="1501" y="1395"/>
                </a:lnTo>
                <a:moveTo>
                  <a:pt x="1716" y="1395"/>
                </a:moveTo>
                <a:lnTo>
                  <a:pt x="2039" y="1395"/>
                </a:lnTo>
                <a:moveTo>
                  <a:pt x="2146" y="1395"/>
                </a:moveTo>
                <a:lnTo>
                  <a:pt x="2360" y="1395"/>
                </a:lnTo>
                <a:moveTo>
                  <a:pt x="2575" y="1395"/>
                </a:moveTo>
                <a:lnTo>
                  <a:pt x="2789" y="1395"/>
                </a:lnTo>
                <a:moveTo>
                  <a:pt x="2897" y="1395"/>
                </a:moveTo>
                <a:lnTo>
                  <a:pt x="3004" y="1395"/>
                </a:lnTo>
                <a:moveTo>
                  <a:pt x="3111" y="1395"/>
                </a:moveTo>
                <a:lnTo>
                  <a:pt x="3218" y="1395"/>
                </a:lnTo>
                <a:moveTo>
                  <a:pt x="3326" y="1395"/>
                </a:moveTo>
                <a:lnTo>
                  <a:pt x="3433" y="1395"/>
                </a:lnTo>
                <a:moveTo>
                  <a:pt x="0" y="1502"/>
                </a:moveTo>
                <a:lnTo>
                  <a:pt x="107" y="1502"/>
                </a:lnTo>
                <a:moveTo>
                  <a:pt x="214" y="1502"/>
                </a:moveTo>
                <a:lnTo>
                  <a:pt x="429" y="1502"/>
                </a:lnTo>
                <a:moveTo>
                  <a:pt x="536" y="1502"/>
                </a:moveTo>
                <a:lnTo>
                  <a:pt x="1179" y="1502"/>
                </a:lnTo>
                <a:moveTo>
                  <a:pt x="1287" y="1502"/>
                </a:moveTo>
                <a:lnTo>
                  <a:pt x="1394" y="1502"/>
                </a:lnTo>
                <a:moveTo>
                  <a:pt x="1608" y="1502"/>
                </a:moveTo>
                <a:lnTo>
                  <a:pt x="1824" y="1502"/>
                </a:lnTo>
                <a:moveTo>
                  <a:pt x="1931" y="1502"/>
                </a:moveTo>
                <a:lnTo>
                  <a:pt x="2146" y="1502"/>
                </a:lnTo>
                <a:moveTo>
                  <a:pt x="2253" y="1502"/>
                </a:moveTo>
                <a:lnTo>
                  <a:pt x="2360" y="1502"/>
                </a:lnTo>
                <a:moveTo>
                  <a:pt x="2575" y="1502"/>
                </a:moveTo>
                <a:lnTo>
                  <a:pt x="2682" y="1502"/>
                </a:lnTo>
                <a:moveTo>
                  <a:pt x="2789" y="1502"/>
                </a:moveTo>
                <a:lnTo>
                  <a:pt x="2897" y="1502"/>
                </a:lnTo>
                <a:moveTo>
                  <a:pt x="3004" y="1502"/>
                </a:moveTo>
                <a:lnTo>
                  <a:pt x="3111" y="1502"/>
                </a:lnTo>
                <a:moveTo>
                  <a:pt x="3218" y="1502"/>
                </a:moveTo>
                <a:lnTo>
                  <a:pt x="3326" y="1502"/>
                </a:lnTo>
                <a:moveTo>
                  <a:pt x="0" y="1609"/>
                </a:moveTo>
                <a:lnTo>
                  <a:pt x="107" y="1609"/>
                </a:lnTo>
                <a:moveTo>
                  <a:pt x="321" y="1609"/>
                </a:moveTo>
                <a:lnTo>
                  <a:pt x="429" y="1609"/>
                </a:lnTo>
                <a:moveTo>
                  <a:pt x="750" y="1609"/>
                </a:moveTo>
                <a:lnTo>
                  <a:pt x="1072" y="1609"/>
                </a:lnTo>
                <a:moveTo>
                  <a:pt x="1394" y="1609"/>
                </a:moveTo>
                <a:lnTo>
                  <a:pt x="1501" y="1609"/>
                </a:lnTo>
                <a:moveTo>
                  <a:pt x="1716" y="1609"/>
                </a:moveTo>
                <a:lnTo>
                  <a:pt x="1824" y="1609"/>
                </a:lnTo>
                <a:moveTo>
                  <a:pt x="2146" y="1609"/>
                </a:moveTo>
                <a:lnTo>
                  <a:pt x="2360" y="1609"/>
                </a:lnTo>
                <a:moveTo>
                  <a:pt x="2682" y="1609"/>
                </a:moveTo>
                <a:lnTo>
                  <a:pt x="3326" y="1609"/>
                </a:lnTo>
                <a:moveTo>
                  <a:pt x="429" y="1717"/>
                </a:moveTo>
                <a:lnTo>
                  <a:pt x="750" y="1717"/>
                </a:lnTo>
                <a:moveTo>
                  <a:pt x="1072" y="1717"/>
                </a:moveTo>
                <a:lnTo>
                  <a:pt x="1394" y="1717"/>
                </a:lnTo>
                <a:moveTo>
                  <a:pt x="1608" y="1717"/>
                </a:moveTo>
                <a:lnTo>
                  <a:pt x="1716" y="1717"/>
                </a:lnTo>
                <a:moveTo>
                  <a:pt x="1931" y="1717"/>
                </a:moveTo>
                <a:lnTo>
                  <a:pt x="2468" y="1717"/>
                </a:lnTo>
                <a:moveTo>
                  <a:pt x="2682" y="1717"/>
                </a:moveTo>
                <a:lnTo>
                  <a:pt x="2897" y="1717"/>
                </a:lnTo>
                <a:moveTo>
                  <a:pt x="3004" y="1717"/>
                </a:moveTo>
                <a:lnTo>
                  <a:pt x="3326" y="1717"/>
                </a:lnTo>
                <a:moveTo>
                  <a:pt x="107" y="1824"/>
                </a:moveTo>
                <a:lnTo>
                  <a:pt x="214" y="1824"/>
                </a:lnTo>
                <a:moveTo>
                  <a:pt x="321" y="1824"/>
                </a:moveTo>
                <a:lnTo>
                  <a:pt x="429" y="1824"/>
                </a:lnTo>
                <a:moveTo>
                  <a:pt x="750" y="1824"/>
                </a:moveTo>
                <a:lnTo>
                  <a:pt x="858" y="1824"/>
                </a:lnTo>
                <a:moveTo>
                  <a:pt x="1179" y="1824"/>
                </a:moveTo>
                <a:lnTo>
                  <a:pt x="1287" y="1824"/>
                </a:lnTo>
                <a:moveTo>
                  <a:pt x="1394" y="1824"/>
                </a:moveTo>
                <a:lnTo>
                  <a:pt x="1716" y="1824"/>
                </a:lnTo>
                <a:moveTo>
                  <a:pt x="1824" y="1824"/>
                </a:moveTo>
                <a:lnTo>
                  <a:pt x="1931" y="1824"/>
                </a:lnTo>
                <a:moveTo>
                  <a:pt x="2146" y="1824"/>
                </a:moveTo>
                <a:lnTo>
                  <a:pt x="2897" y="1824"/>
                </a:lnTo>
                <a:moveTo>
                  <a:pt x="3004" y="1824"/>
                </a:moveTo>
                <a:lnTo>
                  <a:pt x="3218" y="1824"/>
                </a:lnTo>
                <a:moveTo>
                  <a:pt x="3326" y="1824"/>
                </a:moveTo>
                <a:lnTo>
                  <a:pt x="3540" y="1824"/>
                </a:lnTo>
                <a:moveTo>
                  <a:pt x="0" y="1931"/>
                </a:moveTo>
                <a:lnTo>
                  <a:pt x="107" y="1931"/>
                </a:lnTo>
                <a:moveTo>
                  <a:pt x="214" y="1931"/>
                </a:moveTo>
                <a:lnTo>
                  <a:pt x="536" y="1931"/>
                </a:lnTo>
                <a:moveTo>
                  <a:pt x="643" y="1931"/>
                </a:moveTo>
                <a:lnTo>
                  <a:pt x="750" y="1931"/>
                </a:lnTo>
                <a:moveTo>
                  <a:pt x="858" y="1931"/>
                </a:moveTo>
                <a:lnTo>
                  <a:pt x="1287" y="1931"/>
                </a:lnTo>
                <a:moveTo>
                  <a:pt x="1501" y="1931"/>
                </a:moveTo>
                <a:lnTo>
                  <a:pt x="1931" y="1931"/>
                </a:lnTo>
                <a:moveTo>
                  <a:pt x="2146" y="1931"/>
                </a:moveTo>
                <a:lnTo>
                  <a:pt x="2253" y="1931"/>
                </a:lnTo>
                <a:moveTo>
                  <a:pt x="2360" y="1931"/>
                </a:moveTo>
                <a:lnTo>
                  <a:pt x="2468" y="1931"/>
                </a:lnTo>
                <a:moveTo>
                  <a:pt x="2575" y="1931"/>
                </a:moveTo>
                <a:lnTo>
                  <a:pt x="2789" y="1931"/>
                </a:lnTo>
                <a:moveTo>
                  <a:pt x="2897" y="1931"/>
                </a:moveTo>
                <a:lnTo>
                  <a:pt x="3111" y="1931"/>
                </a:lnTo>
                <a:moveTo>
                  <a:pt x="3218" y="1931"/>
                </a:moveTo>
                <a:lnTo>
                  <a:pt x="3326" y="1931"/>
                </a:lnTo>
                <a:moveTo>
                  <a:pt x="0" y="2038"/>
                </a:moveTo>
                <a:lnTo>
                  <a:pt x="107" y="2038"/>
                </a:lnTo>
                <a:moveTo>
                  <a:pt x="429" y="2038"/>
                </a:moveTo>
                <a:lnTo>
                  <a:pt x="536" y="2038"/>
                </a:lnTo>
                <a:moveTo>
                  <a:pt x="965" y="2038"/>
                </a:moveTo>
                <a:lnTo>
                  <a:pt x="1072" y="2038"/>
                </a:lnTo>
                <a:moveTo>
                  <a:pt x="1394" y="2038"/>
                </a:moveTo>
                <a:lnTo>
                  <a:pt x="1608" y="2038"/>
                </a:lnTo>
                <a:moveTo>
                  <a:pt x="1716" y="2038"/>
                </a:moveTo>
                <a:lnTo>
                  <a:pt x="1824" y="2038"/>
                </a:lnTo>
                <a:moveTo>
                  <a:pt x="2039" y="2038"/>
                </a:moveTo>
                <a:lnTo>
                  <a:pt x="2146" y="2038"/>
                </a:lnTo>
                <a:moveTo>
                  <a:pt x="2360" y="2038"/>
                </a:moveTo>
                <a:lnTo>
                  <a:pt x="2789" y="2038"/>
                </a:lnTo>
                <a:moveTo>
                  <a:pt x="3004" y="2038"/>
                </a:moveTo>
                <a:lnTo>
                  <a:pt x="3111" y="2038"/>
                </a:lnTo>
                <a:moveTo>
                  <a:pt x="3326" y="2038"/>
                </a:moveTo>
                <a:lnTo>
                  <a:pt x="3433" y="2038"/>
                </a:lnTo>
                <a:moveTo>
                  <a:pt x="214" y="2146"/>
                </a:moveTo>
                <a:lnTo>
                  <a:pt x="321" y="2146"/>
                </a:lnTo>
                <a:moveTo>
                  <a:pt x="643" y="2146"/>
                </a:moveTo>
                <a:lnTo>
                  <a:pt x="750" y="2146"/>
                </a:lnTo>
                <a:moveTo>
                  <a:pt x="858" y="2146"/>
                </a:moveTo>
                <a:lnTo>
                  <a:pt x="965" y="2146"/>
                </a:lnTo>
                <a:moveTo>
                  <a:pt x="1072" y="2146"/>
                </a:moveTo>
                <a:lnTo>
                  <a:pt x="1287" y="2146"/>
                </a:lnTo>
                <a:moveTo>
                  <a:pt x="1394" y="2146"/>
                </a:moveTo>
                <a:lnTo>
                  <a:pt x="1501" y="2146"/>
                </a:lnTo>
                <a:moveTo>
                  <a:pt x="1608" y="2146"/>
                </a:moveTo>
                <a:lnTo>
                  <a:pt x="1716" y="2146"/>
                </a:lnTo>
                <a:moveTo>
                  <a:pt x="1931" y="2146"/>
                </a:moveTo>
                <a:lnTo>
                  <a:pt x="2039" y="2146"/>
                </a:lnTo>
                <a:moveTo>
                  <a:pt x="2253" y="2146"/>
                </a:moveTo>
                <a:lnTo>
                  <a:pt x="2360" y="2146"/>
                </a:lnTo>
                <a:moveTo>
                  <a:pt x="3111" y="2146"/>
                </a:moveTo>
                <a:lnTo>
                  <a:pt x="3326" y="2146"/>
                </a:lnTo>
                <a:moveTo>
                  <a:pt x="3433" y="2146"/>
                </a:moveTo>
                <a:lnTo>
                  <a:pt x="3540" y="2146"/>
                </a:lnTo>
                <a:moveTo>
                  <a:pt x="0" y="2253"/>
                </a:moveTo>
                <a:lnTo>
                  <a:pt x="214" y="2253"/>
                </a:lnTo>
                <a:moveTo>
                  <a:pt x="321" y="2253"/>
                </a:moveTo>
                <a:lnTo>
                  <a:pt x="536" y="2253"/>
                </a:lnTo>
                <a:moveTo>
                  <a:pt x="750" y="2253"/>
                </a:moveTo>
                <a:lnTo>
                  <a:pt x="965" y="2253"/>
                </a:lnTo>
                <a:moveTo>
                  <a:pt x="1072" y="2253"/>
                </a:moveTo>
                <a:lnTo>
                  <a:pt x="1179" y="2253"/>
                </a:lnTo>
                <a:moveTo>
                  <a:pt x="1287" y="2253"/>
                </a:moveTo>
                <a:lnTo>
                  <a:pt x="1394" y="2253"/>
                </a:lnTo>
                <a:moveTo>
                  <a:pt x="1608" y="2253"/>
                </a:moveTo>
                <a:lnTo>
                  <a:pt x="1716" y="2253"/>
                </a:lnTo>
                <a:moveTo>
                  <a:pt x="1931" y="2253"/>
                </a:moveTo>
                <a:lnTo>
                  <a:pt x="2897" y="2253"/>
                </a:lnTo>
                <a:moveTo>
                  <a:pt x="3433" y="2253"/>
                </a:moveTo>
                <a:lnTo>
                  <a:pt x="3540" y="2253"/>
                </a:lnTo>
                <a:moveTo>
                  <a:pt x="214" y="2360"/>
                </a:moveTo>
                <a:lnTo>
                  <a:pt x="321" y="2360"/>
                </a:lnTo>
                <a:moveTo>
                  <a:pt x="643" y="2360"/>
                </a:moveTo>
                <a:lnTo>
                  <a:pt x="858" y="2360"/>
                </a:lnTo>
                <a:moveTo>
                  <a:pt x="1179" y="2360"/>
                </a:moveTo>
                <a:lnTo>
                  <a:pt x="1394" y="2360"/>
                </a:lnTo>
                <a:moveTo>
                  <a:pt x="1501" y="2360"/>
                </a:moveTo>
                <a:lnTo>
                  <a:pt x="1608" y="2360"/>
                </a:lnTo>
                <a:moveTo>
                  <a:pt x="1716" y="2360"/>
                </a:moveTo>
                <a:lnTo>
                  <a:pt x="2039" y="2360"/>
                </a:lnTo>
                <a:moveTo>
                  <a:pt x="2253" y="2360"/>
                </a:moveTo>
                <a:lnTo>
                  <a:pt x="2360" y="2360"/>
                </a:lnTo>
                <a:moveTo>
                  <a:pt x="2468" y="2360"/>
                </a:moveTo>
                <a:lnTo>
                  <a:pt x="2575" y="2360"/>
                </a:lnTo>
                <a:moveTo>
                  <a:pt x="2682" y="2360"/>
                </a:moveTo>
                <a:lnTo>
                  <a:pt x="3004" y="2360"/>
                </a:lnTo>
                <a:moveTo>
                  <a:pt x="3326" y="2360"/>
                </a:moveTo>
                <a:lnTo>
                  <a:pt x="3540" y="2360"/>
                </a:lnTo>
                <a:moveTo>
                  <a:pt x="107" y="2467"/>
                </a:moveTo>
                <a:lnTo>
                  <a:pt x="321" y="2467"/>
                </a:lnTo>
                <a:moveTo>
                  <a:pt x="429" y="2467"/>
                </a:moveTo>
                <a:lnTo>
                  <a:pt x="643" y="2467"/>
                </a:lnTo>
                <a:moveTo>
                  <a:pt x="750" y="2467"/>
                </a:moveTo>
                <a:lnTo>
                  <a:pt x="1179" y="2467"/>
                </a:lnTo>
                <a:moveTo>
                  <a:pt x="1716" y="2467"/>
                </a:moveTo>
                <a:lnTo>
                  <a:pt x="1824" y="2467"/>
                </a:lnTo>
                <a:moveTo>
                  <a:pt x="1931" y="2467"/>
                </a:moveTo>
                <a:lnTo>
                  <a:pt x="2146" y="2467"/>
                </a:lnTo>
                <a:moveTo>
                  <a:pt x="2468" y="2467"/>
                </a:moveTo>
                <a:lnTo>
                  <a:pt x="2575" y="2467"/>
                </a:lnTo>
                <a:moveTo>
                  <a:pt x="2789" y="2467"/>
                </a:moveTo>
                <a:lnTo>
                  <a:pt x="3004" y="2467"/>
                </a:lnTo>
                <a:moveTo>
                  <a:pt x="3111" y="2467"/>
                </a:moveTo>
                <a:lnTo>
                  <a:pt x="3218" y="2467"/>
                </a:lnTo>
                <a:moveTo>
                  <a:pt x="3433" y="2467"/>
                </a:moveTo>
                <a:lnTo>
                  <a:pt x="3540" y="2467"/>
                </a:lnTo>
                <a:moveTo>
                  <a:pt x="0" y="2575"/>
                </a:moveTo>
                <a:lnTo>
                  <a:pt x="107" y="2575"/>
                </a:lnTo>
                <a:moveTo>
                  <a:pt x="214" y="2575"/>
                </a:moveTo>
                <a:lnTo>
                  <a:pt x="965" y="2575"/>
                </a:lnTo>
                <a:moveTo>
                  <a:pt x="1072" y="2575"/>
                </a:moveTo>
                <a:lnTo>
                  <a:pt x="1287" y="2575"/>
                </a:lnTo>
                <a:moveTo>
                  <a:pt x="1501" y="2575"/>
                </a:moveTo>
                <a:lnTo>
                  <a:pt x="1716" y="2575"/>
                </a:lnTo>
                <a:moveTo>
                  <a:pt x="1824" y="2575"/>
                </a:moveTo>
                <a:lnTo>
                  <a:pt x="1931" y="2575"/>
                </a:lnTo>
                <a:moveTo>
                  <a:pt x="2360" y="2575"/>
                </a:moveTo>
                <a:lnTo>
                  <a:pt x="2468" y="2575"/>
                </a:lnTo>
                <a:moveTo>
                  <a:pt x="2575" y="2575"/>
                </a:moveTo>
                <a:lnTo>
                  <a:pt x="3218" y="2575"/>
                </a:lnTo>
                <a:moveTo>
                  <a:pt x="858" y="2682"/>
                </a:moveTo>
                <a:lnTo>
                  <a:pt x="1501" y="2682"/>
                </a:lnTo>
                <a:moveTo>
                  <a:pt x="1608" y="2682"/>
                </a:moveTo>
                <a:lnTo>
                  <a:pt x="1716" y="2682"/>
                </a:lnTo>
                <a:moveTo>
                  <a:pt x="1824" y="2682"/>
                </a:moveTo>
                <a:lnTo>
                  <a:pt x="2253" y="2682"/>
                </a:lnTo>
                <a:moveTo>
                  <a:pt x="2575" y="2682"/>
                </a:moveTo>
                <a:lnTo>
                  <a:pt x="2682" y="2682"/>
                </a:lnTo>
                <a:moveTo>
                  <a:pt x="3004" y="2682"/>
                </a:moveTo>
                <a:lnTo>
                  <a:pt x="3218" y="2682"/>
                </a:lnTo>
                <a:moveTo>
                  <a:pt x="0" y="2790"/>
                </a:moveTo>
                <a:lnTo>
                  <a:pt x="750" y="2790"/>
                </a:lnTo>
                <a:moveTo>
                  <a:pt x="858" y="2790"/>
                </a:moveTo>
                <a:lnTo>
                  <a:pt x="1072" y="2790"/>
                </a:lnTo>
                <a:moveTo>
                  <a:pt x="1179" y="2790"/>
                </a:moveTo>
                <a:lnTo>
                  <a:pt x="1501" y="2790"/>
                </a:lnTo>
                <a:moveTo>
                  <a:pt x="2039" y="2790"/>
                </a:moveTo>
                <a:lnTo>
                  <a:pt x="2682" y="2790"/>
                </a:lnTo>
                <a:moveTo>
                  <a:pt x="2789" y="2790"/>
                </a:moveTo>
                <a:lnTo>
                  <a:pt x="2897" y="2790"/>
                </a:lnTo>
                <a:moveTo>
                  <a:pt x="3004" y="2790"/>
                </a:moveTo>
                <a:lnTo>
                  <a:pt x="3111" y="2790"/>
                </a:lnTo>
                <a:moveTo>
                  <a:pt x="0" y="2898"/>
                </a:moveTo>
                <a:lnTo>
                  <a:pt x="107" y="2898"/>
                </a:lnTo>
                <a:moveTo>
                  <a:pt x="643" y="2898"/>
                </a:moveTo>
                <a:lnTo>
                  <a:pt x="750" y="2898"/>
                </a:lnTo>
                <a:moveTo>
                  <a:pt x="858" y="2898"/>
                </a:moveTo>
                <a:lnTo>
                  <a:pt x="965" y="2898"/>
                </a:lnTo>
                <a:moveTo>
                  <a:pt x="1287" y="2898"/>
                </a:moveTo>
                <a:lnTo>
                  <a:pt x="1394" y="2898"/>
                </a:lnTo>
                <a:moveTo>
                  <a:pt x="1501" y="2898"/>
                </a:moveTo>
                <a:lnTo>
                  <a:pt x="1608" y="2898"/>
                </a:lnTo>
                <a:moveTo>
                  <a:pt x="2146" y="2898"/>
                </a:moveTo>
                <a:lnTo>
                  <a:pt x="2360" y="2898"/>
                </a:lnTo>
                <a:moveTo>
                  <a:pt x="2468" y="2898"/>
                </a:moveTo>
                <a:lnTo>
                  <a:pt x="2682" y="2898"/>
                </a:lnTo>
                <a:moveTo>
                  <a:pt x="3004" y="2898"/>
                </a:moveTo>
                <a:lnTo>
                  <a:pt x="3326" y="2898"/>
                </a:lnTo>
                <a:moveTo>
                  <a:pt x="3433" y="2898"/>
                </a:moveTo>
                <a:lnTo>
                  <a:pt x="3540" y="2898"/>
                </a:lnTo>
                <a:moveTo>
                  <a:pt x="0" y="3005"/>
                </a:moveTo>
                <a:lnTo>
                  <a:pt x="107" y="3005"/>
                </a:lnTo>
                <a:moveTo>
                  <a:pt x="214" y="3005"/>
                </a:moveTo>
                <a:lnTo>
                  <a:pt x="536" y="3005"/>
                </a:lnTo>
                <a:moveTo>
                  <a:pt x="643" y="3005"/>
                </a:moveTo>
                <a:lnTo>
                  <a:pt x="750" y="3005"/>
                </a:lnTo>
                <a:moveTo>
                  <a:pt x="965" y="3005"/>
                </a:moveTo>
                <a:lnTo>
                  <a:pt x="1072" y="3005"/>
                </a:lnTo>
                <a:moveTo>
                  <a:pt x="1287" y="3005"/>
                </a:moveTo>
                <a:lnTo>
                  <a:pt x="1394" y="3005"/>
                </a:lnTo>
                <a:moveTo>
                  <a:pt x="1824" y="3005"/>
                </a:moveTo>
                <a:lnTo>
                  <a:pt x="1931" y="3005"/>
                </a:lnTo>
                <a:moveTo>
                  <a:pt x="2039" y="3005"/>
                </a:moveTo>
                <a:lnTo>
                  <a:pt x="3111" y="3005"/>
                </a:lnTo>
                <a:moveTo>
                  <a:pt x="3218" y="3005"/>
                </a:moveTo>
                <a:lnTo>
                  <a:pt x="3326" y="3005"/>
                </a:lnTo>
                <a:moveTo>
                  <a:pt x="3433" y="3005"/>
                </a:moveTo>
                <a:lnTo>
                  <a:pt x="3540" y="3005"/>
                </a:lnTo>
                <a:moveTo>
                  <a:pt x="0" y="3112"/>
                </a:moveTo>
                <a:lnTo>
                  <a:pt x="107" y="3112"/>
                </a:lnTo>
                <a:moveTo>
                  <a:pt x="214" y="3112"/>
                </a:moveTo>
                <a:lnTo>
                  <a:pt x="536" y="3112"/>
                </a:lnTo>
                <a:moveTo>
                  <a:pt x="643" y="3112"/>
                </a:moveTo>
                <a:lnTo>
                  <a:pt x="750" y="3112"/>
                </a:lnTo>
                <a:moveTo>
                  <a:pt x="858" y="3112"/>
                </a:moveTo>
                <a:lnTo>
                  <a:pt x="1179" y="3112"/>
                </a:lnTo>
                <a:moveTo>
                  <a:pt x="1394" y="3112"/>
                </a:moveTo>
                <a:lnTo>
                  <a:pt x="1608" y="3112"/>
                </a:lnTo>
                <a:moveTo>
                  <a:pt x="1931" y="3112"/>
                </a:moveTo>
                <a:lnTo>
                  <a:pt x="2039" y="3112"/>
                </a:lnTo>
                <a:moveTo>
                  <a:pt x="2146" y="3112"/>
                </a:moveTo>
                <a:lnTo>
                  <a:pt x="2575" y="3112"/>
                </a:lnTo>
                <a:moveTo>
                  <a:pt x="2897" y="3112"/>
                </a:moveTo>
                <a:lnTo>
                  <a:pt x="3004" y="3112"/>
                </a:lnTo>
                <a:moveTo>
                  <a:pt x="3433" y="3112"/>
                </a:moveTo>
                <a:lnTo>
                  <a:pt x="3540" y="3112"/>
                </a:lnTo>
                <a:moveTo>
                  <a:pt x="0" y="3219"/>
                </a:moveTo>
                <a:lnTo>
                  <a:pt x="107" y="3219"/>
                </a:lnTo>
                <a:moveTo>
                  <a:pt x="214" y="3219"/>
                </a:moveTo>
                <a:lnTo>
                  <a:pt x="536" y="3219"/>
                </a:lnTo>
                <a:moveTo>
                  <a:pt x="643" y="3219"/>
                </a:moveTo>
                <a:lnTo>
                  <a:pt x="750" y="3219"/>
                </a:lnTo>
                <a:moveTo>
                  <a:pt x="858" y="3219"/>
                </a:moveTo>
                <a:lnTo>
                  <a:pt x="1501" y="3219"/>
                </a:lnTo>
                <a:moveTo>
                  <a:pt x="1824" y="3219"/>
                </a:moveTo>
                <a:lnTo>
                  <a:pt x="2039" y="3219"/>
                </a:lnTo>
                <a:moveTo>
                  <a:pt x="2146" y="3219"/>
                </a:moveTo>
                <a:lnTo>
                  <a:pt x="2253" y="3219"/>
                </a:lnTo>
                <a:moveTo>
                  <a:pt x="2360" y="3219"/>
                </a:moveTo>
                <a:lnTo>
                  <a:pt x="2468" y="3219"/>
                </a:lnTo>
                <a:moveTo>
                  <a:pt x="2789" y="3219"/>
                </a:moveTo>
                <a:lnTo>
                  <a:pt x="3004" y="3219"/>
                </a:lnTo>
                <a:moveTo>
                  <a:pt x="3111" y="3219"/>
                </a:moveTo>
                <a:lnTo>
                  <a:pt x="3218" y="3219"/>
                </a:lnTo>
                <a:moveTo>
                  <a:pt x="0" y="3327"/>
                </a:moveTo>
                <a:lnTo>
                  <a:pt x="107" y="3327"/>
                </a:lnTo>
                <a:moveTo>
                  <a:pt x="643" y="3327"/>
                </a:moveTo>
                <a:lnTo>
                  <a:pt x="750" y="3327"/>
                </a:lnTo>
                <a:moveTo>
                  <a:pt x="1072" y="3327"/>
                </a:moveTo>
                <a:lnTo>
                  <a:pt x="1287" y="3327"/>
                </a:lnTo>
                <a:moveTo>
                  <a:pt x="1394" y="3327"/>
                </a:moveTo>
                <a:lnTo>
                  <a:pt x="2039" y="3327"/>
                </a:lnTo>
                <a:moveTo>
                  <a:pt x="2146" y="3327"/>
                </a:moveTo>
                <a:lnTo>
                  <a:pt x="2253" y="3327"/>
                </a:lnTo>
                <a:moveTo>
                  <a:pt x="2360" y="3327"/>
                </a:moveTo>
                <a:lnTo>
                  <a:pt x="2468" y="3327"/>
                </a:lnTo>
                <a:moveTo>
                  <a:pt x="2575" y="3327"/>
                </a:moveTo>
                <a:lnTo>
                  <a:pt x="3218" y="3327"/>
                </a:lnTo>
                <a:moveTo>
                  <a:pt x="3433" y="3327"/>
                </a:moveTo>
                <a:lnTo>
                  <a:pt x="3540" y="3327"/>
                </a:lnTo>
                <a:moveTo>
                  <a:pt x="0" y="3434"/>
                </a:moveTo>
                <a:lnTo>
                  <a:pt x="750" y="3434"/>
                </a:lnTo>
                <a:moveTo>
                  <a:pt x="858" y="3434"/>
                </a:moveTo>
                <a:lnTo>
                  <a:pt x="1072" y="3434"/>
                </a:lnTo>
                <a:moveTo>
                  <a:pt x="1394" y="3434"/>
                </a:moveTo>
                <a:lnTo>
                  <a:pt x="1501" y="3434"/>
                </a:lnTo>
                <a:moveTo>
                  <a:pt x="1608" y="3434"/>
                </a:moveTo>
                <a:lnTo>
                  <a:pt x="1716" y="3434"/>
                </a:lnTo>
                <a:moveTo>
                  <a:pt x="1824" y="3434"/>
                </a:moveTo>
                <a:lnTo>
                  <a:pt x="2039" y="3434"/>
                </a:lnTo>
                <a:moveTo>
                  <a:pt x="2253" y="3434"/>
                </a:moveTo>
                <a:lnTo>
                  <a:pt x="2360" y="3434"/>
                </a:lnTo>
                <a:moveTo>
                  <a:pt x="2682" y="3434"/>
                </a:moveTo>
                <a:lnTo>
                  <a:pt x="2897" y="3434"/>
                </a:lnTo>
                <a:moveTo>
                  <a:pt x="3004" y="3434"/>
                </a:moveTo>
                <a:lnTo>
                  <a:pt x="3111" y="3434"/>
                </a:lnTo>
                <a:moveTo>
                  <a:pt x="3218" y="3434"/>
                </a:moveTo>
                <a:lnTo>
                  <a:pt x="3326" y="3434"/>
                </a:lnTo>
              </a:path>
            </a:pathLst>
          </a:custGeom>
          <a:ln w="38520">
            <a:solidFill>
              <a:srgbClr val="001d34"/>
            </a:solidFill>
            <a:miter/>
          </a:ln>
        </p:spPr>
        <p:txBody>
          <a:bodyPr lIns="19080" rIns="19080" tIns="19080" bIns="19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8165880" y="3344400"/>
            <a:ext cx="1289520" cy="1254960"/>
          </a:xfrm>
          <a:custGeom>
            <a:avLst/>
            <a:gdLst/>
            <a:ahLst/>
            <a:rect l="0" t="0" r="r" b="b"/>
            <a:pathLst>
              <a:path fill="none" w="3582" h="3486">
                <a:moveTo>
                  <a:pt x="0" y="0"/>
                </a:moveTo>
                <a:lnTo>
                  <a:pt x="678" y="0"/>
                </a:lnTo>
                <a:moveTo>
                  <a:pt x="872" y="0"/>
                </a:moveTo>
                <a:lnTo>
                  <a:pt x="1259" y="0"/>
                </a:lnTo>
                <a:moveTo>
                  <a:pt x="1356" y="0"/>
                </a:moveTo>
                <a:lnTo>
                  <a:pt x="1646" y="0"/>
                </a:lnTo>
                <a:moveTo>
                  <a:pt x="1743" y="0"/>
                </a:moveTo>
                <a:lnTo>
                  <a:pt x="1840" y="0"/>
                </a:lnTo>
                <a:moveTo>
                  <a:pt x="1937" y="0"/>
                </a:moveTo>
                <a:lnTo>
                  <a:pt x="2227" y="0"/>
                </a:lnTo>
                <a:moveTo>
                  <a:pt x="2324" y="0"/>
                </a:moveTo>
                <a:lnTo>
                  <a:pt x="2421" y="0"/>
                </a:lnTo>
                <a:moveTo>
                  <a:pt x="2711" y="0"/>
                </a:moveTo>
                <a:lnTo>
                  <a:pt x="2808" y="0"/>
                </a:lnTo>
                <a:moveTo>
                  <a:pt x="2905" y="0"/>
                </a:moveTo>
                <a:lnTo>
                  <a:pt x="3582" y="0"/>
                </a:lnTo>
                <a:moveTo>
                  <a:pt x="0" y="97"/>
                </a:moveTo>
                <a:lnTo>
                  <a:pt x="96" y="97"/>
                </a:lnTo>
                <a:moveTo>
                  <a:pt x="580" y="97"/>
                </a:moveTo>
                <a:lnTo>
                  <a:pt x="678" y="97"/>
                </a:lnTo>
                <a:moveTo>
                  <a:pt x="1259" y="97"/>
                </a:moveTo>
                <a:lnTo>
                  <a:pt x="1549" y="97"/>
                </a:lnTo>
                <a:moveTo>
                  <a:pt x="1840" y="97"/>
                </a:moveTo>
                <a:lnTo>
                  <a:pt x="1937" y="97"/>
                </a:lnTo>
                <a:moveTo>
                  <a:pt x="2033" y="97"/>
                </a:moveTo>
                <a:lnTo>
                  <a:pt x="2130" y="97"/>
                </a:lnTo>
                <a:moveTo>
                  <a:pt x="2421" y="97"/>
                </a:moveTo>
                <a:lnTo>
                  <a:pt x="2517" y="97"/>
                </a:lnTo>
                <a:moveTo>
                  <a:pt x="2614" y="97"/>
                </a:moveTo>
                <a:lnTo>
                  <a:pt x="2808" y="97"/>
                </a:lnTo>
                <a:moveTo>
                  <a:pt x="2905" y="97"/>
                </a:moveTo>
                <a:lnTo>
                  <a:pt x="3001" y="97"/>
                </a:lnTo>
                <a:moveTo>
                  <a:pt x="3485" y="97"/>
                </a:moveTo>
                <a:lnTo>
                  <a:pt x="3582" y="97"/>
                </a:lnTo>
                <a:moveTo>
                  <a:pt x="0" y="194"/>
                </a:moveTo>
                <a:lnTo>
                  <a:pt x="96" y="194"/>
                </a:lnTo>
                <a:moveTo>
                  <a:pt x="193" y="194"/>
                </a:moveTo>
                <a:lnTo>
                  <a:pt x="484" y="194"/>
                </a:lnTo>
                <a:moveTo>
                  <a:pt x="580" y="194"/>
                </a:moveTo>
                <a:lnTo>
                  <a:pt x="678" y="194"/>
                </a:lnTo>
                <a:moveTo>
                  <a:pt x="775" y="194"/>
                </a:moveTo>
                <a:lnTo>
                  <a:pt x="1065" y="194"/>
                </a:lnTo>
                <a:moveTo>
                  <a:pt x="1162" y="194"/>
                </a:moveTo>
                <a:lnTo>
                  <a:pt x="1356" y="194"/>
                </a:lnTo>
                <a:moveTo>
                  <a:pt x="1453" y="194"/>
                </a:moveTo>
                <a:lnTo>
                  <a:pt x="1646" y="194"/>
                </a:lnTo>
                <a:moveTo>
                  <a:pt x="1840" y="194"/>
                </a:moveTo>
                <a:lnTo>
                  <a:pt x="2227" y="194"/>
                </a:lnTo>
                <a:moveTo>
                  <a:pt x="2324" y="194"/>
                </a:moveTo>
                <a:lnTo>
                  <a:pt x="2421" y="194"/>
                </a:lnTo>
                <a:moveTo>
                  <a:pt x="2517" y="194"/>
                </a:moveTo>
                <a:lnTo>
                  <a:pt x="2614" y="194"/>
                </a:lnTo>
                <a:moveTo>
                  <a:pt x="2905" y="194"/>
                </a:moveTo>
                <a:lnTo>
                  <a:pt x="3001" y="194"/>
                </a:lnTo>
                <a:moveTo>
                  <a:pt x="3098" y="194"/>
                </a:moveTo>
                <a:lnTo>
                  <a:pt x="3389" y="194"/>
                </a:lnTo>
                <a:moveTo>
                  <a:pt x="3485" y="194"/>
                </a:moveTo>
                <a:lnTo>
                  <a:pt x="3582" y="194"/>
                </a:lnTo>
                <a:moveTo>
                  <a:pt x="0" y="291"/>
                </a:moveTo>
                <a:lnTo>
                  <a:pt x="96" y="291"/>
                </a:lnTo>
                <a:moveTo>
                  <a:pt x="193" y="291"/>
                </a:moveTo>
                <a:lnTo>
                  <a:pt x="484" y="291"/>
                </a:lnTo>
                <a:moveTo>
                  <a:pt x="580" y="291"/>
                </a:moveTo>
                <a:lnTo>
                  <a:pt x="678" y="291"/>
                </a:lnTo>
                <a:moveTo>
                  <a:pt x="775" y="291"/>
                </a:moveTo>
                <a:lnTo>
                  <a:pt x="969" y="291"/>
                </a:lnTo>
                <a:moveTo>
                  <a:pt x="1162" y="291"/>
                </a:moveTo>
                <a:lnTo>
                  <a:pt x="1259" y="291"/>
                </a:lnTo>
                <a:moveTo>
                  <a:pt x="1356" y="291"/>
                </a:moveTo>
                <a:lnTo>
                  <a:pt x="1453" y="291"/>
                </a:lnTo>
                <a:moveTo>
                  <a:pt x="1549" y="291"/>
                </a:moveTo>
                <a:lnTo>
                  <a:pt x="1743" y="291"/>
                </a:lnTo>
                <a:moveTo>
                  <a:pt x="1840" y="291"/>
                </a:moveTo>
                <a:lnTo>
                  <a:pt x="1937" y="291"/>
                </a:lnTo>
                <a:moveTo>
                  <a:pt x="2130" y="291"/>
                </a:moveTo>
                <a:lnTo>
                  <a:pt x="2227" y="291"/>
                </a:lnTo>
                <a:moveTo>
                  <a:pt x="2324" y="291"/>
                </a:moveTo>
                <a:lnTo>
                  <a:pt x="2614" y="291"/>
                </a:lnTo>
                <a:moveTo>
                  <a:pt x="2905" y="291"/>
                </a:moveTo>
                <a:lnTo>
                  <a:pt x="3001" y="291"/>
                </a:lnTo>
                <a:moveTo>
                  <a:pt x="3098" y="291"/>
                </a:moveTo>
                <a:lnTo>
                  <a:pt x="3389" y="291"/>
                </a:lnTo>
                <a:moveTo>
                  <a:pt x="3485" y="291"/>
                </a:moveTo>
                <a:lnTo>
                  <a:pt x="3582" y="291"/>
                </a:lnTo>
                <a:moveTo>
                  <a:pt x="0" y="387"/>
                </a:moveTo>
                <a:lnTo>
                  <a:pt x="96" y="387"/>
                </a:lnTo>
                <a:moveTo>
                  <a:pt x="193" y="387"/>
                </a:moveTo>
                <a:lnTo>
                  <a:pt x="484" y="387"/>
                </a:lnTo>
                <a:moveTo>
                  <a:pt x="580" y="387"/>
                </a:moveTo>
                <a:lnTo>
                  <a:pt x="678" y="387"/>
                </a:lnTo>
                <a:moveTo>
                  <a:pt x="775" y="387"/>
                </a:moveTo>
                <a:lnTo>
                  <a:pt x="1065" y="387"/>
                </a:lnTo>
                <a:moveTo>
                  <a:pt x="1453" y="387"/>
                </a:moveTo>
                <a:lnTo>
                  <a:pt x="1646" y="387"/>
                </a:lnTo>
                <a:moveTo>
                  <a:pt x="1743" y="387"/>
                </a:moveTo>
                <a:lnTo>
                  <a:pt x="2033" y="387"/>
                </a:lnTo>
                <a:moveTo>
                  <a:pt x="2227" y="387"/>
                </a:moveTo>
                <a:lnTo>
                  <a:pt x="2324" y="387"/>
                </a:lnTo>
                <a:moveTo>
                  <a:pt x="2711" y="387"/>
                </a:moveTo>
                <a:lnTo>
                  <a:pt x="2808" y="387"/>
                </a:lnTo>
                <a:moveTo>
                  <a:pt x="2905" y="387"/>
                </a:moveTo>
                <a:lnTo>
                  <a:pt x="3001" y="387"/>
                </a:lnTo>
                <a:moveTo>
                  <a:pt x="3098" y="387"/>
                </a:moveTo>
                <a:lnTo>
                  <a:pt x="3389" y="387"/>
                </a:lnTo>
                <a:moveTo>
                  <a:pt x="3485" y="387"/>
                </a:moveTo>
                <a:lnTo>
                  <a:pt x="3582" y="387"/>
                </a:lnTo>
                <a:moveTo>
                  <a:pt x="0" y="484"/>
                </a:moveTo>
                <a:lnTo>
                  <a:pt x="96" y="484"/>
                </a:lnTo>
                <a:moveTo>
                  <a:pt x="580" y="484"/>
                </a:moveTo>
                <a:lnTo>
                  <a:pt x="678" y="484"/>
                </a:lnTo>
                <a:moveTo>
                  <a:pt x="775" y="484"/>
                </a:moveTo>
                <a:lnTo>
                  <a:pt x="969" y="484"/>
                </a:lnTo>
                <a:moveTo>
                  <a:pt x="1065" y="484"/>
                </a:moveTo>
                <a:lnTo>
                  <a:pt x="1259" y="484"/>
                </a:lnTo>
                <a:moveTo>
                  <a:pt x="1356" y="484"/>
                </a:moveTo>
                <a:lnTo>
                  <a:pt x="1453" y="484"/>
                </a:lnTo>
                <a:moveTo>
                  <a:pt x="1743" y="484"/>
                </a:moveTo>
                <a:lnTo>
                  <a:pt x="1840" y="484"/>
                </a:lnTo>
                <a:moveTo>
                  <a:pt x="2130" y="484"/>
                </a:moveTo>
                <a:lnTo>
                  <a:pt x="2227" y="484"/>
                </a:lnTo>
                <a:moveTo>
                  <a:pt x="2324" y="484"/>
                </a:moveTo>
                <a:lnTo>
                  <a:pt x="2421" y="484"/>
                </a:lnTo>
                <a:moveTo>
                  <a:pt x="2614" y="484"/>
                </a:moveTo>
                <a:lnTo>
                  <a:pt x="2711" y="484"/>
                </a:lnTo>
                <a:moveTo>
                  <a:pt x="2905" y="484"/>
                </a:moveTo>
                <a:lnTo>
                  <a:pt x="3001" y="484"/>
                </a:lnTo>
                <a:moveTo>
                  <a:pt x="3485" y="484"/>
                </a:moveTo>
                <a:lnTo>
                  <a:pt x="3582" y="484"/>
                </a:lnTo>
                <a:moveTo>
                  <a:pt x="0" y="581"/>
                </a:moveTo>
                <a:lnTo>
                  <a:pt x="678" y="581"/>
                </a:lnTo>
                <a:moveTo>
                  <a:pt x="775" y="581"/>
                </a:moveTo>
                <a:lnTo>
                  <a:pt x="872" y="581"/>
                </a:lnTo>
                <a:moveTo>
                  <a:pt x="969" y="581"/>
                </a:moveTo>
                <a:lnTo>
                  <a:pt x="1065" y="581"/>
                </a:lnTo>
                <a:moveTo>
                  <a:pt x="1162" y="581"/>
                </a:moveTo>
                <a:lnTo>
                  <a:pt x="1259" y="581"/>
                </a:lnTo>
                <a:moveTo>
                  <a:pt x="1356" y="581"/>
                </a:moveTo>
                <a:lnTo>
                  <a:pt x="1453" y="581"/>
                </a:lnTo>
                <a:moveTo>
                  <a:pt x="1549" y="581"/>
                </a:moveTo>
                <a:lnTo>
                  <a:pt x="1646" y="581"/>
                </a:lnTo>
                <a:moveTo>
                  <a:pt x="1743" y="581"/>
                </a:moveTo>
                <a:lnTo>
                  <a:pt x="1840" y="581"/>
                </a:lnTo>
                <a:moveTo>
                  <a:pt x="1937" y="581"/>
                </a:moveTo>
                <a:lnTo>
                  <a:pt x="2033" y="581"/>
                </a:lnTo>
                <a:moveTo>
                  <a:pt x="2130" y="581"/>
                </a:moveTo>
                <a:lnTo>
                  <a:pt x="2227" y="581"/>
                </a:lnTo>
                <a:moveTo>
                  <a:pt x="2324" y="581"/>
                </a:moveTo>
                <a:lnTo>
                  <a:pt x="2421" y="581"/>
                </a:lnTo>
                <a:moveTo>
                  <a:pt x="2517" y="581"/>
                </a:moveTo>
                <a:lnTo>
                  <a:pt x="2614" y="581"/>
                </a:lnTo>
                <a:moveTo>
                  <a:pt x="2711" y="581"/>
                </a:moveTo>
                <a:lnTo>
                  <a:pt x="2808" y="581"/>
                </a:lnTo>
                <a:moveTo>
                  <a:pt x="2905" y="581"/>
                </a:moveTo>
                <a:lnTo>
                  <a:pt x="3582" y="581"/>
                </a:lnTo>
                <a:moveTo>
                  <a:pt x="775" y="678"/>
                </a:moveTo>
                <a:lnTo>
                  <a:pt x="872" y="678"/>
                </a:lnTo>
                <a:moveTo>
                  <a:pt x="1065" y="678"/>
                </a:moveTo>
                <a:lnTo>
                  <a:pt x="1453" y="678"/>
                </a:lnTo>
                <a:moveTo>
                  <a:pt x="2227" y="678"/>
                </a:moveTo>
                <a:lnTo>
                  <a:pt x="2421" y="678"/>
                </a:lnTo>
                <a:moveTo>
                  <a:pt x="2517" y="678"/>
                </a:moveTo>
                <a:lnTo>
                  <a:pt x="2614" y="678"/>
                </a:lnTo>
                <a:moveTo>
                  <a:pt x="2711" y="678"/>
                </a:moveTo>
                <a:lnTo>
                  <a:pt x="2808" y="678"/>
                </a:lnTo>
                <a:moveTo>
                  <a:pt x="0" y="775"/>
                </a:moveTo>
                <a:lnTo>
                  <a:pt x="96" y="775"/>
                </a:lnTo>
                <a:moveTo>
                  <a:pt x="193" y="775"/>
                </a:moveTo>
                <a:lnTo>
                  <a:pt x="678" y="775"/>
                </a:lnTo>
                <a:moveTo>
                  <a:pt x="969" y="775"/>
                </a:moveTo>
                <a:lnTo>
                  <a:pt x="1065" y="775"/>
                </a:lnTo>
                <a:moveTo>
                  <a:pt x="1162" y="775"/>
                </a:moveTo>
                <a:lnTo>
                  <a:pt x="1259" y="775"/>
                </a:lnTo>
                <a:moveTo>
                  <a:pt x="1356" y="775"/>
                </a:moveTo>
                <a:lnTo>
                  <a:pt x="1453" y="775"/>
                </a:lnTo>
                <a:moveTo>
                  <a:pt x="1743" y="775"/>
                </a:moveTo>
                <a:lnTo>
                  <a:pt x="2227" y="775"/>
                </a:lnTo>
                <a:moveTo>
                  <a:pt x="2324" y="775"/>
                </a:moveTo>
                <a:lnTo>
                  <a:pt x="2614" y="775"/>
                </a:lnTo>
                <a:moveTo>
                  <a:pt x="2905" y="775"/>
                </a:moveTo>
                <a:lnTo>
                  <a:pt x="3389" y="775"/>
                </a:lnTo>
                <a:moveTo>
                  <a:pt x="0" y="871"/>
                </a:moveTo>
                <a:lnTo>
                  <a:pt x="96" y="871"/>
                </a:lnTo>
                <a:moveTo>
                  <a:pt x="193" y="871"/>
                </a:moveTo>
                <a:lnTo>
                  <a:pt x="290" y="871"/>
                </a:lnTo>
                <a:moveTo>
                  <a:pt x="387" y="871"/>
                </a:moveTo>
                <a:lnTo>
                  <a:pt x="580" y="871"/>
                </a:lnTo>
                <a:moveTo>
                  <a:pt x="969" y="871"/>
                </a:moveTo>
                <a:lnTo>
                  <a:pt x="1065" y="871"/>
                </a:lnTo>
                <a:moveTo>
                  <a:pt x="1162" y="871"/>
                </a:moveTo>
                <a:lnTo>
                  <a:pt x="1646" y="871"/>
                </a:lnTo>
                <a:moveTo>
                  <a:pt x="2421" y="871"/>
                </a:moveTo>
                <a:lnTo>
                  <a:pt x="2517" y="871"/>
                </a:lnTo>
                <a:moveTo>
                  <a:pt x="2711" y="871"/>
                </a:moveTo>
                <a:lnTo>
                  <a:pt x="2905" y="871"/>
                </a:lnTo>
                <a:moveTo>
                  <a:pt x="3001" y="871"/>
                </a:moveTo>
                <a:lnTo>
                  <a:pt x="3098" y="871"/>
                </a:lnTo>
                <a:moveTo>
                  <a:pt x="3195" y="871"/>
                </a:moveTo>
                <a:lnTo>
                  <a:pt x="3292" y="871"/>
                </a:lnTo>
                <a:moveTo>
                  <a:pt x="3389" y="871"/>
                </a:moveTo>
                <a:lnTo>
                  <a:pt x="3485" y="871"/>
                </a:lnTo>
                <a:moveTo>
                  <a:pt x="0" y="968"/>
                </a:moveTo>
                <a:lnTo>
                  <a:pt x="290" y="968"/>
                </a:lnTo>
                <a:moveTo>
                  <a:pt x="484" y="968"/>
                </a:moveTo>
                <a:lnTo>
                  <a:pt x="678" y="968"/>
                </a:lnTo>
                <a:moveTo>
                  <a:pt x="775" y="968"/>
                </a:moveTo>
                <a:lnTo>
                  <a:pt x="872" y="968"/>
                </a:lnTo>
                <a:moveTo>
                  <a:pt x="969" y="968"/>
                </a:moveTo>
                <a:lnTo>
                  <a:pt x="1259" y="968"/>
                </a:lnTo>
                <a:moveTo>
                  <a:pt x="1356" y="968"/>
                </a:moveTo>
                <a:lnTo>
                  <a:pt x="1453" y="968"/>
                </a:lnTo>
                <a:moveTo>
                  <a:pt x="1743" y="968"/>
                </a:moveTo>
                <a:lnTo>
                  <a:pt x="1840" y="968"/>
                </a:lnTo>
                <a:moveTo>
                  <a:pt x="1937" y="968"/>
                </a:moveTo>
                <a:lnTo>
                  <a:pt x="3001" y="968"/>
                </a:lnTo>
                <a:moveTo>
                  <a:pt x="3098" y="968"/>
                </a:moveTo>
                <a:lnTo>
                  <a:pt x="3582" y="968"/>
                </a:lnTo>
                <a:moveTo>
                  <a:pt x="193" y="1065"/>
                </a:moveTo>
                <a:lnTo>
                  <a:pt x="290" y="1065"/>
                </a:lnTo>
                <a:moveTo>
                  <a:pt x="387" y="1065"/>
                </a:moveTo>
                <a:lnTo>
                  <a:pt x="580" y="1065"/>
                </a:lnTo>
                <a:moveTo>
                  <a:pt x="775" y="1065"/>
                </a:moveTo>
                <a:lnTo>
                  <a:pt x="1259" y="1065"/>
                </a:lnTo>
                <a:moveTo>
                  <a:pt x="1356" y="1065"/>
                </a:moveTo>
                <a:lnTo>
                  <a:pt x="1453" y="1065"/>
                </a:lnTo>
                <a:moveTo>
                  <a:pt x="1549" y="1065"/>
                </a:moveTo>
                <a:lnTo>
                  <a:pt x="1646" y="1065"/>
                </a:lnTo>
                <a:moveTo>
                  <a:pt x="2033" y="1065"/>
                </a:moveTo>
                <a:lnTo>
                  <a:pt x="2130" y="1065"/>
                </a:lnTo>
                <a:moveTo>
                  <a:pt x="2227" y="1065"/>
                </a:moveTo>
                <a:lnTo>
                  <a:pt x="2324" y="1065"/>
                </a:lnTo>
                <a:moveTo>
                  <a:pt x="2517" y="1065"/>
                </a:moveTo>
                <a:lnTo>
                  <a:pt x="2614" y="1065"/>
                </a:lnTo>
                <a:moveTo>
                  <a:pt x="2808" y="1065"/>
                </a:moveTo>
                <a:lnTo>
                  <a:pt x="2905" y="1065"/>
                </a:lnTo>
                <a:moveTo>
                  <a:pt x="3001" y="1065"/>
                </a:moveTo>
                <a:lnTo>
                  <a:pt x="3195" y="1065"/>
                </a:lnTo>
                <a:moveTo>
                  <a:pt x="3485" y="1065"/>
                </a:moveTo>
                <a:lnTo>
                  <a:pt x="3582" y="1065"/>
                </a:lnTo>
                <a:moveTo>
                  <a:pt x="0" y="1162"/>
                </a:moveTo>
                <a:lnTo>
                  <a:pt x="96" y="1162"/>
                </a:lnTo>
                <a:moveTo>
                  <a:pt x="387" y="1162"/>
                </a:moveTo>
                <a:lnTo>
                  <a:pt x="678" y="1162"/>
                </a:lnTo>
                <a:moveTo>
                  <a:pt x="1065" y="1162"/>
                </a:moveTo>
                <a:lnTo>
                  <a:pt x="1259" y="1162"/>
                </a:lnTo>
                <a:moveTo>
                  <a:pt x="1356" y="1162"/>
                </a:moveTo>
                <a:lnTo>
                  <a:pt x="1453" y="1162"/>
                </a:lnTo>
                <a:moveTo>
                  <a:pt x="1549" y="1162"/>
                </a:moveTo>
                <a:lnTo>
                  <a:pt x="1743" y="1162"/>
                </a:lnTo>
                <a:moveTo>
                  <a:pt x="2130" y="1162"/>
                </a:moveTo>
                <a:lnTo>
                  <a:pt x="2324" y="1162"/>
                </a:lnTo>
                <a:moveTo>
                  <a:pt x="2421" y="1162"/>
                </a:moveTo>
                <a:lnTo>
                  <a:pt x="2614" y="1162"/>
                </a:lnTo>
                <a:moveTo>
                  <a:pt x="2808" y="1162"/>
                </a:moveTo>
                <a:lnTo>
                  <a:pt x="3001" y="1162"/>
                </a:lnTo>
                <a:moveTo>
                  <a:pt x="3098" y="1162"/>
                </a:moveTo>
                <a:lnTo>
                  <a:pt x="3582" y="1162"/>
                </a:lnTo>
                <a:moveTo>
                  <a:pt x="96" y="1259"/>
                </a:moveTo>
                <a:lnTo>
                  <a:pt x="193" y="1259"/>
                </a:lnTo>
                <a:moveTo>
                  <a:pt x="387" y="1259"/>
                </a:moveTo>
                <a:lnTo>
                  <a:pt x="484" y="1259"/>
                </a:lnTo>
                <a:moveTo>
                  <a:pt x="775" y="1259"/>
                </a:moveTo>
                <a:lnTo>
                  <a:pt x="872" y="1259"/>
                </a:lnTo>
                <a:moveTo>
                  <a:pt x="1065" y="1259"/>
                </a:moveTo>
                <a:lnTo>
                  <a:pt x="1259" y="1259"/>
                </a:lnTo>
                <a:moveTo>
                  <a:pt x="1356" y="1259"/>
                </a:moveTo>
                <a:lnTo>
                  <a:pt x="1453" y="1259"/>
                </a:lnTo>
                <a:moveTo>
                  <a:pt x="1549" y="1259"/>
                </a:moveTo>
                <a:lnTo>
                  <a:pt x="2130" y="1259"/>
                </a:lnTo>
                <a:moveTo>
                  <a:pt x="2227" y="1259"/>
                </a:moveTo>
                <a:lnTo>
                  <a:pt x="2324" y="1259"/>
                </a:lnTo>
                <a:moveTo>
                  <a:pt x="3001" y="1259"/>
                </a:moveTo>
                <a:lnTo>
                  <a:pt x="3098" y="1259"/>
                </a:lnTo>
                <a:moveTo>
                  <a:pt x="3389" y="1259"/>
                </a:moveTo>
                <a:lnTo>
                  <a:pt x="3485" y="1259"/>
                </a:lnTo>
                <a:moveTo>
                  <a:pt x="0" y="1355"/>
                </a:moveTo>
                <a:lnTo>
                  <a:pt x="484" y="1355"/>
                </a:lnTo>
                <a:moveTo>
                  <a:pt x="580" y="1355"/>
                </a:moveTo>
                <a:lnTo>
                  <a:pt x="678" y="1355"/>
                </a:lnTo>
                <a:moveTo>
                  <a:pt x="775" y="1355"/>
                </a:moveTo>
                <a:lnTo>
                  <a:pt x="872" y="1355"/>
                </a:lnTo>
                <a:moveTo>
                  <a:pt x="1162" y="1355"/>
                </a:moveTo>
                <a:lnTo>
                  <a:pt x="1743" y="1355"/>
                </a:lnTo>
                <a:moveTo>
                  <a:pt x="1937" y="1355"/>
                </a:moveTo>
                <a:lnTo>
                  <a:pt x="2130" y="1355"/>
                </a:lnTo>
                <a:moveTo>
                  <a:pt x="2324" y="1355"/>
                </a:moveTo>
                <a:lnTo>
                  <a:pt x="2421" y="1355"/>
                </a:lnTo>
                <a:moveTo>
                  <a:pt x="2517" y="1355"/>
                </a:moveTo>
                <a:lnTo>
                  <a:pt x="2711" y="1355"/>
                </a:lnTo>
                <a:moveTo>
                  <a:pt x="2808" y="1355"/>
                </a:moveTo>
                <a:lnTo>
                  <a:pt x="3292" y="1355"/>
                </a:lnTo>
                <a:moveTo>
                  <a:pt x="3389" y="1355"/>
                </a:moveTo>
                <a:lnTo>
                  <a:pt x="3582" y="1355"/>
                </a:lnTo>
                <a:moveTo>
                  <a:pt x="387" y="1452"/>
                </a:moveTo>
                <a:lnTo>
                  <a:pt x="580" y="1452"/>
                </a:lnTo>
                <a:moveTo>
                  <a:pt x="872" y="1452"/>
                </a:moveTo>
                <a:lnTo>
                  <a:pt x="1065" y="1452"/>
                </a:lnTo>
                <a:moveTo>
                  <a:pt x="1162" y="1452"/>
                </a:moveTo>
                <a:lnTo>
                  <a:pt x="1840" y="1452"/>
                </a:lnTo>
                <a:moveTo>
                  <a:pt x="1937" y="1452"/>
                </a:moveTo>
                <a:lnTo>
                  <a:pt x="2227" y="1452"/>
                </a:lnTo>
                <a:moveTo>
                  <a:pt x="2905" y="1452"/>
                </a:moveTo>
                <a:lnTo>
                  <a:pt x="3195" y="1452"/>
                </a:lnTo>
                <a:moveTo>
                  <a:pt x="3389" y="1452"/>
                </a:moveTo>
                <a:lnTo>
                  <a:pt x="3582" y="1452"/>
                </a:lnTo>
                <a:moveTo>
                  <a:pt x="0" y="1549"/>
                </a:moveTo>
                <a:lnTo>
                  <a:pt x="96" y="1549"/>
                </a:lnTo>
                <a:moveTo>
                  <a:pt x="387" y="1549"/>
                </a:moveTo>
                <a:lnTo>
                  <a:pt x="775" y="1549"/>
                </a:lnTo>
                <a:moveTo>
                  <a:pt x="1065" y="1549"/>
                </a:moveTo>
                <a:lnTo>
                  <a:pt x="1162" y="1549"/>
                </a:lnTo>
                <a:moveTo>
                  <a:pt x="1259" y="1549"/>
                </a:moveTo>
                <a:lnTo>
                  <a:pt x="1356" y="1549"/>
                </a:lnTo>
                <a:moveTo>
                  <a:pt x="1453" y="1549"/>
                </a:moveTo>
                <a:lnTo>
                  <a:pt x="1646" y="1549"/>
                </a:lnTo>
                <a:moveTo>
                  <a:pt x="1840" y="1549"/>
                </a:moveTo>
                <a:lnTo>
                  <a:pt x="1937" y="1549"/>
                </a:lnTo>
                <a:moveTo>
                  <a:pt x="2033" y="1549"/>
                </a:moveTo>
                <a:lnTo>
                  <a:pt x="2130" y="1549"/>
                </a:lnTo>
                <a:moveTo>
                  <a:pt x="2324" y="1549"/>
                </a:moveTo>
                <a:lnTo>
                  <a:pt x="2711" y="1549"/>
                </a:lnTo>
                <a:moveTo>
                  <a:pt x="2808" y="1549"/>
                </a:moveTo>
                <a:lnTo>
                  <a:pt x="3001" y="1549"/>
                </a:lnTo>
                <a:moveTo>
                  <a:pt x="3098" y="1549"/>
                </a:moveTo>
                <a:lnTo>
                  <a:pt x="3195" y="1549"/>
                </a:lnTo>
                <a:moveTo>
                  <a:pt x="3292" y="1549"/>
                </a:moveTo>
                <a:lnTo>
                  <a:pt x="3389" y="1549"/>
                </a:lnTo>
                <a:moveTo>
                  <a:pt x="3485" y="1549"/>
                </a:moveTo>
                <a:lnTo>
                  <a:pt x="3582" y="1549"/>
                </a:lnTo>
                <a:moveTo>
                  <a:pt x="0" y="1646"/>
                </a:moveTo>
                <a:lnTo>
                  <a:pt x="96" y="1646"/>
                </a:lnTo>
                <a:moveTo>
                  <a:pt x="193" y="1646"/>
                </a:moveTo>
                <a:lnTo>
                  <a:pt x="387" y="1646"/>
                </a:lnTo>
                <a:moveTo>
                  <a:pt x="484" y="1646"/>
                </a:moveTo>
                <a:lnTo>
                  <a:pt x="580" y="1646"/>
                </a:lnTo>
                <a:moveTo>
                  <a:pt x="678" y="1646"/>
                </a:moveTo>
                <a:lnTo>
                  <a:pt x="872" y="1646"/>
                </a:lnTo>
                <a:moveTo>
                  <a:pt x="1259" y="1646"/>
                </a:moveTo>
                <a:lnTo>
                  <a:pt x="1356" y="1646"/>
                </a:lnTo>
                <a:moveTo>
                  <a:pt x="1453" y="1646"/>
                </a:moveTo>
                <a:lnTo>
                  <a:pt x="1549" y="1646"/>
                </a:lnTo>
                <a:moveTo>
                  <a:pt x="1646" y="1646"/>
                </a:moveTo>
                <a:lnTo>
                  <a:pt x="1840" y="1646"/>
                </a:lnTo>
                <a:moveTo>
                  <a:pt x="1937" y="1646"/>
                </a:moveTo>
                <a:lnTo>
                  <a:pt x="2033" y="1646"/>
                </a:lnTo>
                <a:moveTo>
                  <a:pt x="2130" y="1646"/>
                </a:moveTo>
                <a:lnTo>
                  <a:pt x="2227" y="1646"/>
                </a:lnTo>
                <a:moveTo>
                  <a:pt x="2324" y="1646"/>
                </a:moveTo>
                <a:lnTo>
                  <a:pt x="2517" y="1646"/>
                </a:lnTo>
                <a:moveTo>
                  <a:pt x="2711" y="1646"/>
                </a:moveTo>
                <a:lnTo>
                  <a:pt x="2905" y="1646"/>
                </a:lnTo>
                <a:moveTo>
                  <a:pt x="3001" y="1646"/>
                </a:moveTo>
                <a:lnTo>
                  <a:pt x="3098" y="1646"/>
                </a:lnTo>
                <a:moveTo>
                  <a:pt x="3195" y="1646"/>
                </a:moveTo>
                <a:lnTo>
                  <a:pt x="3292" y="1646"/>
                </a:lnTo>
                <a:moveTo>
                  <a:pt x="3389" y="1646"/>
                </a:moveTo>
                <a:lnTo>
                  <a:pt x="3485" y="1646"/>
                </a:lnTo>
                <a:moveTo>
                  <a:pt x="0" y="1743"/>
                </a:moveTo>
                <a:lnTo>
                  <a:pt x="193" y="1743"/>
                </a:lnTo>
                <a:moveTo>
                  <a:pt x="387" y="1743"/>
                </a:moveTo>
                <a:lnTo>
                  <a:pt x="484" y="1743"/>
                </a:lnTo>
                <a:moveTo>
                  <a:pt x="580" y="1743"/>
                </a:moveTo>
                <a:lnTo>
                  <a:pt x="775" y="1743"/>
                </a:lnTo>
                <a:moveTo>
                  <a:pt x="1162" y="1743"/>
                </a:moveTo>
                <a:lnTo>
                  <a:pt x="1259" y="1743"/>
                </a:lnTo>
                <a:moveTo>
                  <a:pt x="1453" y="1743"/>
                </a:moveTo>
                <a:lnTo>
                  <a:pt x="1646" y="1743"/>
                </a:lnTo>
                <a:moveTo>
                  <a:pt x="1840" y="1743"/>
                </a:moveTo>
                <a:lnTo>
                  <a:pt x="1937" y="1743"/>
                </a:lnTo>
                <a:moveTo>
                  <a:pt x="2033" y="1743"/>
                </a:moveTo>
                <a:lnTo>
                  <a:pt x="2130" y="1743"/>
                </a:lnTo>
                <a:moveTo>
                  <a:pt x="2324" y="1743"/>
                </a:moveTo>
                <a:lnTo>
                  <a:pt x="2421" y="1743"/>
                </a:lnTo>
                <a:moveTo>
                  <a:pt x="2517" y="1743"/>
                </a:moveTo>
                <a:lnTo>
                  <a:pt x="2808" y="1743"/>
                </a:lnTo>
                <a:moveTo>
                  <a:pt x="3001" y="1743"/>
                </a:moveTo>
                <a:lnTo>
                  <a:pt x="3098" y="1743"/>
                </a:lnTo>
                <a:moveTo>
                  <a:pt x="3292" y="1743"/>
                </a:moveTo>
                <a:lnTo>
                  <a:pt x="3582" y="1743"/>
                </a:lnTo>
                <a:moveTo>
                  <a:pt x="193" y="1839"/>
                </a:moveTo>
                <a:lnTo>
                  <a:pt x="387" y="1839"/>
                </a:lnTo>
                <a:moveTo>
                  <a:pt x="775" y="1839"/>
                </a:moveTo>
                <a:lnTo>
                  <a:pt x="872" y="1839"/>
                </a:lnTo>
                <a:moveTo>
                  <a:pt x="969" y="1839"/>
                </a:moveTo>
                <a:lnTo>
                  <a:pt x="1259" y="1839"/>
                </a:lnTo>
                <a:moveTo>
                  <a:pt x="1453" y="1839"/>
                </a:moveTo>
                <a:lnTo>
                  <a:pt x="1549" y="1839"/>
                </a:lnTo>
                <a:moveTo>
                  <a:pt x="1743" y="1839"/>
                </a:moveTo>
                <a:lnTo>
                  <a:pt x="2227" y="1839"/>
                </a:lnTo>
                <a:moveTo>
                  <a:pt x="2324" y="1839"/>
                </a:moveTo>
                <a:lnTo>
                  <a:pt x="2421" y="1839"/>
                </a:lnTo>
                <a:moveTo>
                  <a:pt x="2517" y="1839"/>
                </a:moveTo>
                <a:lnTo>
                  <a:pt x="2711" y="1839"/>
                </a:lnTo>
                <a:moveTo>
                  <a:pt x="2808" y="1839"/>
                </a:moveTo>
                <a:lnTo>
                  <a:pt x="3098" y="1839"/>
                </a:lnTo>
                <a:moveTo>
                  <a:pt x="3485" y="1839"/>
                </a:moveTo>
                <a:lnTo>
                  <a:pt x="3582" y="1839"/>
                </a:lnTo>
                <a:moveTo>
                  <a:pt x="96" y="1936"/>
                </a:moveTo>
                <a:lnTo>
                  <a:pt x="387" y="1936"/>
                </a:lnTo>
                <a:moveTo>
                  <a:pt x="580" y="1936"/>
                </a:moveTo>
                <a:lnTo>
                  <a:pt x="678" y="1936"/>
                </a:lnTo>
                <a:moveTo>
                  <a:pt x="775" y="1936"/>
                </a:moveTo>
                <a:lnTo>
                  <a:pt x="969" y="1936"/>
                </a:lnTo>
                <a:moveTo>
                  <a:pt x="1162" y="1936"/>
                </a:moveTo>
                <a:lnTo>
                  <a:pt x="1259" y="1936"/>
                </a:lnTo>
                <a:moveTo>
                  <a:pt x="1356" y="1936"/>
                </a:moveTo>
                <a:lnTo>
                  <a:pt x="1549" y="1936"/>
                </a:lnTo>
                <a:moveTo>
                  <a:pt x="1646" y="1936"/>
                </a:moveTo>
                <a:lnTo>
                  <a:pt x="1743" y="1936"/>
                </a:lnTo>
                <a:moveTo>
                  <a:pt x="1840" y="1936"/>
                </a:moveTo>
                <a:lnTo>
                  <a:pt x="1937" y="1936"/>
                </a:lnTo>
                <a:moveTo>
                  <a:pt x="2130" y="1936"/>
                </a:moveTo>
                <a:lnTo>
                  <a:pt x="2227" y="1936"/>
                </a:lnTo>
                <a:moveTo>
                  <a:pt x="2421" y="1936"/>
                </a:moveTo>
                <a:lnTo>
                  <a:pt x="2517" y="1936"/>
                </a:lnTo>
                <a:moveTo>
                  <a:pt x="2614" y="1936"/>
                </a:moveTo>
                <a:lnTo>
                  <a:pt x="2711" y="1936"/>
                </a:lnTo>
                <a:moveTo>
                  <a:pt x="2808" y="1936"/>
                </a:moveTo>
                <a:lnTo>
                  <a:pt x="3001" y="1936"/>
                </a:lnTo>
                <a:moveTo>
                  <a:pt x="3098" y="1936"/>
                </a:moveTo>
                <a:lnTo>
                  <a:pt x="3389" y="1936"/>
                </a:lnTo>
                <a:moveTo>
                  <a:pt x="96" y="2033"/>
                </a:moveTo>
                <a:lnTo>
                  <a:pt x="387" y="2033"/>
                </a:lnTo>
                <a:moveTo>
                  <a:pt x="484" y="2033"/>
                </a:moveTo>
                <a:lnTo>
                  <a:pt x="580" y="2033"/>
                </a:lnTo>
                <a:moveTo>
                  <a:pt x="872" y="2033"/>
                </a:moveTo>
                <a:lnTo>
                  <a:pt x="969" y="2033"/>
                </a:lnTo>
                <a:moveTo>
                  <a:pt x="1065" y="2033"/>
                </a:moveTo>
                <a:lnTo>
                  <a:pt x="1162" y="2033"/>
                </a:lnTo>
                <a:moveTo>
                  <a:pt x="1356" y="2033"/>
                </a:moveTo>
                <a:lnTo>
                  <a:pt x="1453" y="2033"/>
                </a:lnTo>
                <a:moveTo>
                  <a:pt x="1549" y="2033"/>
                </a:moveTo>
                <a:lnTo>
                  <a:pt x="1646" y="2033"/>
                </a:lnTo>
                <a:moveTo>
                  <a:pt x="1840" y="2033"/>
                </a:moveTo>
                <a:lnTo>
                  <a:pt x="1937" y="2033"/>
                </a:lnTo>
                <a:moveTo>
                  <a:pt x="2227" y="2033"/>
                </a:moveTo>
                <a:lnTo>
                  <a:pt x="2324" y="2033"/>
                </a:lnTo>
                <a:moveTo>
                  <a:pt x="2711" y="2033"/>
                </a:moveTo>
                <a:lnTo>
                  <a:pt x="2905" y="2033"/>
                </a:lnTo>
                <a:moveTo>
                  <a:pt x="3195" y="2033"/>
                </a:moveTo>
                <a:lnTo>
                  <a:pt x="3292" y="2033"/>
                </a:lnTo>
                <a:moveTo>
                  <a:pt x="0" y="2130"/>
                </a:moveTo>
                <a:lnTo>
                  <a:pt x="193" y="2130"/>
                </a:lnTo>
                <a:moveTo>
                  <a:pt x="387" y="2130"/>
                </a:moveTo>
                <a:lnTo>
                  <a:pt x="484" y="2130"/>
                </a:lnTo>
                <a:moveTo>
                  <a:pt x="580" y="2130"/>
                </a:moveTo>
                <a:lnTo>
                  <a:pt x="678" y="2130"/>
                </a:lnTo>
                <a:moveTo>
                  <a:pt x="1065" y="2130"/>
                </a:moveTo>
                <a:lnTo>
                  <a:pt x="1162" y="2130"/>
                </a:lnTo>
                <a:moveTo>
                  <a:pt x="1356" y="2130"/>
                </a:moveTo>
                <a:lnTo>
                  <a:pt x="1549" y="2130"/>
                </a:lnTo>
                <a:moveTo>
                  <a:pt x="1743" y="2130"/>
                </a:moveTo>
                <a:lnTo>
                  <a:pt x="1840" y="2130"/>
                </a:lnTo>
                <a:moveTo>
                  <a:pt x="1937" y="2130"/>
                </a:moveTo>
                <a:lnTo>
                  <a:pt x="2033" y="2130"/>
                </a:lnTo>
                <a:moveTo>
                  <a:pt x="2130" y="2130"/>
                </a:moveTo>
                <a:lnTo>
                  <a:pt x="2227" y="2130"/>
                </a:lnTo>
                <a:moveTo>
                  <a:pt x="2614" y="2130"/>
                </a:moveTo>
                <a:lnTo>
                  <a:pt x="2808" y="2130"/>
                </a:lnTo>
                <a:moveTo>
                  <a:pt x="2905" y="2130"/>
                </a:moveTo>
                <a:lnTo>
                  <a:pt x="3292" y="2130"/>
                </a:lnTo>
                <a:moveTo>
                  <a:pt x="3389" y="2130"/>
                </a:moveTo>
                <a:lnTo>
                  <a:pt x="3582" y="2130"/>
                </a:lnTo>
                <a:moveTo>
                  <a:pt x="96" y="2227"/>
                </a:moveTo>
                <a:lnTo>
                  <a:pt x="290" y="2227"/>
                </a:lnTo>
                <a:moveTo>
                  <a:pt x="484" y="2227"/>
                </a:moveTo>
                <a:lnTo>
                  <a:pt x="580" y="2227"/>
                </a:lnTo>
                <a:moveTo>
                  <a:pt x="678" y="2227"/>
                </a:moveTo>
                <a:lnTo>
                  <a:pt x="969" y="2227"/>
                </a:lnTo>
                <a:moveTo>
                  <a:pt x="1259" y="2227"/>
                </a:moveTo>
                <a:lnTo>
                  <a:pt x="1356" y="2227"/>
                </a:lnTo>
                <a:moveTo>
                  <a:pt x="1937" y="2227"/>
                </a:moveTo>
                <a:lnTo>
                  <a:pt x="2033" y="2227"/>
                </a:lnTo>
                <a:moveTo>
                  <a:pt x="2227" y="2227"/>
                </a:moveTo>
                <a:lnTo>
                  <a:pt x="2421" y="2227"/>
                </a:lnTo>
                <a:moveTo>
                  <a:pt x="2517" y="2227"/>
                </a:moveTo>
                <a:lnTo>
                  <a:pt x="2711" y="2227"/>
                </a:lnTo>
                <a:moveTo>
                  <a:pt x="3001" y="2227"/>
                </a:moveTo>
                <a:lnTo>
                  <a:pt x="3195" y="2227"/>
                </a:lnTo>
                <a:moveTo>
                  <a:pt x="3389" y="2227"/>
                </a:moveTo>
                <a:lnTo>
                  <a:pt x="3582" y="2227"/>
                </a:lnTo>
                <a:moveTo>
                  <a:pt x="290" y="2323"/>
                </a:moveTo>
                <a:lnTo>
                  <a:pt x="387" y="2323"/>
                </a:lnTo>
                <a:moveTo>
                  <a:pt x="580" y="2323"/>
                </a:moveTo>
                <a:lnTo>
                  <a:pt x="775" y="2323"/>
                </a:lnTo>
                <a:moveTo>
                  <a:pt x="1162" y="2323"/>
                </a:moveTo>
                <a:lnTo>
                  <a:pt x="1356" y="2323"/>
                </a:lnTo>
                <a:moveTo>
                  <a:pt x="1453" y="2323"/>
                </a:moveTo>
                <a:lnTo>
                  <a:pt x="1549" y="2323"/>
                </a:lnTo>
                <a:moveTo>
                  <a:pt x="1743" y="2323"/>
                </a:moveTo>
                <a:lnTo>
                  <a:pt x="1840" y="2323"/>
                </a:lnTo>
                <a:moveTo>
                  <a:pt x="1937" y="2323"/>
                </a:moveTo>
                <a:lnTo>
                  <a:pt x="2227" y="2323"/>
                </a:lnTo>
                <a:moveTo>
                  <a:pt x="2324" y="2323"/>
                </a:moveTo>
                <a:lnTo>
                  <a:pt x="2711" y="2323"/>
                </a:lnTo>
                <a:moveTo>
                  <a:pt x="2808" y="2323"/>
                </a:moveTo>
                <a:lnTo>
                  <a:pt x="3001" y="2323"/>
                </a:lnTo>
                <a:moveTo>
                  <a:pt x="3098" y="2323"/>
                </a:moveTo>
                <a:lnTo>
                  <a:pt x="3195" y="2323"/>
                </a:lnTo>
                <a:moveTo>
                  <a:pt x="3292" y="2323"/>
                </a:moveTo>
                <a:lnTo>
                  <a:pt x="3582" y="2323"/>
                </a:lnTo>
                <a:moveTo>
                  <a:pt x="0" y="2420"/>
                </a:moveTo>
                <a:lnTo>
                  <a:pt x="96" y="2420"/>
                </a:lnTo>
                <a:moveTo>
                  <a:pt x="193" y="2420"/>
                </a:moveTo>
                <a:lnTo>
                  <a:pt x="387" y="2420"/>
                </a:lnTo>
                <a:moveTo>
                  <a:pt x="484" y="2420"/>
                </a:moveTo>
                <a:lnTo>
                  <a:pt x="580" y="2420"/>
                </a:lnTo>
                <a:moveTo>
                  <a:pt x="678" y="2420"/>
                </a:moveTo>
                <a:lnTo>
                  <a:pt x="872" y="2420"/>
                </a:lnTo>
                <a:moveTo>
                  <a:pt x="969" y="2420"/>
                </a:moveTo>
                <a:lnTo>
                  <a:pt x="1646" y="2420"/>
                </a:lnTo>
                <a:moveTo>
                  <a:pt x="2033" y="2420"/>
                </a:moveTo>
                <a:lnTo>
                  <a:pt x="2130" y="2420"/>
                </a:lnTo>
                <a:moveTo>
                  <a:pt x="2324" y="2420"/>
                </a:moveTo>
                <a:lnTo>
                  <a:pt x="2517" y="2420"/>
                </a:lnTo>
                <a:moveTo>
                  <a:pt x="2711" y="2420"/>
                </a:moveTo>
                <a:lnTo>
                  <a:pt x="2808" y="2420"/>
                </a:lnTo>
                <a:moveTo>
                  <a:pt x="3001" y="2420"/>
                </a:moveTo>
                <a:lnTo>
                  <a:pt x="3098" y="2420"/>
                </a:lnTo>
                <a:moveTo>
                  <a:pt x="3195" y="2420"/>
                </a:moveTo>
                <a:lnTo>
                  <a:pt x="3389" y="2420"/>
                </a:lnTo>
                <a:moveTo>
                  <a:pt x="0" y="2517"/>
                </a:moveTo>
                <a:lnTo>
                  <a:pt x="96" y="2517"/>
                </a:lnTo>
                <a:moveTo>
                  <a:pt x="290" y="2517"/>
                </a:moveTo>
                <a:lnTo>
                  <a:pt x="387" y="2517"/>
                </a:lnTo>
                <a:moveTo>
                  <a:pt x="484" y="2517"/>
                </a:moveTo>
                <a:lnTo>
                  <a:pt x="775" y="2517"/>
                </a:lnTo>
                <a:moveTo>
                  <a:pt x="872" y="2517"/>
                </a:moveTo>
                <a:lnTo>
                  <a:pt x="1259" y="2517"/>
                </a:lnTo>
                <a:moveTo>
                  <a:pt x="1937" y="2517"/>
                </a:moveTo>
                <a:lnTo>
                  <a:pt x="2130" y="2517"/>
                </a:lnTo>
                <a:moveTo>
                  <a:pt x="2421" y="2517"/>
                </a:moveTo>
                <a:lnTo>
                  <a:pt x="3292" y="2517"/>
                </a:lnTo>
                <a:moveTo>
                  <a:pt x="3389" y="2517"/>
                </a:moveTo>
                <a:lnTo>
                  <a:pt x="3582" y="2517"/>
                </a:lnTo>
                <a:moveTo>
                  <a:pt x="0" y="2614"/>
                </a:moveTo>
                <a:lnTo>
                  <a:pt x="96" y="2614"/>
                </a:lnTo>
                <a:moveTo>
                  <a:pt x="387" y="2614"/>
                </a:moveTo>
                <a:lnTo>
                  <a:pt x="580" y="2614"/>
                </a:lnTo>
                <a:moveTo>
                  <a:pt x="678" y="2614"/>
                </a:moveTo>
                <a:lnTo>
                  <a:pt x="1065" y="2614"/>
                </a:lnTo>
                <a:moveTo>
                  <a:pt x="1162" y="2614"/>
                </a:moveTo>
                <a:lnTo>
                  <a:pt x="1259" y="2614"/>
                </a:lnTo>
                <a:moveTo>
                  <a:pt x="1356" y="2614"/>
                </a:moveTo>
                <a:lnTo>
                  <a:pt x="1453" y="2614"/>
                </a:lnTo>
                <a:moveTo>
                  <a:pt x="1549" y="2614"/>
                </a:moveTo>
                <a:lnTo>
                  <a:pt x="1646" y="2614"/>
                </a:lnTo>
                <a:moveTo>
                  <a:pt x="1743" y="2614"/>
                </a:moveTo>
                <a:lnTo>
                  <a:pt x="1840" y="2614"/>
                </a:lnTo>
                <a:moveTo>
                  <a:pt x="2033" y="2614"/>
                </a:moveTo>
                <a:lnTo>
                  <a:pt x="2227" y="2614"/>
                </a:lnTo>
                <a:moveTo>
                  <a:pt x="2324" y="2614"/>
                </a:moveTo>
                <a:lnTo>
                  <a:pt x="2421" y="2614"/>
                </a:lnTo>
                <a:moveTo>
                  <a:pt x="2517" y="2614"/>
                </a:moveTo>
                <a:lnTo>
                  <a:pt x="2614" y="2614"/>
                </a:lnTo>
                <a:moveTo>
                  <a:pt x="2711" y="2614"/>
                </a:moveTo>
                <a:lnTo>
                  <a:pt x="2808" y="2614"/>
                </a:lnTo>
                <a:moveTo>
                  <a:pt x="2905" y="2614"/>
                </a:moveTo>
                <a:lnTo>
                  <a:pt x="3001" y="2614"/>
                </a:lnTo>
                <a:moveTo>
                  <a:pt x="3195" y="2614"/>
                </a:moveTo>
                <a:lnTo>
                  <a:pt x="3292" y="2614"/>
                </a:lnTo>
                <a:moveTo>
                  <a:pt x="3485" y="2614"/>
                </a:moveTo>
                <a:lnTo>
                  <a:pt x="3582" y="2614"/>
                </a:lnTo>
                <a:moveTo>
                  <a:pt x="0" y="2711"/>
                </a:moveTo>
                <a:lnTo>
                  <a:pt x="96" y="2711"/>
                </a:lnTo>
                <a:moveTo>
                  <a:pt x="387" y="2711"/>
                </a:moveTo>
                <a:lnTo>
                  <a:pt x="678" y="2711"/>
                </a:lnTo>
                <a:moveTo>
                  <a:pt x="969" y="2711"/>
                </a:moveTo>
                <a:lnTo>
                  <a:pt x="1162" y="2711"/>
                </a:lnTo>
                <a:moveTo>
                  <a:pt x="1356" y="2711"/>
                </a:moveTo>
                <a:lnTo>
                  <a:pt x="1453" y="2711"/>
                </a:lnTo>
                <a:moveTo>
                  <a:pt x="1549" y="2711"/>
                </a:moveTo>
                <a:lnTo>
                  <a:pt x="1743" y="2711"/>
                </a:lnTo>
                <a:moveTo>
                  <a:pt x="2130" y="2711"/>
                </a:moveTo>
                <a:lnTo>
                  <a:pt x="2227" y="2711"/>
                </a:lnTo>
                <a:moveTo>
                  <a:pt x="2421" y="2711"/>
                </a:moveTo>
                <a:lnTo>
                  <a:pt x="2614" y="2711"/>
                </a:lnTo>
                <a:moveTo>
                  <a:pt x="2711" y="2711"/>
                </a:moveTo>
                <a:lnTo>
                  <a:pt x="3389" y="2711"/>
                </a:lnTo>
                <a:moveTo>
                  <a:pt x="3485" y="2711"/>
                </a:moveTo>
                <a:lnTo>
                  <a:pt x="3582" y="2711"/>
                </a:lnTo>
                <a:moveTo>
                  <a:pt x="775" y="2807"/>
                </a:moveTo>
                <a:lnTo>
                  <a:pt x="872" y="2807"/>
                </a:lnTo>
                <a:moveTo>
                  <a:pt x="969" y="2807"/>
                </a:moveTo>
                <a:lnTo>
                  <a:pt x="1162" y="2807"/>
                </a:lnTo>
                <a:moveTo>
                  <a:pt x="1356" y="2807"/>
                </a:moveTo>
                <a:lnTo>
                  <a:pt x="1453" y="2807"/>
                </a:lnTo>
                <a:moveTo>
                  <a:pt x="1549" y="2807"/>
                </a:moveTo>
                <a:lnTo>
                  <a:pt x="2130" y="2807"/>
                </a:lnTo>
                <a:moveTo>
                  <a:pt x="2227" y="2807"/>
                </a:moveTo>
                <a:lnTo>
                  <a:pt x="2324" y="2807"/>
                </a:lnTo>
                <a:moveTo>
                  <a:pt x="2421" y="2807"/>
                </a:moveTo>
                <a:lnTo>
                  <a:pt x="2517" y="2807"/>
                </a:lnTo>
                <a:moveTo>
                  <a:pt x="2614" y="2807"/>
                </a:moveTo>
                <a:lnTo>
                  <a:pt x="2808" y="2807"/>
                </a:lnTo>
                <a:moveTo>
                  <a:pt x="3098" y="2807"/>
                </a:moveTo>
                <a:lnTo>
                  <a:pt x="3292" y="2807"/>
                </a:lnTo>
                <a:moveTo>
                  <a:pt x="0" y="2905"/>
                </a:moveTo>
                <a:lnTo>
                  <a:pt x="678" y="2905"/>
                </a:lnTo>
                <a:moveTo>
                  <a:pt x="872" y="2905"/>
                </a:moveTo>
                <a:lnTo>
                  <a:pt x="969" y="2905"/>
                </a:lnTo>
                <a:moveTo>
                  <a:pt x="1162" y="2905"/>
                </a:moveTo>
                <a:lnTo>
                  <a:pt x="1743" y="2905"/>
                </a:lnTo>
                <a:moveTo>
                  <a:pt x="1937" y="2905"/>
                </a:moveTo>
                <a:lnTo>
                  <a:pt x="2130" y="2905"/>
                </a:lnTo>
                <a:moveTo>
                  <a:pt x="2421" y="2905"/>
                </a:moveTo>
                <a:lnTo>
                  <a:pt x="2517" y="2905"/>
                </a:lnTo>
                <a:moveTo>
                  <a:pt x="2711" y="2905"/>
                </a:moveTo>
                <a:lnTo>
                  <a:pt x="2808" y="2905"/>
                </a:lnTo>
                <a:moveTo>
                  <a:pt x="2905" y="2905"/>
                </a:moveTo>
                <a:lnTo>
                  <a:pt x="3001" y="2905"/>
                </a:lnTo>
                <a:moveTo>
                  <a:pt x="3098" y="2905"/>
                </a:moveTo>
                <a:lnTo>
                  <a:pt x="3195" y="2905"/>
                </a:lnTo>
                <a:moveTo>
                  <a:pt x="3292" y="2905"/>
                </a:moveTo>
                <a:lnTo>
                  <a:pt x="3582" y="2905"/>
                </a:lnTo>
                <a:moveTo>
                  <a:pt x="0" y="3002"/>
                </a:moveTo>
                <a:lnTo>
                  <a:pt x="96" y="3002"/>
                </a:lnTo>
                <a:moveTo>
                  <a:pt x="580" y="3002"/>
                </a:moveTo>
                <a:lnTo>
                  <a:pt x="678" y="3002"/>
                </a:lnTo>
                <a:moveTo>
                  <a:pt x="775" y="3002"/>
                </a:moveTo>
                <a:lnTo>
                  <a:pt x="969" y="3002"/>
                </a:lnTo>
                <a:moveTo>
                  <a:pt x="1065" y="3002"/>
                </a:moveTo>
                <a:lnTo>
                  <a:pt x="1259" y="3002"/>
                </a:lnTo>
                <a:moveTo>
                  <a:pt x="1356" y="3002"/>
                </a:moveTo>
                <a:lnTo>
                  <a:pt x="1840" y="3002"/>
                </a:lnTo>
                <a:moveTo>
                  <a:pt x="1937" y="3002"/>
                </a:moveTo>
                <a:lnTo>
                  <a:pt x="2227" y="3002"/>
                </a:lnTo>
                <a:moveTo>
                  <a:pt x="2517" y="3002"/>
                </a:moveTo>
                <a:lnTo>
                  <a:pt x="2614" y="3002"/>
                </a:lnTo>
                <a:moveTo>
                  <a:pt x="2711" y="3002"/>
                </a:moveTo>
                <a:lnTo>
                  <a:pt x="2808" y="3002"/>
                </a:lnTo>
                <a:moveTo>
                  <a:pt x="3098" y="3002"/>
                </a:moveTo>
                <a:lnTo>
                  <a:pt x="3292" y="3002"/>
                </a:lnTo>
                <a:moveTo>
                  <a:pt x="3389" y="3002"/>
                </a:moveTo>
                <a:lnTo>
                  <a:pt x="3485" y="3002"/>
                </a:lnTo>
                <a:moveTo>
                  <a:pt x="0" y="3099"/>
                </a:moveTo>
                <a:lnTo>
                  <a:pt x="96" y="3099"/>
                </a:lnTo>
                <a:moveTo>
                  <a:pt x="193" y="3099"/>
                </a:moveTo>
                <a:lnTo>
                  <a:pt x="484" y="3099"/>
                </a:lnTo>
                <a:moveTo>
                  <a:pt x="580" y="3099"/>
                </a:moveTo>
                <a:lnTo>
                  <a:pt x="678" y="3099"/>
                </a:lnTo>
                <a:moveTo>
                  <a:pt x="775" y="3099"/>
                </a:moveTo>
                <a:lnTo>
                  <a:pt x="872" y="3099"/>
                </a:lnTo>
                <a:moveTo>
                  <a:pt x="969" y="3099"/>
                </a:moveTo>
                <a:lnTo>
                  <a:pt x="1065" y="3099"/>
                </a:lnTo>
                <a:moveTo>
                  <a:pt x="1549" y="3099"/>
                </a:moveTo>
                <a:lnTo>
                  <a:pt x="1646" y="3099"/>
                </a:lnTo>
                <a:moveTo>
                  <a:pt x="1840" y="3099"/>
                </a:moveTo>
                <a:lnTo>
                  <a:pt x="1937" y="3099"/>
                </a:lnTo>
                <a:moveTo>
                  <a:pt x="2033" y="3099"/>
                </a:moveTo>
                <a:lnTo>
                  <a:pt x="2130" y="3099"/>
                </a:lnTo>
                <a:moveTo>
                  <a:pt x="2324" y="3099"/>
                </a:moveTo>
                <a:lnTo>
                  <a:pt x="3195" y="3099"/>
                </a:lnTo>
                <a:moveTo>
                  <a:pt x="3292" y="3099"/>
                </a:moveTo>
                <a:lnTo>
                  <a:pt x="3389" y="3099"/>
                </a:lnTo>
                <a:moveTo>
                  <a:pt x="3485" y="3099"/>
                </a:moveTo>
                <a:lnTo>
                  <a:pt x="3582" y="3099"/>
                </a:lnTo>
                <a:moveTo>
                  <a:pt x="0" y="3196"/>
                </a:moveTo>
                <a:lnTo>
                  <a:pt x="96" y="3196"/>
                </a:lnTo>
                <a:moveTo>
                  <a:pt x="193" y="3196"/>
                </a:moveTo>
                <a:lnTo>
                  <a:pt x="484" y="3196"/>
                </a:lnTo>
                <a:moveTo>
                  <a:pt x="580" y="3196"/>
                </a:moveTo>
                <a:lnTo>
                  <a:pt x="678" y="3196"/>
                </a:lnTo>
                <a:moveTo>
                  <a:pt x="775" y="3196"/>
                </a:moveTo>
                <a:lnTo>
                  <a:pt x="872" y="3196"/>
                </a:lnTo>
                <a:moveTo>
                  <a:pt x="969" y="3196"/>
                </a:moveTo>
                <a:lnTo>
                  <a:pt x="1162" y="3196"/>
                </a:lnTo>
                <a:moveTo>
                  <a:pt x="1259" y="3196"/>
                </a:moveTo>
                <a:lnTo>
                  <a:pt x="1549" y="3196"/>
                </a:lnTo>
                <a:moveTo>
                  <a:pt x="1646" y="3196"/>
                </a:moveTo>
                <a:lnTo>
                  <a:pt x="1840" y="3196"/>
                </a:lnTo>
                <a:moveTo>
                  <a:pt x="1937" y="3196"/>
                </a:moveTo>
                <a:lnTo>
                  <a:pt x="2033" y="3196"/>
                </a:lnTo>
                <a:moveTo>
                  <a:pt x="2130" y="3196"/>
                </a:moveTo>
                <a:lnTo>
                  <a:pt x="2324" y="3196"/>
                </a:lnTo>
                <a:moveTo>
                  <a:pt x="2614" y="3196"/>
                </a:moveTo>
                <a:lnTo>
                  <a:pt x="2711" y="3196"/>
                </a:lnTo>
                <a:moveTo>
                  <a:pt x="2808" y="3196"/>
                </a:moveTo>
                <a:lnTo>
                  <a:pt x="3001" y="3196"/>
                </a:lnTo>
                <a:moveTo>
                  <a:pt x="3098" y="3196"/>
                </a:moveTo>
                <a:lnTo>
                  <a:pt x="3195" y="3196"/>
                </a:lnTo>
                <a:moveTo>
                  <a:pt x="3292" y="3196"/>
                </a:moveTo>
                <a:lnTo>
                  <a:pt x="3389" y="3196"/>
                </a:lnTo>
                <a:moveTo>
                  <a:pt x="3485" y="3196"/>
                </a:moveTo>
                <a:lnTo>
                  <a:pt x="3582" y="3196"/>
                </a:lnTo>
                <a:moveTo>
                  <a:pt x="0" y="3292"/>
                </a:moveTo>
                <a:lnTo>
                  <a:pt x="96" y="3292"/>
                </a:lnTo>
                <a:moveTo>
                  <a:pt x="193" y="3292"/>
                </a:moveTo>
                <a:lnTo>
                  <a:pt x="484" y="3292"/>
                </a:lnTo>
                <a:moveTo>
                  <a:pt x="580" y="3292"/>
                </a:moveTo>
                <a:lnTo>
                  <a:pt x="678" y="3292"/>
                </a:lnTo>
                <a:moveTo>
                  <a:pt x="775" y="3292"/>
                </a:moveTo>
                <a:lnTo>
                  <a:pt x="872" y="3292"/>
                </a:lnTo>
                <a:moveTo>
                  <a:pt x="969" y="3292"/>
                </a:moveTo>
                <a:lnTo>
                  <a:pt x="1065" y="3292"/>
                </a:lnTo>
                <a:moveTo>
                  <a:pt x="1259" y="3292"/>
                </a:moveTo>
                <a:lnTo>
                  <a:pt x="1646" y="3292"/>
                </a:lnTo>
                <a:moveTo>
                  <a:pt x="1743" y="3292"/>
                </a:moveTo>
                <a:lnTo>
                  <a:pt x="1937" y="3292"/>
                </a:lnTo>
                <a:moveTo>
                  <a:pt x="2130" y="3292"/>
                </a:moveTo>
                <a:lnTo>
                  <a:pt x="2227" y="3292"/>
                </a:lnTo>
                <a:moveTo>
                  <a:pt x="2711" y="3292"/>
                </a:moveTo>
                <a:lnTo>
                  <a:pt x="2808" y="3292"/>
                </a:lnTo>
                <a:moveTo>
                  <a:pt x="3389" y="3292"/>
                </a:moveTo>
                <a:lnTo>
                  <a:pt x="3582" y="3292"/>
                </a:lnTo>
                <a:moveTo>
                  <a:pt x="0" y="3389"/>
                </a:moveTo>
                <a:lnTo>
                  <a:pt x="96" y="3389"/>
                </a:lnTo>
                <a:moveTo>
                  <a:pt x="580" y="3389"/>
                </a:moveTo>
                <a:lnTo>
                  <a:pt x="678" y="3389"/>
                </a:lnTo>
                <a:moveTo>
                  <a:pt x="1162" y="3389"/>
                </a:moveTo>
                <a:lnTo>
                  <a:pt x="1356" y="3389"/>
                </a:lnTo>
                <a:moveTo>
                  <a:pt x="1453" y="3389"/>
                </a:moveTo>
                <a:lnTo>
                  <a:pt x="1549" y="3389"/>
                </a:lnTo>
                <a:moveTo>
                  <a:pt x="1743" y="3389"/>
                </a:moveTo>
                <a:lnTo>
                  <a:pt x="2130" y="3389"/>
                </a:lnTo>
                <a:moveTo>
                  <a:pt x="2227" y="3389"/>
                </a:moveTo>
                <a:lnTo>
                  <a:pt x="2421" y="3389"/>
                </a:lnTo>
                <a:moveTo>
                  <a:pt x="2517" y="3389"/>
                </a:moveTo>
                <a:lnTo>
                  <a:pt x="3001" y="3389"/>
                </a:lnTo>
                <a:moveTo>
                  <a:pt x="3098" y="3389"/>
                </a:moveTo>
                <a:lnTo>
                  <a:pt x="3195" y="3389"/>
                </a:lnTo>
                <a:moveTo>
                  <a:pt x="3485" y="3389"/>
                </a:moveTo>
                <a:lnTo>
                  <a:pt x="3582" y="3389"/>
                </a:lnTo>
                <a:moveTo>
                  <a:pt x="0" y="3486"/>
                </a:moveTo>
                <a:lnTo>
                  <a:pt x="678" y="3486"/>
                </a:lnTo>
                <a:moveTo>
                  <a:pt x="775" y="3486"/>
                </a:moveTo>
                <a:lnTo>
                  <a:pt x="969" y="3486"/>
                </a:lnTo>
                <a:moveTo>
                  <a:pt x="1065" y="3486"/>
                </a:moveTo>
                <a:lnTo>
                  <a:pt x="1549" y="3486"/>
                </a:lnTo>
                <a:moveTo>
                  <a:pt x="1646" y="3486"/>
                </a:moveTo>
                <a:lnTo>
                  <a:pt x="1937" y="3486"/>
                </a:lnTo>
                <a:moveTo>
                  <a:pt x="2227" y="3486"/>
                </a:moveTo>
                <a:lnTo>
                  <a:pt x="2324" y="3486"/>
                </a:lnTo>
                <a:moveTo>
                  <a:pt x="2421" y="3486"/>
                </a:moveTo>
                <a:lnTo>
                  <a:pt x="2711" y="3486"/>
                </a:lnTo>
                <a:moveTo>
                  <a:pt x="2808" y="3486"/>
                </a:moveTo>
                <a:lnTo>
                  <a:pt x="3001" y="3486"/>
                </a:lnTo>
                <a:moveTo>
                  <a:pt x="3098" y="3486"/>
                </a:moveTo>
                <a:lnTo>
                  <a:pt x="3582" y="3486"/>
                </a:lnTo>
              </a:path>
            </a:pathLst>
          </a:custGeom>
          <a:ln w="34560">
            <a:solidFill>
              <a:srgbClr val="001d34"/>
            </a:solidFill>
            <a:miter/>
          </a:ln>
        </p:spPr>
        <p:txBody>
          <a:bodyPr lIns="17280" rIns="17280" tIns="17280" bIns="172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9992520" y="3365640"/>
            <a:ext cx="1255680" cy="1212480"/>
          </a:xfrm>
          <a:custGeom>
            <a:avLst/>
            <a:gdLst/>
            <a:ahLst/>
            <a:rect l="0" t="0" r="r" b="b"/>
            <a:pathLst>
              <a:path fill="none" w="3488" h="3368">
                <a:moveTo>
                  <a:pt x="0" y="0"/>
                </a:moveTo>
                <a:lnTo>
                  <a:pt x="842" y="0"/>
                </a:lnTo>
                <a:moveTo>
                  <a:pt x="1202" y="0"/>
                </a:moveTo>
                <a:lnTo>
                  <a:pt x="1443" y="0"/>
                </a:lnTo>
                <a:moveTo>
                  <a:pt x="1683" y="0"/>
                </a:moveTo>
                <a:lnTo>
                  <a:pt x="1804" y="0"/>
                </a:lnTo>
                <a:moveTo>
                  <a:pt x="2045" y="0"/>
                </a:moveTo>
                <a:lnTo>
                  <a:pt x="2165" y="0"/>
                </a:lnTo>
                <a:moveTo>
                  <a:pt x="2647" y="0"/>
                </a:moveTo>
                <a:lnTo>
                  <a:pt x="3488" y="0"/>
                </a:lnTo>
                <a:moveTo>
                  <a:pt x="0" y="120"/>
                </a:moveTo>
                <a:lnTo>
                  <a:pt x="120" y="120"/>
                </a:lnTo>
                <a:moveTo>
                  <a:pt x="721" y="120"/>
                </a:moveTo>
                <a:lnTo>
                  <a:pt x="842" y="120"/>
                </a:lnTo>
                <a:moveTo>
                  <a:pt x="962" y="120"/>
                </a:moveTo>
                <a:lnTo>
                  <a:pt x="1323" y="120"/>
                </a:lnTo>
                <a:moveTo>
                  <a:pt x="1443" y="120"/>
                </a:moveTo>
                <a:lnTo>
                  <a:pt x="1804" y="120"/>
                </a:lnTo>
                <a:moveTo>
                  <a:pt x="2045" y="120"/>
                </a:moveTo>
                <a:lnTo>
                  <a:pt x="2286" y="120"/>
                </a:lnTo>
                <a:moveTo>
                  <a:pt x="2406" y="120"/>
                </a:moveTo>
                <a:lnTo>
                  <a:pt x="2526" y="120"/>
                </a:lnTo>
                <a:moveTo>
                  <a:pt x="2647" y="120"/>
                </a:moveTo>
                <a:lnTo>
                  <a:pt x="2767" y="120"/>
                </a:lnTo>
                <a:moveTo>
                  <a:pt x="3368" y="120"/>
                </a:moveTo>
                <a:lnTo>
                  <a:pt x="3488" y="120"/>
                </a:lnTo>
                <a:moveTo>
                  <a:pt x="0" y="240"/>
                </a:moveTo>
                <a:lnTo>
                  <a:pt x="120" y="240"/>
                </a:lnTo>
                <a:moveTo>
                  <a:pt x="240" y="240"/>
                </a:moveTo>
                <a:lnTo>
                  <a:pt x="601" y="240"/>
                </a:lnTo>
                <a:moveTo>
                  <a:pt x="721" y="240"/>
                </a:moveTo>
                <a:lnTo>
                  <a:pt x="842" y="240"/>
                </a:lnTo>
                <a:moveTo>
                  <a:pt x="962" y="240"/>
                </a:moveTo>
                <a:lnTo>
                  <a:pt x="1563" y="240"/>
                </a:lnTo>
                <a:moveTo>
                  <a:pt x="1925" y="240"/>
                </a:moveTo>
                <a:lnTo>
                  <a:pt x="2045" y="240"/>
                </a:lnTo>
                <a:moveTo>
                  <a:pt x="2165" y="240"/>
                </a:moveTo>
                <a:lnTo>
                  <a:pt x="2286" y="240"/>
                </a:lnTo>
                <a:moveTo>
                  <a:pt x="2647" y="240"/>
                </a:moveTo>
                <a:lnTo>
                  <a:pt x="2767" y="240"/>
                </a:lnTo>
                <a:moveTo>
                  <a:pt x="2887" y="240"/>
                </a:moveTo>
                <a:lnTo>
                  <a:pt x="3248" y="240"/>
                </a:lnTo>
                <a:moveTo>
                  <a:pt x="3368" y="240"/>
                </a:moveTo>
                <a:lnTo>
                  <a:pt x="3488" y="240"/>
                </a:lnTo>
                <a:moveTo>
                  <a:pt x="0" y="361"/>
                </a:moveTo>
                <a:lnTo>
                  <a:pt x="120" y="361"/>
                </a:lnTo>
                <a:moveTo>
                  <a:pt x="240" y="361"/>
                </a:moveTo>
                <a:lnTo>
                  <a:pt x="601" y="361"/>
                </a:lnTo>
                <a:moveTo>
                  <a:pt x="721" y="361"/>
                </a:moveTo>
                <a:lnTo>
                  <a:pt x="842" y="361"/>
                </a:lnTo>
                <a:moveTo>
                  <a:pt x="962" y="361"/>
                </a:moveTo>
                <a:lnTo>
                  <a:pt x="1202" y="361"/>
                </a:lnTo>
                <a:moveTo>
                  <a:pt x="1323" y="361"/>
                </a:moveTo>
                <a:lnTo>
                  <a:pt x="1683" y="361"/>
                </a:lnTo>
                <a:moveTo>
                  <a:pt x="1804" y="361"/>
                </a:moveTo>
                <a:lnTo>
                  <a:pt x="2165" y="361"/>
                </a:lnTo>
                <a:moveTo>
                  <a:pt x="2286" y="361"/>
                </a:moveTo>
                <a:lnTo>
                  <a:pt x="2526" y="361"/>
                </a:lnTo>
                <a:moveTo>
                  <a:pt x="2647" y="361"/>
                </a:moveTo>
                <a:lnTo>
                  <a:pt x="2767" y="361"/>
                </a:lnTo>
                <a:moveTo>
                  <a:pt x="2887" y="361"/>
                </a:moveTo>
                <a:lnTo>
                  <a:pt x="3248" y="361"/>
                </a:lnTo>
                <a:moveTo>
                  <a:pt x="3368" y="361"/>
                </a:moveTo>
                <a:lnTo>
                  <a:pt x="3488" y="361"/>
                </a:lnTo>
                <a:moveTo>
                  <a:pt x="0" y="481"/>
                </a:moveTo>
                <a:lnTo>
                  <a:pt x="120" y="481"/>
                </a:lnTo>
                <a:moveTo>
                  <a:pt x="240" y="481"/>
                </a:moveTo>
                <a:lnTo>
                  <a:pt x="601" y="481"/>
                </a:lnTo>
                <a:moveTo>
                  <a:pt x="721" y="481"/>
                </a:moveTo>
                <a:lnTo>
                  <a:pt x="842" y="481"/>
                </a:lnTo>
                <a:moveTo>
                  <a:pt x="1082" y="481"/>
                </a:moveTo>
                <a:lnTo>
                  <a:pt x="1323" y="481"/>
                </a:lnTo>
                <a:moveTo>
                  <a:pt x="1925" y="481"/>
                </a:moveTo>
                <a:lnTo>
                  <a:pt x="2045" y="481"/>
                </a:lnTo>
                <a:moveTo>
                  <a:pt x="2165" y="481"/>
                </a:moveTo>
                <a:lnTo>
                  <a:pt x="2526" y="481"/>
                </a:lnTo>
                <a:moveTo>
                  <a:pt x="2647" y="481"/>
                </a:moveTo>
                <a:lnTo>
                  <a:pt x="2767" y="481"/>
                </a:lnTo>
                <a:moveTo>
                  <a:pt x="2887" y="481"/>
                </a:moveTo>
                <a:lnTo>
                  <a:pt x="3248" y="481"/>
                </a:lnTo>
                <a:moveTo>
                  <a:pt x="3368" y="481"/>
                </a:moveTo>
                <a:lnTo>
                  <a:pt x="3488" y="481"/>
                </a:lnTo>
                <a:moveTo>
                  <a:pt x="0" y="601"/>
                </a:moveTo>
                <a:lnTo>
                  <a:pt x="120" y="601"/>
                </a:lnTo>
                <a:moveTo>
                  <a:pt x="721" y="601"/>
                </a:moveTo>
                <a:lnTo>
                  <a:pt x="842" y="601"/>
                </a:lnTo>
                <a:moveTo>
                  <a:pt x="1323" y="601"/>
                </a:moveTo>
                <a:lnTo>
                  <a:pt x="1563" y="601"/>
                </a:lnTo>
                <a:moveTo>
                  <a:pt x="1683" y="601"/>
                </a:moveTo>
                <a:lnTo>
                  <a:pt x="1804" y="601"/>
                </a:lnTo>
                <a:moveTo>
                  <a:pt x="1925" y="601"/>
                </a:moveTo>
                <a:lnTo>
                  <a:pt x="2165" y="601"/>
                </a:lnTo>
                <a:moveTo>
                  <a:pt x="2647" y="601"/>
                </a:moveTo>
                <a:lnTo>
                  <a:pt x="2767" y="601"/>
                </a:lnTo>
                <a:moveTo>
                  <a:pt x="3368" y="601"/>
                </a:moveTo>
                <a:lnTo>
                  <a:pt x="3488" y="601"/>
                </a:lnTo>
                <a:moveTo>
                  <a:pt x="0" y="722"/>
                </a:moveTo>
                <a:lnTo>
                  <a:pt x="842" y="722"/>
                </a:lnTo>
                <a:moveTo>
                  <a:pt x="962" y="722"/>
                </a:moveTo>
                <a:lnTo>
                  <a:pt x="1082" y="722"/>
                </a:lnTo>
                <a:moveTo>
                  <a:pt x="1202" y="722"/>
                </a:moveTo>
                <a:lnTo>
                  <a:pt x="1323" y="722"/>
                </a:lnTo>
                <a:moveTo>
                  <a:pt x="1443" y="722"/>
                </a:moveTo>
                <a:lnTo>
                  <a:pt x="1563" y="722"/>
                </a:lnTo>
                <a:moveTo>
                  <a:pt x="1683" y="722"/>
                </a:moveTo>
                <a:lnTo>
                  <a:pt x="1804" y="722"/>
                </a:lnTo>
                <a:moveTo>
                  <a:pt x="1925" y="722"/>
                </a:moveTo>
                <a:lnTo>
                  <a:pt x="2045" y="722"/>
                </a:lnTo>
                <a:moveTo>
                  <a:pt x="2165" y="722"/>
                </a:moveTo>
                <a:lnTo>
                  <a:pt x="2286" y="722"/>
                </a:lnTo>
                <a:moveTo>
                  <a:pt x="2406" y="722"/>
                </a:moveTo>
                <a:lnTo>
                  <a:pt x="2526" y="722"/>
                </a:lnTo>
                <a:moveTo>
                  <a:pt x="2647" y="722"/>
                </a:moveTo>
                <a:lnTo>
                  <a:pt x="3488" y="722"/>
                </a:lnTo>
                <a:moveTo>
                  <a:pt x="962" y="842"/>
                </a:moveTo>
                <a:lnTo>
                  <a:pt x="1323" y="842"/>
                </a:lnTo>
                <a:moveTo>
                  <a:pt x="1443" y="842"/>
                </a:moveTo>
                <a:lnTo>
                  <a:pt x="1563" y="842"/>
                </a:lnTo>
                <a:moveTo>
                  <a:pt x="1683" y="842"/>
                </a:moveTo>
                <a:lnTo>
                  <a:pt x="1804" y="842"/>
                </a:lnTo>
                <a:moveTo>
                  <a:pt x="1925" y="842"/>
                </a:moveTo>
                <a:lnTo>
                  <a:pt x="2045" y="842"/>
                </a:lnTo>
                <a:moveTo>
                  <a:pt x="2165" y="842"/>
                </a:moveTo>
                <a:lnTo>
                  <a:pt x="2286" y="842"/>
                </a:lnTo>
                <a:moveTo>
                  <a:pt x="0" y="962"/>
                </a:moveTo>
                <a:lnTo>
                  <a:pt x="120" y="962"/>
                </a:lnTo>
                <a:moveTo>
                  <a:pt x="721" y="962"/>
                </a:moveTo>
                <a:lnTo>
                  <a:pt x="842" y="962"/>
                </a:lnTo>
                <a:moveTo>
                  <a:pt x="962" y="962"/>
                </a:moveTo>
                <a:lnTo>
                  <a:pt x="1082" y="962"/>
                </a:lnTo>
                <a:moveTo>
                  <a:pt x="1202" y="962"/>
                </a:moveTo>
                <a:lnTo>
                  <a:pt x="1443" y="962"/>
                </a:lnTo>
                <a:moveTo>
                  <a:pt x="1563" y="962"/>
                </a:moveTo>
                <a:lnTo>
                  <a:pt x="2165" y="962"/>
                </a:lnTo>
                <a:moveTo>
                  <a:pt x="2286" y="962"/>
                </a:moveTo>
                <a:lnTo>
                  <a:pt x="2406" y="962"/>
                </a:lnTo>
                <a:moveTo>
                  <a:pt x="2526" y="962"/>
                </a:moveTo>
                <a:lnTo>
                  <a:pt x="2767" y="962"/>
                </a:lnTo>
                <a:moveTo>
                  <a:pt x="3007" y="962"/>
                </a:moveTo>
                <a:lnTo>
                  <a:pt x="3368" y="962"/>
                </a:lnTo>
                <a:moveTo>
                  <a:pt x="0" y="1082"/>
                </a:moveTo>
                <a:lnTo>
                  <a:pt x="120" y="1082"/>
                </a:lnTo>
                <a:moveTo>
                  <a:pt x="240" y="1082"/>
                </a:moveTo>
                <a:lnTo>
                  <a:pt x="360" y="1082"/>
                </a:lnTo>
                <a:moveTo>
                  <a:pt x="481" y="1082"/>
                </a:moveTo>
                <a:lnTo>
                  <a:pt x="601" y="1082"/>
                </a:lnTo>
                <a:moveTo>
                  <a:pt x="962" y="1082"/>
                </a:moveTo>
                <a:lnTo>
                  <a:pt x="1202" y="1082"/>
                </a:lnTo>
                <a:moveTo>
                  <a:pt x="1804" y="1082"/>
                </a:moveTo>
                <a:lnTo>
                  <a:pt x="1925" y="1082"/>
                </a:lnTo>
                <a:moveTo>
                  <a:pt x="2286" y="1082"/>
                </a:moveTo>
                <a:lnTo>
                  <a:pt x="2406" y="1082"/>
                </a:lnTo>
                <a:moveTo>
                  <a:pt x="2767" y="1082"/>
                </a:moveTo>
                <a:lnTo>
                  <a:pt x="3007" y="1082"/>
                </a:lnTo>
                <a:moveTo>
                  <a:pt x="3128" y="1082"/>
                </a:moveTo>
                <a:lnTo>
                  <a:pt x="3368" y="1082"/>
                </a:lnTo>
                <a:moveTo>
                  <a:pt x="481" y="1203"/>
                </a:moveTo>
                <a:lnTo>
                  <a:pt x="842" y="1203"/>
                </a:lnTo>
                <a:moveTo>
                  <a:pt x="962" y="1203"/>
                </a:moveTo>
                <a:lnTo>
                  <a:pt x="1082" y="1203"/>
                </a:lnTo>
                <a:moveTo>
                  <a:pt x="1202" y="1203"/>
                </a:moveTo>
                <a:lnTo>
                  <a:pt x="1323" y="1203"/>
                </a:lnTo>
                <a:moveTo>
                  <a:pt x="1443" y="1203"/>
                </a:moveTo>
                <a:lnTo>
                  <a:pt x="1683" y="1203"/>
                </a:lnTo>
                <a:moveTo>
                  <a:pt x="1804" y="1203"/>
                </a:moveTo>
                <a:lnTo>
                  <a:pt x="1925" y="1203"/>
                </a:lnTo>
                <a:moveTo>
                  <a:pt x="2045" y="1203"/>
                </a:moveTo>
                <a:lnTo>
                  <a:pt x="2286" y="1203"/>
                </a:lnTo>
                <a:moveTo>
                  <a:pt x="2526" y="1203"/>
                </a:moveTo>
                <a:lnTo>
                  <a:pt x="2647" y="1203"/>
                </a:lnTo>
                <a:moveTo>
                  <a:pt x="2887" y="1203"/>
                </a:moveTo>
                <a:lnTo>
                  <a:pt x="3007" y="1203"/>
                </a:lnTo>
                <a:moveTo>
                  <a:pt x="0" y="1323"/>
                </a:moveTo>
                <a:lnTo>
                  <a:pt x="601" y="1323"/>
                </a:lnTo>
                <a:moveTo>
                  <a:pt x="1082" y="1323"/>
                </a:moveTo>
                <a:lnTo>
                  <a:pt x="1202" y="1323"/>
                </a:lnTo>
                <a:moveTo>
                  <a:pt x="1804" y="1323"/>
                </a:moveTo>
                <a:lnTo>
                  <a:pt x="1925" y="1323"/>
                </a:lnTo>
                <a:moveTo>
                  <a:pt x="2165" y="1323"/>
                </a:moveTo>
                <a:lnTo>
                  <a:pt x="2647" y="1323"/>
                </a:lnTo>
                <a:moveTo>
                  <a:pt x="2767" y="1323"/>
                </a:moveTo>
                <a:lnTo>
                  <a:pt x="2887" y="1323"/>
                </a:lnTo>
                <a:moveTo>
                  <a:pt x="3007" y="1323"/>
                </a:moveTo>
                <a:lnTo>
                  <a:pt x="3128" y="1323"/>
                </a:lnTo>
                <a:moveTo>
                  <a:pt x="0" y="1443"/>
                </a:moveTo>
                <a:lnTo>
                  <a:pt x="240" y="1443"/>
                </a:lnTo>
                <a:moveTo>
                  <a:pt x="360" y="1443"/>
                </a:moveTo>
                <a:lnTo>
                  <a:pt x="481" y="1443"/>
                </a:lnTo>
                <a:moveTo>
                  <a:pt x="721" y="1443"/>
                </a:moveTo>
                <a:lnTo>
                  <a:pt x="842" y="1443"/>
                </a:lnTo>
                <a:moveTo>
                  <a:pt x="962" y="1443"/>
                </a:moveTo>
                <a:lnTo>
                  <a:pt x="1323" y="1443"/>
                </a:lnTo>
                <a:moveTo>
                  <a:pt x="1443" y="1443"/>
                </a:moveTo>
                <a:lnTo>
                  <a:pt x="1925" y="1443"/>
                </a:lnTo>
                <a:moveTo>
                  <a:pt x="2286" y="1443"/>
                </a:moveTo>
                <a:lnTo>
                  <a:pt x="2526" y="1443"/>
                </a:lnTo>
                <a:moveTo>
                  <a:pt x="2647" y="1443"/>
                </a:moveTo>
                <a:lnTo>
                  <a:pt x="2887" y="1443"/>
                </a:lnTo>
                <a:moveTo>
                  <a:pt x="3368" y="1443"/>
                </a:moveTo>
                <a:lnTo>
                  <a:pt x="3488" y="1443"/>
                </a:lnTo>
                <a:moveTo>
                  <a:pt x="120" y="1563"/>
                </a:moveTo>
                <a:lnTo>
                  <a:pt x="601" y="1563"/>
                </a:lnTo>
                <a:moveTo>
                  <a:pt x="962" y="1563"/>
                </a:moveTo>
                <a:lnTo>
                  <a:pt x="1082" y="1563"/>
                </a:lnTo>
                <a:moveTo>
                  <a:pt x="1202" y="1563"/>
                </a:moveTo>
                <a:lnTo>
                  <a:pt x="1323" y="1563"/>
                </a:lnTo>
                <a:moveTo>
                  <a:pt x="1804" y="1563"/>
                </a:moveTo>
                <a:lnTo>
                  <a:pt x="2526" y="1563"/>
                </a:lnTo>
                <a:moveTo>
                  <a:pt x="2647" y="1563"/>
                </a:moveTo>
                <a:lnTo>
                  <a:pt x="3007" y="1563"/>
                </a:lnTo>
                <a:moveTo>
                  <a:pt x="3248" y="1563"/>
                </a:moveTo>
                <a:lnTo>
                  <a:pt x="3488" y="1563"/>
                </a:lnTo>
                <a:moveTo>
                  <a:pt x="120" y="1684"/>
                </a:moveTo>
                <a:lnTo>
                  <a:pt x="240" y="1684"/>
                </a:lnTo>
                <a:moveTo>
                  <a:pt x="360" y="1684"/>
                </a:moveTo>
                <a:lnTo>
                  <a:pt x="481" y="1684"/>
                </a:lnTo>
                <a:moveTo>
                  <a:pt x="601" y="1684"/>
                </a:moveTo>
                <a:lnTo>
                  <a:pt x="1082" y="1684"/>
                </a:lnTo>
                <a:moveTo>
                  <a:pt x="1202" y="1684"/>
                </a:moveTo>
                <a:lnTo>
                  <a:pt x="1563" y="1684"/>
                </a:lnTo>
                <a:moveTo>
                  <a:pt x="1804" y="1684"/>
                </a:moveTo>
                <a:lnTo>
                  <a:pt x="2165" y="1684"/>
                </a:lnTo>
                <a:moveTo>
                  <a:pt x="2406" y="1684"/>
                </a:moveTo>
                <a:lnTo>
                  <a:pt x="2647" y="1684"/>
                </a:lnTo>
                <a:moveTo>
                  <a:pt x="2887" y="1684"/>
                </a:moveTo>
                <a:lnTo>
                  <a:pt x="3248" y="1684"/>
                </a:lnTo>
                <a:moveTo>
                  <a:pt x="0" y="1804"/>
                </a:moveTo>
                <a:lnTo>
                  <a:pt x="120" y="1804"/>
                </a:lnTo>
                <a:moveTo>
                  <a:pt x="360" y="1804"/>
                </a:moveTo>
                <a:lnTo>
                  <a:pt x="601" y="1804"/>
                </a:lnTo>
                <a:moveTo>
                  <a:pt x="962" y="1804"/>
                </a:moveTo>
                <a:lnTo>
                  <a:pt x="1323" y="1804"/>
                </a:lnTo>
                <a:moveTo>
                  <a:pt x="1443" y="1804"/>
                </a:moveTo>
                <a:lnTo>
                  <a:pt x="1563" y="1804"/>
                </a:lnTo>
                <a:moveTo>
                  <a:pt x="1683" y="1804"/>
                </a:moveTo>
                <a:lnTo>
                  <a:pt x="1804" y="1804"/>
                </a:lnTo>
                <a:moveTo>
                  <a:pt x="2286" y="1804"/>
                </a:moveTo>
                <a:lnTo>
                  <a:pt x="2406" y="1804"/>
                </a:lnTo>
                <a:moveTo>
                  <a:pt x="2767" y="1804"/>
                </a:moveTo>
                <a:lnTo>
                  <a:pt x="3007" y="1804"/>
                </a:lnTo>
                <a:moveTo>
                  <a:pt x="3128" y="1804"/>
                </a:moveTo>
                <a:lnTo>
                  <a:pt x="3248" y="1804"/>
                </a:lnTo>
                <a:moveTo>
                  <a:pt x="3368" y="1804"/>
                </a:moveTo>
                <a:lnTo>
                  <a:pt x="3488" y="1804"/>
                </a:lnTo>
                <a:moveTo>
                  <a:pt x="601" y="1924"/>
                </a:moveTo>
                <a:lnTo>
                  <a:pt x="842" y="1924"/>
                </a:lnTo>
                <a:moveTo>
                  <a:pt x="1082" y="1924"/>
                </a:moveTo>
                <a:lnTo>
                  <a:pt x="1323" y="1924"/>
                </a:lnTo>
                <a:moveTo>
                  <a:pt x="1443" y="1924"/>
                </a:moveTo>
                <a:lnTo>
                  <a:pt x="1563" y="1924"/>
                </a:lnTo>
                <a:moveTo>
                  <a:pt x="2045" y="1924"/>
                </a:moveTo>
                <a:lnTo>
                  <a:pt x="2165" y="1924"/>
                </a:lnTo>
                <a:moveTo>
                  <a:pt x="2286" y="1924"/>
                </a:moveTo>
                <a:lnTo>
                  <a:pt x="2406" y="1924"/>
                </a:lnTo>
                <a:moveTo>
                  <a:pt x="2526" y="1924"/>
                </a:moveTo>
                <a:lnTo>
                  <a:pt x="2647" y="1924"/>
                </a:lnTo>
                <a:moveTo>
                  <a:pt x="2767" y="1924"/>
                </a:moveTo>
                <a:lnTo>
                  <a:pt x="2887" y="1924"/>
                </a:lnTo>
                <a:moveTo>
                  <a:pt x="3007" y="1924"/>
                </a:moveTo>
                <a:lnTo>
                  <a:pt x="3248" y="1924"/>
                </a:lnTo>
                <a:moveTo>
                  <a:pt x="0" y="2044"/>
                </a:moveTo>
                <a:lnTo>
                  <a:pt x="240" y="2044"/>
                </a:lnTo>
                <a:moveTo>
                  <a:pt x="360" y="2044"/>
                </a:moveTo>
                <a:lnTo>
                  <a:pt x="601" y="2044"/>
                </a:lnTo>
                <a:moveTo>
                  <a:pt x="962" y="2044"/>
                </a:moveTo>
                <a:lnTo>
                  <a:pt x="1683" y="2044"/>
                </a:lnTo>
                <a:moveTo>
                  <a:pt x="1804" y="2044"/>
                </a:moveTo>
                <a:lnTo>
                  <a:pt x="1925" y="2044"/>
                </a:lnTo>
                <a:moveTo>
                  <a:pt x="2165" y="2044"/>
                </a:moveTo>
                <a:lnTo>
                  <a:pt x="2406" y="2044"/>
                </a:lnTo>
                <a:moveTo>
                  <a:pt x="2647" y="2044"/>
                </a:moveTo>
                <a:lnTo>
                  <a:pt x="3007" y="2044"/>
                </a:lnTo>
                <a:moveTo>
                  <a:pt x="3128" y="2044"/>
                </a:moveTo>
                <a:lnTo>
                  <a:pt x="3488" y="2044"/>
                </a:lnTo>
                <a:moveTo>
                  <a:pt x="0" y="2165"/>
                </a:moveTo>
                <a:lnTo>
                  <a:pt x="842" y="2165"/>
                </a:lnTo>
                <a:moveTo>
                  <a:pt x="1202" y="2165"/>
                </a:moveTo>
                <a:lnTo>
                  <a:pt x="1563" y="2165"/>
                </a:lnTo>
                <a:moveTo>
                  <a:pt x="1804" y="2165"/>
                </a:moveTo>
                <a:lnTo>
                  <a:pt x="1925" y="2165"/>
                </a:lnTo>
                <a:moveTo>
                  <a:pt x="2286" y="2165"/>
                </a:moveTo>
                <a:lnTo>
                  <a:pt x="2406" y="2165"/>
                </a:lnTo>
                <a:moveTo>
                  <a:pt x="2887" y="2165"/>
                </a:moveTo>
                <a:lnTo>
                  <a:pt x="3128" y="2165"/>
                </a:lnTo>
                <a:moveTo>
                  <a:pt x="3368" y="2165"/>
                </a:moveTo>
                <a:lnTo>
                  <a:pt x="3488" y="2165"/>
                </a:lnTo>
                <a:moveTo>
                  <a:pt x="0" y="2285"/>
                </a:moveTo>
                <a:lnTo>
                  <a:pt x="120" y="2285"/>
                </a:lnTo>
                <a:moveTo>
                  <a:pt x="481" y="2285"/>
                </a:moveTo>
                <a:lnTo>
                  <a:pt x="721" y="2285"/>
                </a:lnTo>
                <a:moveTo>
                  <a:pt x="842" y="2285"/>
                </a:moveTo>
                <a:lnTo>
                  <a:pt x="1323" y="2285"/>
                </a:lnTo>
                <a:moveTo>
                  <a:pt x="1563" y="2285"/>
                </a:moveTo>
                <a:lnTo>
                  <a:pt x="1683" y="2285"/>
                </a:lnTo>
                <a:moveTo>
                  <a:pt x="1804" y="2285"/>
                </a:moveTo>
                <a:lnTo>
                  <a:pt x="2045" y="2285"/>
                </a:lnTo>
                <a:moveTo>
                  <a:pt x="2406" y="2285"/>
                </a:moveTo>
                <a:lnTo>
                  <a:pt x="2526" y="2285"/>
                </a:lnTo>
                <a:moveTo>
                  <a:pt x="2647" y="2285"/>
                </a:moveTo>
                <a:lnTo>
                  <a:pt x="2767" y="2285"/>
                </a:lnTo>
                <a:moveTo>
                  <a:pt x="0" y="2405"/>
                </a:moveTo>
                <a:lnTo>
                  <a:pt x="120" y="2405"/>
                </a:lnTo>
                <a:moveTo>
                  <a:pt x="360" y="2405"/>
                </a:moveTo>
                <a:lnTo>
                  <a:pt x="481" y="2405"/>
                </a:lnTo>
                <a:moveTo>
                  <a:pt x="601" y="2405"/>
                </a:moveTo>
                <a:lnTo>
                  <a:pt x="962" y="2405"/>
                </a:lnTo>
                <a:moveTo>
                  <a:pt x="1683" y="2405"/>
                </a:moveTo>
                <a:lnTo>
                  <a:pt x="1925" y="2405"/>
                </a:lnTo>
                <a:moveTo>
                  <a:pt x="2045" y="2405"/>
                </a:moveTo>
                <a:lnTo>
                  <a:pt x="3007" y="2405"/>
                </a:lnTo>
                <a:moveTo>
                  <a:pt x="3128" y="2405"/>
                </a:moveTo>
                <a:lnTo>
                  <a:pt x="3488" y="2405"/>
                </a:lnTo>
                <a:moveTo>
                  <a:pt x="962" y="2526"/>
                </a:moveTo>
                <a:lnTo>
                  <a:pt x="1202" y="2526"/>
                </a:lnTo>
                <a:moveTo>
                  <a:pt x="1323" y="2526"/>
                </a:moveTo>
                <a:lnTo>
                  <a:pt x="1443" y="2526"/>
                </a:lnTo>
                <a:moveTo>
                  <a:pt x="1683" y="2526"/>
                </a:moveTo>
                <a:lnTo>
                  <a:pt x="1925" y="2526"/>
                </a:lnTo>
                <a:moveTo>
                  <a:pt x="2045" y="2526"/>
                </a:moveTo>
                <a:lnTo>
                  <a:pt x="2286" y="2526"/>
                </a:lnTo>
                <a:moveTo>
                  <a:pt x="2406" y="2526"/>
                </a:moveTo>
                <a:lnTo>
                  <a:pt x="2526" y="2526"/>
                </a:lnTo>
                <a:moveTo>
                  <a:pt x="2887" y="2526"/>
                </a:moveTo>
                <a:lnTo>
                  <a:pt x="3128" y="2526"/>
                </a:lnTo>
                <a:moveTo>
                  <a:pt x="0" y="2647"/>
                </a:moveTo>
                <a:lnTo>
                  <a:pt x="842" y="2647"/>
                </a:lnTo>
                <a:moveTo>
                  <a:pt x="1443" y="2647"/>
                </a:moveTo>
                <a:lnTo>
                  <a:pt x="1563" y="2647"/>
                </a:lnTo>
                <a:moveTo>
                  <a:pt x="1804" y="2647"/>
                </a:moveTo>
                <a:lnTo>
                  <a:pt x="2165" y="2647"/>
                </a:lnTo>
                <a:moveTo>
                  <a:pt x="2286" y="2647"/>
                </a:moveTo>
                <a:lnTo>
                  <a:pt x="2526" y="2647"/>
                </a:lnTo>
                <a:moveTo>
                  <a:pt x="2647" y="2647"/>
                </a:moveTo>
                <a:lnTo>
                  <a:pt x="2767" y="2647"/>
                </a:lnTo>
                <a:moveTo>
                  <a:pt x="2887" y="2647"/>
                </a:moveTo>
                <a:lnTo>
                  <a:pt x="3248" y="2647"/>
                </a:lnTo>
                <a:moveTo>
                  <a:pt x="0" y="2767"/>
                </a:moveTo>
                <a:lnTo>
                  <a:pt x="120" y="2767"/>
                </a:lnTo>
                <a:moveTo>
                  <a:pt x="721" y="2767"/>
                </a:moveTo>
                <a:lnTo>
                  <a:pt x="842" y="2767"/>
                </a:lnTo>
                <a:moveTo>
                  <a:pt x="1443" y="2767"/>
                </a:moveTo>
                <a:lnTo>
                  <a:pt x="1563" y="2767"/>
                </a:lnTo>
                <a:moveTo>
                  <a:pt x="1683" y="2767"/>
                </a:moveTo>
                <a:lnTo>
                  <a:pt x="2045" y="2767"/>
                </a:lnTo>
                <a:moveTo>
                  <a:pt x="2286" y="2767"/>
                </a:moveTo>
                <a:lnTo>
                  <a:pt x="2526" y="2767"/>
                </a:lnTo>
                <a:moveTo>
                  <a:pt x="2887" y="2767"/>
                </a:moveTo>
                <a:lnTo>
                  <a:pt x="3007" y="2767"/>
                </a:lnTo>
                <a:moveTo>
                  <a:pt x="3248" y="2767"/>
                </a:moveTo>
                <a:lnTo>
                  <a:pt x="3488" y="2767"/>
                </a:lnTo>
                <a:moveTo>
                  <a:pt x="0" y="2887"/>
                </a:moveTo>
                <a:lnTo>
                  <a:pt x="120" y="2887"/>
                </a:lnTo>
                <a:moveTo>
                  <a:pt x="240" y="2887"/>
                </a:moveTo>
                <a:lnTo>
                  <a:pt x="601" y="2887"/>
                </a:lnTo>
                <a:moveTo>
                  <a:pt x="721" y="2887"/>
                </a:moveTo>
                <a:lnTo>
                  <a:pt x="842" y="2887"/>
                </a:lnTo>
                <a:moveTo>
                  <a:pt x="1082" y="2887"/>
                </a:moveTo>
                <a:lnTo>
                  <a:pt x="1443" y="2887"/>
                </a:lnTo>
                <a:moveTo>
                  <a:pt x="1563" y="2887"/>
                </a:moveTo>
                <a:lnTo>
                  <a:pt x="1804" y="2887"/>
                </a:lnTo>
                <a:moveTo>
                  <a:pt x="1925" y="2887"/>
                </a:moveTo>
                <a:lnTo>
                  <a:pt x="2045" y="2887"/>
                </a:lnTo>
                <a:moveTo>
                  <a:pt x="2286" y="2887"/>
                </a:moveTo>
                <a:lnTo>
                  <a:pt x="3128" y="2887"/>
                </a:lnTo>
                <a:moveTo>
                  <a:pt x="3368" y="2887"/>
                </a:moveTo>
                <a:lnTo>
                  <a:pt x="3488" y="2887"/>
                </a:lnTo>
                <a:moveTo>
                  <a:pt x="0" y="3008"/>
                </a:moveTo>
                <a:lnTo>
                  <a:pt x="120" y="3008"/>
                </a:lnTo>
                <a:moveTo>
                  <a:pt x="240" y="3008"/>
                </a:moveTo>
                <a:lnTo>
                  <a:pt x="601" y="3008"/>
                </a:lnTo>
                <a:moveTo>
                  <a:pt x="721" y="3008"/>
                </a:moveTo>
                <a:lnTo>
                  <a:pt x="842" y="3008"/>
                </a:lnTo>
                <a:moveTo>
                  <a:pt x="1202" y="3008"/>
                </a:moveTo>
                <a:lnTo>
                  <a:pt x="2045" y="3008"/>
                </a:lnTo>
                <a:moveTo>
                  <a:pt x="2165" y="3008"/>
                </a:moveTo>
                <a:lnTo>
                  <a:pt x="2647" y="3008"/>
                </a:lnTo>
                <a:moveTo>
                  <a:pt x="3007" y="3008"/>
                </a:moveTo>
                <a:lnTo>
                  <a:pt x="3248" y="3008"/>
                </a:lnTo>
                <a:moveTo>
                  <a:pt x="3368" y="3008"/>
                </a:moveTo>
                <a:lnTo>
                  <a:pt x="3488" y="3008"/>
                </a:lnTo>
                <a:moveTo>
                  <a:pt x="0" y="3128"/>
                </a:moveTo>
                <a:lnTo>
                  <a:pt x="120" y="3128"/>
                </a:lnTo>
                <a:moveTo>
                  <a:pt x="240" y="3128"/>
                </a:moveTo>
                <a:lnTo>
                  <a:pt x="601" y="3128"/>
                </a:lnTo>
                <a:moveTo>
                  <a:pt x="721" y="3128"/>
                </a:moveTo>
                <a:lnTo>
                  <a:pt x="842" y="3128"/>
                </a:lnTo>
                <a:moveTo>
                  <a:pt x="1082" y="3128"/>
                </a:moveTo>
                <a:lnTo>
                  <a:pt x="1443" y="3128"/>
                </a:lnTo>
                <a:moveTo>
                  <a:pt x="1563" y="3128"/>
                </a:moveTo>
                <a:lnTo>
                  <a:pt x="1683" y="3128"/>
                </a:lnTo>
                <a:moveTo>
                  <a:pt x="1804" y="3128"/>
                </a:moveTo>
                <a:lnTo>
                  <a:pt x="1925" y="3128"/>
                </a:lnTo>
                <a:moveTo>
                  <a:pt x="2045" y="3128"/>
                </a:moveTo>
                <a:lnTo>
                  <a:pt x="2165" y="3128"/>
                </a:lnTo>
                <a:moveTo>
                  <a:pt x="2286" y="3128"/>
                </a:moveTo>
                <a:lnTo>
                  <a:pt x="3368" y="3128"/>
                </a:lnTo>
                <a:moveTo>
                  <a:pt x="0" y="3248"/>
                </a:moveTo>
                <a:lnTo>
                  <a:pt x="120" y="3248"/>
                </a:lnTo>
                <a:moveTo>
                  <a:pt x="721" y="3248"/>
                </a:moveTo>
                <a:lnTo>
                  <a:pt x="842" y="3248"/>
                </a:lnTo>
                <a:moveTo>
                  <a:pt x="1082" y="3248"/>
                </a:moveTo>
                <a:lnTo>
                  <a:pt x="1202" y="3248"/>
                </a:lnTo>
                <a:moveTo>
                  <a:pt x="1563" y="3248"/>
                </a:moveTo>
                <a:lnTo>
                  <a:pt x="2045" y="3248"/>
                </a:lnTo>
                <a:moveTo>
                  <a:pt x="2165" y="3248"/>
                </a:moveTo>
                <a:lnTo>
                  <a:pt x="2286" y="3248"/>
                </a:lnTo>
                <a:moveTo>
                  <a:pt x="2647" y="3248"/>
                </a:moveTo>
                <a:lnTo>
                  <a:pt x="2887" y="3248"/>
                </a:lnTo>
                <a:moveTo>
                  <a:pt x="3007" y="3248"/>
                </a:moveTo>
                <a:lnTo>
                  <a:pt x="3248" y="3248"/>
                </a:lnTo>
                <a:moveTo>
                  <a:pt x="3368" y="3248"/>
                </a:moveTo>
                <a:lnTo>
                  <a:pt x="3488" y="3248"/>
                </a:lnTo>
                <a:moveTo>
                  <a:pt x="0" y="3368"/>
                </a:moveTo>
                <a:lnTo>
                  <a:pt x="842" y="3368"/>
                </a:lnTo>
                <a:moveTo>
                  <a:pt x="962" y="3368"/>
                </a:moveTo>
                <a:lnTo>
                  <a:pt x="1082" y="3368"/>
                </a:lnTo>
                <a:moveTo>
                  <a:pt x="1202" y="3368"/>
                </a:moveTo>
                <a:lnTo>
                  <a:pt x="1443" y="3368"/>
                </a:lnTo>
                <a:moveTo>
                  <a:pt x="1683" y="3368"/>
                </a:moveTo>
                <a:lnTo>
                  <a:pt x="2165" y="3368"/>
                </a:lnTo>
                <a:moveTo>
                  <a:pt x="2286" y="3368"/>
                </a:moveTo>
                <a:lnTo>
                  <a:pt x="2406" y="3368"/>
                </a:lnTo>
                <a:moveTo>
                  <a:pt x="2647" y="3368"/>
                </a:moveTo>
                <a:lnTo>
                  <a:pt x="3007" y="3368"/>
                </a:lnTo>
                <a:moveTo>
                  <a:pt x="3128" y="3368"/>
                </a:moveTo>
                <a:lnTo>
                  <a:pt x="3248" y="3368"/>
                </a:lnTo>
              </a:path>
            </a:pathLst>
          </a:custGeom>
          <a:ln w="43200">
            <a:solidFill>
              <a:srgbClr val="001d34"/>
            </a:solidFill>
            <a:miter/>
          </a:ln>
        </p:spPr>
        <p:txBody>
          <a:bodyPr lIns="21600" rIns="21600" tIns="21600" bIns="21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9840600" y="2848680"/>
            <a:ext cx="1005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00a9ce"/>
                </a:solidFill>
                <a:latin typeface="Calibri"/>
                <a:ea typeface="Calibri"/>
              </a:rPr>
              <a:t>frog-runner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14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en-AU</dc:language>
  <cp:lastModifiedBy/>
  <cp:revision>0</cp:revision>
  <dc:subject/>
  <dc:title/>
</cp:coreProperties>
</file>