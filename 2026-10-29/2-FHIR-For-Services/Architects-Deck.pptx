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A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A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A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A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A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A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666720" y="2282040"/>
            <a:ext cx="5752440" cy="629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4050" spc="-1" strike="noStrike">
                <a:solidFill>
                  <a:srgbClr val="ffffff"/>
                </a:solidFill>
                <a:latin typeface="Calibri"/>
                <a:ea typeface="Calibri"/>
              </a:rPr>
              <a:t>FHIR services for architects</a:t>
            </a:r>
            <a:endParaRPr b="0" lang="en-AU" sz="4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666720" y="3318840"/>
            <a:ext cx="580860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250" spc="-1" strike="noStrike">
                <a:solidFill>
                  <a:srgbClr val="00a9ce"/>
                </a:solidFill>
                <a:latin typeface="Calibri"/>
                <a:ea typeface="Calibri"/>
              </a:rPr>
              <a:t>What do I need, what exists, and how does it ﬁt?</a:t>
            </a:r>
            <a:endParaRPr b="0" lang="en-AU" sz="2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666720" y="3916080"/>
            <a:ext cx="26722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c7d0d6"/>
                </a:solidFill>
                <a:latin typeface="Calibri"/>
                <a:ea typeface="Calibri"/>
              </a:rPr>
              <a:t>Jörn Guy Süß · AEHRC, CSIRO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666720" y="4259160"/>
            <a:ext cx="4552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c7d0d6"/>
                </a:solidFill>
                <a:latin typeface="Calibri"/>
                <a:ea typeface="Calibri"/>
              </a:rPr>
              <a:t>Track 2: FHIR for Services · Architecture breakout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666720" y="247644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666720" y="2006280"/>
            <a:ext cx="39891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The architect's four questions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918000" y="2688480"/>
            <a:ext cx="60282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1.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Find.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Who oﬀers what, and which codes do we agree on?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918000" y="3116880"/>
            <a:ext cx="54928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2.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Do.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How is work requested, tracked and scheduled?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918000" y="3555360"/>
            <a:ext cx="47768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3.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Connect.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How does the legacy estate join in?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18000" y="3983760"/>
            <a:ext cx="34434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4. </a:t>
            </a:r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Prove.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How do I know it works?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66720" y="4507560"/>
            <a:ext cx="84697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And for each one: </a:t>
            </a:r>
            <a:r>
              <a:rPr b="0" i="1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what is there to reuse, what is mine to build, and where do I look?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2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666720" y="227628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1333440" y="2457360"/>
            <a:ext cx="9524520" cy="2066400"/>
          </a:xfrm>
          <a:prstGeom prst="rect">
            <a:avLst/>
          </a:prstGeom>
          <a:ln w="0">
            <a:noFill/>
          </a:ln>
        </p:spPr>
      </p:pic>
      <p:sp>
        <p:nvSpPr>
          <p:cNvPr id="29" name=""/>
          <p:cNvSpPr txBox="1"/>
          <p:nvPr/>
        </p:nvSpPr>
        <p:spPr>
          <a:xfrm>
            <a:off x="666720" y="1806120"/>
            <a:ext cx="310968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Four families of service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66720" y="4707720"/>
            <a:ext cx="98517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Each family has a few ready-made services. We look at what is in each, and what it takes to use it.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3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666720" y="163800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857160" y="1819440"/>
            <a:ext cx="10477080" cy="3333240"/>
          </a:xfrm>
          <a:prstGeom prst="rect">
            <a:avLst/>
          </a:prstGeom>
          <a:ln w="0">
            <a:noFill/>
          </a:ln>
        </p:spPr>
      </p:pic>
      <p:sp>
        <p:nvSpPr>
          <p:cNvPr id="38" name=""/>
          <p:cNvSpPr txBox="1"/>
          <p:nvPr/>
        </p:nvSpPr>
        <p:spPr>
          <a:xfrm>
            <a:off x="666720" y="1177560"/>
            <a:ext cx="28047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Three levels of eﬀort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666720" y="5336280"/>
            <a:ext cx="106686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The colour follows the eﬀort: the darker, the more custom work. Most of an architecture is levels 1 and 2.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4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666720" y="183816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1047600" y="2019240"/>
            <a:ext cx="10096200" cy="2933280"/>
          </a:xfrm>
          <a:prstGeom prst="rect">
            <a:avLst/>
          </a:prstGeom>
          <a:ln w="0">
            <a:noFill/>
          </a:ln>
        </p:spPr>
      </p:pic>
      <p:sp>
        <p:nvSpPr>
          <p:cNvPr id="47" name=""/>
          <p:cNvSpPr txBox="1"/>
          <p:nvPr/>
        </p:nvSpPr>
        <p:spPr>
          <a:xfrm>
            <a:off x="666720" y="1377720"/>
            <a:ext cx="474048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Six services across the four families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66720" y="5136480"/>
            <a:ext cx="91677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Pale services are conﬁguration, mid-tone ones need an IG, the dark one needs a little code.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5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666720" y="14382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857160" y="1619280"/>
            <a:ext cx="10477080" cy="33714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 txBox="1"/>
          <p:nvPr/>
        </p:nvSpPr>
        <p:spPr>
          <a:xfrm>
            <a:off x="666720" y="968040"/>
            <a:ext cx="506340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How they could combine (illustrative)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66720" y="5174280"/>
            <a:ext cx="102952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The demo stacks are separate: Track 2A and Caret share no infrastructure or data. The dashed line is a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66720" y="5545800"/>
            <a:ext cx="3784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design option, not something we run.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6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7065720" y="1743120"/>
            <a:ext cx="5127840" cy="3371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666720" y="1590480"/>
            <a:ext cx="5734080" cy="28800"/>
          </a:xfrm>
          <a:custGeom>
            <a:avLst/>
            <a:gdLst/>
            <a:ahLst/>
            <a:rect l="0" t="0" r="r" b="b"/>
            <a:pathLst>
              <a:path w="15928" h="80">
                <a:moveTo>
                  <a:pt x="0" y="0"/>
                </a:moveTo>
                <a:lnTo>
                  <a:pt x="15928" y="0"/>
                </a:lnTo>
                <a:lnTo>
                  <a:pt x="15928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3885840" y="1047600"/>
            <a:ext cx="381600" cy="381240"/>
          </a:xfrm>
          <a:custGeom>
            <a:avLst/>
            <a:gdLst/>
            <a:ahLst/>
            <a:rect l="0" t="0" r="r" b="b"/>
            <a:pathLst>
              <a:path w="1060" h="1059">
                <a:moveTo>
                  <a:pt x="232" y="0"/>
                </a:moveTo>
                <a:lnTo>
                  <a:pt x="828" y="0"/>
                </a:lnTo>
                <a:cubicBezTo>
                  <a:pt x="844" y="0"/>
                  <a:pt x="859" y="1"/>
                  <a:pt x="873" y="4"/>
                </a:cubicBezTo>
                <a:cubicBezTo>
                  <a:pt x="888" y="7"/>
                  <a:pt x="903" y="12"/>
                  <a:pt x="917" y="18"/>
                </a:cubicBezTo>
                <a:cubicBezTo>
                  <a:pt x="931" y="23"/>
                  <a:pt x="944" y="30"/>
                  <a:pt x="957" y="39"/>
                </a:cubicBezTo>
                <a:cubicBezTo>
                  <a:pt x="970" y="47"/>
                  <a:pt x="981" y="57"/>
                  <a:pt x="992" y="68"/>
                </a:cubicBezTo>
                <a:cubicBezTo>
                  <a:pt x="1003" y="78"/>
                  <a:pt x="1012" y="90"/>
                  <a:pt x="1021" y="103"/>
                </a:cubicBezTo>
                <a:cubicBezTo>
                  <a:pt x="1029" y="115"/>
                  <a:pt x="1036" y="129"/>
                  <a:pt x="1042" y="143"/>
                </a:cubicBezTo>
                <a:cubicBezTo>
                  <a:pt x="1048" y="157"/>
                  <a:pt x="1052" y="171"/>
                  <a:pt x="1055" y="186"/>
                </a:cubicBezTo>
                <a:cubicBezTo>
                  <a:pt x="1058" y="201"/>
                  <a:pt x="1060" y="216"/>
                  <a:pt x="1060" y="231"/>
                </a:cubicBezTo>
                <a:lnTo>
                  <a:pt x="1060" y="828"/>
                </a:lnTo>
                <a:cubicBezTo>
                  <a:pt x="1060" y="843"/>
                  <a:pt x="1058" y="858"/>
                  <a:pt x="1055" y="873"/>
                </a:cubicBezTo>
                <a:cubicBezTo>
                  <a:pt x="1052" y="888"/>
                  <a:pt x="1048" y="902"/>
                  <a:pt x="1042" y="916"/>
                </a:cubicBezTo>
                <a:cubicBezTo>
                  <a:pt x="1036" y="930"/>
                  <a:pt x="1029" y="944"/>
                  <a:pt x="1021" y="956"/>
                </a:cubicBezTo>
                <a:cubicBezTo>
                  <a:pt x="1012" y="969"/>
                  <a:pt x="1003" y="981"/>
                  <a:pt x="992" y="991"/>
                </a:cubicBezTo>
                <a:cubicBezTo>
                  <a:pt x="981" y="1002"/>
                  <a:pt x="970" y="1012"/>
                  <a:pt x="957" y="1020"/>
                </a:cubicBezTo>
                <a:cubicBezTo>
                  <a:pt x="944" y="1029"/>
                  <a:pt x="931" y="1036"/>
                  <a:pt x="917" y="1042"/>
                </a:cubicBezTo>
                <a:cubicBezTo>
                  <a:pt x="903" y="1047"/>
                  <a:pt x="888" y="1052"/>
                  <a:pt x="873" y="1055"/>
                </a:cubicBezTo>
                <a:cubicBezTo>
                  <a:pt x="859" y="1058"/>
                  <a:pt x="844" y="1059"/>
                  <a:pt x="828" y="1059"/>
                </a:cubicBezTo>
                <a:lnTo>
                  <a:pt x="232" y="1059"/>
                </a:lnTo>
                <a:cubicBezTo>
                  <a:pt x="217" y="1059"/>
                  <a:pt x="202" y="1058"/>
                  <a:pt x="187" y="1055"/>
                </a:cubicBezTo>
                <a:cubicBezTo>
                  <a:pt x="172" y="1052"/>
                  <a:pt x="157" y="1047"/>
                  <a:pt x="143" y="1042"/>
                </a:cubicBezTo>
                <a:cubicBezTo>
                  <a:pt x="129" y="1036"/>
                  <a:pt x="116" y="1029"/>
                  <a:pt x="103" y="1020"/>
                </a:cubicBezTo>
                <a:cubicBezTo>
                  <a:pt x="91" y="1012"/>
                  <a:pt x="79" y="1002"/>
                  <a:pt x="68" y="991"/>
                </a:cubicBezTo>
                <a:cubicBezTo>
                  <a:pt x="58" y="981"/>
                  <a:pt x="48" y="969"/>
                  <a:pt x="40" y="956"/>
                </a:cubicBezTo>
                <a:cubicBezTo>
                  <a:pt x="31" y="944"/>
                  <a:pt x="24" y="930"/>
                  <a:pt x="18" y="916"/>
                </a:cubicBezTo>
                <a:cubicBezTo>
                  <a:pt x="12" y="902"/>
                  <a:pt x="8" y="888"/>
                  <a:pt x="5" y="873"/>
                </a:cubicBezTo>
                <a:cubicBezTo>
                  <a:pt x="2" y="858"/>
                  <a:pt x="0" y="843"/>
                  <a:pt x="0" y="828"/>
                </a:cubicBezTo>
                <a:lnTo>
                  <a:pt x="0" y="231"/>
                </a:lnTo>
                <a:cubicBezTo>
                  <a:pt x="0" y="216"/>
                  <a:pt x="2" y="201"/>
                  <a:pt x="5" y="186"/>
                </a:cubicBezTo>
                <a:cubicBezTo>
                  <a:pt x="8" y="171"/>
                  <a:pt x="12" y="157"/>
                  <a:pt x="18" y="143"/>
                </a:cubicBezTo>
                <a:cubicBezTo>
                  <a:pt x="24" y="129"/>
                  <a:pt x="31" y="115"/>
                  <a:pt x="40" y="103"/>
                </a:cubicBezTo>
                <a:cubicBezTo>
                  <a:pt x="48" y="90"/>
                  <a:pt x="58" y="78"/>
                  <a:pt x="68" y="68"/>
                </a:cubicBezTo>
                <a:cubicBezTo>
                  <a:pt x="79" y="57"/>
                  <a:pt x="91" y="47"/>
                  <a:pt x="103" y="39"/>
                </a:cubicBezTo>
                <a:cubicBezTo>
                  <a:pt x="116" y="30"/>
                  <a:pt x="129" y="23"/>
                  <a:pt x="143" y="18"/>
                </a:cubicBezTo>
                <a:cubicBezTo>
                  <a:pt x="157" y="12"/>
                  <a:pt x="172" y="7"/>
                  <a:pt x="187" y="4"/>
                </a:cubicBezTo>
                <a:cubicBezTo>
                  <a:pt x="202" y="1"/>
                  <a:pt x="217" y="0"/>
                  <a:pt x="232" y="0"/>
                </a:cubicBezTo>
                <a:close/>
              </a:path>
            </a:pathLst>
          </a:custGeom>
          <a:solidFill>
            <a:srgbClr val="0b5c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3951360" y="1130760"/>
            <a:ext cx="36360" cy="214920"/>
          </a:xfrm>
          <a:custGeom>
            <a:avLst/>
            <a:gdLst/>
            <a:ahLst/>
            <a:rect l="0" t="0" r="r" b="b"/>
            <a:pathLst>
              <a:path w="101" h="597">
                <a:moveTo>
                  <a:pt x="50" y="0"/>
                </a:moveTo>
                <a:cubicBezTo>
                  <a:pt x="57" y="0"/>
                  <a:pt x="64" y="2"/>
                  <a:pt x="70" y="4"/>
                </a:cubicBezTo>
                <a:cubicBezTo>
                  <a:pt x="76" y="7"/>
                  <a:pt x="81" y="10"/>
                  <a:pt x="86" y="15"/>
                </a:cubicBezTo>
                <a:cubicBezTo>
                  <a:pt x="91" y="20"/>
                  <a:pt x="94" y="25"/>
                  <a:pt x="97" y="31"/>
                </a:cubicBezTo>
                <a:cubicBezTo>
                  <a:pt x="99" y="37"/>
                  <a:pt x="101" y="43"/>
                  <a:pt x="101" y="50"/>
                </a:cubicBezTo>
                <a:lnTo>
                  <a:pt x="101" y="547"/>
                </a:lnTo>
                <a:cubicBezTo>
                  <a:pt x="101" y="554"/>
                  <a:pt x="99" y="560"/>
                  <a:pt x="97" y="566"/>
                </a:cubicBezTo>
                <a:cubicBezTo>
                  <a:pt x="94" y="572"/>
                  <a:pt x="91" y="578"/>
                  <a:pt x="86" y="582"/>
                </a:cubicBezTo>
                <a:cubicBezTo>
                  <a:pt x="81" y="587"/>
                  <a:pt x="76" y="590"/>
                  <a:pt x="70" y="593"/>
                </a:cubicBezTo>
                <a:cubicBezTo>
                  <a:pt x="64" y="595"/>
                  <a:pt x="57" y="597"/>
                  <a:pt x="50" y="597"/>
                </a:cubicBezTo>
                <a:cubicBezTo>
                  <a:pt x="43" y="597"/>
                  <a:pt x="37" y="595"/>
                  <a:pt x="31" y="593"/>
                </a:cubicBezTo>
                <a:cubicBezTo>
                  <a:pt x="25" y="590"/>
                  <a:pt x="20" y="587"/>
                  <a:pt x="15" y="582"/>
                </a:cubicBezTo>
                <a:cubicBezTo>
                  <a:pt x="10" y="578"/>
                  <a:pt x="7" y="572"/>
                  <a:pt x="4" y="566"/>
                </a:cubicBezTo>
                <a:cubicBezTo>
                  <a:pt x="2" y="560"/>
                  <a:pt x="0" y="554"/>
                  <a:pt x="0" y="547"/>
                </a:cubicBezTo>
                <a:lnTo>
                  <a:pt x="0" y="50"/>
                </a:lnTo>
                <a:cubicBezTo>
                  <a:pt x="0" y="43"/>
                  <a:pt x="2" y="37"/>
                  <a:pt x="4" y="31"/>
                </a:cubicBezTo>
                <a:cubicBezTo>
                  <a:pt x="7" y="25"/>
                  <a:pt x="10" y="20"/>
                  <a:pt x="15" y="15"/>
                </a:cubicBezTo>
                <a:cubicBezTo>
                  <a:pt x="20" y="10"/>
                  <a:pt x="25" y="7"/>
                  <a:pt x="31" y="4"/>
                </a:cubicBezTo>
                <a:cubicBezTo>
                  <a:pt x="37" y="2"/>
                  <a:pt x="43" y="0"/>
                  <a:pt x="5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4023000" y="1178640"/>
            <a:ext cx="107280" cy="95400"/>
          </a:xfrm>
          <a:custGeom>
            <a:avLst/>
            <a:gdLst/>
            <a:ahLst/>
            <a:rect l="0" t="0" r="r" b="b"/>
            <a:pathLst>
              <a:path fill="none" w="298" h="265">
                <a:moveTo>
                  <a:pt x="0" y="265"/>
                </a:moveTo>
                <a:lnTo>
                  <a:pt x="149" y="0"/>
                </a:lnTo>
                <a:lnTo>
                  <a:pt x="298" y="265"/>
                </a:lnTo>
              </a:path>
            </a:pathLst>
          </a:custGeom>
          <a:ln cap="rnd" w="35640">
            <a:solidFill>
              <a:srgbClr val="ffffff"/>
            </a:solidFill>
            <a:round/>
          </a:ln>
        </p:spPr>
        <p:txBody>
          <a:bodyPr lIns="17640" rIns="17640" tIns="17640" bIns="1764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4165920" y="1130760"/>
            <a:ext cx="36000" cy="214920"/>
          </a:xfrm>
          <a:custGeom>
            <a:avLst/>
            <a:gdLst/>
            <a:ahLst/>
            <a:rect l="0" t="0" r="r" b="b"/>
            <a:pathLst>
              <a:path w="100" h="597">
                <a:moveTo>
                  <a:pt x="49" y="0"/>
                </a:moveTo>
                <a:cubicBezTo>
                  <a:pt x="56" y="0"/>
                  <a:pt x="63" y="2"/>
                  <a:pt x="69" y="4"/>
                </a:cubicBezTo>
                <a:cubicBezTo>
                  <a:pt x="75" y="7"/>
                  <a:pt x="81" y="10"/>
                  <a:pt x="85" y="15"/>
                </a:cubicBezTo>
                <a:cubicBezTo>
                  <a:pt x="90" y="20"/>
                  <a:pt x="94" y="25"/>
                  <a:pt x="96" y="31"/>
                </a:cubicBezTo>
                <a:cubicBezTo>
                  <a:pt x="99" y="37"/>
                  <a:pt x="100" y="43"/>
                  <a:pt x="100" y="50"/>
                </a:cubicBezTo>
                <a:lnTo>
                  <a:pt x="100" y="547"/>
                </a:lnTo>
                <a:cubicBezTo>
                  <a:pt x="100" y="554"/>
                  <a:pt x="99" y="560"/>
                  <a:pt x="96" y="566"/>
                </a:cubicBezTo>
                <a:cubicBezTo>
                  <a:pt x="94" y="572"/>
                  <a:pt x="90" y="578"/>
                  <a:pt x="85" y="582"/>
                </a:cubicBezTo>
                <a:cubicBezTo>
                  <a:pt x="81" y="587"/>
                  <a:pt x="75" y="590"/>
                  <a:pt x="69" y="593"/>
                </a:cubicBezTo>
                <a:cubicBezTo>
                  <a:pt x="63" y="595"/>
                  <a:pt x="56" y="597"/>
                  <a:pt x="49" y="597"/>
                </a:cubicBezTo>
                <a:cubicBezTo>
                  <a:pt x="43" y="597"/>
                  <a:pt x="36" y="595"/>
                  <a:pt x="30" y="593"/>
                </a:cubicBezTo>
                <a:cubicBezTo>
                  <a:pt x="24" y="590"/>
                  <a:pt x="19" y="587"/>
                  <a:pt x="14" y="582"/>
                </a:cubicBezTo>
                <a:cubicBezTo>
                  <a:pt x="10" y="578"/>
                  <a:pt x="6" y="572"/>
                  <a:pt x="3" y="566"/>
                </a:cubicBezTo>
                <a:cubicBezTo>
                  <a:pt x="1" y="560"/>
                  <a:pt x="0" y="554"/>
                  <a:pt x="0" y="547"/>
                </a:cubicBezTo>
                <a:lnTo>
                  <a:pt x="0" y="50"/>
                </a:lnTo>
                <a:cubicBezTo>
                  <a:pt x="0" y="43"/>
                  <a:pt x="1" y="37"/>
                  <a:pt x="3" y="31"/>
                </a:cubicBezTo>
                <a:cubicBezTo>
                  <a:pt x="6" y="25"/>
                  <a:pt x="10" y="20"/>
                  <a:pt x="14" y="15"/>
                </a:cubicBezTo>
                <a:cubicBezTo>
                  <a:pt x="19" y="10"/>
                  <a:pt x="24" y="7"/>
                  <a:pt x="30" y="4"/>
                </a:cubicBezTo>
                <a:cubicBezTo>
                  <a:pt x="36" y="2"/>
                  <a:pt x="43" y="0"/>
                  <a:pt x="4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66720" y="1120320"/>
            <a:ext cx="326520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Worked example: Caret 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66720" y="1802520"/>
            <a:ext cx="51926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Stock: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HAPI FHIR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server, validator,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mapping engine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,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66720" y="2174040"/>
            <a:ext cx="18007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storage,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Postgres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66720" y="2697840"/>
            <a:ext cx="54216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950" spc="-1" strike="noStrike">
                <a:solidFill>
                  <a:srgbClr val="1e22aa"/>
                </a:solidFill>
                <a:latin typeface="Calibri"/>
                <a:ea typeface="Calibri"/>
              </a:rPr>
              <a:t>Ours: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a small plugin (listener 155 lines, parser 68) and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66720" y="3069360"/>
            <a:ext cx="29390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maps of 45 to 105 lines each.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764640" y="4208760"/>
            <a:ext cx="1423440" cy="1374120"/>
          </a:xfrm>
          <a:custGeom>
            <a:avLst/>
            <a:gdLst/>
            <a:ahLst/>
            <a:rect l="0" t="0" r="r" b="b"/>
            <a:pathLst>
              <a:path fill="none" w="3954" h="3817">
                <a:moveTo>
                  <a:pt x="0" y="0"/>
                </a:moveTo>
                <a:lnTo>
                  <a:pt x="954" y="0"/>
                </a:lnTo>
                <a:moveTo>
                  <a:pt x="1091" y="0"/>
                </a:moveTo>
                <a:lnTo>
                  <a:pt x="1363" y="0"/>
                </a:lnTo>
                <a:moveTo>
                  <a:pt x="1636" y="0"/>
                </a:moveTo>
                <a:lnTo>
                  <a:pt x="1772" y="0"/>
                </a:lnTo>
                <a:moveTo>
                  <a:pt x="2045" y="0"/>
                </a:moveTo>
                <a:lnTo>
                  <a:pt x="2454" y="0"/>
                </a:lnTo>
                <a:moveTo>
                  <a:pt x="2999" y="0"/>
                </a:moveTo>
                <a:lnTo>
                  <a:pt x="3954" y="0"/>
                </a:lnTo>
                <a:moveTo>
                  <a:pt x="0" y="136"/>
                </a:moveTo>
                <a:lnTo>
                  <a:pt x="136" y="136"/>
                </a:lnTo>
                <a:moveTo>
                  <a:pt x="818" y="136"/>
                </a:moveTo>
                <a:lnTo>
                  <a:pt x="954" y="136"/>
                </a:lnTo>
                <a:moveTo>
                  <a:pt x="1091" y="136"/>
                </a:moveTo>
                <a:lnTo>
                  <a:pt x="1227" y="136"/>
                </a:lnTo>
                <a:moveTo>
                  <a:pt x="1499" y="136"/>
                </a:moveTo>
                <a:lnTo>
                  <a:pt x="1772" y="136"/>
                </a:lnTo>
                <a:moveTo>
                  <a:pt x="2181" y="136"/>
                </a:moveTo>
                <a:lnTo>
                  <a:pt x="2726" y="136"/>
                </a:lnTo>
                <a:moveTo>
                  <a:pt x="2999" y="136"/>
                </a:moveTo>
                <a:lnTo>
                  <a:pt x="3135" y="136"/>
                </a:lnTo>
                <a:moveTo>
                  <a:pt x="3818" y="136"/>
                </a:moveTo>
                <a:lnTo>
                  <a:pt x="3954" y="136"/>
                </a:lnTo>
                <a:moveTo>
                  <a:pt x="0" y="272"/>
                </a:moveTo>
                <a:lnTo>
                  <a:pt x="136" y="272"/>
                </a:lnTo>
                <a:moveTo>
                  <a:pt x="273" y="272"/>
                </a:moveTo>
                <a:lnTo>
                  <a:pt x="682" y="272"/>
                </a:lnTo>
                <a:moveTo>
                  <a:pt x="818" y="272"/>
                </a:moveTo>
                <a:lnTo>
                  <a:pt x="954" y="272"/>
                </a:lnTo>
                <a:moveTo>
                  <a:pt x="1091" y="272"/>
                </a:moveTo>
                <a:lnTo>
                  <a:pt x="1363" y="272"/>
                </a:lnTo>
                <a:moveTo>
                  <a:pt x="1499" y="272"/>
                </a:moveTo>
                <a:lnTo>
                  <a:pt x="1772" y="272"/>
                </a:lnTo>
                <a:moveTo>
                  <a:pt x="2045" y="272"/>
                </a:moveTo>
                <a:lnTo>
                  <a:pt x="2317" y="272"/>
                </a:lnTo>
                <a:moveTo>
                  <a:pt x="2454" y="272"/>
                </a:moveTo>
                <a:lnTo>
                  <a:pt x="2862" y="272"/>
                </a:lnTo>
                <a:moveTo>
                  <a:pt x="2999" y="272"/>
                </a:moveTo>
                <a:lnTo>
                  <a:pt x="3135" y="272"/>
                </a:lnTo>
                <a:moveTo>
                  <a:pt x="3271" y="272"/>
                </a:moveTo>
                <a:lnTo>
                  <a:pt x="3680" y="272"/>
                </a:lnTo>
                <a:moveTo>
                  <a:pt x="3818" y="272"/>
                </a:moveTo>
                <a:lnTo>
                  <a:pt x="3954" y="272"/>
                </a:lnTo>
                <a:moveTo>
                  <a:pt x="0" y="409"/>
                </a:moveTo>
                <a:lnTo>
                  <a:pt x="136" y="409"/>
                </a:lnTo>
                <a:moveTo>
                  <a:pt x="273" y="409"/>
                </a:moveTo>
                <a:lnTo>
                  <a:pt x="682" y="409"/>
                </a:lnTo>
                <a:moveTo>
                  <a:pt x="818" y="409"/>
                </a:moveTo>
                <a:lnTo>
                  <a:pt x="954" y="409"/>
                </a:lnTo>
                <a:moveTo>
                  <a:pt x="1227" y="409"/>
                </a:moveTo>
                <a:lnTo>
                  <a:pt x="1363" y="409"/>
                </a:lnTo>
                <a:moveTo>
                  <a:pt x="1499" y="409"/>
                </a:moveTo>
                <a:lnTo>
                  <a:pt x="1636" y="409"/>
                </a:lnTo>
                <a:moveTo>
                  <a:pt x="2181" y="409"/>
                </a:moveTo>
                <a:lnTo>
                  <a:pt x="2454" y="409"/>
                </a:lnTo>
                <a:moveTo>
                  <a:pt x="2726" y="409"/>
                </a:moveTo>
                <a:lnTo>
                  <a:pt x="2862" y="409"/>
                </a:lnTo>
                <a:moveTo>
                  <a:pt x="2999" y="409"/>
                </a:moveTo>
                <a:lnTo>
                  <a:pt x="3135" y="409"/>
                </a:lnTo>
                <a:moveTo>
                  <a:pt x="3271" y="409"/>
                </a:moveTo>
                <a:lnTo>
                  <a:pt x="3680" y="409"/>
                </a:lnTo>
                <a:moveTo>
                  <a:pt x="3818" y="409"/>
                </a:moveTo>
                <a:lnTo>
                  <a:pt x="3954" y="409"/>
                </a:lnTo>
                <a:moveTo>
                  <a:pt x="0" y="545"/>
                </a:moveTo>
                <a:lnTo>
                  <a:pt x="136" y="545"/>
                </a:lnTo>
                <a:moveTo>
                  <a:pt x="273" y="545"/>
                </a:moveTo>
                <a:lnTo>
                  <a:pt x="682" y="545"/>
                </a:lnTo>
                <a:moveTo>
                  <a:pt x="818" y="545"/>
                </a:moveTo>
                <a:lnTo>
                  <a:pt x="954" y="545"/>
                </a:lnTo>
                <a:moveTo>
                  <a:pt x="1091" y="545"/>
                </a:moveTo>
                <a:lnTo>
                  <a:pt x="1227" y="545"/>
                </a:lnTo>
                <a:moveTo>
                  <a:pt x="1363" y="545"/>
                </a:moveTo>
                <a:lnTo>
                  <a:pt x="1499" y="545"/>
                </a:lnTo>
                <a:moveTo>
                  <a:pt x="1636" y="545"/>
                </a:moveTo>
                <a:lnTo>
                  <a:pt x="1772" y="545"/>
                </a:lnTo>
                <a:moveTo>
                  <a:pt x="1908" y="545"/>
                </a:moveTo>
                <a:lnTo>
                  <a:pt x="2454" y="545"/>
                </a:lnTo>
                <a:moveTo>
                  <a:pt x="2590" y="545"/>
                </a:moveTo>
                <a:lnTo>
                  <a:pt x="2726" y="545"/>
                </a:lnTo>
                <a:moveTo>
                  <a:pt x="2999" y="545"/>
                </a:moveTo>
                <a:lnTo>
                  <a:pt x="3135" y="545"/>
                </a:lnTo>
                <a:moveTo>
                  <a:pt x="3271" y="545"/>
                </a:moveTo>
                <a:lnTo>
                  <a:pt x="3680" y="545"/>
                </a:lnTo>
                <a:moveTo>
                  <a:pt x="3818" y="545"/>
                </a:moveTo>
                <a:lnTo>
                  <a:pt x="3954" y="545"/>
                </a:lnTo>
                <a:moveTo>
                  <a:pt x="0" y="681"/>
                </a:moveTo>
                <a:lnTo>
                  <a:pt x="136" y="681"/>
                </a:lnTo>
                <a:moveTo>
                  <a:pt x="818" y="681"/>
                </a:moveTo>
                <a:lnTo>
                  <a:pt x="954" y="681"/>
                </a:lnTo>
                <a:moveTo>
                  <a:pt x="1227" y="681"/>
                </a:moveTo>
                <a:lnTo>
                  <a:pt x="1363" y="681"/>
                </a:lnTo>
                <a:moveTo>
                  <a:pt x="1636" y="681"/>
                </a:moveTo>
                <a:lnTo>
                  <a:pt x="1772" y="681"/>
                </a:lnTo>
                <a:moveTo>
                  <a:pt x="2045" y="681"/>
                </a:moveTo>
                <a:lnTo>
                  <a:pt x="2317" y="681"/>
                </a:lnTo>
                <a:moveTo>
                  <a:pt x="2726" y="681"/>
                </a:moveTo>
                <a:lnTo>
                  <a:pt x="2862" y="681"/>
                </a:lnTo>
                <a:moveTo>
                  <a:pt x="2999" y="681"/>
                </a:moveTo>
                <a:lnTo>
                  <a:pt x="3135" y="681"/>
                </a:lnTo>
                <a:moveTo>
                  <a:pt x="3818" y="681"/>
                </a:moveTo>
                <a:lnTo>
                  <a:pt x="3954" y="681"/>
                </a:lnTo>
                <a:moveTo>
                  <a:pt x="0" y="818"/>
                </a:moveTo>
                <a:lnTo>
                  <a:pt x="954" y="818"/>
                </a:lnTo>
                <a:moveTo>
                  <a:pt x="1091" y="818"/>
                </a:moveTo>
                <a:lnTo>
                  <a:pt x="1227" y="818"/>
                </a:lnTo>
                <a:moveTo>
                  <a:pt x="1363" y="818"/>
                </a:moveTo>
                <a:lnTo>
                  <a:pt x="1499" y="818"/>
                </a:lnTo>
                <a:moveTo>
                  <a:pt x="1636" y="818"/>
                </a:moveTo>
                <a:lnTo>
                  <a:pt x="1772" y="818"/>
                </a:lnTo>
                <a:moveTo>
                  <a:pt x="1908" y="818"/>
                </a:moveTo>
                <a:lnTo>
                  <a:pt x="2045" y="818"/>
                </a:lnTo>
                <a:moveTo>
                  <a:pt x="2181" y="818"/>
                </a:moveTo>
                <a:lnTo>
                  <a:pt x="2317" y="818"/>
                </a:lnTo>
                <a:moveTo>
                  <a:pt x="2454" y="818"/>
                </a:moveTo>
                <a:lnTo>
                  <a:pt x="2590" y="818"/>
                </a:lnTo>
                <a:moveTo>
                  <a:pt x="2726" y="818"/>
                </a:moveTo>
                <a:lnTo>
                  <a:pt x="2862" y="818"/>
                </a:lnTo>
                <a:moveTo>
                  <a:pt x="2999" y="818"/>
                </a:moveTo>
                <a:lnTo>
                  <a:pt x="3954" y="818"/>
                </a:lnTo>
                <a:moveTo>
                  <a:pt x="1772" y="954"/>
                </a:moveTo>
                <a:lnTo>
                  <a:pt x="1908" y="954"/>
                </a:lnTo>
                <a:moveTo>
                  <a:pt x="2045" y="954"/>
                </a:moveTo>
                <a:lnTo>
                  <a:pt x="2317" y="954"/>
                </a:lnTo>
                <a:moveTo>
                  <a:pt x="2454" y="954"/>
                </a:moveTo>
                <a:lnTo>
                  <a:pt x="2590" y="954"/>
                </a:lnTo>
                <a:moveTo>
                  <a:pt x="2726" y="954"/>
                </a:moveTo>
                <a:lnTo>
                  <a:pt x="2862" y="954"/>
                </a:lnTo>
                <a:moveTo>
                  <a:pt x="0" y="1090"/>
                </a:moveTo>
                <a:lnTo>
                  <a:pt x="136" y="1090"/>
                </a:lnTo>
                <a:moveTo>
                  <a:pt x="409" y="1090"/>
                </a:moveTo>
                <a:lnTo>
                  <a:pt x="1227" y="1090"/>
                </a:lnTo>
                <a:moveTo>
                  <a:pt x="1499" y="1090"/>
                </a:moveTo>
                <a:lnTo>
                  <a:pt x="1636" y="1090"/>
                </a:lnTo>
                <a:moveTo>
                  <a:pt x="1772" y="1090"/>
                </a:moveTo>
                <a:lnTo>
                  <a:pt x="1908" y="1090"/>
                </a:lnTo>
                <a:moveTo>
                  <a:pt x="2181" y="1090"/>
                </a:moveTo>
                <a:lnTo>
                  <a:pt x="2454" y="1090"/>
                </a:lnTo>
                <a:moveTo>
                  <a:pt x="2590" y="1090"/>
                </a:moveTo>
                <a:lnTo>
                  <a:pt x="2999" y="1090"/>
                </a:lnTo>
                <a:moveTo>
                  <a:pt x="3271" y="1090"/>
                </a:moveTo>
                <a:lnTo>
                  <a:pt x="3408" y="1090"/>
                </a:lnTo>
                <a:moveTo>
                  <a:pt x="3544" y="1090"/>
                </a:moveTo>
                <a:lnTo>
                  <a:pt x="3954" y="1090"/>
                </a:lnTo>
                <a:moveTo>
                  <a:pt x="0" y="1227"/>
                </a:moveTo>
                <a:lnTo>
                  <a:pt x="136" y="1227"/>
                </a:lnTo>
                <a:moveTo>
                  <a:pt x="273" y="1227"/>
                </a:moveTo>
                <a:lnTo>
                  <a:pt x="409" y="1227"/>
                </a:lnTo>
                <a:moveTo>
                  <a:pt x="1091" y="1227"/>
                </a:moveTo>
                <a:lnTo>
                  <a:pt x="1227" y="1227"/>
                </a:lnTo>
                <a:moveTo>
                  <a:pt x="1363" y="1227"/>
                </a:moveTo>
                <a:lnTo>
                  <a:pt x="1908" y="1227"/>
                </a:lnTo>
                <a:moveTo>
                  <a:pt x="2181" y="1227"/>
                </a:moveTo>
                <a:lnTo>
                  <a:pt x="2726" y="1227"/>
                </a:lnTo>
                <a:moveTo>
                  <a:pt x="3135" y="1227"/>
                </a:moveTo>
                <a:lnTo>
                  <a:pt x="3408" y="1227"/>
                </a:lnTo>
                <a:moveTo>
                  <a:pt x="3544" y="1227"/>
                </a:moveTo>
                <a:lnTo>
                  <a:pt x="3818" y="1227"/>
                </a:lnTo>
                <a:moveTo>
                  <a:pt x="545" y="1363"/>
                </a:moveTo>
                <a:lnTo>
                  <a:pt x="682" y="1363"/>
                </a:lnTo>
                <a:moveTo>
                  <a:pt x="818" y="1363"/>
                </a:moveTo>
                <a:lnTo>
                  <a:pt x="954" y="1363"/>
                </a:lnTo>
                <a:moveTo>
                  <a:pt x="1636" y="1363"/>
                </a:moveTo>
                <a:lnTo>
                  <a:pt x="1908" y="1363"/>
                </a:lnTo>
                <a:moveTo>
                  <a:pt x="2045" y="1363"/>
                </a:moveTo>
                <a:lnTo>
                  <a:pt x="2181" y="1363"/>
                </a:lnTo>
                <a:moveTo>
                  <a:pt x="2317" y="1363"/>
                </a:moveTo>
                <a:lnTo>
                  <a:pt x="2590" y="1363"/>
                </a:lnTo>
                <a:moveTo>
                  <a:pt x="2726" y="1363"/>
                </a:moveTo>
                <a:lnTo>
                  <a:pt x="2862" y="1363"/>
                </a:lnTo>
                <a:moveTo>
                  <a:pt x="3271" y="1363"/>
                </a:moveTo>
                <a:lnTo>
                  <a:pt x="3408" y="1363"/>
                </a:lnTo>
                <a:moveTo>
                  <a:pt x="3544" y="1363"/>
                </a:moveTo>
                <a:lnTo>
                  <a:pt x="3680" y="1363"/>
                </a:lnTo>
                <a:moveTo>
                  <a:pt x="136" y="1499"/>
                </a:moveTo>
                <a:lnTo>
                  <a:pt x="273" y="1499"/>
                </a:lnTo>
                <a:moveTo>
                  <a:pt x="682" y="1499"/>
                </a:moveTo>
                <a:lnTo>
                  <a:pt x="818" y="1499"/>
                </a:lnTo>
                <a:moveTo>
                  <a:pt x="1227" y="1499"/>
                </a:moveTo>
                <a:lnTo>
                  <a:pt x="1363" y="1499"/>
                </a:lnTo>
                <a:moveTo>
                  <a:pt x="1499" y="1499"/>
                </a:moveTo>
                <a:lnTo>
                  <a:pt x="1636" y="1499"/>
                </a:lnTo>
                <a:moveTo>
                  <a:pt x="1772" y="1499"/>
                </a:moveTo>
                <a:lnTo>
                  <a:pt x="1908" y="1499"/>
                </a:lnTo>
                <a:moveTo>
                  <a:pt x="2181" y="1499"/>
                </a:moveTo>
                <a:lnTo>
                  <a:pt x="2454" y="1499"/>
                </a:lnTo>
                <a:moveTo>
                  <a:pt x="3271" y="1499"/>
                </a:moveTo>
                <a:lnTo>
                  <a:pt x="3544" y="1499"/>
                </a:lnTo>
                <a:moveTo>
                  <a:pt x="3818" y="1499"/>
                </a:moveTo>
                <a:lnTo>
                  <a:pt x="3954" y="1499"/>
                </a:lnTo>
                <a:moveTo>
                  <a:pt x="136" y="1635"/>
                </a:moveTo>
                <a:lnTo>
                  <a:pt x="273" y="1635"/>
                </a:lnTo>
                <a:moveTo>
                  <a:pt x="409" y="1635"/>
                </a:moveTo>
                <a:lnTo>
                  <a:pt x="545" y="1635"/>
                </a:lnTo>
                <a:moveTo>
                  <a:pt x="818" y="1635"/>
                </a:moveTo>
                <a:lnTo>
                  <a:pt x="1091" y="1635"/>
                </a:lnTo>
                <a:moveTo>
                  <a:pt x="1227" y="1635"/>
                </a:moveTo>
                <a:lnTo>
                  <a:pt x="1363" y="1635"/>
                </a:lnTo>
                <a:moveTo>
                  <a:pt x="1499" y="1635"/>
                </a:moveTo>
                <a:lnTo>
                  <a:pt x="1636" y="1635"/>
                </a:lnTo>
                <a:moveTo>
                  <a:pt x="1772" y="1635"/>
                </a:moveTo>
                <a:lnTo>
                  <a:pt x="1908" y="1635"/>
                </a:lnTo>
                <a:moveTo>
                  <a:pt x="2045" y="1635"/>
                </a:moveTo>
                <a:lnTo>
                  <a:pt x="2317" y="1635"/>
                </a:lnTo>
                <a:moveTo>
                  <a:pt x="2590" y="1635"/>
                </a:moveTo>
                <a:lnTo>
                  <a:pt x="2726" y="1635"/>
                </a:lnTo>
                <a:moveTo>
                  <a:pt x="2999" y="1635"/>
                </a:moveTo>
                <a:lnTo>
                  <a:pt x="3271" y="1635"/>
                </a:lnTo>
                <a:moveTo>
                  <a:pt x="3818" y="1635"/>
                </a:moveTo>
                <a:lnTo>
                  <a:pt x="3954" y="1635"/>
                </a:lnTo>
                <a:moveTo>
                  <a:pt x="0" y="1773"/>
                </a:moveTo>
                <a:lnTo>
                  <a:pt x="545" y="1773"/>
                </a:lnTo>
                <a:moveTo>
                  <a:pt x="682" y="1773"/>
                </a:moveTo>
                <a:lnTo>
                  <a:pt x="818" y="1773"/>
                </a:lnTo>
                <a:moveTo>
                  <a:pt x="1091" y="1773"/>
                </a:moveTo>
                <a:lnTo>
                  <a:pt x="1227" y="1773"/>
                </a:lnTo>
                <a:moveTo>
                  <a:pt x="1363" y="1773"/>
                </a:moveTo>
                <a:lnTo>
                  <a:pt x="1499" y="1773"/>
                </a:lnTo>
                <a:moveTo>
                  <a:pt x="1772" y="1773"/>
                </a:moveTo>
                <a:lnTo>
                  <a:pt x="2045" y="1773"/>
                </a:lnTo>
                <a:moveTo>
                  <a:pt x="2454" y="1773"/>
                </a:moveTo>
                <a:lnTo>
                  <a:pt x="2590" y="1773"/>
                </a:lnTo>
                <a:moveTo>
                  <a:pt x="2999" y="1773"/>
                </a:moveTo>
                <a:lnTo>
                  <a:pt x="3954" y="1773"/>
                </a:lnTo>
                <a:moveTo>
                  <a:pt x="136" y="1909"/>
                </a:moveTo>
                <a:lnTo>
                  <a:pt x="273" y="1909"/>
                </a:lnTo>
                <a:moveTo>
                  <a:pt x="409" y="1909"/>
                </a:moveTo>
                <a:lnTo>
                  <a:pt x="682" y="1909"/>
                </a:lnTo>
                <a:moveTo>
                  <a:pt x="818" y="1909"/>
                </a:moveTo>
                <a:lnTo>
                  <a:pt x="954" y="1909"/>
                </a:lnTo>
                <a:moveTo>
                  <a:pt x="1091" y="1909"/>
                </a:moveTo>
                <a:lnTo>
                  <a:pt x="1227" y="1909"/>
                </a:lnTo>
                <a:moveTo>
                  <a:pt x="1636" y="1909"/>
                </a:moveTo>
                <a:lnTo>
                  <a:pt x="1908" y="1909"/>
                </a:lnTo>
                <a:moveTo>
                  <a:pt x="2045" y="1909"/>
                </a:moveTo>
                <a:lnTo>
                  <a:pt x="2181" y="1909"/>
                </a:lnTo>
                <a:moveTo>
                  <a:pt x="2317" y="1909"/>
                </a:moveTo>
                <a:lnTo>
                  <a:pt x="2999" y="1909"/>
                </a:lnTo>
                <a:moveTo>
                  <a:pt x="3544" y="1909"/>
                </a:moveTo>
                <a:lnTo>
                  <a:pt x="3680" y="1909"/>
                </a:lnTo>
                <a:moveTo>
                  <a:pt x="3818" y="1909"/>
                </a:moveTo>
                <a:lnTo>
                  <a:pt x="3954" y="1909"/>
                </a:lnTo>
                <a:moveTo>
                  <a:pt x="0" y="2045"/>
                </a:moveTo>
                <a:lnTo>
                  <a:pt x="136" y="2045"/>
                </a:lnTo>
                <a:moveTo>
                  <a:pt x="273" y="2045"/>
                </a:moveTo>
                <a:lnTo>
                  <a:pt x="409" y="2045"/>
                </a:lnTo>
                <a:moveTo>
                  <a:pt x="545" y="2045"/>
                </a:moveTo>
                <a:lnTo>
                  <a:pt x="818" y="2045"/>
                </a:lnTo>
                <a:moveTo>
                  <a:pt x="1499" y="2045"/>
                </a:moveTo>
                <a:lnTo>
                  <a:pt x="1772" y="2045"/>
                </a:lnTo>
                <a:moveTo>
                  <a:pt x="2045" y="2045"/>
                </a:moveTo>
                <a:lnTo>
                  <a:pt x="2181" y="2045"/>
                </a:lnTo>
                <a:moveTo>
                  <a:pt x="2590" y="2045"/>
                </a:moveTo>
                <a:lnTo>
                  <a:pt x="3271" y="2045"/>
                </a:lnTo>
                <a:moveTo>
                  <a:pt x="3544" y="2045"/>
                </a:moveTo>
                <a:lnTo>
                  <a:pt x="3680" y="2045"/>
                </a:lnTo>
                <a:moveTo>
                  <a:pt x="3818" y="2045"/>
                </a:moveTo>
                <a:lnTo>
                  <a:pt x="3954" y="2045"/>
                </a:lnTo>
                <a:moveTo>
                  <a:pt x="273" y="2182"/>
                </a:moveTo>
                <a:lnTo>
                  <a:pt x="682" y="2182"/>
                </a:lnTo>
                <a:moveTo>
                  <a:pt x="818" y="2182"/>
                </a:moveTo>
                <a:lnTo>
                  <a:pt x="954" y="2182"/>
                </a:lnTo>
                <a:moveTo>
                  <a:pt x="1091" y="2182"/>
                </a:moveTo>
                <a:lnTo>
                  <a:pt x="1363" y="2182"/>
                </a:lnTo>
                <a:moveTo>
                  <a:pt x="1908" y="2182"/>
                </a:moveTo>
                <a:lnTo>
                  <a:pt x="2045" y="2182"/>
                </a:lnTo>
                <a:moveTo>
                  <a:pt x="3135" y="2182"/>
                </a:moveTo>
                <a:lnTo>
                  <a:pt x="3271" y="2182"/>
                </a:lnTo>
                <a:moveTo>
                  <a:pt x="3408" y="2182"/>
                </a:moveTo>
                <a:lnTo>
                  <a:pt x="3544" y="2182"/>
                </a:lnTo>
                <a:moveTo>
                  <a:pt x="0" y="2318"/>
                </a:moveTo>
                <a:lnTo>
                  <a:pt x="682" y="2318"/>
                </a:lnTo>
                <a:moveTo>
                  <a:pt x="1499" y="2318"/>
                </a:moveTo>
                <a:lnTo>
                  <a:pt x="2999" y="2318"/>
                </a:lnTo>
                <a:moveTo>
                  <a:pt x="3135" y="2318"/>
                </a:moveTo>
                <a:lnTo>
                  <a:pt x="3408" y="2318"/>
                </a:lnTo>
                <a:moveTo>
                  <a:pt x="3544" y="2318"/>
                </a:moveTo>
                <a:lnTo>
                  <a:pt x="3818" y="2318"/>
                </a:lnTo>
                <a:moveTo>
                  <a:pt x="0" y="2454"/>
                </a:moveTo>
                <a:lnTo>
                  <a:pt x="409" y="2454"/>
                </a:lnTo>
                <a:moveTo>
                  <a:pt x="682" y="2454"/>
                </a:moveTo>
                <a:lnTo>
                  <a:pt x="1091" y="2454"/>
                </a:lnTo>
                <a:moveTo>
                  <a:pt x="1636" y="2454"/>
                </a:moveTo>
                <a:lnTo>
                  <a:pt x="1772" y="2454"/>
                </a:lnTo>
                <a:moveTo>
                  <a:pt x="2045" y="2454"/>
                </a:moveTo>
                <a:lnTo>
                  <a:pt x="2454" y="2454"/>
                </a:lnTo>
                <a:moveTo>
                  <a:pt x="2590" y="2454"/>
                </a:moveTo>
                <a:lnTo>
                  <a:pt x="2726" y="2454"/>
                </a:lnTo>
                <a:moveTo>
                  <a:pt x="2862" y="2454"/>
                </a:moveTo>
                <a:lnTo>
                  <a:pt x="3271" y="2454"/>
                </a:lnTo>
                <a:moveTo>
                  <a:pt x="3408" y="2454"/>
                </a:moveTo>
                <a:lnTo>
                  <a:pt x="3544" y="2454"/>
                </a:lnTo>
                <a:moveTo>
                  <a:pt x="3818" y="2454"/>
                </a:moveTo>
                <a:lnTo>
                  <a:pt x="3954" y="2454"/>
                </a:lnTo>
                <a:moveTo>
                  <a:pt x="0" y="2591"/>
                </a:moveTo>
                <a:lnTo>
                  <a:pt x="273" y="2591"/>
                </a:lnTo>
                <a:moveTo>
                  <a:pt x="409" y="2591"/>
                </a:moveTo>
                <a:lnTo>
                  <a:pt x="682" y="2591"/>
                </a:lnTo>
                <a:moveTo>
                  <a:pt x="1091" y="2591"/>
                </a:moveTo>
                <a:lnTo>
                  <a:pt x="1499" y="2591"/>
                </a:lnTo>
                <a:moveTo>
                  <a:pt x="1908" y="2591"/>
                </a:moveTo>
                <a:lnTo>
                  <a:pt x="2045" y="2591"/>
                </a:lnTo>
                <a:moveTo>
                  <a:pt x="2181" y="2591"/>
                </a:moveTo>
                <a:lnTo>
                  <a:pt x="2317" y="2591"/>
                </a:lnTo>
                <a:moveTo>
                  <a:pt x="2862" y="2591"/>
                </a:moveTo>
                <a:lnTo>
                  <a:pt x="2999" y="2591"/>
                </a:lnTo>
                <a:moveTo>
                  <a:pt x="3271" y="2591"/>
                </a:moveTo>
                <a:lnTo>
                  <a:pt x="3680" y="2591"/>
                </a:lnTo>
                <a:moveTo>
                  <a:pt x="0" y="2727"/>
                </a:moveTo>
                <a:lnTo>
                  <a:pt x="273" y="2727"/>
                </a:lnTo>
                <a:moveTo>
                  <a:pt x="545" y="2727"/>
                </a:moveTo>
                <a:lnTo>
                  <a:pt x="682" y="2727"/>
                </a:lnTo>
                <a:moveTo>
                  <a:pt x="818" y="2727"/>
                </a:moveTo>
                <a:lnTo>
                  <a:pt x="1091" y="2727"/>
                </a:lnTo>
                <a:moveTo>
                  <a:pt x="1227" y="2727"/>
                </a:moveTo>
                <a:lnTo>
                  <a:pt x="1499" y="2727"/>
                </a:lnTo>
                <a:moveTo>
                  <a:pt x="1772" y="2727"/>
                </a:moveTo>
                <a:lnTo>
                  <a:pt x="2181" y="2727"/>
                </a:lnTo>
                <a:moveTo>
                  <a:pt x="2317" y="2727"/>
                </a:moveTo>
                <a:lnTo>
                  <a:pt x="2454" y="2727"/>
                </a:lnTo>
                <a:moveTo>
                  <a:pt x="2726" y="2727"/>
                </a:moveTo>
                <a:lnTo>
                  <a:pt x="3818" y="2727"/>
                </a:lnTo>
                <a:moveTo>
                  <a:pt x="1091" y="2863"/>
                </a:moveTo>
                <a:lnTo>
                  <a:pt x="1227" y="2863"/>
                </a:lnTo>
                <a:moveTo>
                  <a:pt x="1636" y="2863"/>
                </a:moveTo>
                <a:lnTo>
                  <a:pt x="1772" y="2863"/>
                </a:lnTo>
                <a:moveTo>
                  <a:pt x="1908" y="2863"/>
                </a:moveTo>
                <a:lnTo>
                  <a:pt x="2181" y="2863"/>
                </a:lnTo>
                <a:moveTo>
                  <a:pt x="2726" y="2863"/>
                </a:moveTo>
                <a:lnTo>
                  <a:pt x="2862" y="2863"/>
                </a:lnTo>
                <a:moveTo>
                  <a:pt x="3271" y="2863"/>
                </a:moveTo>
                <a:lnTo>
                  <a:pt x="3544" y="2863"/>
                </a:lnTo>
                <a:moveTo>
                  <a:pt x="0" y="2999"/>
                </a:moveTo>
                <a:lnTo>
                  <a:pt x="954" y="2999"/>
                </a:lnTo>
                <a:moveTo>
                  <a:pt x="1091" y="2999"/>
                </a:moveTo>
                <a:lnTo>
                  <a:pt x="1227" y="2999"/>
                </a:lnTo>
                <a:moveTo>
                  <a:pt x="1363" y="2999"/>
                </a:moveTo>
                <a:lnTo>
                  <a:pt x="1772" y="2999"/>
                </a:lnTo>
                <a:moveTo>
                  <a:pt x="1908" y="2999"/>
                </a:moveTo>
                <a:lnTo>
                  <a:pt x="2317" y="2999"/>
                </a:lnTo>
                <a:moveTo>
                  <a:pt x="2454" y="2999"/>
                </a:moveTo>
                <a:lnTo>
                  <a:pt x="2862" y="2999"/>
                </a:lnTo>
                <a:moveTo>
                  <a:pt x="2999" y="2999"/>
                </a:moveTo>
                <a:lnTo>
                  <a:pt x="3135" y="2999"/>
                </a:lnTo>
                <a:moveTo>
                  <a:pt x="3271" y="2999"/>
                </a:moveTo>
                <a:lnTo>
                  <a:pt x="3544" y="2999"/>
                </a:lnTo>
                <a:moveTo>
                  <a:pt x="0" y="3136"/>
                </a:moveTo>
                <a:lnTo>
                  <a:pt x="136" y="3136"/>
                </a:lnTo>
                <a:moveTo>
                  <a:pt x="818" y="3136"/>
                </a:moveTo>
                <a:lnTo>
                  <a:pt x="954" y="3136"/>
                </a:lnTo>
                <a:moveTo>
                  <a:pt x="1091" y="3136"/>
                </a:moveTo>
                <a:lnTo>
                  <a:pt x="1227" y="3136"/>
                </a:lnTo>
                <a:moveTo>
                  <a:pt x="1636" y="3136"/>
                </a:moveTo>
                <a:lnTo>
                  <a:pt x="1772" y="3136"/>
                </a:lnTo>
                <a:moveTo>
                  <a:pt x="1908" y="3136"/>
                </a:moveTo>
                <a:lnTo>
                  <a:pt x="2045" y="3136"/>
                </a:lnTo>
                <a:moveTo>
                  <a:pt x="2317" y="3136"/>
                </a:moveTo>
                <a:lnTo>
                  <a:pt x="2454" y="3136"/>
                </a:lnTo>
                <a:moveTo>
                  <a:pt x="2590" y="3136"/>
                </a:moveTo>
                <a:lnTo>
                  <a:pt x="2862" y="3136"/>
                </a:lnTo>
                <a:moveTo>
                  <a:pt x="3271" y="3136"/>
                </a:moveTo>
                <a:lnTo>
                  <a:pt x="3408" y="3136"/>
                </a:lnTo>
                <a:moveTo>
                  <a:pt x="3680" y="3136"/>
                </a:moveTo>
                <a:lnTo>
                  <a:pt x="3954" y="3136"/>
                </a:lnTo>
                <a:moveTo>
                  <a:pt x="0" y="3272"/>
                </a:moveTo>
                <a:lnTo>
                  <a:pt x="136" y="3272"/>
                </a:lnTo>
                <a:moveTo>
                  <a:pt x="273" y="3272"/>
                </a:moveTo>
                <a:lnTo>
                  <a:pt x="682" y="3272"/>
                </a:lnTo>
                <a:moveTo>
                  <a:pt x="818" y="3272"/>
                </a:moveTo>
                <a:lnTo>
                  <a:pt x="954" y="3272"/>
                </a:lnTo>
                <a:moveTo>
                  <a:pt x="1091" y="3272"/>
                </a:moveTo>
                <a:lnTo>
                  <a:pt x="1227" y="3272"/>
                </a:lnTo>
                <a:moveTo>
                  <a:pt x="1363" y="3272"/>
                </a:moveTo>
                <a:lnTo>
                  <a:pt x="1499" y="3272"/>
                </a:lnTo>
                <a:moveTo>
                  <a:pt x="1636" y="3272"/>
                </a:moveTo>
                <a:lnTo>
                  <a:pt x="2317" y="3272"/>
                </a:lnTo>
                <a:moveTo>
                  <a:pt x="2454" y="3272"/>
                </a:moveTo>
                <a:lnTo>
                  <a:pt x="3544" y="3272"/>
                </a:lnTo>
                <a:moveTo>
                  <a:pt x="3680" y="3272"/>
                </a:moveTo>
                <a:lnTo>
                  <a:pt x="3954" y="3272"/>
                </a:lnTo>
                <a:moveTo>
                  <a:pt x="0" y="3408"/>
                </a:moveTo>
                <a:lnTo>
                  <a:pt x="136" y="3408"/>
                </a:lnTo>
                <a:moveTo>
                  <a:pt x="273" y="3408"/>
                </a:moveTo>
                <a:lnTo>
                  <a:pt x="682" y="3408"/>
                </a:lnTo>
                <a:moveTo>
                  <a:pt x="818" y="3408"/>
                </a:moveTo>
                <a:lnTo>
                  <a:pt x="954" y="3408"/>
                </a:lnTo>
                <a:moveTo>
                  <a:pt x="1091" y="3408"/>
                </a:moveTo>
                <a:lnTo>
                  <a:pt x="1363" y="3408"/>
                </a:lnTo>
                <a:moveTo>
                  <a:pt x="1499" y="3408"/>
                </a:moveTo>
                <a:lnTo>
                  <a:pt x="1772" y="3408"/>
                </a:lnTo>
                <a:moveTo>
                  <a:pt x="2045" y="3408"/>
                </a:moveTo>
                <a:lnTo>
                  <a:pt x="2862" y="3408"/>
                </a:lnTo>
                <a:moveTo>
                  <a:pt x="3135" y="3408"/>
                </a:moveTo>
                <a:lnTo>
                  <a:pt x="3271" y="3408"/>
                </a:lnTo>
                <a:moveTo>
                  <a:pt x="3818" y="3408"/>
                </a:moveTo>
                <a:lnTo>
                  <a:pt x="3954" y="3408"/>
                </a:lnTo>
                <a:moveTo>
                  <a:pt x="0" y="3545"/>
                </a:moveTo>
                <a:lnTo>
                  <a:pt x="136" y="3545"/>
                </a:lnTo>
                <a:moveTo>
                  <a:pt x="273" y="3545"/>
                </a:moveTo>
                <a:lnTo>
                  <a:pt x="682" y="3545"/>
                </a:lnTo>
                <a:moveTo>
                  <a:pt x="818" y="3545"/>
                </a:moveTo>
                <a:lnTo>
                  <a:pt x="954" y="3545"/>
                </a:lnTo>
                <a:moveTo>
                  <a:pt x="2045" y="3545"/>
                </a:moveTo>
                <a:lnTo>
                  <a:pt x="2454" y="3545"/>
                </a:lnTo>
                <a:moveTo>
                  <a:pt x="2590" y="3545"/>
                </a:moveTo>
                <a:lnTo>
                  <a:pt x="2999" y="3545"/>
                </a:lnTo>
                <a:moveTo>
                  <a:pt x="3271" y="3545"/>
                </a:moveTo>
                <a:lnTo>
                  <a:pt x="3408" y="3545"/>
                </a:lnTo>
                <a:moveTo>
                  <a:pt x="3544" y="3545"/>
                </a:moveTo>
                <a:lnTo>
                  <a:pt x="3954" y="3545"/>
                </a:lnTo>
                <a:moveTo>
                  <a:pt x="0" y="3681"/>
                </a:moveTo>
                <a:lnTo>
                  <a:pt x="136" y="3681"/>
                </a:lnTo>
                <a:moveTo>
                  <a:pt x="818" y="3681"/>
                </a:moveTo>
                <a:lnTo>
                  <a:pt x="954" y="3681"/>
                </a:lnTo>
                <a:moveTo>
                  <a:pt x="1227" y="3681"/>
                </a:moveTo>
                <a:lnTo>
                  <a:pt x="1363" y="3681"/>
                </a:lnTo>
                <a:moveTo>
                  <a:pt x="1499" y="3681"/>
                </a:moveTo>
                <a:lnTo>
                  <a:pt x="1772" y="3681"/>
                </a:lnTo>
                <a:moveTo>
                  <a:pt x="2045" y="3681"/>
                </a:moveTo>
                <a:lnTo>
                  <a:pt x="2181" y="3681"/>
                </a:lnTo>
                <a:moveTo>
                  <a:pt x="2454" y="3681"/>
                </a:moveTo>
                <a:lnTo>
                  <a:pt x="2590" y="3681"/>
                </a:lnTo>
                <a:moveTo>
                  <a:pt x="2862" y="3681"/>
                </a:moveTo>
                <a:lnTo>
                  <a:pt x="2999" y="3681"/>
                </a:lnTo>
                <a:moveTo>
                  <a:pt x="3408" y="3681"/>
                </a:moveTo>
                <a:lnTo>
                  <a:pt x="3680" y="3681"/>
                </a:lnTo>
                <a:moveTo>
                  <a:pt x="3818" y="3681"/>
                </a:moveTo>
                <a:lnTo>
                  <a:pt x="3954" y="3681"/>
                </a:lnTo>
                <a:moveTo>
                  <a:pt x="0" y="3817"/>
                </a:moveTo>
                <a:lnTo>
                  <a:pt x="954" y="3817"/>
                </a:lnTo>
                <a:moveTo>
                  <a:pt x="1091" y="3817"/>
                </a:moveTo>
                <a:lnTo>
                  <a:pt x="1363" y="3817"/>
                </a:lnTo>
                <a:moveTo>
                  <a:pt x="1499" y="3817"/>
                </a:moveTo>
                <a:lnTo>
                  <a:pt x="1908" y="3817"/>
                </a:lnTo>
                <a:moveTo>
                  <a:pt x="2590" y="3817"/>
                </a:moveTo>
                <a:lnTo>
                  <a:pt x="3135" y="3817"/>
                </a:lnTo>
                <a:moveTo>
                  <a:pt x="3271" y="3817"/>
                </a:moveTo>
                <a:lnTo>
                  <a:pt x="3544" y="3817"/>
                </a:lnTo>
              </a:path>
            </a:pathLst>
          </a:custGeom>
          <a:ln w="48960">
            <a:solidFill>
              <a:srgbClr val="001d34"/>
            </a:solidFill>
            <a:miter/>
          </a:ln>
        </p:spPr>
        <p:txBody>
          <a:bodyPr lIns="24480" rIns="24480" tIns="24480" bIns="2448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666720" y="3593160"/>
            <a:ext cx="4612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Apache-2.0. Synthetic data.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Source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·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Try it live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7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66720" y="259056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2676240" y="2047680"/>
            <a:ext cx="381600" cy="381240"/>
          </a:xfrm>
          <a:custGeom>
            <a:avLst/>
            <a:gdLst/>
            <a:ahLst/>
            <a:rect l="0" t="0" r="r" b="b"/>
            <a:pathLst>
              <a:path w="1060" h="1059">
                <a:moveTo>
                  <a:pt x="232" y="0"/>
                </a:moveTo>
                <a:lnTo>
                  <a:pt x="828" y="0"/>
                </a:lnTo>
                <a:cubicBezTo>
                  <a:pt x="843" y="0"/>
                  <a:pt x="858" y="2"/>
                  <a:pt x="873" y="4"/>
                </a:cubicBezTo>
                <a:cubicBezTo>
                  <a:pt x="888" y="7"/>
                  <a:pt x="903" y="12"/>
                  <a:pt x="917" y="18"/>
                </a:cubicBezTo>
                <a:cubicBezTo>
                  <a:pt x="931" y="23"/>
                  <a:pt x="944" y="31"/>
                  <a:pt x="957" y="39"/>
                </a:cubicBezTo>
                <a:cubicBezTo>
                  <a:pt x="969" y="48"/>
                  <a:pt x="981" y="57"/>
                  <a:pt x="992" y="68"/>
                </a:cubicBezTo>
                <a:cubicBezTo>
                  <a:pt x="1003" y="79"/>
                  <a:pt x="1012" y="90"/>
                  <a:pt x="1021" y="103"/>
                </a:cubicBezTo>
                <a:cubicBezTo>
                  <a:pt x="1029" y="116"/>
                  <a:pt x="1036" y="129"/>
                  <a:pt x="1042" y="144"/>
                </a:cubicBezTo>
                <a:cubicBezTo>
                  <a:pt x="1048" y="158"/>
                  <a:pt x="1052" y="172"/>
                  <a:pt x="1055" y="187"/>
                </a:cubicBezTo>
                <a:cubicBezTo>
                  <a:pt x="1058" y="202"/>
                  <a:pt x="1060" y="217"/>
                  <a:pt x="1060" y="233"/>
                </a:cubicBezTo>
                <a:lnTo>
                  <a:pt x="1060" y="828"/>
                </a:lnTo>
                <a:cubicBezTo>
                  <a:pt x="1060" y="843"/>
                  <a:pt x="1058" y="858"/>
                  <a:pt x="1055" y="873"/>
                </a:cubicBezTo>
                <a:cubicBezTo>
                  <a:pt x="1052" y="888"/>
                  <a:pt x="1048" y="902"/>
                  <a:pt x="1042" y="916"/>
                </a:cubicBezTo>
                <a:cubicBezTo>
                  <a:pt x="1036" y="931"/>
                  <a:pt x="1029" y="944"/>
                  <a:pt x="1021" y="956"/>
                </a:cubicBezTo>
                <a:cubicBezTo>
                  <a:pt x="1012" y="969"/>
                  <a:pt x="1003" y="981"/>
                  <a:pt x="992" y="992"/>
                </a:cubicBezTo>
                <a:cubicBezTo>
                  <a:pt x="981" y="1002"/>
                  <a:pt x="969" y="1012"/>
                  <a:pt x="957" y="1020"/>
                </a:cubicBezTo>
                <a:cubicBezTo>
                  <a:pt x="944" y="1029"/>
                  <a:pt x="931" y="1036"/>
                  <a:pt x="917" y="1042"/>
                </a:cubicBezTo>
                <a:cubicBezTo>
                  <a:pt x="903" y="1048"/>
                  <a:pt x="888" y="1052"/>
                  <a:pt x="873" y="1055"/>
                </a:cubicBezTo>
                <a:cubicBezTo>
                  <a:pt x="858" y="1058"/>
                  <a:pt x="843" y="1059"/>
                  <a:pt x="828" y="1059"/>
                </a:cubicBezTo>
                <a:lnTo>
                  <a:pt x="232" y="1059"/>
                </a:lnTo>
                <a:cubicBezTo>
                  <a:pt x="217" y="1059"/>
                  <a:pt x="202" y="1058"/>
                  <a:pt x="187" y="1055"/>
                </a:cubicBezTo>
                <a:cubicBezTo>
                  <a:pt x="172" y="1052"/>
                  <a:pt x="157" y="1048"/>
                  <a:pt x="143" y="1042"/>
                </a:cubicBezTo>
                <a:cubicBezTo>
                  <a:pt x="129" y="1036"/>
                  <a:pt x="116" y="1029"/>
                  <a:pt x="103" y="1020"/>
                </a:cubicBezTo>
                <a:cubicBezTo>
                  <a:pt x="91" y="1012"/>
                  <a:pt x="79" y="1002"/>
                  <a:pt x="68" y="992"/>
                </a:cubicBezTo>
                <a:cubicBezTo>
                  <a:pt x="57" y="981"/>
                  <a:pt x="48" y="969"/>
                  <a:pt x="39" y="956"/>
                </a:cubicBezTo>
                <a:cubicBezTo>
                  <a:pt x="31" y="944"/>
                  <a:pt x="24" y="931"/>
                  <a:pt x="18" y="916"/>
                </a:cubicBezTo>
                <a:cubicBezTo>
                  <a:pt x="12" y="902"/>
                  <a:pt x="8" y="888"/>
                  <a:pt x="5" y="873"/>
                </a:cubicBezTo>
                <a:cubicBezTo>
                  <a:pt x="2" y="858"/>
                  <a:pt x="0" y="843"/>
                  <a:pt x="0" y="828"/>
                </a:cubicBezTo>
                <a:lnTo>
                  <a:pt x="0" y="233"/>
                </a:lnTo>
                <a:cubicBezTo>
                  <a:pt x="0" y="217"/>
                  <a:pt x="2" y="202"/>
                  <a:pt x="5" y="187"/>
                </a:cubicBezTo>
                <a:cubicBezTo>
                  <a:pt x="8" y="172"/>
                  <a:pt x="12" y="158"/>
                  <a:pt x="18" y="144"/>
                </a:cubicBezTo>
                <a:cubicBezTo>
                  <a:pt x="24" y="129"/>
                  <a:pt x="31" y="116"/>
                  <a:pt x="39" y="103"/>
                </a:cubicBezTo>
                <a:cubicBezTo>
                  <a:pt x="48" y="90"/>
                  <a:pt x="57" y="79"/>
                  <a:pt x="68" y="68"/>
                </a:cubicBezTo>
                <a:cubicBezTo>
                  <a:pt x="79" y="57"/>
                  <a:pt x="91" y="48"/>
                  <a:pt x="103" y="39"/>
                </a:cubicBezTo>
                <a:cubicBezTo>
                  <a:pt x="116" y="31"/>
                  <a:pt x="129" y="23"/>
                  <a:pt x="143" y="18"/>
                </a:cubicBezTo>
                <a:cubicBezTo>
                  <a:pt x="157" y="12"/>
                  <a:pt x="172" y="7"/>
                  <a:pt x="187" y="4"/>
                </a:cubicBezTo>
                <a:cubicBezTo>
                  <a:pt x="202" y="2"/>
                  <a:pt x="217" y="0"/>
                  <a:pt x="232" y="0"/>
                </a:cubicBezTo>
                <a:close/>
              </a:path>
            </a:pathLst>
          </a:custGeom>
          <a:solidFill>
            <a:srgbClr val="0b5c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2741760" y="2131200"/>
            <a:ext cx="36000" cy="214560"/>
          </a:xfrm>
          <a:custGeom>
            <a:avLst/>
            <a:gdLst/>
            <a:ahLst/>
            <a:rect l="0" t="0" r="r" b="b"/>
            <a:pathLst>
              <a:path w="100" h="596">
                <a:moveTo>
                  <a:pt x="50" y="0"/>
                </a:moveTo>
                <a:cubicBezTo>
                  <a:pt x="56" y="0"/>
                  <a:pt x="64" y="1"/>
                  <a:pt x="70" y="3"/>
                </a:cubicBezTo>
                <a:cubicBezTo>
                  <a:pt x="76" y="6"/>
                  <a:pt x="81" y="9"/>
                  <a:pt x="86" y="14"/>
                </a:cubicBezTo>
                <a:cubicBezTo>
                  <a:pt x="91" y="19"/>
                  <a:pt x="94" y="24"/>
                  <a:pt x="97" y="30"/>
                </a:cubicBezTo>
                <a:cubicBezTo>
                  <a:pt x="99" y="36"/>
                  <a:pt x="100" y="43"/>
                  <a:pt x="100" y="49"/>
                </a:cubicBezTo>
                <a:lnTo>
                  <a:pt x="100" y="546"/>
                </a:lnTo>
                <a:cubicBezTo>
                  <a:pt x="100" y="553"/>
                  <a:pt x="99" y="559"/>
                  <a:pt x="97" y="565"/>
                </a:cubicBezTo>
                <a:cubicBezTo>
                  <a:pt x="94" y="571"/>
                  <a:pt x="91" y="577"/>
                  <a:pt x="86" y="581"/>
                </a:cubicBezTo>
                <a:cubicBezTo>
                  <a:pt x="81" y="586"/>
                  <a:pt x="76" y="590"/>
                  <a:pt x="70" y="592"/>
                </a:cubicBezTo>
                <a:cubicBezTo>
                  <a:pt x="64" y="595"/>
                  <a:pt x="56" y="596"/>
                  <a:pt x="50" y="596"/>
                </a:cubicBezTo>
                <a:cubicBezTo>
                  <a:pt x="43" y="596"/>
                  <a:pt x="37" y="595"/>
                  <a:pt x="31" y="592"/>
                </a:cubicBezTo>
                <a:cubicBezTo>
                  <a:pt x="25" y="590"/>
                  <a:pt x="19" y="586"/>
                  <a:pt x="15" y="581"/>
                </a:cubicBezTo>
                <a:cubicBezTo>
                  <a:pt x="10" y="577"/>
                  <a:pt x="6" y="571"/>
                  <a:pt x="4" y="565"/>
                </a:cubicBezTo>
                <a:cubicBezTo>
                  <a:pt x="1" y="559"/>
                  <a:pt x="0" y="553"/>
                  <a:pt x="0" y="546"/>
                </a:cubicBezTo>
                <a:lnTo>
                  <a:pt x="0" y="49"/>
                </a:lnTo>
                <a:cubicBezTo>
                  <a:pt x="0" y="43"/>
                  <a:pt x="1" y="36"/>
                  <a:pt x="4" y="30"/>
                </a:cubicBezTo>
                <a:cubicBezTo>
                  <a:pt x="6" y="24"/>
                  <a:pt x="10" y="19"/>
                  <a:pt x="15" y="14"/>
                </a:cubicBezTo>
                <a:cubicBezTo>
                  <a:pt x="19" y="9"/>
                  <a:pt x="25" y="6"/>
                  <a:pt x="31" y="3"/>
                </a:cubicBezTo>
                <a:cubicBezTo>
                  <a:pt x="37" y="1"/>
                  <a:pt x="43" y="0"/>
                  <a:pt x="5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2813400" y="2178720"/>
            <a:ext cx="107280" cy="95400"/>
          </a:xfrm>
          <a:custGeom>
            <a:avLst/>
            <a:gdLst/>
            <a:ahLst/>
            <a:rect l="0" t="0" r="r" b="b"/>
            <a:pathLst>
              <a:path fill="none" w="298" h="265">
                <a:moveTo>
                  <a:pt x="0" y="265"/>
                </a:moveTo>
                <a:lnTo>
                  <a:pt x="149" y="0"/>
                </a:lnTo>
                <a:lnTo>
                  <a:pt x="298" y="265"/>
                </a:lnTo>
              </a:path>
            </a:pathLst>
          </a:custGeom>
          <a:ln cap="rnd" w="35640">
            <a:solidFill>
              <a:srgbClr val="ffffff"/>
            </a:solidFill>
            <a:round/>
          </a:ln>
        </p:spPr>
        <p:txBody>
          <a:bodyPr lIns="17640" rIns="17640" tIns="17640" bIns="1764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2956320" y="2131200"/>
            <a:ext cx="36000" cy="214560"/>
          </a:xfrm>
          <a:custGeom>
            <a:avLst/>
            <a:gdLst/>
            <a:ahLst/>
            <a:rect l="0" t="0" r="r" b="b"/>
            <a:pathLst>
              <a:path w="100" h="596">
                <a:moveTo>
                  <a:pt x="49" y="0"/>
                </a:moveTo>
                <a:cubicBezTo>
                  <a:pt x="57" y="0"/>
                  <a:pt x="63" y="1"/>
                  <a:pt x="69" y="3"/>
                </a:cubicBezTo>
                <a:cubicBezTo>
                  <a:pt x="75" y="6"/>
                  <a:pt x="81" y="9"/>
                  <a:pt x="85" y="14"/>
                </a:cubicBezTo>
                <a:cubicBezTo>
                  <a:pt x="90" y="19"/>
                  <a:pt x="93" y="24"/>
                  <a:pt x="96" y="30"/>
                </a:cubicBezTo>
                <a:cubicBezTo>
                  <a:pt x="98" y="36"/>
                  <a:pt x="100" y="43"/>
                  <a:pt x="100" y="49"/>
                </a:cubicBezTo>
                <a:lnTo>
                  <a:pt x="100" y="546"/>
                </a:lnTo>
                <a:cubicBezTo>
                  <a:pt x="100" y="553"/>
                  <a:pt x="98" y="559"/>
                  <a:pt x="96" y="565"/>
                </a:cubicBezTo>
                <a:cubicBezTo>
                  <a:pt x="93" y="571"/>
                  <a:pt x="90" y="577"/>
                  <a:pt x="85" y="581"/>
                </a:cubicBezTo>
                <a:cubicBezTo>
                  <a:pt x="81" y="586"/>
                  <a:pt x="75" y="590"/>
                  <a:pt x="69" y="592"/>
                </a:cubicBezTo>
                <a:cubicBezTo>
                  <a:pt x="63" y="595"/>
                  <a:pt x="57" y="596"/>
                  <a:pt x="49" y="596"/>
                </a:cubicBezTo>
                <a:cubicBezTo>
                  <a:pt x="43" y="596"/>
                  <a:pt x="36" y="595"/>
                  <a:pt x="30" y="592"/>
                </a:cubicBezTo>
                <a:cubicBezTo>
                  <a:pt x="24" y="590"/>
                  <a:pt x="19" y="586"/>
                  <a:pt x="14" y="581"/>
                </a:cubicBezTo>
                <a:cubicBezTo>
                  <a:pt x="9" y="577"/>
                  <a:pt x="6" y="571"/>
                  <a:pt x="3" y="565"/>
                </a:cubicBezTo>
                <a:cubicBezTo>
                  <a:pt x="1" y="559"/>
                  <a:pt x="0" y="553"/>
                  <a:pt x="0" y="546"/>
                </a:cubicBezTo>
                <a:lnTo>
                  <a:pt x="0" y="49"/>
                </a:lnTo>
                <a:cubicBezTo>
                  <a:pt x="0" y="43"/>
                  <a:pt x="1" y="36"/>
                  <a:pt x="3" y="30"/>
                </a:cubicBezTo>
                <a:cubicBezTo>
                  <a:pt x="6" y="24"/>
                  <a:pt x="9" y="19"/>
                  <a:pt x="14" y="14"/>
                </a:cubicBezTo>
                <a:cubicBezTo>
                  <a:pt x="19" y="9"/>
                  <a:pt x="24" y="6"/>
                  <a:pt x="30" y="3"/>
                </a:cubicBezTo>
                <a:cubicBezTo>
                  <a:pt x="36" y="1"/>
                  <a:pt x="43" y="0"/>
                  <a:pt x="4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942840" y="29239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2"/>
                  <a:pt x="32" y="32"/>
                </a:cubicBezTo>
                <a:cubicBezTo>
                  <a:pt x="42" y="22"/>
                  <a:pt x="53" y="15"/>
                  <a:pt x="66" y="9"/>
                </a:cubicBezTo>
                <a:cubicBezTo>
                  <a:pt x="79" y="4"/>
                  <a:pt x="93" y="0"/>
                  <a:pt x="107" y="0"/>
                </a:cubicBezTo>
                <a:cubicBezTo>
                  <a:pt x="121" y="0"/>
                  <a:pt x="134" y="4"/>
                  <a:pt x="147" y="9"/>
                </a:cubicBezTo>
                <a:cubicBezTo>
                  <a:pt x="160" y="15"/>
                  <a:pt x="172" y="22"/>
                  <a:pt x="182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66720" y="2120400"/>
            <a:ext cx="202320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Limits of Caret 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942840" y="33526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162080" y="2802600"/>
            <a:ext cx="94251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Reference, not a product: ﬁve message types, no authentication or TLS, one ﬁctional hospital.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162080" y="3231360"/>
            <a:ext cx="102466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Two defects ﬁxed in the plugin: unescaped "^" gave AE with no audit record; a contained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Observation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942840" y="41623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60"/>
                  <a:pt x="191" y="172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2"/>
                  <a:pt x="13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162080" y="3602880"/>
            <a:ext cx="24757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showed an object name.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942840" y="4590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2"/>
                  <a:pt x="32" y="32"/>
                </a:cubicBezTo>
                <a:cubicBezTo>
                  <a:pt x="42" y="22"/>
                  <a:pt x="53" y="15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5"/>
                  <a:pt x="172" y="22"/>
                  <a:pt x="182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162080" y="4041000"/>
            <a:ext cx="66225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Failures now get a rejected acknowledgement and an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AuditEvent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162080" y="4469760"/>
            <a:ext cx="34254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Details and code: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Caret on GitLab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8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66720" y="182844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76080" y="2009520"/>
            <a:ext cx="6382080" cy="438480"/>
          </a:xfrm>
          <a:custGeom>
            <a:avLst/>
            <a:gdLst/>
            <a:ahLst/>
            <a:rect l="0" t="0" r="r" b="b"/>
            <a:pathLst>
              <a:path w="17728" h="1218">
                <a:moveTo>
                  <a:pt x="0" y="0"/>
                </a:moveTo>
                <a:lnTo>
                  <a:pt x="17728" y="0"/>
                </a:lnTo>
                <a:lnTo>
                  <a:pt x="177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7057800" y="2009520"/>
            <a:ext cx="4467600" cy="438480"/>
          </a:xfrm>
          <a:custGeom>
            <a:avLst/>
            <a:gdLst/>
            <a:ahLst/>
            <a:rect l="0" t="0" r="r" b="b"/>
            <a:pathLst>
              <a:path w="12410" h="1218">
                <a:moveTo>
                  <a:pt x="0" y="0"/>
                </a:moveTo>
                <a:lnTo>
                  <a:pt x="12410" y="0"/>
                </a:lnTo>
                <a:lnTo>
                  <a:pt x="1241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676080" y="2009520"/>
            <a:ext cx="6382080" cy="438480"/>
          </a:xfrm>
          <a:custGeom>
            <a:avLst/>
            <a:gdLst/>
            <a:ahLst/>
            <a:rect l="0" t="0" r="r" b="b"/>
            <a:pathLst>
              <a:path w="17728" h="1218">
                <a:moveTo>
                  <a:pt x="0" y="0"/>
                </a:moveTo>
                <a:lnTo>
                  <a:pt x="17728" y="0"/>
                </a:lnTo>
                <a:lnTo>
                  <a:pt x="177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7057800" y="2009520"/>
            <a:ext cx="4467600" cy="438480"/>
          </a:xfrm>
          <a:custGeom>
            <a:avLst/>
            <a:gdLst/>
            <a:ahLst/>
            <a:rect l="0" t="0" r="r" b="b"/>
            <a:pathLst>
              <a:path w="12410" h="1218">
                <a:moveTo>
                  <a:pt x="0" y="0"/>
                </a:moveTo>
                <a:lnTo>
                  <a:pt x="12410" y="0"/>
                </a:lnTo>
                <a:lnTo>
                  <a:pt x="1241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76080" y="2447640"/>
            <a:ext cx="6382080" cy="438480"/>
          </a:xfrm>
          <a:custGeom>
            <a:avLst/>
            <a:gdLst/>
            <a:ahLst/>
            <a:rect l="0" t="0" r="r" b="b"/>
            <a:pathLst>
              <a:path w="17728" h="1218">
                <a:moveTo>
                  <a:pt x="0" y="0"/>
                </a:moveTo>
                <a:lnTo>
                  <a:pt x="17728" y="0"/>
                </a:lnTo>
                <a:lnTo>
                  <a:pt x="177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057800" y="2447640"/>
            <a:ext cx="4467600" cy="438480"/>
          </a:xfrm>
          <a:custGeom>
            <a:avLst/>
            <a:gdLst/>
            <a:ahLst/>
            <a:rect l="0" t="0" r="r" b="b"/>
            <a:pathLst>
              <a:path w="12410" h="1218">
                <a:moveTo>
                  <a:pt x="0" y="0"/>
                </a:moveTo>
                <a:lnTo>
                  <a:pt x="12410" y="0"/>
                </a:lnTo>
                <a:lnTo>
                  <a:pt x="1241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676080" y="2885760"/>
            <a:ext cx="6382080" cy="438480"/>
          </a:xfrm>
          <a:custGeom>
            <a:avLst/>
            <a:gdLst/>
            <a:ahLst/>
            <a:rect l="0" t="0" r="r" b="b"/>
            <a:pathLst>
              <a:path w="17728" h="1218">
                <a:moveTo>
                  <a:pt x="0" y="0"/>
                </a:moveTo>
                <a:lnTo>
                  <a:pt x="17728" y="0"/>
                </a:lnTo>
                <a:lnTo>
                  <a:pt x="177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057800" y="2885760"/>
            <a:ext cx="4467600" cy="438480"/>
          </a:xfrm>
          <a:custGeom>
            <a:avLst/>
            <a:gdLst/>
            <a:ahLst/>
            <a:rect l="0" t="0" r="r" b="b"/>
            <a:pathLst>
              <a:path w="12410" h="1218">
                <a:moveTo>
                  <a:pt x="0" y="0"/>
                </a:moveTo>
                <a:lnTo>
                  <a:pt x="12410" y="0"/>
                </a:lnTo>
                <a:lnTo>
                  <a:pt x="1241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76080" y="3323880"/>
            <a:ext cx="6382080" cy="438840"/>
          </a:xfrm>
          <a:custGeom>
            <a:avLst/>
            <a:gdLst/>
            <a:ahLst/>
            <a:rect l="0" t="0" r="r" b="b"/>
            <a:pathLst>
              <a:path w="17728" h="1219">
                <a:moveTo>
                  <a:pt x="0" y="0"/>
                </a:moveTo>
                <a:lnTo>
                  <a:pt x="17728" y="0"/>
                </a:lnTo>
                <a:lnTo>
                  <a:pt x="17728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7057800" y="3323880"/>
            <a:ext cx="4467600" cy="438840"/>
          </a:xfrm>
          <a:custGeom>
            <a:avLst/>
            <a:gdLst/>
            <a:ahLst/>
            <a:rect l="0" t="0" r="r" b="b"/>
            <a:pathLst>
              <a:path w="12410" h="1219">
                <a:moveTo>
                  <a:pt x="0" y="0"/>
                </a:moveTo>
                <a:lnTo>
                  <a:pt x="12410" y="0"/>
                </a:lnTo>
                <a:lnTo>
                  <a:pt x="12410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76080" y="3762360"/>
            <a:ext cx="6382080" cy="438480"/>
          </a:xfrm>
          <a:custGeom>
            <a:avLst/>
            <a:gdLst/>
            <a:ahLst/>
            <a:rect l="0" t="0" r="r" b="b"/>
            <a:pathLst>
              <a:path w="17728" h="1218">
                <a:moveTo>
                  <a:pt x="0" y="0"/>
                </a:moveTo>
                <a:lnTo>
                  <a:pt x="17728" y="0"/>
                </a:lnTo>
                <a:lnTo>
                  <a:pt x="177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057800" y="3762360"/>
            <a:ext cx="4467600" cy="438480"/>
          </a:xfrm>
          <a:custGeom>
            <a:avLst/>
            <a:gdLst/>
            <a:ahLst/>
            <a:rect l="0" t="0" r="r" b="b"/>
            <a:pathLst>
              <a:path w="12410" h="1218">
                <a:moveTo>
                  <a:pt x="0" y="0"/>
                </a:moveTo>
                <a:lnTo>
                  <a:pt x="12410" y="0"/>
                </a:lnTo>
                <a:lnTo>
                  <a:pt x="1241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76080" y="4200480"/>
            <a:ext cx="6382080" cy="438480"/>
          </a:xfrm>
          <a:custGeom>
            <a:avLst/>
            <a:gdLst/>
            <a:ahLst/>
            <a:rect l="0" t="0" r="r" b="b"/>
            <a:pathLst>
              <a:path w="17728" h="1218">
                <a:moveTo>
                  <a:pt x="0" y="0"/>
                </a:moveTo>
                <a:lnTo>
                  <a:pt x="17728" y="0"/>
                </a:lnTo>
                <a:lnTo>
                  <a:pt x="177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7057800" y="4200480"/>
            <a:ext cx="4467600" cy="438480"/>
          </a:xfrm>
          <a:custGeom>
            <a:avLst/>
            <a:gdLst/>
            <a:ahLst/>
            <a:rect l="0" t="0" r="r" b="b"/>
            <a:pathLst>
              <a:path w="12410" h="1218">
                <a:moveTo>
                  <a:pt x="0" y="0"/>
                </a:moveTo>
                <a:lnTo>
                  <a:pt x="12410" y="0"/>
                </a:lnTo>
                <a:lnTo>
                  <a:pt x="1241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676080" y="4638600"/>
            <a:ext cx="6382080" cy="438480"/>
          </a:xfrm>
          <a:custGeom>
            <a:avLst/>
            <a:gdLst/>
            <a:ahLst/>
            <a:rect l="0" t="0" r="r" b="b"/>
            <a:pathLst>
              <a:path w="17728" h="1218">
                <a:moveTo>
                  <a:pt x="0" y="0"/>
                </a:moveTo>
                <a:lnTo>
                  <a:pt x="17728" y="0"/>
                </a:lnTo>
                <a:lnTo>
                  <a:pt x="177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057800" y="4638600"/>
            <a:ext cx="4467600" cy="438480"/>
          </a:xfrm>
          <a:custGeom>
            <a:avLst/>
            <a:gdLst/>
            <a:ahLst/>
            <a:rect l="0" t="0" r="r" b="b"/>
            <a:pathLst>
              <a:path w="12410" h="1218">
                <a:moveTo>
                  <a:pt x="0" y="0"/>
                </a:moveTo>
                <a:lnTo>
                  <a:pt x="12410" y="0"/>
                </a:lnTo>
                <a:lnTo>
                  <a:pt x="1241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66720" y="20095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66720" y="2009520"/>
            <a:ext cx="6391440" cy="10080"/>
          </a:xfrm>
          <a:custGeom>
            <a:avLst/>
            <a:gdLst/>
            <a:ahLst/>
            <a:rect l="0" t="0" r="r" b="b"/>
            <a:pathLst>
              <a:path w="17754" h="28">
                <a:moveTo>
                  <a:pt x="0" y="0"/>
                </a:moveTo>
                <a:lnTo>
                  <a:pt x="17754" y="0"/>
                </a:lnTo>
                <a:lnTo>
                  <a:pt x="1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7048440" y="20095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057800" y="2009520"/>
            <a:ext cx="4467600" cy="10080"/>
          </a:xfrm>
          <a:custGeom>
            <a:avLst/>
            <a:gdLst/>
            <a:ahLst/>
            <a:rect l="0" t="0" r="r" b="b"/>
            <a:pathLst>
              <a:path w="12410" h="28">
                <a:moveTo>
                  <a:pt x="0" y="0"/>
                </a:moveTo>
                <a:lnTo>
                  <a:pt x="12410" y="0"/>
                </a:lnTo>
                <a:lnTo>
                  <a:pt x="12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11515680" y="20095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66720" y="2447640"/>
            <a:ext cx="6391440" cy="10080"/>
          </a:xfrm>
          <a:custGeom>
            <a:avLst/>
            <a:gdLst/>
            <a:ahLst/>
            <a:rect l="0" t="0" r="r" b="b"/>
            <a:pathLst>
              <a:path w="17754" h="28">
                <a:moveTo>
                  <a:pt x="0" y="0"/>
                </a:moveTo>
                <a:lnTo>
                  <a:pt x="17754" y="0"/>
                </a:lnTo>
                <a:lnTo>
                  <a:pt x="1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7057800" y="2447640"/>
            <a:ext cx="4467600" cy="10080"/>
          </a:xfrm>
          <a:custGeom>
            <a:avLst/>
            <a:gdLst/>
            <a:ahLst/>
            <a:rect l="0" t="0" r="r" b="b"/>
            <a:pathLst>
              <a:path w="12410" h="28">
                <a:moveTo>
                  <a:pt x="0" y="0"/>
                </a:moveTo>
                <a:lnTo>
                  <a:pt x="12410" y="0"/>
                </a:lnTo>
                <a:lnTo>
                  <a:pt x="12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66720" y="2457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7048440" y="2457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1515680" y="24573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666720" y="2895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66720" y="2885760"/>
            <a:ext cx="6391440" cy="10080"/>
          </a:xfrm>
          <a:custGeom>
            <a:avLst/>
            <a:gdLst/>
            <a:ahLst/>
            <a:rect l="0" t="0" r="r" b="b"/>
            <a:pathLst>
              <a:path w="17754" h="28">
                <a:moveTo>
                  <a:pt x="0" y="0"/>
                </a:moveTo>
                <a:lnTo>
                  <a:pt x="17754" y="0"/>
                </a:lnTo>
                <a:lnTo>
                  <a:pt x="1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048440" y="2895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7057800" y="2885760"/>
            <a:ext cx="4467600" cy="10080"/>
          </a:xfrm>
          <a:custGeom>
            <a:avLst/>
            <a:gdLst/>
            <a:ahLst/>
            <a:rect l="0" t="0" r="r" b="b"/>
            <a:pathLst>
              <a:path w="12410" h="28">
                <a:moveTo>
                  <a:pt x="0" y="0"/>
                </a:moveTo>
                <a:lnTo>
                  <a:pt x="12410" y="0"/>
                </a:lnTo>
                <a:lnTo>
                  <a:pt x="12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11515680" y="28954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666720" y="3333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666720" y="3323880"/>
            <a:ext cx="6391440" cy="10080"/>
          </a:xfrm>
          <a:custGeom>
            <a:avLst/>
            <a:gdLst/>
            <a:ahLst/>
            <a:rect l="0" t="0" r="r" b="b"/>
            <a:pathLst>
              <a:path w="17754" h="28">
                <a:moveTo>
                  <a:pt x="0" y="0"/>
                </a:moveTo>
                <a:lnTo>
                  <a:pt x="17754" y="0"/>
                </a:lnTo>
                <a:lnTo>
                  <a:pt x="1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048440" y="3333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7057800" y="3323880"/>
            <a:ext cx="4467600" cy="10080"/>
          </a:xfrm>
          <a:custGeom>
            <a:avLst/>
            <a:gdLst/>
            <a:ahLst/>
            <a:rect l="0" t="0" r="r" b="b"/>
            <a:pathLst>
              <a:path w="12410" h="28">
                <a:moveTo>
                  <a:pt x="0" y="0"/>
                </a:moveTo>
                <a:lnTo>
                  <a:pt x="12410" y="0"/>
                </a:lnTo>
                <a:lnTo>
                  <a:pt x="12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1515680" y="33336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666720" y="37717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66720" y="3762360"/>
            <a:ext cx="6391440" cy="9720"/>
          </a:xfrm>
          <a:custGeom>
            <a:avLst/>
            <a:gdLst/>
            <a:ahLst/>
            <a:rect l="0" t="0" r="r" b="b"/>
            <a:pathLst>
              <a:path w="17754" h="27">
                <a:moveTo>
                  <a:pt x="0" y="0"/>
                </a:moveTo>
                <a:lnTo>
                  <a:pt x="17754" y="0"/>
                </a:lnTo>
                <a:lnTo>
                  <a:pt x="17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7048440" y="37717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7057800" y="3762360"/>
            <a:ext cx="4467600" cy="9720"/>
          </a:xfrm>
          <a:custGeom>
            <a:avLst/>
            <a:gdLst/>
            <a:ahLst/>
            <a:rect l="0" t="0" r="r" b="b"/>
            <a:pathLst>
              <a:path w="12410" h="27">
                <a:moveTo>
                  <a:pt x="0" y="0"/>
                </a:moveTo>
                <a:lnTo>
                  <a:pt x="12410" y="0"/>
                </a:lnTo>
                <a:lnTo>
                  <a:pt x="124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1515680" y="37717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666720" y="42098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666720" y="4200480"/>
            <a:ext cx="6391440" cy="9720"/>
          </a:xfrm>
          <a:custGeom>
            <a:avLst/>
            <a:gdLst/>
            <a:ahLst/>
            <a:rect l="0" t="0" r="r" b="b"/>
            <a:pathLst>
              <a:path w="17754" h="27">
                <a:moveTo>
                  <a:pt x="0" y="0"/>
                </a:moveTo>
                <a:lnTo>
                  <a:pt x="17754" y="0"/>
                </a:lnTo>
                <a:lnTo>
                  <a:pt x="17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7048440" y="42098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7057800" y="4200480"/>
            <a:ext cx="4467600" cy="9720"/>
          </a:xfrm>
          <a:custGeom>
            <a:avLst/>
            <a:gdLst/>
            <a:ahLst/>
            <a:rect l="0" t="0" r="r" b="b"/>
            <a:pathLst>
              <a:path w="12410" h="27">
                <a:moveTo>
                  <a:pt x="0" y="0"/>
                </a:moveTo>
                <a:lnTo>
                  <a:pt x="12410" y="0"/>
                </a:lnTo>
                <a:lnTo>
                  <a:pt x="124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1515680" y="42098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666720" y="46479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666720" y="4638600"/>
            <a:ext cx="6391440" cy="9720"/>
          </a:xfrm>
          <a:custGeom>
            <a:avLst/>
            <a:gdLst/>
            <a:ahLst/>
            <a:rect l="0" t="0" r="r" b="b"/>
            <a:pathLst>
              <a:path w="17754" h="27">
                <a:moveTo>
                  <a:pt x="0" y="0"/>
                </a:moveTo>
                <a:lnTo>
                  <a:pt x="17754" y="0"/>
                </a:lnTo>
                <a:lnTo>
                  <a:pt x="17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7048440" y="46479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7057800" y="4638600"/>
            <a:ext cx="4467600" cy="9720"/>
          </a:xfrm>
          <a:custGeom>
            <a:avLst/>
            <a:gdLst/>
            <a:ahLst/>
            <a:rect l="0" t="0" r="r" b="b"/>
            <a:pathLst>
              <a:path w="12410" h="27">
                <a:moveTo>
                  <a:pt x="0" y="0"/>
                </a:moveTo>
                <a:lnTo>
                  <a:pt x="12410" y="0"/>
                </a:lnTo>
                <a:lnTo>
                  <a:pt x="124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11515680" y="46479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666720" y="5076720"/>
            <a:ext cx="6391440" cy="9720"/>
          </a:xfrm>
          <a:custGeom>
            <a:avLst/>
            <a:gdLst/>
            <a:ahLst/>
            <a:rect l="0" t="0" r="r" b="b"/>
            <a:pathLst>
              <a:path w="17754" h="27">
                <a:moveTo>
                  <a:pt x="0" y="0"/>
                </a:moveTo>
                <a:lnTo>
                  <a:pt x="17754" y="0"/>
                </a:lnTo>
                <a:lnTo>
                  <a:pt x="17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7057800" y="5076720"/>
            <a:ext cx="4467600" cy="9720"/>
          </a:xfrm>
          <a:custGeom>
            <a:avLst/>
            <a:gdLst/>
            <a:ahLst/>
            <a:rect l="0" t="0" r="r" b="b"/>
            <a:pathLst>
              <a:path w="12410" h="27">
                <a:moveTo>
                  <a:pt x="0" y="0"/>
                </a:moveTo>
                <a:lnTo>
                  <a:pt x="12410" y="0"/>
                </a:lnTo>
                <a:lnTo>
                  <a:pt x="124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5962680" y="1247760"/>
            <a:ext cx="418680" cy="418680"/>
          </a:xfrm>
          <a:prstGeom prst="rect">
            <a:avLst/>
          </a:prstGeom>
          <a:ln w="0">
            <a:noFill/>
          </a:ln>
        </p:spPr>
      </p:pic>
      <p:sp>
        <p:nvSpPr>
          <p:cNvPr id="157" name=""/>
          <p:cNvSpPr txBox="1"/>
          <p:nvPr/>
        </p:nvSpPr>
        <p:spPr>
          <a:xfrm>
            <a:off x="666720" y="1358640"/>
            <a:ext cx="532548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Which pattern answers which question 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99920" y="2105640"/>
            <a:ext cx="7902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Question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182000" y="2105640"/>
            <a:ext cx="6422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Pattern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99920" y="2543760"/>
            <a:ext cx="30412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Who oﬀers this service, and where?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182000" y="2543760"/>
            <a:ext cx="23659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Naming and Trading Service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99920" y="2981880"/>
            <a:ext cx="30304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How do I request work and track it?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7182000" y="2981880"/>
            <a:ext cx="21373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Asynchronous Invocation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799920" y="3420000"/>
            <a:ext cx="34768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How do I tell others something changed?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7182000" y="3420000"/>
            <a:ext cx="19699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Event Observer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Broker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799920" y="3858120"/>
            <a:ext cx="30654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How does the legacy system join in?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7182000" y="3858120"/>
            <a:ext cx="13068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Legacy Adapter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799920" y="4296240"/>
            <a:ext cx="25336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Do we mean the same codes?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7182000" y="4296240"/>
            <a:ext cx="10414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PL-09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PL-10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799920" y="4734360"/>
            <a:ext cx="20854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How do I know it works?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7182000" y="4734360"/>
            <a:ext cx="10414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PL-15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PL-17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66720" y="5269680"/>
            <a:ext cx="24055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Source: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fhirpatterns.net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1790360" y="634500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9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666720" y="217152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4010040" y="1600200"/>
            <a:ext cx="418680" cy="418680"/>
          </a:xfrm>
          <a:prstGeom prst="rect">
            <a:avLst/>
          </a:prstGeom>
          <a:ln w="0">
            <a:noFill/>
          </a:ln>
        </p:spPr>
      </p:pic>
      <p:sp>
        <p:nvSpPr>
          <p:cNvPr id="180" name=""/>
          <p:cNvSpPr/>
          <p:nvPr/>
        </p:nvSpPr>
        <p:spPr>
          <a:xfrm>
            <a:off x="942840" y="2504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666720" y="1711080"/>
            <a:ext cx="335808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Experiments: akkadakka 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942840" y="29430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162080" y="2383560"/>
            <a:ext cx="61488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Wiki, snippets and tutorial trail for the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HAPI FHIR JPA Starter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942840" y="33717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2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1162080" y="2821680"/>
            <a:ext cx="44690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Conﬁguration and reuse; no HAPI code held.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942840" y="3809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162080" y="3250440"/>
            <a:ext cx="93549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More than a dozen snippets. No snippet yet for terminology, directory or the legacy adapter.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162080" y="3688560"/>
            <a:ext cx="101930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When conﬁguration is not enough, small plugins on stock HAPI: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PSGC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and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Duke UCUM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(terminology),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942840" y="4609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162080" y="4060080"/>
            <a:ext cx="59932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AU Patient Summary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, and the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HL7 v2 adapter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behind Caret.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942840" y="50479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2"/>
                  <a:pt x="32" y="32"/>
                </a:cubicBezTo>
                <a:cubicBezTo>
                  <a:pt x="42" y="22"/>
                  <a:pt x="53" y="15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5"/>
                  <a:pt x="172" y="22"/>
                  <a:pt x="182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162080" y="4488480"/>
            <a:ext cx="88383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"Activate IPS" (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International Patient Summary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) leads to the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AU Patient Summary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plugin.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162080" y="4926960"/>
            <a:ext cx="20826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akkadakka on GitLab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10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666720" y="239076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1"/>
          <a:stretch/>
        </p:blipFill>
        <p:spPr>
          <a:xfrm>
            <a:off x="3505320" y="1809720"/>
            <a:ext cx="418680" cy="418680"/>
          </a:xfrm>
          <a:prstGeom prst="rect">
            <a:avLst/>
          </a:prstGeom>
          <a:ln w="0">
            <a:noFill/>
          </a:ln>
        </p:spPr>
      </p:pic>
      <p:sp>
        <p:nvSpPr>
          <p:cNvPr id="201" name=""/>
          <p:cNvSpPr/>
          <p:nvPr/>
        </p:nvSpPr>
        <p:spPr>
          <a:xfrm>
            <a:off x="942840" y="27241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666720" y="1920600"/>
            <a:ext cx="285228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Conformance checks 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942840" y="3152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8"/>
                  <a:pt x="147" y="204"/>
                </a:cubicBezTo>
                <a:cubicBezTo>
                  <a:pt x="134" y="209"/>
                  <a:pt x="121" y="213"/>
                  <a:pt x="107" y="213"/>
                </a:cubicBezTo>
                <a:cubicBezTo>
                  <a:pt x="93" y="213"/>
                  <a:pt x="79" y="209"/>
                  <a:pt x="66" y="204"/>
                </a:cubicBezTo>
                <a:cubicBezTo>
                  <a:pt x="53" y="198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162080" y="2602800"/>
            <a:ext cx="79758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Two layers: HAPI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$validate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for resources,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fhir-frog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for conformance test scripts.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942840" y="35906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162080" y="3031200"/>
            <a:ext cx="65678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frog-runner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is public (early trial); a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live runner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is up for the event.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162080" y="3469320"/>
            <a:ext cx="99158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Track 2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test report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: directory bundle 1 of 1 and referral bundle 6 of 6 pass on AWS and on DiSP; 40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942840" y="43909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60"/>
                  <a:pt x="191" y="172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2"/>
                  <a:pt x="13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162080" y="3840840"/>
            <a:ext cx="30531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users for 8 minutes, no errors.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942840" y="4829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1"/>
                </a:cubicBezTo>
                <a:cubicBezTo>
                  <a:pt x="172" y="190"/>
                  <a:pt x="160" y="199"/>
                  <a:pt x="147" y="204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4"/>
                </a:cubicBezTo>
                <a:cubicBezTo>
                  <a:pt x="53" y="199"/>
                  <a:pt x="42" y="190"/>
                  <a:pt x="32" y="181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162080" y="4269600"/>
            <a:ext cx="79653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AU eRequesting ﬁxtures ﬁxed for 1.0.1 (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merge request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): 7 of 7 pass, was 3 of 7.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162080" y="4707720"/>
            <a:ext cx="22644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Patterns: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PL-15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PL-17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11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666720" y="15048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676080" y="1685880"/>
            <a:ext cx="2705400" cy="438480"/>
          </a:xfrm>
          <a:custGeom>
            <a:avLst/>
            <a:gdLst/>
            <a:ahLst/>
            <a:rect l="0" t="0" r="r" b="b"/>
            <a:pathLst>
              <a:path w="7515" h="1218">
                <a:moveTo>
                  <a:pt x="0" y="0"/>
                </a:moveTo>
                <a:lnTo>
                  <a:pt x="7515" y="0"/>
                </a:lnTo>
                <a:lnTo>
                  <a:pt x="7515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3381120" y="1685880"/>
            <a:ext cx="2715120" cy="438480"/>
          </a:xfrm>
          <a:custGeom>
            <a:avLst/>
            <a:gdLst/>
            <a:ahLst/>
            <a:rect l="0" t="0" r="r" b="b"/>
            <a:pathLst>
              <a:path w="7542" h="1218">
                <a:moveTo>
                  <a:pt x="0" y="0"/>
                </a:moveTo>
                <a:lnTo>
                  <a:pt x="7542" y="0"/>
                </a:lnTo>
                <a:lnTo>
                  <a:pt x="754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6095880" y="1685880"/>
            <a:ext cx="2714760" cy="438480"/>
          </a:xfrm>
          <a:custGeom>
            <a:avLst/>
            <a:gdLst/>
            <a:ahLst/>
            <a:rect l="0" t="0" r="r" b="b"/>
            <a:pathLst>
              <a:path w="7541" h="1218">
                <a:moveTo>
                  <a:pt x="0" y="0"/>
                </a:moveTo>
                <a:lnTo>
                  <a:pt x="7541" y="0"/>
                </a:lnTo>
                <a:lnTo>
                  <a:pt x="754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8810280" y="1685880"/>
            <a:ext cx="2715120" cy="438480"/>
          </a:xfrm>
          <a:custGeom>
            <a:avLst/>
            <a:gdLst/>
            <a:ahLst/>
            <a:rect l="0" t="0" r="r" b="b"/>
            <a:pathLst>
              <a:path w="7542" h="1218">
                <a:moveTo>
                  <a:pt x="0" y="0"/>
                </a:moveTo>
                <a:lnTo>
                  <a:pt x="7542" y="0"/>
                </a:lnTo>
                <a:lnTo>
                  <a:pt x="754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676080" y="1685880"/>
            <a:ext cx="2705400" cy="438480"/>
          </a:xfrm>
          <a:custGeom>
            <a:avLst/>
            <a:gdLst/>
            <a:ahLst/>
            <a:rect l="0" t="0" r="r" b="b"/>
            <a:pathLst>
              <a:path w="7515" h="1218">
                <a:moveTo>
                  <a:pt x="0" y="0"/>
                </a:moveTo>
                <a:lnTo>
                  <a:pt x="7515" y="0"/>
                </a:lnTo>
                <a:lnTo>
                  <a:pt x="7515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3381120" y="1685880"/>
            <a:ext cx="2715120" cy="438480"/>
          </a:xfrm>
          <a:custGeom>
            <a:avLst/>
            <a:gdLst/>
            <a:ahLst/>
            <a:rect l="0" t="0" r="r" b="b"/>
            <a:pathLst>
              <a:path w="7542" h="1218">
                <a:moveTo>
                  <a:pt x="0" y="0"/>
                </a:moveTo>
                <a:lnTo>
                  <a:pt x="7542" y="0"/>
                </a:lnTo>
                <a:lnTo>
                  <a:pt x="754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6095880" y="1685880"/>
            <a:ext cx="2714760" cy="438480"/>
          </a:xfrm>
          <a:custGeom>
            <a:avLst/>
            <a:gdLst/>
            <a:ahLst/>
            <a:rect l="0" t="0" r="r" b="b"/>
            <a:pathLst>
              <a:path w="7541" h="1218">
                <a:moveTo>
                  <a:pt x="0" y="0"/>
                </a:moveTo>
                <a:lnTo>
                  <a:pt x="7541" y="0"/>
                </a:lnTo>
                <a:lnTo>
                  <a:pt x="754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8810280" y="1685880"/>
            <a:ext cx="2715120" cy="438480"/>
          </a:xfrm>
          <a:custGeom>
            <a:avLst/>
            <a:gdLst/>
            <a:ahLst/>
            <a:rect l="0" t="0" r="r" b="b"/>
            <a:pathLst>
              <a:path w="7542" h="1218">
                <a:moveTo>
                  <a:pt x="0" y="0"/>
                </a:moveTo>
                <a:lnTo>
                  <a:pt x="7542" y="0"/>
                </a:lnTo>
                <a:lnTo>
                  <a:pt x="754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676080" y="2124000"/>
            <a:ext cx="2705400" cy="1609920"/>
          </a:xfrm>
          <a:custGeom>
            <a:avLst/>
            <a:gdLst/>
            <a:ahLst/>
            <a:rect l="0" t="0" r="r" b="b"/>
            <a:pathLst>
              <a:path w="7515" h="4472">
                <a:moveTo>
                  <a:pt x="0" y="0"/>
                </a:moveTo>
                <a:lnTo>
                  <a:pt x="7515" y="0"/>
                </a:lnTo>
                <a:lnTo>
                  <a:pt x="7515" y="4472"/>
                </a:lnTo>
                <a:lnTo>
                  <a:pt x="0" y="44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3381120" y="2124000"/>
            <a:ext cx="2715120" cy="1609920"/>
          </a:xfrm>
          <a:custGeom>
            <a:avLst/>
            <a:gdLst/>
            <a:ahLst/>
            <a:rect l="0" t="0" r="r" b="b"/>
            <a:pathLst>
              <a:path w="7542" h="4472">
                <a:moveTo>
                  <a:pt x="0" y="0"/>
                </a:moveTo>
                <a:lnTo>
                  <a:pt x="7542" y="0"/>
                </a:lnTo>
                <a:lnTo>
                  <a:pt x="7542" y="4472"/>
                </a:lnTo>
                <a:lnTo>
                  <a:pt x="0" y="44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6095880" y="2124000"/>
            <a:ext cx="2714760" cy="1609920"/>
          </a:xfrm>
          <a:custGeom>
            <a:avLst/>
            <a:gdLst/>
            <a:ahLst/>
            <a:rect l="0" t="0" r="r" b="b"/>
            <a:pathLst>
              <a:path w="7541" h="4472">
                <a:moveTo>
                  <a:pt x="0" y="0"/>
                </a:moveTo>
                <a:lnTo>
                  <a:pt x="7541" y="0"/>
                </a:lnTo>
                <a:lnTo>
                  <a:pt x="7541" y="4472"/>
                </a:lnTo>
                <a:lnTo>
                  <a:pt x="0" y="44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8810280" y="2124000"/>
            <a:ext cx="2715120" cy="1609920"/>
          </a:xfrm>
          <a:custGeom>
            <a:avLst/>
            <a:gdLst/>
            <a:ahLst/>
            <a:rect l="0" t="0" r="r" b="b"/>
            <a:pathLst>
              <a:path w="7542" h="4472">
                <a:moveTo>
                  <a:pt x="0" y="0"/>
                </a:moveTo>
                <a:lnTo>
                  <a:pt x="7542" y="0"/>
                </a:lnTo>
                <a:lnTo>
                  <a:pt x="7542" y="4472"/>
                </a:lnTo>
                <a:lnTo>
                  <a:pt x="0" y="44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676080" y="3733560"/>
            <a:ext cx="2705400" cy="1553040"/>
          </a:xfrm>
          <a:custGeom>
            <a:avLst/>
            <a:gdLst/>
            <a:ahLst/>
            <a:rect l="0" t="0" r="r" b="b"/>
            <a:pathLst>
              <a:path w="7515" h="4314">
                <a:moveTo>
                  <a:pt x="0" y="0"/>
                </a:moveTo>
                <a:lnTo>
                  <a:pt x="7515" y="0"/>
                </a:lnTo>
                <a:lnTo>
                  <a:pt x="7515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3381120" y="3733560"/>
            <a:ext cx="2715120" cy="1553040"/>
          </a:xfrm>
          <a:custGeom>
            <a:avLst/>
            <a:gdLst/>
            <a:ahLst/>
            <a:rect l="0" t="0" r="r" b="b"/>
            <a:pathLst>
              <a:path w="7542" h="4314">
                <a:moveTo>
                  <a:pt x="0" y="0"/>
                </a:moveTo>
                <a:lnTo>
                  <a:pt x="7542" y="0"/>
                </a:lnTo>
                <a:lnTo>
                  <a:pt x="7542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6095880" y="3733560"/>
            <a:ext cx="2714760" cy="1553040"/>
          </a:xfrm>
          <a:custGeom>
            <a:avLst/>
            <a:gdLst/>
            <a:ahLst/>
            <a:rect l="0" t="0" r="r" b="b"/>
            <a:pathLst>
              <a:path w="7541" h="4314">
                <a:moveTo>
                  <a:pt x="0" y="0"/>
                </a:moveTo>
                <a:lnTo>
                  <a:pt x="7541" y="0"/>
                </a:lnTo>
                <a:lnTo>
                  <a:pt x="7541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8810280" y="3733560"/>
            <a:ext cx="2715120" cy="1553040"/>
          </a:xfrm>
          <a:custGeom>
            <a:avLst/>
            <a:gdLst/>
            <a:ahLst/>
            <a:rect l="0" t="0" r="r" b="b"/>
            <a:pathLst>
              <a:path w="7542" h="4314">
                <a:moveTo>
                  <a:pt x="0" y="0"/>
                </a:moveTo>
                <a:lnTo>
                  <a:pt x="7542" y="0"/>
                </a:lnTo>
                <a:lnTo>
                  <a:pt x="7542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66720" y="1685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666720" y="168588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3381120" y="168588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3390840" y="168588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6095880" y="1685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6105240" y="1685880"/>
            <a:ext cx="2705400" cy="9720"/>
          </a:xfrm>
          <a:custGeom>
            <a:avLst/>
            <a:gdLst/>
            <a:ahLst/>
            <a:rect l="0" t="0" r="r" b="b"/>
            <a:pathLst>
              <a:path w="7515" h="27">
                <a:moveTo>
                  <a:pt x="0" y="0"/>
                </a:moveTo>
                <a:lnTo>
                  <a:pt x="7515" y="0"/>
                </a:lnTo>
                <a:lnTo>
                  <a:pt x="7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8800920" y="1685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8810280" y="1685880"/>
            <a:ext cx="2715120" cy="9720"/>
          </a:xfrm>
          <a:custGeom>
            <a:avLst/>
            <a:gdLst/>
            <a:ahLst/>
            <a:rect l="0" t="0" r="r" b="b"/>
            <a:pathLst>
              <a:path w="7542" h="27">
                <a:moveTo>
                  <a:pt x="0" y="0"/>
                </a:moveTo>
                <a:lnTo>
                  <a:pt x="7542" y="0"/>
                </a:lnTo>
                <a:lnTo>
                  <a:pt x="75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1515680" y="1685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666720" y="212400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3390840" y="212400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6105240" y="2124000"/>
            <a:ext cx="2705400" cy="9720"/>
          </a:xfrm>
          <a:custGeom>
            <a:avLst/>
            <a:gdLst/>
            <a:ahLst/>
            <a:rect l="0" t="0" r="r" b="b"/>
            <a:pathLst>
              <a:path w="7515" h="27">
                <a:moveTo>
                  <a:pt x="0" y="0"/>
                </a:moveTo>
                <a:lnTo>
                  <a:pt x="7515" y="0"/>
                </a:lnTo>
                <a:lnTo>
                  <a:pt x="7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8810280" y="2124000"/>
            <a:ext cx="2715120" cy="9720"/>
          </a:xfrm>
          <a:custGeom>
            <a:avLst/>
            <a:gdLst/>
            <a:ahLst/>
            <a:rect l="0" t="0" r="r" b="b"/>
            <a:pathLst>
              <a:path w="7542" h="27">
                <a:moveTo>
                  <a:pt x="0" y="0"/>
                </a:moveTo>
                <a:lnTo>
                  <a:pt x="7542" y="0"/>
                </a:lnTo>
                <a:lnTo>
                  <a:pt x="75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666720" y="2133360"/>
            <a:ext cx="9720" cy="1610280"/>
          </a:xfrm>
          <a:custGeom>
            <a:avLst/>
            <a:gdLst/>
            <a:ahLst/>
            <a:rect l="0" t="0" r="r" b="b"/>
            <a:pathLst>
              <a:path w="27" h="4473">
                <a:moveTo>
                  <a:pt x="0" y="0"/>
                </a:moveTo>
                <a:lnTo>
                  <a:pt x="27" y="0"/>
                </a:lnTo>
                <a:lnTo>
                  <a:pt x="27" y="4473"/>
                </a:lnTo>
                <a:lnTo>
                  <a:pt x="0" y="44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3381120" y="2133360"/>
            <a:ext cx="10080" cy="1610280"/>
          </a:xfrm>
          <a:custGeom>
            <a:avLst/>
            <a:gdLst/>
            <a:ahLst/>
            <a:rect l="0" t="0" r="r" b="b"/>
            <a:pathLst>
              <a:path w="28" h="4473">
                <a:moveTo>
                  <a:pt x="0" y="0"/>
                </a:moveTo>
                <a:lnTo>
                  <a:pt x="28" y="0"/>
                </a:lnTo>
                <a:lnTo>
                  <a:pt x="28" y="4473"/>
                </a:lnTo>
                <a:lnTo>
                  <a:pt x="0" y="44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6095880" y="2133360"/>
            <a:ext cx="9720" cy="1610280"/>
          </a:xfrm>
          <a:custGeom>
            <a:avLst/>
            <a:gdLst/>
            <a:ahLst/>
            <a:rect l="0" t="0" r="r" b="b"/>
            <a:pathLst>
              <a:path w="27" h="4473">
                <a:moveTo>
                  <a:pt x="0" y="0"/>
                </a:moveTo>
                <a:lnTo>
                  <a:pt x="27" y="0"/>
                </a:lnTo>
                <a:lnTo>
                  <a:pt x="27" y="4473"/>
                </a:lnTo>
                <a:lnTo>
                  <a:pt x="0" y="44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8800920" y="2133360"/>
            <a:ext cx="9720" cy="1610280"/>
          </a:xfrm>
          <a:custGeom>
            <a:avLst/>
            <a:gdLst/>
            <a:ahLst/>
            <a:rect l="0" t="0" r="r" b="b"/>
            <a:pathLst>
              <a:path w="27" h="4473">
                <a:moveTo>
                  <a:pt x="0" y="0"/>
                </a:moveTo>
                <a:lnTo>
                  <a:pt x="27" y="0"/>
                </a:lnTo>
                <a:lnTo>
                  <a:pt x="27" y="4473"/>
                </a:lnTo>
                <a:lnTo>
                  <a:pt x="0" y="44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1515680" y="2133360"/>
            <a:ext cx="9720" cy="1610280"/>
          </a:xfrm>
          <a:custGeom>
            <a:avLst/>
            <a:gdLst/>
            <a:ahLst/>
            <a:rect l="0" t="0" r="r" b="b"/>
            <a:pathLst>
              <a:path w="27" h="4473">
                <a:moveTo>
                  <a:pt x="0" y="0"/>
                </a:moveTo>
                <a:lnTo>
                  <a:pt x="27" y="0"/>
                </a:lnTo>
                <a:lnTo>
                  <a:pt x="27" y="4473"/>
                </a:lnTo>
                <a:lnTo>
                  <a:pt x="0" y="44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666720" y="3743280"/>
            <a:ext cx="9720" cy="1552680"/>
          </a:xfrm>
          <a:custGeom>
            <a:avLst/>
            <a:gdLst/>
            <a:ahLst/>
            <a:rect l="0" t="0" r="r" b="b"/>
            <a:pathLst>
              <a:path w="27" h="4313">
                <a:moveTo>
                  <a:pt x="0" y="0"/>
                </a:moveTo>
                <a:lnTo>
                  <a:pt x="27" y="0"/>
                </a:lnTo>
                <a:lnTo>
                  <a:pt x="27" y="4313"/>
                </a:lnTo>
                <a:lnTo>
                  <a:pt x="0" y="43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666720" y="3733560"/>
            <a:ext cx="2724480" cy="10080"/>
          </a:xfrm>
          <a:custGeom>
            <a:avLst/>
            <a:gdLst/>
            <a:ah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3381120" y="3743280"/>
            <a:ext cx="10080" cy="1552680"/>
          </a:xfrm>
          <a:custGeom>
            <a:avLst/>
            <a:gdLst/>
            <a:ahLst/>
            <a:rect l="0" t="0" r="r" b="b"/>
            <a:pathLst>
              <a:path w="28" h="4313">
                <a:moveTo>
                  <a:pt x="0" y="0"/>
                </a:moveTo>
                <a:lnTo>
                  <a:pt x="28" y="0"/>
                </a:lnTo>
                <a:lnTo>
                  <a:pt x="28" y="4313"/>
                </a:lnTo>
                <a:lnTo>
                  <a:pt x="0" y="43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3390840" y="3733560"/>
            <a:ext cx="2714760" cy="10080"/>
          </a:xfrm>
          <a:custGeom>
            <a:avLst/>
            <a:gdLst/>
            <a:ahLst/>
            <a:rect l="0" t="0" r="r" b="b"/>
            <a:pathLst>
              <a:path w="7541" h="28">
                <a:moveTo>
                  <a:pt x="0" y="0"/>
                </a:moveTo>
                <a:lnTo>
                  <a:pt x="7541" y="0"/>
                </a:lnTo>
                <a:lnTo>
                  <a:pt x="7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6095880" y="3743280"/>
            <a:ext cx="9720" cy="1552680"/>
          </a:xfrm>
          <a:custGeom>
            <a:avLst/>
            <a:gdLst/>
            <a:ahLst/>
            <a:rect l="0" t="0" r="r" b="b"/>
            <a:pathLst>
              <a:path w="27" h="4313">
                <a:moveTo>
                  <a:pt x="0" y="0"/>
                </a:moveTo>
                <a:lnTo>
                  <a:pt x="27" y="0"/>
                </a:lnTo>
                <a:lnTo>
                  <a:pt x="27" y="4313"/>
                </a:lnTo>
                <a:lnTo>
                  <a:pt x="0" y="43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6105240" y="3733560"/>
            <a:ext cx="2705400" cy="10080"/>
          </a:xfrm>
          <a:custGeom>
            <a:avLst/>
            <a:gdLst/>
            <a:ahLst/>
            <a:rect l="0" t="0" r="r" b="b"/>
            <a:pathLst>
              <a:path w="7515" h="28">
                <a:moveTo>
                  <a:pt x="0" y="0"/>
                </a:moveTo>
                <a:lnTo>
                  <a:pt x="7515" y="0"/>
                </a:lnTo>
                <a:lnTo>
                  <a:pt x="75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8800920" y="3743280"/>
            <a:ext cx="9720" cy="1552680"/>
          </a:xfrm>
          <a:custGeom>
            <a:avLst/>
            <a:gdLst/>
            <a:ahLst/>
            <a:rect l="0" t="0" r="r" b="b"/>
            <a:pathLst>
              <a:path w="27" h="4313">
                <a:moveTo>
                  <a:pt x="0" y="0"/>
                </a:moveTo>
                <a:lnTo>
                  <a:pt x="27" y="0"/>
                </a:lnTo>
                <a:lnTo>
                  <a:pt x="27" y="4313"/>
                </a:lnTo>
                <a:lnTo>
                  <a:pt x="0" y="43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8810280" y="3733560"/>
            <a:ext cx="2715120" cy="10080"/>
          </a:xfrm>
          <a:custGeom>
            <a:avLst/>
            <a:gdLst/>
            <a:ahLst/>
            <a:rect l="0" t="0" r="r" b="b"/>
            <a:pathLst>
              <a:path w="7542" h="28">
                <a:moveTo>
                  <a:pt x="0" y="0"/>
                </a:moveTo>
                <a:lnTo>
                  <a:pt x="7542" y="0"/>
                </a:lnTo>
                <a:lnTo>
                  <a:pt x="75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11515680" y="3743280"/>
            <a:ext cx="9720" cy="1552680"/>
          </a:xfrm>
          <a:custGeom>
            <a:avLst/>
            <a:gdLst/>
            <a:ahLst/>
            <a:rect l="0" t="0" r="r" b="b"/>
            <a:pathLst>
              <a:path w="27" h="4313">
                <a:moveTo>
                  <a:pt x="0" y="0"/>
                </a:moveTo>
                <a:lnTo>
                  <a:pt x="27" y="0"/>
                </a:lnTo>
                <a:lnTo>
                  <a:pt x="27" y="4313"/>
                </a:lnTo>
                <a:lnTo>
                  <a:pt x="0" y="43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666720" y="528624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3390840" y="528624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6105240" y="5286240"/>
            <a:ext cx="2705400" cy="9720"/>
          </a:xfrm>
          <a:custGeom>
            <a:avLst/>
            <a:gdLst/>
            <a:ahLst/>
            <a:rect l="0" t="0" r="r" b="b"/>
            <a:pathLst>
              <a:path w="7515" h="27">
                <a:moveTo>
                  <a:pt x="0" y="0"/>
                </a:moveTo>
                <a:lnTo>
                  <a:pt x="7515" y="0"/>
                </a:lnTo>
                <a:lnTo>
                  <a:pt x="75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8810280" y="5286240"/>
            <a:ext cx="2715120" cy="9720"/>
          </a:xfrm>
          <a:custGeom>
            <a:avLst/>
            <a:gdLst/>
            <a:ahLst/>
            <a:rect l="0" t="0" r="r" b="b"/>
            <a:pathLst>
              <a:path w="7542" h="27">
                <a:moveTo>
                  <a:pt x="0" y="0"/>
                </a:moveTo>
                <a:lnTo>
                  <a:pt x="7542" y="0"/>
                </a:lnTo>
                <a:lnTo>
                  <a:pt x="75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66720" y="1034640"/>
            <a:ext cx="12459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Try it live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799920" y="1781640"/>
            <a:ext cx="11437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Landing page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3512520" y="1781640"/>
            <a:ext cx="10706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Referral app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224760" y="1781640"/>
            <a:ext cx="1802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Conformance runner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0" name="" descr=""/>
          <p:cNvPicPr/>
          <p:nvPr/>
        </p:nvPicPr>
        <p:blipFill>
          <a:blip r:embed="rId1"/>
          <a:stretch/>
        </p:blipFill>
        <p:spPr>
          <a:xfrm>
            <a:off x="838080" y="2190600"/>
            <a:ext cx="2381040" cy="1485360"/>
          </a:xfrm>
          <a:prstGeom prst="rect">
            <a:avLst/>
          </a:prstGeom>
          <a:ln w="0">
            <a:noFill/>
          </a:ln>
        </p:spPr>
      </p:pic>
      <p:pic>
        <p:nvPicPr>
          <p:cNvPr id="271" name="" descr=""/>
          <p:cNvPicPr/>
          <p:nvPr/>
        </p:nvPicPr>
        <p:blipFill>
          <a:blip r:embed="rId2"/>
          <a:stretch/>
        </p:blipFill>
        <p:spPr>
          <a:xfrm>
            <a:off x="3552840" y="2190600"/>
            <a:ext cx="2381040" cy="1485360"/>
          </a:xfrm>
          <a:prstGeom prst="rect">
            <a:avLst/>
          </a:prstGeom>
          <a:ln w="0">
            <a:noFill/>
          </a:ln>
        </p:spPr>
      </p:pic>
      <p:pic>
        <p:nvPicPr>
          <p:cNvPr id="272" name="" descr=""/>
          <p:cNvPicPr/>
          <p:nvPr/>
        </p:nvPicPr>
        <p:blipFill>
          <a:blip r:embed="rId3"/>
          <a:stretch/>
        </p:blipFill>
        <p:spPr>
          <a:xfrm>
            <a:off x="6257880" y="2190600"/>
            <a:ext cx="2381040" cy="1485360"/>
          </a:xfrm>
          <a:prstGeom prst="rect">
            <a:avLst/>
          </a:prstGeom>
          <a:ln w="0">
            <a:noFill/>
          </a:ln>
        </p:spPr>
      </p:pic>
      <p:pic>
        <p:nvPicPr>
          <p:cNvPr id="273" name="" descr=""/>
          <p:cNvPicPr/>
          <p:nvPr/>
        </p:nvPicPr>
        <p:blipFill>
          <a:blip r:embed="rId4"/>
          <a:stretch/>
        </p:blipFill>
        <p:spPr>
          <a:xfrm>
            <a:off x="8972640" y="2190600"/>
            <a:ext cx="2381040" cy="1485360"/>
          </a:xfrm>
          <a:prstGeom prst="rect">
            <a:avLst/>
          </a:prstGeom>
          <a:ln w="0">
            <a:noFill/>
          </a:ln>
        </p:spPr>
      </p:pic>
      <p:sp>
        <p:nvSpPr>
          <p:cNvPr id="274" name=""/>
          <p:cNvSpPr/>
          <p:nvPr/>
        </p:nvSpPr>
        <p:spPr>
          <a:xfrm>
            <a:off x="1400760" y="3908520"/>
            <a:ext cx="1256040" cy="1212480"/>
          </a:xfrm>
          <a:custGeom>
            <a:avLst/>
            <a:gdLst/>
            <a:ahLst/>
            <a:rect l="0" t="0" r="r" b="b"/>
            <a:pathLst>
              <a:path fill="none" w="3489" h="3368">
                <a:moveTo>
                  <a:pt x="0" y="0"/>
                </a:moveTo>
                <a:lnTo>
                  <a:pt x="842" y="0"/>
                </a:lnTo>
                <a:moveTo>
                  <a:pt x="1083" y="0"/>
                </a:moveTo>
                <a:lnTo>
                  <a:pt x="1203" y="0"/>
                </a:lnTo>
                <a:moveTo>
                  <a:pt x="1323" y="0"/>
                </a:moveTo>
                <a:lnTo>
                  <a:pt x="1565" y="0"/>
                </a:lnTo>
                <a:moveTo>
                  <a:pt x="1685" y="0"/>
                </a:moveTo>
                <a:lnTo>
                  <a:pt x="1805" y="0"/>
                </a:lnTo>
                <a:moveTo>
                  <a:pt x="1926" y="0"/>
                </a:moveTo>
                <a:lnTo>
                  <a:pt x="2166" y="0"/>
                </a:lnTo>
                <a:moveTo>
                  <a:pt x="2647" y="0"/>
                </a:moveTo>
                <a:lnTo>
                  <a:pt x="3489" y="0"/>
                </a:lnTo>
                <a:moveTo>
                  <a:pt x="0" y="120"/>
                </a:moveTo>
                <a:lnTo>
                  <a:pt x="121" y="120"/>
                </a:lnTo>
                <a:moveTo>
                  <a:pt x="722" y="120"/>
                </a:moveTo>
                <a:lnTo>
                  <a:pt x="842" y="120"/>
                </a:lnTo>
                <a:moveTo>
                  <a:pt x="962" y="120"/>
                </a:moveTo>
                <a:lnTo>
                  <a:pt x="1083" y="120"/>
                </a:lnTo>
                <a:moveTo>
                  <a:pt x="1203" y="120"/>
                </a:moveTo>
                <a:lnTo>
                  <a:pt x="1323" y="120"/>
                </a:lnTo>
                <a:moveTo>
                  <a:pt x="1565" y="120"/>
                </a:moveTo>
                <a:lnTo>
                  <a:pt x="1805" y="120"/>
                </a:lnTo>
                <a:moveTo>
                  <a:pt x="2046" y="120"/>
                </a:moveTo>
                <a:lnTo>
                  <a:pt x="2286" y="120"/>
                </a:lnTo>
                <a:moveTo>
                  <a:pt x="2407" y="120"/>
                </a:moveTo>
                <a:lnTo>
                  <a:pt x="2527" y="120"/>
                </a:lnTo>
                <a:moveTo>
                  <a:pt x="2647" y="120"/>
                </a:moveTo>
                <a:lnTo>
                  <a:pt x="2767" y="120"/>
                </a:lnTo>
                <a:moveTo>
                  <a:pt x="3369" y="120"/>
                </a:moveTo>
                <a:lnTo>
                  <a:pt x="3489" y="120"/>
                </a:lnTo>
                <a:moveTo>
                  <a:pt x="0" y="241"/>
                </a:moveTo>
                <a:lnTo>
                  <a:pt x="121" y="241"/>
                </a:lnTo>
                <a:moveTo>
                  <a:pt x="241" y="241"/>
                </a:moveTo>
                <a:lnTo>
                  <a:pt x="602" y="241"/>
                </a:lnTo>
                <a:moveTo>
                  <a:pt x="722" y="241"/>
                </a:moveTo>
                <a:lnTo>
                  <a:pt x="842" y="241"/>
                </a:lnTo>
                <a:moveTo>
                  <a:pt x="962" y="241"/>
                </a:moveTo>
                <a:lnTo>
                  <a:pt x="1203" y="241"/>
                </a:lnTo>
                <a:moveTo>
                  <a:pt x="1685" y="241"/>
                </a:moveTo>
                <a:lnTo>
                  <a:pt x="2046" y="241"/>
                </a:lnTo>
                <a:moveTo>
                  <a:pt x="2286" y="241"/>
                </a:moveTo>
                <a:lnTo>
                  <a:pt x="2527" y="241"/>
                </a:lnTo>
                <a:moveTo>
                  <a:pt x="2647" y="241"/>
                </a:moveTo>
                <a:lnTo>
                  <a:pt x="2767" y="241"/>
                </a:lnTo>
                <a:moveTo>
                  <a:pt x="2888" y="241"/>
                </a:moveTo>
                <a:lnTo>
                  <a:pt x="3248" y="241"/>
                </a:lnTo>
                <a:moveTo>
                  <a:pt x="3369" y="241"/>
                </a:moveTo>
                <a:lnTo>
                  <a:pt x="3489" y="241"/>
                </a:lnTo>
                <a:moveTo>
                  <a:pt x="0" y="361"/>
                </a:moveTo>
                <a:lnTo>
                  <a:pt x="121" y="361"/>
                </a:lnTo>
                <a:moveTo>
                  <a:pt x="241" y="361"/>
                </a:moveTo>
                <a:lnTo>
                  <a:pt x="602" y="361"/>
                </a:lnTo>
                <a:moveTo>
                  <a:pt x="722" y="361"/>
                </a:moveTo>
                <a:lnTo>
                  <a:pt x="842" y="361"/>
                </a:lnTo>
                <a:moveTo>
                  <a:pt x="962" y="361"/>
                </a:moveTo>
                <a:lnTo>
                  <a:pt x="1083" y="361"/>
                </a:lnTo>
                <a:moveTo>
                  <a:pt x="1203" y="361"/>
                </a:moveTo>
                <a:lnTo>
                  <a:pt x="1565" y="361"/>
                </a:lnTo>
                <a:moveTo>
                  <a:pt x="1685" y="361"/>
                </a:moveTo>
                <a:lnTo>
                  <a:pt x="1805" y="361"/>
                </a:lnTo>
                <a:moveTo>
                  <a:pt x="2046" y="361"/>
                </a:moveTo>
                <a:lnTo>
                  <a:pt x="2166" y="361"/>
                </a:lnTo>
                <a:moveTo>
                  <a:pt x="2286" y="361"/>
                </a:moveTo>
                <a:lnTo>
                  <a:pt x="2527" y="361"/>
                </a:lnTo>
                <a:moveTo>
                  <a:pt x="2647" y="361"/>
                </a:moveTo>
                <a:lnTo>
                  <a:pt x="2767" y="361"/>
                </a:lnTo>
                <a:moveTo>
                  <a:pt x="2888" y="361"/>
                </a:moveTo>
                <a:lnTo>
                  <a:pt x="3248" y="361"/>
                </a:lnTo>
                <a:moveTo>
                  <a:pt x="3369" y="361"/>
                </a:moveTo>
                <a:lnTo>
                  <a:pt x="3489" y="361"/>
                </a:lnTo>
                <a:moveTo>
                  <a:pt x="0" y="481"/>
                </a:moveTo>
                <a:lnTo>
                  <a:pt x="121" y="481"/>
                </a:lnTo>
                <a:moveTo>
                  <a:pt x="241" y="481"/>
                </a:moveTo>
                <a:lnTo>
                  <a:pt x="602" y="481"/>
                </a:lnTo>
                <a:moveTo>
                  <a:pt x="722" y="481"/>
                </a:moveTo>
                <a:lnTo>
                  <a:pt x="842" y="481"/>
                </a:lnTo>
                <a:moveTo>
                  <a:pt x="1203" y="481"/>
                </a:moveTo>
                <a:lnTo>
                  <a:pt x="1444" y="481"/>
                </a:lnTo>
                <a:moveTo>
                  <a:pt x="1926" y="481"/>
                </a:moveTo>
                <a:lnTo>
                  <a:pt x="2046" y="481"/>
                </a:lnTo>
                <a:moveTo>
                  <a:pt x="2286" y="481"/>
                </a:moveTo>
                <a:lnTo>
                  <a:pt x="2527" y="481"/>
                </a:lnTo>
                <a:moveTo>
                  <a:pt x="2647" y="481"/>
                </a:moveTo>
                <a:lnTo>
                  <a:pt x="2767" y="481"/>
                </a:lnTo>
                <a:moveTo>
                  <a:pt x="2888" y="481"/>
                </a:moveTo>
                <a:lnTo>
                  <a:pt x="3248" y="481"/>
                </a:lnTo>
                <a:moveTo>
                  <a:pt x="3369" y="481"/>
                </a:moveTo>
                <a:lnTo>
                  <a:pt x="3489" y="481"/>
                </a:lnTo>
                <a:moveTo>
                  <a:pt x="0" y="601"/>
                </a:moveTo>
                <a:lnTo>
                  <a:pt x="121" y="601"/>
                </a:lnTo>
                <a:moveTo>
                  <a:pt x="722" y="601"/>
                </a:moveTo>
                <a:lnTo>
                  <a:pt x="842" y="601"/>
                </a:lnTo>
                <a:moveTo>
                  <a:pt x="1083" y="601"/>
                </a:moveTo>
                <a:lnTo>
                  <a:pt x="1565" y="601"/>
                </a:lnTo>
                <a:moveTo>
                  <a:pt x="1926" y="601"/>
                </a:moveTo>
                <a:lnTo>
                  <a:pt x="2046" y="601"/>
                </a:lnTo>
                <a:moveTo>
                  <a:pt x="2166" y="601"/>
                </a:moveTo>
                <a:lnTo>
                  <a:pt x="2286" y="601"/>
                </a:lnTo>
                <a:moveTo>
                  <a:pt x="2647" y="601"/>
                </a:moveTo>
                <a:lnTo>
                  <a:pt x="2767" y="601"/>
                </a:lnTo>
                <a:moveTo>
                  <a:pt x="3369" y="601"/>
                </a:moveTo>
                <a:lnTo>
                  <a:pt x="3489" y="601"/>
                </a:lnTo>
                <a:moveTo>
                  <a:pt x="0" y="722"/>
                </a:moveTo>
                <a:lnTo>
                  <a:pt x="842" y="722"/>
                </a:lnTo>
                <a:moveTo>
                  <a:pt x="962" y="722"/>
                </a:moveTo>
                <a:lnTo>
                  <a:pt x="1083" y="722"/>
                </a:lnTo>
                <a:moveTo>
                  <a:pt x="1203" y="722"/>
                </a:moveTo>
                <a:lnTo>
                  <a:pt x="1323" y="722"/>
                </a:lnTo>
                <a:moveTo>
                  <a:pt x="1444" y="722"/>
                </a:moveTo>
                <a:lnTo>
                  <a:pt x="1565" y="722"/>
                </a:lnTo>
                <a:moveTo>
                  <a:pt x="1685" y="722"/>
                </a:moveTo>
                <a:lnTo>
                  <a:pt x="1805" y="722"/>
                </a:lnTo>
                <a:moveTo>
                  <a:pt x="1926" y="722"/>
                </a:moveTo>
                <a:lnTo>
                  <a:pt x="2046" y="722"/>
                </a:lnTo>
                <a:moveTo>
                  <a:pt x="2166" y="722"/>
                </a:moveTo>
                <a:lnTo>
                  <a:pt x="2286" y="722"/>
                </a:lnTo>
                <a:moveTo>
                  <a:pt x="2407" y="722"/>
                </a:moveTo>
                <a:lnTo>
                  <a:pt x="2527" y="722"/>
                </a:lnTo>
                <a:moveTo>
                  <a:pt x="2647" y="722"/>
                </a:moveTo>
                <a:lnTo>
                  <a:pt x="3489" y="722"/>
                </a:lnTo>
                <a:moveTo>
                  <a:pt x="962" y="842"/>
                </a:moveTo>
                <a:lnTo>
                  <a:pt x="1203" y="842"/>
                </a:lnTo>
                <a:moveTo>
                  <a:pt x="1444" y="842"/>
                </a:moveTo>
                <a:lnTo>
                  <a:pt x="1565" y="842"/>
                </a:lnTo>
                <a:moveTo>
                  <a:pt x="1926" y="842"/>
                </a:moveTo>
                <a:lnTo>
                  <a:pt x="2046" y="842"/>
                </a:lnTo>
                <a:moveTo>
                  <a:pt x="2166" y="842"/>
                </a:moveTo>
                <a:lnTo>
                  <a:pt x="2286" y="842"/>
                </a:lnTo>
                <a:moveTo>
                  <a:pt x="0" y="963"/>
                </a:moveTo>
                <a:lnTo>
                  <a:pt x="121" y="963"/>
                </a:lnTo>
                <a:moveTo>
                  <a:pt x="722" y="963"/>
                </a:moveTo>
                <a:lnTo>
                  <a:pt x="842" y="963"/>
                </a:lnTo>
                <a:moveTo>
                  <a:pt x="962" y="963"/>
                </a:moveTo>
                <a:lnTo>
                  <a:pt x="1203" y="963"/>
                </a:lnTo>
                <a:moveTo>
                  <a:pt x="1805" y="963"/>
                </a:moveTo>
                <a:lnTo>
                  <a:pt x="1926" y="963"/>
                </a:lnTo>
                <a:moveTo>
                  <a:pt x="2046" y="963"/>
                </a:moveTo>
                <a:lnTo>
                  <a:pt x="2166" y="963"/>
                </a:lnTo>
                <a:moveTo>
                  <a:pt x="2286" y="963"/>
                </a:moveTo>
                <a:lnTo>
                  <a:pt x="2407" y="963"/>
                </a:lnTo>
                <a:moveTo>
                  <a:pt x="2527" y="963"/>
                </a:moveTo>
                <a:lnTo>
                  <a:pt x="2767" y="963"/>
                </a:lnTo>
                <a:moveTo>
                  <a:pt x="3008" y="963"/>
                </a:moveTo>
                <a:lnTo>
                  <a:pt x="3369" y="963"/>
                </a:lnTo>
                <a:moveTo>
                  <a:pt x="241" y="1083"/>
                </a:moveTo>
                <a:lnTo>
                  <a:pt x="602" y="1083"/>
                </a:lnTo>
                <a:moveTo>
                  <a:pt x="1444" y="1083"/>
                </a:moveTo>
                <a:lnTo>
                  <a:pt x="1926" y="1083"/>
                </a:lnTo>
                <a:moveTo>
                  <a:pt x="2286" y="1083"/>
                </a:moveTo>
                <a:lnTo>
                  <a:pt x="2407" y="1083"/>
                </a:lnTo>
                <a:moveTo>
                  <a:pt x="2767" y="1083"/>
                </a:moveTo>
                <a:lnTo>
                  <a:pt x="3008" y="1083"/>
                </a:lnTo>
                <a:moveTo>
                  <a:pt x="3128" y="1083"/>
                </a:moveTo>
                <a:lnTo>
                  <a:pt x="3369" y="1083"/>
                </a:lnTo>
                <a:moveTo>
                  <a:pt x="0" y="1204"/>
                </a:moveTo>
                <a:lnTo>
                  <a:pt x="121" y="1204"/>
                </a:lnTo>
                <a:moveTo>
                  <a:pt x="361" y="1204"/>
                </a:moveTo>
                <a:lnTo>
                  <a:pt x="481" y="1204"/>
                </a:lnTo>
                <a:moveTo>
                  <a:pt x="722" y="1204"/>
                </a:moveTo>
                <a:lnTo>
                  <a:pt x="842" y="1204"/>
                </a:lnTo>
                <a:moveTo>
                  <a:pt x="1083" y="1204"/>
                </a:moveTo>
                <a:lnTo>
                  <a:pt x="1323" y="1204"/>
                </a:lnTo>
                <a:moveTo>
                  <a:pt x="1565" y="1204"/>
                </a:moveTo>
                <a:lnTo>
                  <a:pt x="1926" y="1204"/>
                </a:lnTo>
                <a:moveTo>
                  <a:pt x="2046" y="1204"/>
                </a:moveTo>
                <a:lnTo>
                  <a:pt x="2286" y="1204"/>
                </a:lnTo>
                <a:moveTo>
                  <a:pt x="2527" y="1204"/>
                </a:moveTo>
                <a:lnTo>
                  <a:pt x="2888" y="1204"/>
                </a:lnTo>
                <a:moveTo>
                  <a:pt x="121" y="1324"/>
                </a:moveTo>
                <a:lnTo>
                  <a:pt x="481" y="1324"/>
                </a:lnTo>
                <a:moveTo>
                  <a:pt x="842" y="1324"/>
                </a:moveTo>
                <a:lnTo>
                  <a:pt x="962" y="1324"/>
                </a:lnTo>
                <a:moveTo>
                  <a:pt x="1083" y="1324"/>
                </a:moveTo>
                <a:lnTo>
                  <a:pt x="1203" y="1324"/>
                </a:lnTo>
                <a:moveTo>
                  <a:pt x="1444" y="1324"/>
                </a:moveTo>
                <a:lnTo>
                  <a:pt x="1685" y="1324"/>
                </a:lnTo>
                <a:moveTo>
                  <a:pt x="1805" y="1324"/>
                </a:moveTo>
                <a:lnTo>
                  <a:pt x="2046" y="1324"/>
                </a:lnTo>
                <a:moveTo>
                  <a:pt x="2286" y="1324"/>
                </a:moveTo>
                <a:lnTo>
                  <a:pt x="2767" y="1324"/>
                </a:lnTo>
                <a:moveTo>
                  <a:pt x="2888" y="1324"/>
                </a:moveTo>
                <a:lnTo>
                  <a:pt x="3128" y="1324"/>
                </a:lnTo>
                <a:moveTo>
                  <a:pt x="121" y="1444"/>
                </a:moveTo>
                <a:lnTo>
                  <a:pt x="241" y="1444"/>
                </a:lnTo>
                <a:moveTo>
                  <a:pt x="481" y="1444"/>
                </a:moveTo>
                <a:lnTo>
                  <a:pt x="842" y="1444"/>
                </a:lnTo>
                <a:moveTo>
                  <a:pt x="962" y="1444"/>
                </a:moveTo>
                <a:lnTo>
                  <a:pt x="1083" y="1444"/>
                </a:lnTo>
                <a:moveTo>
                  <a:pt x="1203" y="1444"/>
                </a:moveTo>
                <a:lnTo>
                  <a:pt x="1444" y="1444"/>
                </a:lnTo>
                <a:moveTo>
                  <a:pt x="1565" y="1444"/>
                </a:moveTo>
                <a:lnTo>
                  <a:pt x="1685" y="1444"/>
                </a:lnTo>
                <a:moveTo>
                  <a:pt x="1926" y="1444"/>
                </a:moveTo>
                <a:lnTo>
                  <a:pt x="2046" y="1444"/>
                </a:lnTo>
                <a:moveTo>
                  <a:pt x="2407" y="1444"/>
                </a:moveTo>
                <a:lnTo>
                  <a:pt x="2888" y="1444"/>
                </a:lnTo>
                <a:moveTo>
                  <a:pt x="3369" y="1444"/>
                </a:moveTo>
                <a:lnTo>
                  <a:pt x="3489" y="1444"/>
                </a:lnTo>
                <a:moveTo>
                  <a:pt x="121" y="1564"/>
                </a:moveTo>
                <a:lnTo>
                  <a:pt x="481" y="1564"/>
                </a:lnTo>
                <a:moveTo>
                  <a:pt x="602" y="1564"/>
                </a:moveTo>
                <a:lnTo>
                  <a:pt x="722" y="1564"/>
                </a:lnTo>
                <a:moveTo>
                  <a:pt x="842" y="1564"/>
                </a:moveTo>
                <a:lnTo>
                  <a:pt x="962" y="1564"/>
                </a:lnTo>
                <a:moveTo>
                  <a:pt x="1203" y="1564"/>
                </a:moveTo>
                <a:lnTo>
                  <a:pt x="1323" y="1564"/>
                </a:lnTo>
                <a:moveTo>
                  <a:pt x="1805" y="1564"/>
                </a:moveTo>
                <a:lnTo>
                  <a:pt x="2046" y="1564"/>
                </a:lnTo>
                <a:moveTo>
                  <a:pt x="2166" y="1564"/>
                </a:moveTo>
                <a:lnTo>
                  <a:pt x="2407" y="1564"/>
                </a:lnTo>
                <a:moveTo>
                  <a:pt x="2527" y="1564"/>
                </a:moveTo>
                <a:lnTo>
                  <a:pt x="3008" y="1564"/>
                </a:lnTo>
                <a:moveTo>
                  <a:pt x="3248" y="1564"/>
                </a:moveTo>
                <a:lnTo>
                  <a:pt x="3489" y="1564"/>
                </a:lnTo>
                <a:moveTo>
                  <a:pt x="0" y="1685"/>
                </a:moveTo>
                <a:lnTo>
                  <a:pt x="121" y="1685"/>
                </a:lnTo>
                <a:moveTo>
                  <a:pt x="361" y="1685"/>
                </a:moveTo>
                <a:lnTo>
                  <a:pt x="602" y="1685"/>
                </a:lnTo>
                <a:moveTo>
                  <a:pt x="722" y="1685"/>
                </a:moveTo>
                <a:lnTo>
                  <a:pt x="842" y="1685"/>
                </a:lnTo>
                <a:moveTo>
                  <a:pt x="1203" y="1685"/>
                </a:moveTo>
                <a:lnTo>
                  <a:pt x="1323" y="1685"/>
                </a:lnTo>
                <a:moveTo>
                  <a:pt x="1805" y="1685"/>
                </a:moveTo>
                <a:lnTo>
                  <a:pt x="1926" y="1685"/>
                </a:lnTo>
                <a:moveTo>
                  <a:pt x="2407" y="1685"/>
                </a:moveTo>
                <a:lnTo>
                  <a:pt x="2647" y="1685"/>
                </a:lnTo>
                <a:moveTo>
                  <a:pt x="2767" y="1685"/>
                </a:moveTo>
                <a:lnTo>
                  <a:pt x="3248" y="1685"/>
                </a:lnTo>
                <a:moveTo>
                  <a:pt x="241" y="1805"/>
                </a:moveTo>
                <a:lnTo>
                  <a:pt x="361" y="1805"/>
                </a:lnTo>
                <a:moveTo>
                  <a:pt x="481" y="1805"/>
                </a:moveTo>
                <a:lnTo>
                  <a:pt x="722" y="1805"/>
                </a:lnTo>
                <a:moveTo>
                  <a:pt x="962" y="1805"/>
                </a:moveTo>
                <a:lnTo>
                  <a:pt x="1083" y="1805"/>
                </a:lnTo>
                <a:moveTo>
                  <a:pt x="1203" y="1805"/>
                </a:moveTo>
                <a:lnTo>
                  <a:pt x="1323" y="1805"/>
                </a:lnTo>
                <a:moveTo>
                  <a:pt x="1805" y="1805"/>
                </a:moveTo>
                <a:lnTo>
                  <a:pt x="1926" y="1805"/>
                </a:lnTo>
                <a:moveTo>
                  <a:pt x="2407" y="1805"/>
                </a:moveTo>
                <a:lnTo>
                  <a:pt x="2527" y="1805"/>
                </a:lnTo>
                <a:moveTo>
                  <a:pt x="2888" y="1805"/>
                </a:moveTo>
                <a:lnTo>
                  <a:pt x="3008" y="1805"/>
                </a:lnTo>
                <a:moveTo>
                  <a:pt x="3128" y="1805"/>
                </a:moveTo>
                <a:lnTo>
                  <a:pt x="3248" y="1805"/>
                </a:lnTo>
                <a:moveTo>
                  <a:pt x="3369" y="1805"/>
                </a:moveTo>
                <a:lnTo>
                  <a:pt x="3489" y="1805"/>
                </a:lnTo>
                <a:moveTo>
                  <a:pt x="121" y="1925"/>
                </a:moveTo>
                <a:lnTo>
                  <a:pt x="241" y="1925"/>
                </a:lnTo>
                <a:moveTo>
                  <a:pt x="481" y="1925"/>
                </a:moveTo>
                <a:lnTo>
                  <a:pt x="1083" y="1925"/>
                </a:lnTo>
                <a:moveTo>
                  <a:pt x="1203" y="1925"/>
                </a:moveTo>
                <a:lnTo>
                  <a:pt x="1323" y="1925"/>
                </a:lnTo>
                <a:moveTo>
                  <a:pt x="1444" y="1925"/>
                </a:moveTo>
                <a:lnTo>
                  <a:pt x="1565" y="1925"/>
                </a:lnTo>
                <a:moveTo>
                  <a:pt x="2046" y="1925"/>
                </a:moveTo>
                <a:lnTo>
                  <a:pt x="2166" y="1925"/>
                </a:lnTo>
                <a:moveTo>
                  <a:pt x="2407" y="1925"/>
                </a:moveTo>
                <a:lnTo>
                  <a:pt x="2647" y="1925"/>
                </a:lnTo>
                <a:moveTo>
                  <a:pt x="3008" y="1925"/>
                </a:moveTo>
                <a:lnTo>
                  <a:pt x="3248" y="1925"/>
                </a:lnTo>
                <a:moveTo>
                  <a:pt x="0" y="2046"/>
                </a:moveTo>
                <a:lnTo>
                  <a:pt x="121" y="2046"/>
                </a:lnTo>
                <a:moveTo>
                  <a:pt x="241" y="2046"/>
                </a:moveTo>
                <a:lnTo>
                  <a:pt x="722" y="2046"/>
                </a:lnTo>
                <a:moveTo>
                  <a:pt x="962" y="2046"/>
                </a:moveTo>
                <a:lnTo>
                  <a:pt x="1203" y="2046"/>
                </a:lnTo>
                <a:moveTo>
                  <a:pt x="1444" y="2046"/>
                </a:moveTo>
                <a:lnTo>
                  <a:pt x="1926" y="2046"/>
                </a:lnTo>
                <a:moveTo>
                  <a:pt x="2286" y="2046"/>
                </a:moveTo>
                <a:lnTo>
                  <a:pt x="2527" y="2046"/>
                </a:lnTo>
                <a:moveTo>
                  <a:pt x="2647" y="2046"/>
                </a:moveTo>
                <a:lnTo>
                  <a:pt x="3008" y="2046"/>
                </a:lnTo>
                <a:moveTo>
                  <a:pt x="3128" y="2046"/>
                </a:moveTo>
                <a:lnTo>
                  <a:pt x="3489" y="2046"/>
                </a:lnTo>
                <a:moveTo>
                  <a:pt x="0" y="2166"/>
                </a:moveTo>
                <a:lnTo>
                  <a:pt x="361" y="2166"/>
                </a:lnTo>
                <a:moveTo>
                  <a:pt x="481" y="2166"/>
                </a:moveTo>
                <a:lnTo>
                  <a:pt x="602" y="2166"/>
                </a:lnTo>
                <a:moveTo>
                  <a:pt x="722" y="2166"/>
                </a:moveTo>
                <a:lnTo>
                  <a:pt x="842" y="2166"/>
                </a:lnTo>
                <a:moveTo>
                  <a:pt x="1203" y="2166"/>
                </a:moveTo>
                <a:lnTo>
                  <a:pt x="1565" y="2166"/>
                </a:lnTo>
                <a:moveTo>
                  <a:pt x="1805" y="2166"/>
                </a:moveTo>
                <a:lnTo>
                  <a:pt x="1926" y="2166"/>
                </a:lnTo>
                <a:moveTo>
                  <a:pt x="2166" y="2166"/>
                </a:moveTo>
                <a:lnTo>
                  <a:pt x="2407" y="2166"/>
                </a:lnTo>
                <a:moveTo>
                  <a:pt x="2767" y="2166"/>
                </a:moveTo>
                <a:lnTo>
                  <a:pt x="2888" y="2166"/>
                </a:lnTo>
                <a:moveTo>
                  <a:pt x="3008" y="2166"/>
                </a:moveTo>
                <a:lnTo>
                  <a:pt x="3128" y="2166"/>
                </a:lnTo>
                <a:moveTo>
                  <a:pt x="3369" y="2166"/>
                </a:moveTo>
                <a:lnTo>
                  <a:pt x="3489" y="2166"/>
                </a:lnTo>
                <a:moveTo>
                  <a:pt x="0" y="2286"/>
                </a:moveTo>
                <a:lnTo>
                  <a:pt x="121" y="2286"/>
                </a:lnTo>
                <a:moveTo>
                  <a:pt x="361" y="2286"/>
                </a:moveTo>
                <a:lnTo>
                  <a:pt x="602" y="2286"/>
                </a:lnTo>
                <a:moveTo>
                  <a:pt x="1083" y="2286"/>
                </a:moveTo>
                <a:lnTo>
                  <a:pt x="1444" y="2286"/>
                </a:lnTo>
                <a:moveTo>
                  <a:pt x="1565" y="2286"/>
                </a:moveTo>
                <a:lnTo>
                  <a:pt x="1685" y="2286"/>
                </a:lnTo>
                <a:moveTo>
                  <a:pt x="1805" y="2286"/>
                </a:moveTo>
                <a:lnTo>
                  <a:pt x="1926" y="2286"/>
                </a:lnTo>
                <a:moveTo>
                  <a:pt x="2166" y="2286"/>
                </a:moveTo>
                <a:lnTo>
                  <a:pt x="2286" y="2286"/>
                </a:lnTo>
                <a:moveTo>
                  <a:pt x="2647" y="2286"/>
                </a:moveTo>
                <a:lnTo>
                  <a:pt x="2767" y="2286"/>
                </a:lnTo>
                <a:moveTo>
                  <a:pt x="2888" y="2286"/>
                </a:moveTo>
                <a:lnTo>
                  <a:pt x="3008" y="2286"/>
                </a:lnTo>
                <a:moveTo>
                  <a:pt x="0" y="2406"/>
                </a:moveTo>
                <a:lnTo>
                  <a:pt x="121" y="2406"/>
                </a:lnTo>
                <a:moveTo>
                  <a:pt x="241" y="2406"/>
                </a:moveTo>
                <a:lnTo>
                  <a:pt x="361" y="2406"/>
                </a:lnTo>
                <a:moveTo>
                  <a:pt x="481" y="2406"/>
                </a:moveTo>
                <a:lnTo>
                  <a:pt x="602" y="2406"/>
                </a:lnTo>
                <a:moveTo>
                  <a:pt x="722" y="2406"/>
                </a:moveTo>
                <a:lnTo>
                  <a:pt x="842" y="2406"/>
                </a:lnTo>
                <a:moveTo>
                  <a:pt x="962" y="2406"/>
                </a:moveTo>
                <a:lnTo>
                  <a:pt x="1323" y="2406"/>
                </a:lnTo>
                <a:moveTo>
                  <a:pt x="1444" y="2406"/>
                </a:moveTo>
                <a:lnTo>
                  <a:pt x="1565" y="2406"/>
                </a:lnTo>
                <a:moveTo>
                  <a:pt x="1685" y="2406"/>
                </a:moveTo>
                <a:lnTo>
                  <a:pt x="2166" y="2406"/>
                </a:lnTo>
                <a:moveTo>
                  <a:pt x="2286" y="2406"/>
                </a:moveTo>
                <a:lnTo>
                  <a:pt x="3008" y="2406"/>
                </a:lnTo>
                <a:moveTo>
                  <a:pt x="3128" y="2406"/>
                </a:moveTo>
                <a:lnTo>
                  <a:pt x="3489" y="2406"/>
                </a:lnTo>
                <a:moveTo>
                  <a:pt x="962" y="2527"/>
                </a:moveTo>
                <a:lnTo>
                  <a:pt x="1203" y="2527"/>
                </a:lnTo>
                <a:moveTo>
                  <a:pt x="1323" y="2527"/>
                </a:moveTo>
                <a:lnTo>
                  <a:pt x="1565" y="2527"/>
                </a:lnTo>
                <a:moveTo>
                  <a:pt x="1685" y="2527"/>
                </a:moveTo>
                <a:lnTo>
                  <a:pt x="1926" y="2527"/>
                </a:lnTo>
                <a:moveTo>
                  <a:pt x="2407" y="2527"/>
                </a:moveTo>
                <a:lnTo>
                  <a:pt x="2527" y="2527"/>
                </a:lnTo>
                <a:moveTo>
                  <a:pt x="2888" y="2527"/>
                </a:moveTo>
                <a:lnTo>
                  <a:pt x="3128" y="2527"/>
                </a:lnTo>
                <a:moveTo>
                  <a:pt x="0" y="2647"/>
                </a:moveTo>
                <a:lnTo>
                  <a:pt x="842" y="2647"/>
                </a:lnTo>
                <a:moveTo>
                  <a:pt x="1203" y="2647"/>
                </a:moveTo>
                <a:lnTo>
                  <a:pt x="1565" y="2647"/>
                </a:lnTo>
                <a:moveTo>
                  <a:pt x="1805" y="2647"/>
                </a:moveTo>
                <a:lnTo>
                  <a:pt x="2166" y="2647"/>
                </a:lnTo>
                <a:moveTo>
                  <a:pt x="2286" y="2647"/>
                </a:moveTo>
                <a:lnTo>
                  <a:pt x="2527" y="2647"/>
                </a:lnTo>
                <a:moveTo>
                  <a:pt x="2647" y="2647"/>
                </a:moveTo>
                <a:lnTo>
                  <a:pt x="2767" y="2647"/>
                </a:lnTo>
                <a:moveTo>
                  <a:pt x="2888" y="2647"/>
                </a:moveTo>
                <a:lnTo>
                  <a:pt x="3248" y="2647"/>
                </a:lnTo>
                <a:moveTo>
                  <a:pt x="0" y="2767"/>
                </a:moveTo>
                <a:lnTo>
                  <a:pt x="121" y="2767"/>
                </a:lnTo>
                <a:moveTo>
                  <a:pt x="722" y="2767"/>
                </a:moveTo>
                <a:lnTo>
                  <a:pt x="842" y="2767"/>
                </a:lnTo>
                <a:moveTo>
                  <a:pt x="1323" y="2767"/>
                </a:moveTo>
                <a:lnTo>
                  <a:pt x="1444" y="2767"/>
                </a:lnTo>
                <a:moveTo>
                  <a:pt x="1685" y="2767"/>
                </a:moveTo>
                <a:lnTo>
                  <a:pt x="1805" y="2767"/>
                </a:lnTo>
                <a:moveTo>
                  <a:pt x="1926" y="2767"/>
                </a:moveTo>
                <a:lnTo>
                  <a:pt x="2046" y="2767"/>
                </a:lnTo>
                <a:moveTo>
                  <a:pt x="2166" y="2767"/>
                </a:moveTo>
                <a:lnTo>
                  <a:pt x="2527" y="2767"/>
                </a:lnTo>
                <a:moveTo>
                  <a:pt x="2888" y="2767"/>
                </a:moveTo>
                <a:lnTo>
                  <a:pt x="3008" y="2767"/>
                </a:lnTo>
                <a:moveTo>
                  <a:pt x="3248" y="2767"/>
                </a:moveTo>
                <a:lnTo>
                  <a:pt x="3369" y="2767"/>
                </a:lnTo>
                <a:moveTo>
                  <a:pt x="0" y="2887"/>
                </a:moveTo>
                <a:lnTo>
                  <a:pt x="121" y="2887"/>
                </a:lnTo>
                <a:moveTo>
                  <a:pt x="241" y="2887"/>
                </a:moveTo>
                <a:lnTo>
                  <a:pt x="602" y="2887"/>
                </a:lnTo>
                <a:moveTo>
                  <a:pt x="722" y="2887"/>
                </a:moveTo>
                <a:lnTo>
                  <a:pt x="842" y="2887"/>
                </a:lnTo>
                <a:moveTo>
                  <a:pt x="1203" y="2887"/>
                </a:moveTo>
                <a:lnTo>
                  <a:pt x="1323" y="2887"/>
                </a:lnTo>
                <a:moveTo>
                  <a:pt x="1444" y="2887"/>
                </a:moveTo>
                <a:lnTo>
                  <a:pt x="2046" y="2887"/>
                </a:lnTo>
                <a:moveTo>
                  <a:pt x="2286" y="2887"/>
                </a:moveTo>
                <a:lnTo>
                  <a:pt x="3128" y="2887"/>
                </a:lnTo>
                <a:moveTo>
                  <a:pt x="3369" y="2887"/>
                </a:moveTo>
                <a:lnTo>
                  <a:pt x="3489" y="2887"/>
                </a:lnTo>
                <a:moveTo>
                  <a:pt x="0" y="3008"/>
                </a:moveTo>
                <a:lnTo>
                  <a:pt x="121" y="3008"/>
                </a:lnTo>
                <a:moveTo>
                  <a:pt x="241" y="3008"/>
                </a:moveTo>
                <a:lnTo>
                  <a:pt x="602" y="3008"/>
                </a:lnTo>
                <a:moveTo>
                  <a:pt x="722" y="3008"/>
                </a:moveTo>
                <a:lnTo>
                  <a:pt x="842" y="3008"/>
                </a:lnTo>
                <a:moveTo>
                  <a:pt x="1083" y="3008"/>
                </a:moveTo>
                <a:lnTo>
                  <a:pt x="1323" y="3008"/>
                </a:lnTo>
                <a:moveTo>
                  <a:pt x="1444" y="3008"/>
                </a:moveTo>
                <a:lnTo>
                  <a:pt x="1565" y="3008"/>
                </a:lnTo>
                <a:moveTo>
                  <a:pt x="1685" y="3008"/>
                </a:moveTo>
                <a:lnTo>
                  <a:pt x="2286" y="3008"/>
                </a:lnTo>
                <a:moveTo>
                  <a:pt x="2407" y="3008"/>
                </a:moveTo>
                <a:lnTo>
                  <a:pt x="2647" y="3008"/>
                </a:lnTo>
                <a:moveTo>
                  <a:pt x="2767" y="3008"/>
                </a:moveTo>
                <a:lnTo>
                  <a:pt x="2888" y="3008"/>
                </a:lnTo>
                <a:moveTo>
                  <a:pt x="3008" y="3008"/>
                </a:moveTo>
                <a:lnTo>
                  <a:pt x="3248" y="3008"/>
                </a:lnTo>
                <a:moveTo>
                  <a:pt x="3369" y="3008"/>
                </a:moveTo>
                <a:lnTo>
                  <a:pt x="3489" y="3008"/>
                </a:lnTo>
                <a:moveTo>
                  <a:pt x="0" y="3128"/>
                </a:moveTo>
                <a:lnTo>
                  <a:pt x="121" y="3128"/>
                </a:lnTo>
                <a:moveTo>
                  <a:pt x="241" y="3128"/>
                </a:moveTo>
                <a:lnTo>
                  <a:pt x="602" y="3128"/>
                </a:lnTo>
                <a:moveTo>
                  <a:pt x="722" y="3128"/>
                </a:moveTo>
                <a:lnTo>
                  <a:pt x="842" y="3128"/>
                </a:lnTo>
                <a:moveTo>
                  <a:pt x="1323" y="3128"/>
                </a:moveTo>
                <a:lnTo>
                  <a:pt x="2046" y="3128"/>
                </a:lnTo>
                <a:moveTo>
                  <a:pt x="2166" y="3128"/>
                </a:moveTo>
                <a:lnTo>
                  <a:pt x="2407" y="3128"/>
                </a:lnTo>
                <a:moveTo>
                  <a:pt x="2527" y="3128"/>
                </a:moveTo>
                <a:lnTo>
                  <a:pt x="3369" y="3128"/>
                </a:lnTo>
                <a:moveTo>
                  <a:pt x="0" y="3248"/>
                </a:moveTo>
                <a:lnTo>
                  <a:pt x="121" y="3248"/>
                </a:lnTo>
                <a:moveTo>
                  <a:pt x="722" y="3248"/>
                </a:moveTo>
                <a:lnTo>
                  <a:pt x="842" y="3248"/>
                </a:lnTo>
                <a:moveTo>
                  <a:pt x="1805" y="3248"/>
                </a:moveTo>
                <a:lnTo>
                  <a:pt x="2046" y="3248"/>
                </a:lnTo>
                <a:moveTo>
                  <a:pt x="2527" y="3248"/>
                </a:moveTo>
                <a:lnTo>
                  <a:pt x="2767" y="3248"/>
                </a:lnTo>
                <a:moveTo>
                  <a:pt x="2888" y="3248"/>
                </a:moveTo>
                <a:lnTo>
                  <a:pt x="3248" y="3248"/>
                </a:lnTo>
                <a:moveTo>
                  <a:pt x="3369" y="3248"/>
                </a:moveTo>
                <a:lnTo>
                  <a:pt x="3489" y="3248"/>
                </a:lnTo>
                <a:moveTo>
                  <a:pt x="0" y="3368"/>
                </a:moveTo>
                <a:lnTo>
                  <a:pt x="842" y="3368"/>
                </a:lnTo>
                <a:moveTo>
                  <a:pt x="962" y="3368"/>
                </a:moveTo>
                <a:lnTo>
                  <a:pt x="1565" y="3368"/>
                </a:lnTo>
                <a:moveTo>
                  <a:pt x="1685" y="3368"/>
                </a:moveTo>
                <a:lnTo>
                  <a:pt x="1926" y="3368"/>
                </a:lnTo>
                <a:moveTo>
                  <a:pt x="2046" y="3368"/>
                </a:moveTo>
                <a:lnTo>
                  <a:pt x="2166" y="3368"/>
                </a:lnTo>
                <a:moveTo>
                  <a:pt x="2286" y="3368"/>
                </a:moveTo>
                <a:lnTo>
                  <a:pt x="2407" y="3368"/>
                </a:lnTo>
                <a:moveTo>
                  <a:pt x="2767" y="3368"/>
                </a:moveTo>
                <a:lnTo>
                  <a:pt x="3248" y="3368"/>
                </a:lnTo>
              </a:path>
            </a:pathLst>
          </a:custGeom>
          <a:ln w="43200">
            <a:solidFill>
              <a:srgbClr val="001d34"/>
            </a:solidFill>
            <a:miter/>
          </a:ln>
        </p:spPr>
        <p:txBody>
          <a:bodyPr lIns="21600" rIns="21600" tIns="21600" bIns="2160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4115520" y="3908520"/>
            <a:ext cx="1256040" cy="1212480"/>
          </a:xfrm>
          <a:custGeom>
            <a:avLst/>
            <a:gdLst/>
            <a:ahLst/>
            <a:rect l="0" t="0" r="r" b="b"/>
            <a:pathLst>
              <a:path fill="none" w="3489" h="3368">
                <a:moveTo>
                  <a:pt x="0" y="0"/>
                </a:moveTo>
                <a:lnTo>
                  <a:pt x="843" y="0"/>
                </a:lnTo>
                <a:moveTo>
                  <a:pt x="1204" y="0"/>
                </a:moveTo>
                <a:lnTo>
                  <a:pt x="1324" y="0"/>
                </a:lnTo>
                <a:moveTo>
                  <a:pt x="1444" y="0"/>
                </a:moveTo>
                <a:lnTo>
                  <a:pt x="1564" y="0"/>
                </a:lnTo>
                <a:moveTo>
                  <a:pt x="1805" y="0"/>
                </a:moveTo>
                <a:lnTo>
                  <a:pt x="2166" y="0"/>
                </a:lnTo>
                <a:moveTo>
                  <a:pt x="2647" y="0"/>
                </a:moveTo>
                <a:lnTo>
                  <a:pt x="3489" y="0"/>
                </a:lnTo>
                <a:moveTo>
                  <a:pt x="0" y="120"/>
                </a:moveTo>
                <a:lnTo>
                  <a:pt x="120" y="120"/>
                </a:lnTo>
                <a:moveTo>
                  <a:pt x="721" y="120"/>
                </a:moveTo>
                <a:lnTo>
                  <a:pt x="843" y="120"/>
                </a:lnTo>
                <a:moveTo>
                  <a:pt x="963" y="120"/>
                </a:moveTo>
                <a:lnTo>
                  <a:pt x="1444" y="120"/>
                </a:lnTo>
                <a:moveTo>
                  <a:pt x="1564" y="120"/>
                </a:moveTo>
                <a:lnTo>
                  <a:pt x="1805" y="120"/>
                </a:lnTo>
                <a:moveTo>
                  <a:pt x="1925" y="120"/>
                </a:moveTo>
                <a:lnTo>
                  <a:pt x="2286" y="120"/>
                </a:lnTo>
                <a:moveTo>
                  <a:pt x="2406" y="120"/>
                </a:moveTo>
                <a:lnTo>
                  <a:pt x="2526" y="120"/>
                </a:lnTo>
                <a:moveTo>
                  <a:pt x="2647" y="120"/>
                </a:moveTo>
                <a:lnTo>
                  <a:pt x="2767" y="120"/>
                </a:lnTo>
                <a:moveTo>
                  <a:pt x="3368" y="120"/>
                </a:moveTo>
                <a:lnTo>
                  <a:pt x="3489" y="120"/>
                </a:lnTo>
                <a:moveTo>
                  <a:pt x="0" y="241"/>
                </a:moveTo>
                <a:lnTo>
                  <a:pt x="120" y="241"/>
                </a:lnTo>
                <a:moveTo>
                  <a:pt x="240" y="241"/>
                </a:moveTo>
                <a:lnTo>
                  <a:pt x="601" y="241"/>
                </a:lnTo>
                <a:moveTo>
                  <a:pt x="721" y="241"/>
                </a:moveTo>
                <a:lnTo>
                  <a:pt x="843" y="241"/>
                </a:lnTo>
                <a:moveTo>
                  <a:pt x="963" y="241"/>
                </a:moveTo>
                <a:lnTo>
                  <a:pt x="1083" y="241"/>
                </a:lnTo>
                <a:moveTo>
                  <a:pt x="1204" y="241"/>
                </a:moveTo>
                <a:lnTo>
                  <a:pt x="1324" y="241"/>
                </a:lnTo>
                <a:moveTo>
                  <a:pt x="1444" y="241"/>
                </a:moveTo>
                <a:lnTo>
                  <a:pt x="1685" y="241"/>
                </a:lnTo>
                <a:moveTo>
                  <a:pt x="1805" y="241"/>
                </a:moveTo>
                <a:lnTo>
                  <a:pt x="1925" y="241"/>
                </a:lnTo>
                <a:moveTo>
                  <a:pt x="2166" y="241"/>
                </a:moveTo>
                <a:lnTo>
                  <a:pt x="2286" y="241"/>
                </a:lnTo>
                <a:moveTo>
                  <a:pt x="2406" y="241"/>
                </a:moveTo>
                <a:lnTo>
                  <a:pt x="2526" y="241"/>
                </a:lnTo>
                <a:moveTo>
                  <a:pt x="2647" y="241"/>
                </a:moveTo>
                <a:lnTo>
                  <a:pt x="2767" y="241"/>
                </a:lnTo>
                <a:moveTo>
                  <a:pt x="2887" y="241"/>
                </a:moveTo>
                <a:lnTo>
                  <a:pt x="3248" y="241"/>
                </a:lnTo>
                <a:moveTo>
                  <a:pt x="3368" y="241"/>
                </a:moveTo>
                <a:lnTo>
                  <a:pt x="3489" y="241"/>
                </a:lnTo>
                <a:moveTo>
                  <a:pt x="0" y="361"/>
                </a:moveTo>
                <a:lnTo>
                  <a:pt x="120" y="361"/>
                </a:lnTo>
                <a:moveTo>
                  <a:pt x="240" y="361"/>
                </a:moveTo>
                <a:lnTo>
                  <a:pt x="601" y="361"/>
                </a:lnTo>
                <a:moveTo>
                  <a:pt x="721" y="361"/>
                </a:moveTo>
                <a:lnTo>
                  <a:pt x="843" y="361"/>
                </a:lnTo>
                <a:moveTo>
                  <a:pt x="963" y="361"/>
                </a:moveTo>
                <a:lnTo>
                  <a:pt x="1083" y="361"/>
                </a:lnTo>
                <a:moveTo>
                  <a:pt x="1204" y="361"/>
                </a:moveTo>
                <a:lnTo>
                  <a:pt x="1564" y="361"/>
                </a:lnTo>
                <a:moveTo>
                  <a:pt x="1925" y="361"/>
                </a:moveTo>
                <a:lnTo>
                  <a:pt x="2166" y="361"/>
                </a:lnTo>
                <a:moveTo>
                  <a:pt x="2406" y="361"/>
                </a:moveTo>
                <a:lnTo>
                  <a:pt x="2526" y="361"/>
                </a:lnTo>
                <a:moveTo>
                  <a:pt x="2647" y="361"/>
                </a:moveTo>
                <a:lnTo>
                  <a:pt x="2767" y="361"/>
                </a:lnTo>
                <a:moveTo>
                  <a:pt x="2887" y="361"/>
                </a:moveTo>
                <a:lnTo>
                  <a:pt x="3248" y="361"/>
                </a:lnTo>
                <a:moveTo>
                  <a:pt x="3368" y="361"/>
                </a:moveTo>
                <a:lnTo>
                  <a:pt x="3489" y="361"/>
                </a:lnTo>
                <a:moveTo>
                  <a:pt x="0" y="481"/>
                </a:moveTo>
                <a:lnTo>
                  <a:pt x="120" y="481"/>
                </a:lnTo>
                <a:moveTo>
                  <a:pt x="240" y="481"/>
                </a:moveTo>
                <a:lnTo>
                  <a:pt x="601" y="481"/>
                </a:lnTo>
                <a:moveTo>
                  <a:pt x="721" y="481"/>
                </a:moveTo>
                <a:lnTo>
                  <a:pt x="843" y="481"/>
                </a:lnTo>
                <a:moveTo>
                  <a:pt x="1204" y="481"/>
                </a:moveTo>
                <a:lnTo>
                  <a:pt x="1324" y="481"/>
                </a:lnTo>
                <a:moveTo>
                  <a:pt x="1805" y="481"/>
                </a:moveTo>
                <a:lnTo>
                  <a:pt x="2045" y="481"/>
                </a:lnTo>
                <a:moveTo>
                  <a:pt x="2286" y="481"/>
                </a:moveTo>
                <a:lnTo>
                  <a:pt x="2526" y="481"/>
                </a:lnTo>
                <a:moveTo>
                  <a:pt x="2647" y="481"/>
                </a:moveTo>
                <a:lnTo>
                  <a:pt x="2767" y="481"/>
                </a:lnTo>
                <a:moveTo>
                  <a:pt x="2887" y="481"/>
                </a:moveTo>
                <a:lnTo>
                  <a:pt x="3248" y="481"/>
                </a:lnTo>
                <a:moveTo>
                  <a:pt x="3368" y="481"/>
                </a:moveTo>
                <a:lnTo>
                  <a:pt x="3489" y="481"/>
                </a:lnTo>
                <a:moveTo>
                  <a:pt x="0" y="601"/>
                </a:moveTo>
                <a:lnTo>
                  <a:pt x="120" y="601"/>
                </a:lnTo>
                <a:moveTo>
                  <a:pt x="721" y="601"/>
                </a:moveTo>
                <a:lnTo>
                  <a:pt x="843" y="601"/>
                </a:lnTo>
                <a:moveTo>
                  <a:pt x="1083" y="601"/>
                </a:moveTo>
                <a:lnTo>
                  <a:pt x="1204" y="601"/>
                </a:lnTo>
                <a:moveTo>
                  <a:pt x="1805" y="601"/>
                </a:moveTo>
                <a:lnTo>
                  <a:pt x="1925" y="601"/>
                </a:lnTo>
                <a:moveTo>
                  <a:pt x="2045" y="601"/>
                </a:moveTo>
                <a:lnTo>
                  <a:pt x="2166" y="601"/>
                </a:lnTo>
                <a:moveTo>
                  <a:pt x="2406" y="601"/>
                </a:moveTo>
                <a:lnTo>
                  <a:pt x="2526" y="601"/>
                </a:lnTo>
                <a:moveTo>
                  <a:pt x="2647" y="601"/>
                </a:moveTo>
                <a:lnTo>
                  <a:pt x="2767" y="601"/>
                </a:lnTo>
                <a:moveTo>
                  <a:pt x="3368" y="601"/>
                </a:moveTo>
                <a:lnTo>
                  <a:pt x="3489" y="601"/>
                </a:lnTo>
                <a:moveTo>
                  <a:pt x="0" y="722"/>
                </a:moveTo>
                <a:lnTo>
                  <a:pt x="843" y="722"/>
                </a:lnTo>
                <a:moveTo>
                  <a:pt x="963" y="722"/>
                </a:moveTo>
                <a:lnTo>
                  <a:pt x="1083" y="722"/>
                </a:lnTo>
                <a:moveTo>
                  <a:pt x="1204" y="722"/>
                </a:moveTo>
                <a:lnTo>
                  <a:pt x="1324" y="722"/>
                </a:lnTo>
                <a:moveTo>
                  <a:pt x="1444" y="722"/>
                </a:moveTo>
                <a:lnTo>
                  <a:pt x="1564" y="722"/>
                </a:lnTo>
                <a:moveTo>
                  <a:pt x="1685" y="722"/>
                </a:moveTo>
                <a:lnTo>
                  <a:pt x="1805" y="722"/>
                </a:lnTo>
                <a:moveTo>
                  <a:pt x="1925" y="722"/>
                </a:moveTo>
                <a:lnTo>
                  <a:pt x="2045" y="722"/>
                </a:lnTo>
                <a:moveTo>
                  <a:pt x="2166" y="722"/>
                </a:moveTo>
                <a:lnTo>
                  <a:pt x="2286" y="722"/>
                </a:lnTo>
                <a:moveTo>
                  <a:pt x="2406" y="722"/>
                </a:moveTo>
                <a:lnTo>
                  <a:pt x="2526" y="722"/>
                </a:lnTo>
                <a:moveTo>
                  <a:pt x="2647" y="722"/>
                </a:moveTo>
                <a:lnTo>
                  <a:pt x="3489" y="722"/>
                </a:lnTo>
                <a:moveTo>
                  <a:pt x="963" y="842"/>
                </a:moveTo>
                <a:lnTo>
                  <a:pt x="1083" y="842"/>
                </a:lnTo>
                <a:moveTo>
                  <a:pt x="1324" y="842"/>
                </a:moveTo>
                <a:lnTo>
                  <a:pt x="1564" y="842"/>
                </a:lnTo>
                <a:moveTo>
                  <a:pt x="1685" y="842"/>
                </a:moveTo>
                <a:lnTo>
                  <a:pt x="2045" y="842"/>
                </a:lnTo>
                <a:moveTo>
                  <a:pt x="2166" y="842"/>
                </a:moveTo>
                <a:lnTo>
                  <a:pt x="2406" y="842"/>
                </a:lnTo>
                <a:moveTo>
                  <a:pt x="0" y="963"/>
                </a:moveTo>
                <a:lnTo>
                  <a:pt x="120" y="963"/>
                </a:lnTo>
                <a:moveTo>
                  <a:pt x="721" y="963"/>
                </a:moveTo>
                <a:lnTo>
                  <a:pt x="843" y="963"/>
                </a:lnTo>
                <a:moveTo>
                  <a:pt x="963" y="963"/>
                </a:moveTo>
                <a:lnTo>
                  <a:pt x="1444" y="963"/>
                </a:lnTo>
                <a:moveTo>
                  <a:pt x="2045" y="963"/>
                </a:moveTo>
                <a:lnTo>
                  <a:pt x="2166" y="963"/>
                </a:lnTo>
                <a:moveTo>
                  <a:pt x="2406" y="963"/>
                </a:moveTo>
                <a:lnTo>
                  <a:pt x="2767" y="963"/>
                </a:lnTo>
                <a:moveTo>
                  <a:pt x="3008" y="963"/>
                </a:moveTo>
                <a:lnTo>
                  <a:pt x="3368" y="963"/>
                </a:lnTo>
                <a:moveTo>
                  <a:pt x="0" y="1083"/>
                </a:moveTo>
                <a:lnTo>
                  <a:pt x="120" y="1083"/>
                </a:lnTo>
                <a:moveTo>
                  <a:pt x="240" y="1083"/>
                </a:moveTo>
                <a:lnTo>
                  <a:pt x="361" y="1083"/>
                </a:lnTo>
                <a:moveTo>
                  <a:pt x="1324" y="1083"/>
                </a:moveTo>
                <a:lnTo>
                  <a:pt x="1444" y="1083"/>
                </a:lnTo>
                <a:moveTo>
                  <a:pt x="1564" y="1083"/>
                </a:moveTo>
                <a:lnTo>
                  <a:pt x="1685" y="1083"/>
                </a:lnTo>
                <a:moveTo>
                  <a:pt x="1925" y="1083"/>
                </a:moveTo>
                <a:lnTo>
                  <a:pt x="2406" y="1083"/>
                </a:lnTo>
                <a:moveTo>
                  <a:pt x="2767" y="1083"/>
                </a:moveTo>
                <a:lnTo>
                  <a:pt x="3008" y="1083"/>
                </a:lnTo>
                <a:moveTo>
                  <a:pt x="3128" y="1083"/>
                </a:moveTo>
                <a:lnTo>
                  <a:pt x="3368" y="1083"/>
                </a:lnTo>
                <a:moveTo>
                  <a:pt x="481" y="1204"/>
                </a:moveTo>
                <a:lnTo>
                  <a:pt x="843" y="1204"/>
                </a:lnTo>
                <a:moveTo>
                  <a:pt x="1083" y="1204"/>
                </a:moveTo>
                <a:lnTo>
                  <a:pt x="1204" y="1204"/>
                </a:lnTo>
                <a:moveTo>
                  <a:pt x="1324" y="1204"/>
                </a:moveTo>
                <a:lnTo>
                  <a:pt x="1925" y="1204"/>
                </a:lnTo>
                <a:moveTo>
                  <a:pt x="2166" y="1204"/>
                </a:moveTo>
                <a:lnTo>
                  <a:pt x="2286" y="1204"/>
                </a:lnTo>
                <a:moveTo>
                  <a:pt x="2767" y="1204"/>
                </a:moveTo>
                <a:lnTo>
                  <a:pt x="3008" y="1204"/>
                </a:lnTo>
                <a:moveTo>
                  <a:pt x="0" y="1324"/>
                </a:moveTo>
                <a:lnTo>
                  <a:pt x="721" y="1324"/>
                </a:lnTo>
                <a:moveTo>
                  <a:pt x="963" y="1324"/>
                </a:moveTo>
                <a:lnTo>
                  <a:pt x="1083" y="1324"/>
                </a:lnTo>
                <a:moveTo>
                  <a:pt x="1204" y="1324"/>
                </a:moveTo>
                <a:lnTo>
                  <a:pt x="1444" y="1324"/>
                </a:lnTo>
                <a:moveTo>
                  <a:pt x="1564" y="1324"/>
                </a:moveTo>
                <a:lnTo>
                  <a:pt x="1685" y="1324"/>
                </a:lnTo>
                <a:moveTo>
                  <a:pt x="2647" y="1324"/>
                </a:moveTo>
                <a:lnTo>
                  <a:pt x="3128" y="1324"/>
                </a:lnTo>
                <a:moveTo>
                  <a:pt x="120" y="1444"/>
                </a:moveTo>
                <a:lnTo>
                  <a:pt x="481" y="1444"/>
                </a:lnTo>
                <a:moveTo>
                  <a:pt x="721" y="1444"/>
                </a:moveTo>
                <a:lnTo>
                  <a:pt x="843" y="1444"/>
                </a:lnTo>
                <a:moveTo>
                  <a:pt x="963" y="1444"/>
                </a:moveTo>
                <a:lnTo>
                  <a:pt x="1204" y="1444"/>
                </a:lnTo>
                <a:moveTo>
                  <a:pt x="1564" y="1444"/>
                </a:moveTo>
                <a:lnTo>
                  <a:pt x="1685" y="1444"/>
                </a:lnTo>
                <a:moveTo>
                  <a:pt x="1805" y="1444"/>
                </a:moveTo>
                <a:lnTo>
                  <a:pt x="2045" y="1444"/>
                </a:lnTo>
                <a:moveTo>
                  <a:pt x="2286" y="1444"/>
                </a:moveTo>
                <a:lnTo>
                  <a:pt x="2406" y="1444"/>
                </a:lnTo>
                <a:moveTo>
                  <a:pt x="2647" y="1444"/>
                </a:moveTo>
                <a:lnTo>
                  <a:pt x="2887" y="1444"/>
                </a:lnTo>
                <a:moveTo>
                  <a:pt x="3368" y="1444"/>
                </a:moveTo>
                <a:lnTo>
                  <a:pt x="3489" y="1444"/>
                </a:lnTo>
                <a:moveTo>
                  <a:pt x="120" y="1564"/>
                </a:moveTo>
                <a:lnTo>
                  <a:pt x="361" y="1564"/>
                </a:lnTo>
                <a:moveTo>
                  <a:pt x="481" y="1564"/>
                </a:moveTo>
                <a:lnTo>
                  <a:pt x="601" y="1564"/>
                </a:lnTo>
                <a:moveTo>
                  <a:pt x="843" y="1564"/>
                </a:moveTo>
                <a:lnTo>
                  <a:pt x="1083" y="1564"/>
                </a:lnTo>
                <a:moveTo>
                  <a:pt x="1324" y="1564"/>
                </a:moveTo>
                <a:lnTo>
                  <a:pt x="1444" y="1564"/>
                </a:lnTo>
                <a:moveTo>
                  <a:pt x="2166" y="1564"/>
                </a:moveTo>
                <a:lnTo>
                  <a:pt x="2526" y="1564"/>
                </a:lnTo>
                <a:moveTo>
                  <a:pt x="2647" y="1564"/>
                </a:moveTo>
                <a:lnTo>
                  <a:pt x="3008" y="1564"/>
                </a:lnTo>
                <a:moveTo>
                  <a:pt x="3248" y="1564"/>
                </a:moveTo>
                <a:lnTo>
                  <a:pt x="3489" y="1564"/>
                </a:lnTo>
                <a:moveTo>
                  <a:pt x="0" y="1685"/>
                </a:moveTo>
                <a:lnTo>
                  <a:pt x="120" y="1685"/>
                </a:lnTo>
                <a:moveTo>
                  <a:pt x="481" y="1685"/>
                </a:moveTo>
                <a:lnTo>
                  <a:pt x="843" y="1685"/>
                </a:lnTo>
                <a:moveTo>
                  <a:pt x="1204" y="1685"/>
                </a:moveTo>
                <a:lnTo>
                  <a:pt x="1324" y="1685"/>
                </a:lnTo>
                <a:moveTo>
                  <a:pt x="1444" y="1685"/>
                </a:moveTo>
                <a:lnTo>
                  <a:pt x="1564" y="1685"/>
                </a:lnTo>
                <a:moveTo>
                  <a:pt x="1805" y="1685"/>
                </a:moveTo>
                <a:lnTo>
                  <a:pt x="2286" y="1685"/>
                </a:lnTo>
                <a:moveTo>
                  <a:pt x="2406" y="1685"/>
                </a:moveTo>
                <a:lnTo>
                  <a:pt x="2767" y="1685"/>
                </a:lnTo>
                <a:moveTo>
                  <a:pt x="3008" y="1685"/>
                </a:moveTo>
                <a:lnTo>
                  <a:pt x="3248" y="1685"/>
                </a:lnTo>
                <a:moveTo>
                  <a:pt x="0" y="1805"/>
                </a:moveTo>
                <a:lnTo>
                  <a:pt x="120" y="1805"/>
                </a:lnTo>
                <a:moveTo>
                  <a:pt x="240" y="1805"/>
                </a:moveTo>
                <a:lnTo>
                  <a:pt x="361" y="1805"/>
                </a:lnTo>
                <a:moveTo>
                  <a:pt x="601" y="1805"/>
                </a:moveTo>
                <a:lnTo>
                  <a:pt x="721" y="1805"/>
                </a:lnTo>
                <a:moveTo>
                  <a:pt x="843" y="1805"/>
                </a:moveTo>
                <a:lnTo>
                  <a:pt x="963" y="1805"/>
                </a:lnTo>
                <a:moveTo>
                  <a:pt x="1083" y="1805"/>
                </a:moveTo>
                <a:lnTo>
                  <a:pt x="1204" y="1805"/>
                </a:lnTo>
                <a:moveTo>
                  <a:pt x="1324" y="1805"/>
                </a:moveTo>
                <a:lnTo>
                  <a:pt x="1444" y="1805"/>
                </a:lnTo>
                <a:moveTo>
                  <a:pt x="1805" y="1805"/>
                </a:moveTo>
                <a:lnTo>
                  <a:pt x="1925" y="1805"/>
                </a:lnTo>
                <a:moveTo>
                  <a:pt x="2286" y="1805"/>
                </a:moveTo>
                <a:lnTo>
                  <a:pt x="2887" y="1805"/>
                </a:lnTo>
                <a:moveTo>
                  <a:pt x="3128" y="1805"/>
                </a:moveTo>
                <a:lnTo>
                  <a:pt x="3248" y="1805"/>
                </a:lnTo>
                <a:moveTo>
                  <a:pt x="3368" y="1805"/>
                </a:moveTo>
                <a:lnTo>
                  <a:pt x="3489" y="1805"/>
                </a:lnTo>
                <a:moveTo>
                  <a:pt x="0" y="1925"/>
                </a:moveTo>
                <a:lnTo>
                  <a:pt x="963" y="1925"/>
                </a:lnTo>
                <a:moveTo>
                  <a:pt x="1083" y="1925"/>
                </a:moveTo>
                <a:lnTo>
                  <a:pt x="1444" y="1925"/>
                </a:lnTo>
                <a:moveTo>
                  <a:pt x="2045" y="1925"/>
                </a:moveTo>
                <a:lnTo>
                  <a:pt x="2166" y="1925"/>
                </a:lnTo>
                <a:moveTo>
                  <a:pt x="2406" y="1925"/>
                </a:moveTo>
                <a:lnTo>
                  <a:pt x="2526" y="1925"/>
                </a:lnTo>
                <a:moveTo>
                  <a:pt x="3008" y="1925"/>
                </a:moveTo>
                <a:lnTo>
                  <a:pt x="3248" y="1925"/>
                </a:lnTo>
                <a:moveTo>
                  <a:pt x="0" y="2046"/>
                </a:moveTo>
                <a:lnTo>
                  <a:pt x="601" y="2046"/>
                </a:lnTo>
                <a:moveTo>
                  <a:pt x="843" y="2046"/>
                </a:moveTo>
                <a:lnTo>
                  <a:pt x="1083" y="2046"/>
                </a:lnTo>
                <a:moveTo>
                  <a:pt x="1324" y="2046"/>
                </a:moveTo>
                <a:lnTo>
                  <a:pt x="1444" y="2046"/>
                </a:lnTo>
                <a:moveTo>
                  <a:pt x="1564" y="2046"/>
                </a:moveTo>
                <a:lnTo>
                  <a:pt x="1925" y="2046"/>
                </a:lnTo>
                <a:moveTo>
                  <a:pt x="2166" y="2046"/>
                </a:moveTo>
                <a:lnTo>
                  <a:pt x="2767" y="2046"/>
                </a:lnTo>
                <a:moveTo>
                  <a:pt x="2887" y="2046"/>
                </a:moveTo>
                <a:lnTo>
                  <a:pt x="3008" y="2046"/>
                </a:lnTo>
                <a:moveTo>
                  <a:pt x="3128" y="2046"/>
                </a:moveTo>
                <a:lnTo>
                  <a:pt x="3489" y="2046"/>
                </a:lnTo>
                <a:moveTo>
                  <a:pt x="0" y="2166"/>
                </a:moveTo>
                <a:lnTo>
                  <a:pt x="361" y="2166"/>
                </a:lnTo>
                <a:moveTo>
                  <a:pt x="601" y="2166"/>
                </a:moveTo>
                <a:lnTo>
                  <a:pt x="843" y="2166"/>
                </a:lnTo>
                <a:moveTo>
                  <a:pt x="963" y="2166"/>
                </a:moveTo>
                <a:lnTo>
                  <a:pt x="1324" y="2166"/>
                </a:lnTo>
                <a:moveTo>
                  <a:pt x="1444" y="2166"/>
                </a:moveTo>
                <a:lnTo>
                  <a:pt x="1564" y="2166"/>
                </a:lnTo>
                <a:moveTo>
                  <a:pt x="1805" y="2166"/>
                </a:moveTo>
                <a:lnTo>
                  <a:pt x="2166" y="2166"/>
                </a:lnTo>
                <a:moveTo>
                  <a:pt x="2286" y="2166"/>
                </a:moveTo>
                <a:lnTo>
                  <a:pt x="2406" y="2166"/>
                </a:lnTo>
                <a:moveTo>
                  <a:pt x="2526" y="2166"/>
                </a:moveTo>
                <a:lnTo>
                  <a:pt x="2767" y="2166"/>
                </a:lnTo>
                <a:moveTo>
                  <a:pt x="2887" y="2166"/>
                </a:moveTo>
                <a:lnTo>
                  <a:pt x="3128" y="2166"/>
                </a:lnTo>
                <a:moveTo>
                  <a:pt x="3368" y="2166"/>
                </a:moveTo>
                <a:lnTo>
                  <a:pt x="3489" y="2166"/>
                </a:lnTo>
                <a:moveTo>
                  <a:pt x="0" y="2286"/>
                </a:moveTo>
                <a:lnTo>
                  <a:pt x="120" y="2286"/>
                </a:lnTo>
                <a:moveTo>
                  <a:pt x="481" y="2286"/>
                </a:moveTo>
                <a:lnTo>
                  <a:pt x="721" y="2286"/>
                </a:lnTo>
                <a:moveTo>
                  <a:pt x="963" y="2286"/>
                </a:moveTo>
                <a:lnTo>
                  <a:pt x="1083" y="2286"/>
                </a:lnTo>
                <a:moveTo>
                  <a:pt x="1324" y="2286"/>
                </a:moveTo>
                <a:lnTo>
                  <a:pt x="1444" y="2286"/>
                </a:lnTo>
                <a:moveTo>
                  <a:pt x="1564" y="2286"/>
                </a:moveTo>
                <a:lnTo>
                  <a:pt x="1685" y="2286"/>
                </a:lnTo>
                <a:moveTo>
                  <a:pt x="1925" y="2286"/>
                </a:moveTo>
                <a:lnTo>
                  <a:pt x="2045" y="2286"/>
                </a:lnTo>
                <a:moveTo>
                  <a:pt x="2286" y="2286"/>
                </a:moveTo>
                <a:lnTo>
                  <a:pt x="2647" y="2286"/>
                </a:lnTo>
                <a:moveTo>
                  <a:pt x="0" y="2406"/>
                </a:moveTo>
                <a:lnTo>
                  <a:pt x="120" y="2406"/>
                </a:lnTo>
                <a:moveTo>
                  <a:pt x="361" y="2406"/>
                </a:moveTo>
                <a:lnTo>
                  <a:pt x="481" y="2406"/>
                </a:lnTo>
                <a:moveTo>
                  <a:pt x="601" y="2406"/>
                </a:moveTo>
                <a:lnTo>
                  <a:pt x="843" y="2406"/>
                </a:lnTo>
                <a:moveTo>
                  <a:pt x="1083" y="2406"/>
                </a:moveTo>
                <a:lnTo>
                  <a:pt x="1324" y="2406"/>
                </a:lnTo>
                <a:moveTo>
                  <a:pt x="1685" y="2406"/>
                </a:moveTo>
                <a:lnTo>
                  <a:pt x="2166" y="2406"/>
                </a:lnTo>
                <a:moveTo>
                  <a:pt x="2286" y="2406"/>
                </a:moveTo>
                <a:lnTo>
                  <a:pt x="3008" y="2406"/>
                </a:lnTo>
                <a:moveTo>
                  <a:pt x="3128" y="2406"/>
                </a:moveTo>
                <a:lnTo>
                  <a:pt x="3489" y="2406"/>
                </a:lnTo>
                <a:moveTo>
                  <a:pt x="963" y="2527"/>
                </a:moveTo>
                <a:lnTo>
                  <a:pt x="1083" y="2527"/>
                </a:lnTo>
                <a:moveTo>
                  <a:pt x="1204" y="2527"/>
                </a:moveTo>
                <a:lnTo>
                  <a:pt x="1444" y="2527"/>
                </a:lnTo>
                <a:moveTo>
                  <a:pt x="1685" y="2527"/>
                </a:moveTo>
                <a:lnTo>
                  <a:pt x="1925" y="2527"/>
                </a:lnTo>
                <a:moveTo>
                  <a:pt x="2406" y="2527"/>
                </a:moveTo>
                <a:lnTo>
                  <a:pt x="2526" y="2527"/>
                </a:lnTo>
                <a:moveTo>
                  <a:pt x="2887" y="2527"/>
                </a:moveTo>
                <a:lnTo>
                  <a:pt x="3128" y="2527"/>
                </a:lnTo>
                <a:moveTo>
                  <a:pt x="0" y="2647"/>
                </a:moveTo>
                <a:lnTo>
                  <a:pt x="843" y="2647"/>
                </a:lnTo>
                <a:moveTo>
                  <a:pt x="1324" y="2647"/>
                </a:moveTo>
                <a:lnTo>
                  <a:pt x="1564" y="2647"/>
                </a:lnTo>
                <a:moveTo>
                  <a:pt x="1805" y="2647"/>
                </a:moveTo>
                <a:lnTo>
                  <a:pt x="2526" y="2647"/>
                </a:lnTo>
                <a:moveTo>
                  <a:pt x="2647" y="2647"/>
                </a:moveTo>
                <a:lnTo>
                  <a:pt x="2767" y="2647"/>
                </a:lnTo>
                <a:moveTo>
                  <a:pt x="2887" y="2647"/>
                </a:moveTo>
                <a:lnTo>
                  <a:pt x="3248" y="2647"/>
                </a:lnTo>
                <a:moveTo>
                  <a:pt x="0" y="2767"/>
                </a:moveTo>
                <a:lnTo>
                  <a:pt x="120" y="2767"/>
                </a:lnTo>
                <a:moveTo>
                  <a:pt x="721" y="2767"/>
                </a:moveTo>
                <a:lnTo>
                  <a:pt x="843" y="2767"/>
                </a:lnTo>
                <a:moveTo>
                  <a:pt x="1083" y="2767"/>
                </a:moveTo>
                <a:lnTo>
                  <a:pt x="1204" y="2767"/>
                </a:lnTo>
                <a:moveTo>
                  <a:pt x="1324" y="2767"/>
                </a:moveTo>
                <a:lnTo>
                  <a:pt x="1444" y="2767"/>
                </a:lnTo>
                <a:moveTo>
                  <a:pt x="1685" y="2767"/>
                </a:moveTo>
                <a:lnTo>
                  <a:pt x="1805" y="2767"/>
                </a:lnTo>
                <a:moveTo>
                  <a:pt x="1925" y="2767"/>
                </a:moveTo>
                <a:lnTo>
                  <a:pt x="2045" y="2767"/>
                </a:lnTo>
                <a:moveTo>
                  <a:pt x="2286" y="2767"/>
                </a:moveTo>
                <a:lnTo>
                  <a:pt x="2526" y="2767"/>
                </a:lnTo>
                <a:moveTo>
                  <a:pt x="2887" y="2767"/>
                </a:moveTo>
                <a:lnTo>
                  <a:pt x="3008" y="2767"/>
                </a:lnTo>
                <a:moveTo>
                  <a:pt x="3248" y="2767"/>
                </a:moveTo>
                <a:lnTo>
                  <a:pt x="3368" y="2767"/>
                </a:lnTo>
                <a:moveTo>
                  <a:pt x="0" y="2887"/>
                </a:moveTo>
                <a:lnTo>
                  <a:pt x="120" y="2887"/>
                </a:lnTo>
                <a:moveTo>
                  <a:pt x="240" y="2887"/>
                </a:moveTo>
                <a:lnTo>
                  <a:pt x="601" y="2887"/>
                </a:lnTo>
                <a:moveTo>
                  <a:pt x="721" y="2887"/>
                </a:moveTo>
                <a:lnTo>
                  <a:pt x="843" y="2887"/>
                </a:lnTo>
                <a:moveTo>
                  <a:pt x="1204" y="2887"/>
                </a:moveTo>
                <a:lnTo>
                  <a:pt x="1324" y="2887"/>
                </a:lnTo>
                <a:moveTo>
                  <a:pt x="1564" y="2887"/>
                </a:moveTo>
                <a:lnTo>
                  <a:pt x="2045" y="2887"/>
                </a:lnTo>
                <a:moveTo>
                  <a:pt x="2166" y="2887"/>
                </a:moveTo>
                <a:lnTo>
                  <a:pt x="3128" y="2887"/>
                </a:lnTo>
                <a:moveTo>
                  <a:pt x="3248" y="2887"/>
                </a:moveTo>
                <a:lnTo>
                  <a:pt x="3489" y="2887"/>
                </a:lnTo>
                <a:moveTo>
                  <a:pt x="0" y="3008"/>
                </a:moveTo>
                <a:lnTo>
                  <a:pt x="120" y="3008"/>
                </a:lnTo>
                <a:moveTo>
                  <a:pt x="240" y="3008"/>
                </a:moveTo>
                <a:lnTo>
                  <a:pt x="601" y="3008"/>
                </a:lnTo>
                <a:moveTo>
                  <a:pt x="721" y="3008"/>
                </a:moveTo>
                <a:lnTo>
                  <a:pt x="843" y="3008"/>
                </a:lnTo>
                <a:moveTo>
                  <a:pt x="1083" y="3008"/>
                </a:moveTo>
                <a:lnTo>
                  <a:pt x="2286" y="3008"/>
                </a:lnTo>
                <a:moveTo>
                  <a:pt x="3008" y="3008"/>
                </a:moveTo>
                <a:lnTo>
                  <a:pt x="3248" y="3008"/>
                </a:lnTo>
                <a:moveTo>
                  <a:pt x="3368" y="3008"/>
                </a:moveTo>
                <a:lnTo>
                  <a:pt x="3489" y="3008"/>
                </a:lnTo>
                <a:moveTo>
                  <a:pt x="0" y="3128"/>
                </a:moveTo>
                <a:lnTo>
                  <a:pt x="120" y="3128"/>
                </a:lnTo>
                <a:moveTo>
                  <a:pt x="240" y="3128"/>
                </a:moveTo>
                <a:lnTo>
                  <a:pt x="601" y="3128"/>
                </a:lnTo>
                <a:moveTo>
                  <a:pt x="721" y="3128"/>
                </a:moveTo>
                <a:lnTo>
                  <a:pt x="843" y="3128"/>
                </a:lnTo>
                <a:moveTo>
                  <a:pt x="1444" y="3128"/>
                </a:moveTo>
                <a:lnTo>
                  <a:pt x="1564" y="3128"/>
                </a:lnTo>
                <a:moveTo>
                  <a:pt x="1805" y="3128"/>
                </a:moveTo>
                <a:lnTo>
                  <a:pt x="1925" y="3128"/>
                </a:lnTo>
                <a:moveTo>
                  <a:pt x="2045" y="3128"/>
                </a:moveTo>
                <a:lnTo>
                  <a:pt x="2166" y="3128"/>
                </a:lnTo>
                <a:moveTo>
                  <a:pt x="2406" y="3128"/>
                </a:moveTo>
                <a:lnTo>
                  <a:pt x="3368" y="3128"/>
                </a:lnTo>
                <a:moveTo>
                  <a:pt x="0" y="3248"/>
                </a:moveTo>
                <a:lnTo>
                  <a:pt x="120" y="3248"/>
                </a:lnTo>
                <a:moveTo>
                  <a:pt x="721" y="3248"/>
                </a:moveTo>
                <a:lnTo>
                  <a:pt x="843" y="3248"/>
                </a:lnTo>
                <a:moveTo>
                  <a:pt x="1204" y="3248"/>
                </a:moveTo>
                <a:lnTo>
                  <a:pt x="1444" y="3248"/>
                </a:lnTo>
                <a:moveTo>
                  <a:pt x="1564" y="3248"/>
                </a:moveTo>
                <a:lnTo>
                  <a:pt x="1685" y="3248"/>
                </a:lnTo>
                <a:moveTo>
                  <a:pt x="1805" y="3248"/>
                </a:moveTo>
                <a:lnTo>
                  <a:pt x="1925" y="3248"/>
                </a:lnTo>
                <a:moveTo>
                  <a:pt x="2166" y="3248"/>
                </a:moveTo>
                <a:lnTo>
                  <a:pt x="2286" y="3248"/>
                </a:lnTo>
                <a:moveTo>
                  <a:pt x="2526" y="3248"/>
                </a:moveTo>
                <a:lnTo>
                  <a:pt x="2647" y="3248"/>
                </a:lnTo>
                <a:moveTo>
                  <a:pt x="2767" y="3248"/>
                </a:moveTo>
                <a:lnTo>
                  <a:pt x="3248" y="3248"/>
                </a:lnTo>
                <a:moveTo>
                  <a:pt x="3368" y="3248"/>
                </a:moveTo>
                <a:lnTo>
                  <a:pt x="3489" y="3248"/>
                </a:lnTo>
                <a:moveTo>
                  <a:pt x="0" y="3368"/>
                </a:moveTo>
                <a:lnTo>
                  <a:pt x="843" y="3368"/>
                </a:lnTo>
                <a:moveTo>
                  <a:pt x="963" y="3368"/>
                </a:moveTo>
                <a:lnTo>
                  <a:pt x="1204" y="3368"/>
                </a:lnTo>
                <a:moveTo>
                  <a:pt x="1444" y="3368"/>
                </a:moveTo>
                <a:lnTo>
                  <a:pt x="1564" y="3368"/>
                </a:lnTo>
                <a:moveTo>
                  <a:pt x="1685" y="3368"/>
                </a:moveTo>
                <a:lnTo>
                  <a:pt x="1805" y="3368"/>
                </a:lnTo>
                <a:moveTo>
                  <a:pt x="2045" y="3368"/>
                </a:moveTo>
                <a:lnTo>
                  <a:pt x="2166" y="3368"/>
                </a:lnTo>
                <a:moveTo>
                  <a:pt x="2286" y="3368"/>
                </a:moveTo>
                <a:lnTo>
                  <a:pt x="2406" y="3368"/>
                </a:lnTo>
                <a:moveTo>
                  <a:pt x="2526" y="3368"/>
                </a:moveTo>
                <a:lnTo>
                  <a:pt x="3248" y="3368"/>
                </a:lnTo>
              </a:path>
            </a:pathLst>
          </a:custGeom>
          <a:ln w="43200">
            <a:solidFill>
              <a:srgbClr val="001d34"/>
            </a:solidFill>
            <a:miter/>
          </a:ln>
        </p:spPr>
        <p:txBody>
          <a:bodyPr lIns="21600" rIns="21600" tIns="21600" bIns="2160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6820560" y="3908520"/>
            <a:ext cx="1256040" cy="1212480"/>
          </a:xfrm>
          <a:custGeom>
            <a:avLst/>
            <a:gdLst/>
            <a:ahLst/>
            <a:rect l="0" t="0" r="r" b="b"/>
            <a:pathLst>
              <a:path fill="none" w="3489" h="3368">
                <a:moveTo>
                  <a:pt x="0" y="0"/>
                </a:moveTo>
                <a:lnTo>
                  <a:pt x="843" y="0"/>
                </a:lnTo>
                <a:moveTo>
                  <a:pt x="963" y="0"/>
                </a:moveTo>
                <a:lnTo>
                  <a:pt x="1083" y="0"/>
                </a:lnTo>
                <a:moveTo>
                  <a:pt x="1324" y="0"/>
                </a:moveTo>
                <a:lnTo>
                  <a:pt x="1444" y="0"/>
                </a:lnTo>
                <a:moveTo>
                  <a:pt x="1685" y="0"/>
                </a:moveTo>
                <a:lnTo>
                  <a:pt x="1805" y="0"/>
                </a:lnTo>
                <a:moveTo>
                  <a:pt x="1925" y="0"/>
                </a:moveTo>
                <a:lnTo>
                  <a:pt x="2527" y="0"/>
                </a:lnTo>
                <a:moveTo>
                  <a:pt x="2647" y="0"/>
                </a:moveTo>
                <a:lnTo>
                  <a:pt x="3489" y="0"/>
                </a:lnTo>
                <a:moveTo>
                  <a:pt x="0" y="120"/>
                </a:moveTo>
                <a:lnTo>
                  <a:pt x="120" y="120"/>
                </a:lnTo>
                <a:moveTo>
                  <a:pt x="723" y="120"/>
                </a:moveTo>
                <a:lnTo>
                  <a:pt x="843" y="120"/>
                </a:lnTo>
                <a:moveTo>
                  <a:pt x="963" y="120"/>
                </a:moveTo>
                <a:lnTo>
                  <a:pt x="1204" y="120"/>
                </a:lnTo>
                <a:moveTo>
                  <a:pt x="1565" y="120"/>
                </a:moveTo>
                <a:lnTo>
                  <a:pt x="1805" y="120"/>
                </a:lnTo>
                <a:moveTo>
                  <a:pt x="1925" y="120"/>
                </a:moveTo>
                <a:lnTo>
                  <a:pt x="2166" y="120"/>
                </a:lnTo>
                <a:moveTo>
                  <a:pt x="2406" y="120"/>
                </a:moveTo>
                <a:lnTo>
                  <a:pt x="2527" y="120"/>
                </a:lnTo>
                <a:moveTo>
                  <a:pt x="2647" y="120"/>
                </a:moveTo>
                <a:lnTo>
                  <a:pt x="2767" y="120"/>
                </a:lnTo>
                <a:moveTo>
                  <a:pt x="3368" y="120"/>
                </a:moveTo>
                <a:lnTo>
                  <a:pt x="3489" y="120"/>
                </a:lnTo>
                <a:moveTo>
                  <a:pt x="0" y="241"/>
                </a:moveTo>
                <a:lnTo>
                  <a:pt x="120" y="241"/>
                </a:lnTo>
                <a:moveTo>
                  <a:pt x="242" y="241"/>
                </a:moveTo>
                <a:lnTo>
                  <a:pt x="602" y="241"/>
                </a:lnTo>
                <a:moveTo>
                  <a:pt x="723" y="241"/>
                </a:moveTo>
                <a:lnTo>
                  <a:pt x="843" y="241"/>
                </a:lnTo>
                <a:moveTo>
                  <a:pt x="1083" y="241"/>
                </a:moveTo>
                <a:lnTo>
                  <a:pt x="1444" y="241"/>
                </a:lnTo>
                <a:moveTo>
                  <a:pt x="1565" y="241"/>
                </a:moveTo>
                <a:lnTo>
                  <a:pt x="1805" y="241"/>
                </a:lnTo>
                <a:moveTo>
                  <a:pt x="2166" y="241"/>
                </a:moveTo>
                <a:lnTo>
                  <a:pt x="2286" y="241"/>
                </a:lnTo>
                <a:moveTo>
                  <a:pt x="2406" y="241"/>
                </a:moveTo>
                <a:lnTo>
                  <a:pt x="2527" y="241"/>
                </a:lnTo>
                <a:moveTo>
                  <a:pt x="2647" y="241"/>
                </a:moveTo>
                <a:lnTo>
                  <a:pt x="2767" y="241"/>
                </a:lnTo>
                <a:moveTo>
                  <a:pt x="2887" y="241"/>
                </a:moveTo>
                <a:lnTo>
                  <a:pt x="3248" y="241"/>
                </a:lnTo>
                <a:moveTo>
                  <a:pt x="3368" y="241"/>
                </a:moveTo>
                <a:lnTo>
                  <a:pt x="3489" y="241"/>
                </a:lnTo>
                <a:moveTo>
                  <a:pt x="0" y="361"/>
                </a:moveTo>
                <a:lnTo>
                  <a:pt x="120" y="361"/>
                </a:lnTo>
                <a:moveTo>
                  <a:pt x="242" y="361"/>
                </a:moveTo>
                <a:lnTo>
                  <a:pt x="602" y="361"/>
                </a:lnTo>
                <a:moveTo>
                  <a:pt x="723" y="361"/>
                </a:moveTo>
                <a:lnTo>
                  <a:pt x="843" y="361"/>
                </a:lnTo>
                <a:moveTo>
                  <a:pt x="963" y="361"/>
                </a:moveTo>
                <a:lnTo>
                  <a:pt x="1083" y="361"/>
                </a:lnTo>
                <a:moveTo>
                  <a:pt x="1324" y="361"/>
                </a:moveTo>
                <a:lnTo>
                  <a:pt x="1444" y="361"/>
                </a:lnTo>
                <a:moveTo>
                  <a:pt x="1565" y="361"/>
                </a:moveTo>
                <a:lnTo>
                  <a:pt x="1685" y="361"/>
                </a:lnTo>
                <a:moveTo>
                  <a:pt x="1805" y="361"/>
                </a:moveTo>
                <a:lnTo>
                  <a:pt x="1925" y="361"/>
                </a:lnTo>
                <a:moveTo>
                  <a:pt x="2046" y="361"/>
                </a:moveTo>
                <a:lnTo>
                  <a:pt x="2166" y="361"/>
                </a:lnTo>
                <a:moveTo>
                  <a:pt x="2647" y="361"/>
                </a:moveTo>
                <a:lnTo>
                  <a:pt x="2767" y="361"/>
                </a:lnTo>
                <a:moveTo>
                  <a:pt x="2887" y="361"/>
                </a:moveTo>
                <a:lnTo>
                  <a:pt x="3248" y="361"/>
                </a:lnTo>
                <a:moveTo>
                  <a:pt x="3368" y="361"/>
                </a:moveTo>
                <a:lnTo>
                  <a:pt x="3489" y="361"/>
                </a:lnTo>
                <a:moveTo>
                  <a:pt x="0" y="481"/>
                </a:moveTo>
                <a:lnTo>
                  <a:pt x="120" y="481"/>
                </a:lnTo>
                <a:moveTo>
                  <a:pt x="242" y="481"/>
                </a:moveTo>
                <a:lnTo>
                  <a:pt x="602" y="481"/>
                </a:lnTo>
                <a:moveTo>
                  <a:pt x="723" y="481"/>
                </a:moveTo>
                <a:lnTo>
                  <a:pt x="843" y="481"/>
                </a:lnTo>
                <a:moveTo>
                  <a:pt x="1083" y="481"/>
                </a:moveTo>
                <a:lnTo>
                  <a:pt x="2406" y="481"/>
                </a:lnTo>
                <a:moveTo>
                  <a:pt x="2647" y="481"/>
                </a:moveTo>
                <a:lnTo>
                  <a:pt x="2767" y="481"/>
                </a:lnTo>
                <a:moveTo>
                  <a:pt x="2887" y="481"/>
                </a:moveTo>
                <a:lnTo>
                  <a:pt x="3248" y="481"/>
                </a:lnTo>
                <a:moveTo>
                  <a:pt x="3368" y="481"/>
                </a:moveTo>
                <a:lnTo>
                  <a:pt x="3489" y="481"/>
                </a:lnTo>
                <a:moveTo>
                  <a:pt x="0" y="601"/>
                </a:moveTo>
                <a:lnTo>
                  <a:pt x="120" y="601"/>
                </a:lnTo>
                <a:moveTo>
                  <a:pt x="723" y="601"/>
                </a:moveTo>
                <a:lnTo>
                  <a:pt x="843" y="601"/>
                </a:lnTo>
                <a:moveTo>
                  <a:pt x="1083" y="601"/>
                </a:moveTo>
                <a:lnTo>
                  <a:pt x="1565" y="601"/>
                </a:lnTo>
                <a:moveTo>
                  <a:pt x="1685" y="601"/>
                </a:moveTo>
                <a:lnTo>
                  <a:pt x="1805" y="601"/>
                </a:lnTo>
                <a:moveTo>
                  <a:pt x="2286" y="601"/>
                </a:moveTo>
                <a:lnTo>
                  <a:pt x="2527" y="601"/>
                </a:lnTo>
                <a:moveTo>
                  <a:pt x="2647" y="601"/>
                </a:moveTo>
                <a:lnTo>
                  <a:pt x="2767" y="601"/>
                </a:lnTo>
                <a:moveTo>
                  <a:pt x="3368" y="601"/>
                </a:moveTo>
                <a:lnTo>
                  <a:pt x="3489" y="601"/>
                </a:lnTo>
                <a:moveTo>
                  <a:pt x="0" y="722"/>
                </a:moveTo>
                <a:lnTo>
                  <a:pt x="843" y="722"/>
                </a:lnTo>
                <a:moveTo>
                  <a:pt x="963" y="722"/>
                </a:moveTo>
                <a:lnTo>
                  <a:pt x="1083" y="722"/>
                </a:lnTo>
                <a:moveTo>
                  <a:pt x="1204" y="722"/>
                </a:moveTo>
                <a:lnTo>
                  <a:pt x="1324" y="722"/>
                </a:lnTo>
                <a:moveTo>
                  <a:pt x="1444" y="722"/>
                </a:moveTo>
                <a:lnTo>
                  <a:pt x="1565" y="722"/>
                </a:lnTo>
                <a:moveTo>
                  <a:pt x="1685" y="722"/>
                </a:moveTo>
                <a:lnTo>
                  <a:pt x="1805" y="722"/>
                </a:lnTo>
                <a:moveTo>
                  <a:pt x="1925" y="722"/>
                </a:moveTo>
                <a:lnTo>
                  <a:pt x="2046" y="722"/>
                </a:lnTo>
                <a:moveTo>
                  <a:pt x="2166" y="722"/>
                </a:moveTo>
                <a:lnTo>
                  <a:pt x="2286" y="722"/>
                </a:lnTo>
                <a:moveTo>
                  <a:pt x="2406" y="722"/>
                </a:moveTo>
                <a:lnTo>
                  <a:pt x="2527" y="722"/>
                </a:lnTo>
                <a:moveTo>
                  <a:pt x="2647" y="722"/>
                </a:moveTo>
                <a:lnTo>
                  <a:pt x="3489" y="722"/>
                </a:lnTo>
                <a:moveTo>
                  <a:pt x="963" y="842"/>
                </a:moveTo>
                <a:lnTo>
                  <a:pt x="1324" y="842"/>
                </a:lnTo>
                <a:moveTo>
                  <a:pt x="1444" y="842"/>
                </a:moveTo>
                <a:lnTo>
                  <a:pt x="1565" y="842"/>
                </a:lnTo>
                <a:moveTo>
                  <a:pt x="1685" y="842"/>
                </a:moveTo>
                <a:lnTo>
                  <a:pt x="1925" y="842"/>
                </a:lnTo>
                <a:moveTo>
                  <a:pt x="2046" y="842"/>
                </a:moveTo>
                <a:lnTo>
                  <a:pt x="2286" y="842"/>
                </a:lnTo>
                <a:moveTo>
                  <a:pt x="0" y="963"/>
                </a:moveTo>
                <a:lnTo>
                  <a:pt x="120" y="963"/>
                </a:lnTo>
                <a:moveTo>
                  <a:pt x="242" y="963"/>
                </a:moveTo>
                <a:lnTo>
                  <a:pt x="482" y="963"/>
                </a:lnTo>
                <a:moveTo>
                  <a:pt x="602" y="963"/>
                </a:moveTo>
                <a:lnTo>
                  <a:pt x="963" y="963"/>
                </a:lnTo>
                <a:moveTo>
                  <a:pt x="1083" y="963"/>
                </a:moveTo>
                <a:lnTo>
                  <a:pt x="1204" y="963"/>
                </a:lnTo>
                <a:moveTo>
                  <a:pt x="1324" y="963"/>
                </a:moveTo>
                <a:lnTo>
                  <a:pt x="1444" y="963"/>
                </a:lnTo>
                <a:moveTo>
                  <a:pt x="1685" y="963"/>
                </a:moveTo>
                <a:lnTo>
                  <a:pt x="1805" y="963"/>
                </a:lnTo>
                <a:moveTo>
                  <a:pt x="1925" y="963"/>
                </a:moveTo>
                <a:lnTo>
                  <a:pt x="2166" y="963"/>
                </a:lnTo>
                <a:moveTo>
                  <a:pt x="2286" y="963"/>
                </a:moveTo>
                <a:lnTo>
                  <a:pt x="2406" y="963"/>
                </a:lnTo>
                <a:moveTo>
                  <a:pt x="2647" y="963"/>
                </a:moveTo>
                <a:lnTo>
                  <a:pt x="2767" y="963"/>
                </a:lnTo>
                <a:moveTo>
                  <a:pt x="3008" y="963"/>
                </a:moveTo>
                <a:lnTo>
                  <a:pt x="3128" y="963"/>
                </a:lnTo>
                <a:moveTo>
                  <a:pt x="3248" y="963"/>
                </a:moveTo>
                <a:lnTo>
                  <a:pt x="3489" y="963"/>
                </a:lnTo>
                <a:moveTo>
                  <a:pt x="0" y="1083"/>
                </a:moveTo>
                <a:lnTo>
                  <a:pt x="120" y="1083"/>
                </a:lnTo>
                <a:moveTo>
                  <a:pt x="362" y="1083"/>
                </a:moveTo>
                <a:lnTo>
                  <a:pt x="723" y="1083"/>
                </a:lnTo>
                <a:moveTo>
                  <a:pt x="963" y="1083"/>
                </a:moveTo>
                <a:lnTo>
                  <a:pt x="1083" y="1083"/>
                </a:lnTo>
                <a:moveTo>
                  <a:pt x="1324" y="1083"/>
                </a:moveTo>
                <a:lnTo>
                  <a:pt x="1444" y="1083"/>
                </a:lnTo>
                <a:moveTo>
                  <a:pt x="1565" y="1083"/>
                </a:moveTo>
                <a:lnTo>
                  <a:pt x="1685" y="1083"/>
                </a:lnTo>
                <a:moveTo>
                  <a:pt x="1925" y="1083"/>
                </a:moveTo>
                <a:lnTo>
                  <a:pt x="3008" y="1083"/>
                </a:lnTo>
                <a:moveTo>
                  <a:pt x="3368" y="1083"/>
                </a:moveTo>
                <a:lnTo>
                  <a:pt x="3489" y="1083"/>
                </a:lnTo>
                <a:moveTo>
                  <a:pt x="0" y="1204"/>
                </a:moveTo>
                <a:lnTo>
                  <a:pt x="120" y="1204"/>
                </a:lnTo>
                <a:moveTo>
                  <a:pt x="723" y="1204"/>
                </a:moveTo>
                <a:lnTo>
                  <a:pt x="843" y="1204"/>
                </a:lnTo>
                <a:moveTo>
                  <a:pt x="963" y="1204"/>
                </a:moveTo>
                <a:lnTo>
                  <a:pt x="1324" y="1204"/>
                </a:lnTo>
                <a:moveTo>
                  <a:pt x="1565" y="1204"/>
                </a:moveTo>
                <a:lnTo>
                  <a:pt x="1685" y="1204"/>
                </a:lnTo>
                <a:moveTo>
                  <a:pt x="1925" y="1204"/>
                </a:moveTo>
                <a:lnTo>
                  <a:pt x="2046" y="1204"/>
                </a:lnTo>
                <a:moveTo>
                  <a:pt x="2166" y="1204"/>
                </a:moveTo>
                <a:lnTo>
                  <a:pt x="2286" y="1204"/>
                </a:lnTo>
                <a:moveTo>
                  <a:pt x="2406" y="1204"/>
                </a:moveTo>
                <a:lnTo>
                  <a:pt x="3008" y="1204"/>
                </a:lnTo>
                <a:moveTo>
                  <a:pt x="3128" y="1204"/>
                </a:moveTo>
                <a:lnTo>
                  <a:pt x="3368" y="1204"/>
                </a:lnTo>
                <a:moveTo>
                  <a:pt x="120" y="1324"/>
                </a:moveTo>
                <a:lnTo>
                  <a:pt x="242" y="1324"/>
                </a:lnTo>
                <a:moveTo>
                  <a:pt x="362" y="1324"/>
                </a:moveTo>
                <a:lnTo>
                  <a:pt x="723" y="1324"/>
                </a:lnTo>
                <a:moveTo>
                  <a:pt x="1324" y="1324"/>
                </a:moveTo>
                <a:lnTo>
                  <a:pt x="1444" y="1324"/>
                </a:lnTo>
                <a:moveTo>
                  <a:pt x="1565" y="1324"/>
                </a:moveTo>
                <a:lnTo>
                  <a:pt x="1685" y="1324"/>
                </a:lnTo>
                <a:moveTo>
                  <a:pt x="1925" y="1324"/>
                </a:moveTo>
                <a:lnTo>
                  <a:pt x="2046" y="1324"/>
                </a:lnTo>
                <a:moveTo>
                  <a:pt x="2406" y="1324"/>
                </a:moveTo>
                <a:lnTo>
                  <a:pt x="2647" y="1324"/>
                </a:lnTo>
                <a:moveTo>
                  <a:pt x="2767" y="1324"/>
                </a:moveTo>
                <a:lnTo>
                  <a:pt x="2887" y="1324"/>
                </a:lnTo>
                <a:moveTo>
                  <a:pt x="3368" y="1324"/>
                </a:moveTo>
                <a:lnTo>
                  <a:pt x="3489" y="1324"/>
                </a:lnTo>
                <a:moveTo>
                  <a:pt x="0" y="1444"/>
                </a:moveTo>
                <a:lnTo>
                  <a:pt x="120" y="1444"/>
                </a:lnTo>
                <a:moveTo>
                  <a:pt x="602" y="1444"/>
                </a:moveTo>
                <a:lnTo>
                  <a:pt x="963" y="1444"/>
                </a:lnTo>
                <a:moveTo>
                  <a:pt x="1204" y="1444"/>
                </a:moveTo>
                <a:lnTo>
                  <a:pt x="1324" y="1444"/>
                </a:lnTo>
                <a:moveTo>
                  <a:pt x="1565" y="1444"/>
                </a:moveTo>
                <a:lnTo>
                  <a:pt x="1805" y="1444"/>
                </a:lnTo>
                <a:moveTo>
                  <a:pt x="2046" y="1444"/>
                </a:moveTo>
                <a:lnTo>
                  <a:pt x="2166" y="1444"/>
                </a:lnTo>
                <a:moveTo>
                  <a:pt x="2286" y="1444"/>
                </a:moveTo>
                <a:lnTo>
                  <a:pt x="2406" y="1444"/>
                </a:lnTo>
                <a:moveTo>
                  <a:pt x="3008" y="1444"/>
                </a:moveTo>
                <a:lnTo>
                  <a:pt x="3248" y="1444"/>
                </a:lnTo>
                <a:moveTo>
                  <a:pt x="362" y="1564"/>
                </a:moveTo>
                <a:lnTo>
                  <a:pt x="482" y="1564"/>
                </a:lnTo>
                <a:moveTo>
                  <a:pt x="843" y="1564"/>
                </a:moveTo>
                <a:lnTo>
                  <a:pt x="963" y="1564"/>
                </a:lnTo>
                <a:moveTo>
                  <a:pt x="1204" y="1564"/>
                </a:moveTo>
                <a:lnTo>
                  <a:pt x="1565" y="1564"/>
                </a:lnTo>
                <a:moveTo>
                  <a:pt x="1685" y="1564"/>
                </a:moveTo>
                <a:lnTo>
                  <a:pt x="2046" y="1564"/>
                </a:lnTo>
                <a:moveTo>
                  <a:pt x="2286" y="1564"/>
                </a:moveTo>
                <a:lnTo>
                  <a:pt x="2767" y="1564"/>
                </a:lnTo>
                <a:moveTo>
                  <a:pt x="3128" y="1564"/>
                </a:moveTo>
                <a:lnTo>
                  <a:pt x="3489" y="1564"/>
                </a:lnTo>
                <a:moveTo>
                  <a:pt x="0" y="1685"/>
                </a:moveTo>
                <a:lnTo>
                  <a:pt x="242" y="1685"/>
                </a:lnTo>
                <a:moveTo>
                  <a:pt x="362" y="1685"/>
                </a:moveTo>
                <a:lnTo>
                  <a:pt x="602" y="1685"/>
                </a:lnTo>
                <a:moveTo>
                  <a:pt x="723" y="1685"/>
                </a:moveTo>
                <a:lnTo>
                  <a:pt x="1324" y="1685"/>
                </a:lnTo>
                <a:moveTo>
                  <a:pt x="1444" y="1685"/>
                </a:moveTo>
                <a:lnTo>
                  <a:pt x="1805" y="1685"/>
                </a:lnTo>
                <a:moveTo>
                  <a:pt x="1925" y="1685"/>
                </a:moveTo>
                <a:lnTo>
                  <a:pt x="2046" y="1685"/>
                </a:lnTo>
                <a:moveTo>
                  <a:pt x="2286" y="1685"/>
                </a:moveTo>
                <a:lnTo>
                  <a:pt x="2527" y="1685"/>
                </a:lnTo>
                <a:moveTo>
                  <a:pt x="2647" y="1685"/>
                </a:moveTo>
                <a:lnTo>
                  <a:pt x="2767" y="1685"/>
                </a:lnTo>
                <a:moveTo>
                  <a:pt x="2887" y="1685"/>
                </a:moveTo>
                <a:lnTo>
                  <a:pt x="3008" y="1685"/>
                </a:lnTo>
                <a:moveTo>
                  <a:pt x="3128" y="1685"/>
                </a:moveTo>
                <a:lnTo>
                  <a:pt x="3489" y="1685"/>
                </a:lnTo>
                <a:moveTo>
                  <a:pt x="0" y="1805"/>
                </a:moveTo>
                <a:lnTo>
                  <a:pt x="120" y="1805"/>
                </a:lnTo>
                <a:moveTo>
                  <a:pt x="242" y="1805"/>
                </a:moveTo>
                <a:lnTo>
                  <a:pt x="362" y="1805"/>
                </a:lnTo>
                <a:moveTo>
                  <a:pt x="482" y="1805"/>
                </a:moveTo>
                <a:lnTo>
                  <a:pt x="723" y="1805"/>
                </a:lnTo>
                <a:moveTo>
                  <a:pt x="843" y="1805"/>
                </a:moveTo>
                <a:lnTo>
                  <a:pt x="1204" y="1805"/>
                </a:lnTo>
                <a:moveTo>
                  <a:pt x="1444" y="1805"/>
                </a:moveTo>
                <a:lnTo>
                  <a:pt x="1565" y="1805"/>
                </a:lnTo>
                <a:moveTo>
                  <a:pt x="1685" y="1805"/>
                </a:moveTo>
                <a:lnTo>
                  <a:pt x="1805" y="1805"/>
                </a:lnTo>
                <a:moveTo>
                  <a:pt x="1925" y="1805"/>
                </a:moveTo>
                <a:lnTo>
                  <a:pt x="2046" y="1805"/>
                </a:lnTo>
                <a:moveTo>
                  <a:pt x="2166" y="1805"/>
                </a:moveTo>
                <a:lnTo>
                  <a:pt x="2286" y="1805"/>
                </a:lnTo>
                <a:moveTo>
                  <a:pt x="2406" y="1805"/>
                </a:moveTo>
                <a:lnTo>
                  <a:pt x="2887" y="1805"/>
                </a:lnTo>
                <a:moveTo>
                  <a:pt x="3248" y="1805"/>
                </a:moveTo>
                <a:lnTo>
                  <a:pt x="3368" y="1805"/>
                </a:lnTo>
                <a:moveTo>
                  <a:pt x="0" y="1925"/>
                </a:moveTo>
                <a:lnTo>
                  <a:pt x="482" y="1925"/>
                </a:lnTo>
                <a:moveTo>
                  <a:pt x="602" y="1925"/>
                </a:moveTo>
                <a:lnTo>
                  <a:pt x="1083" y="1925"/>
                </a:lnTo>
                <a:moveTo>
                  <a:pt x="1565" y="1925"/>
                </a:moveTo>
                <a:lnTo>
                  <a:pt x="1685" y="1925"/>
                </a:lnTo>
                <a:moveTo>
                  <a:pt x="1925" y="1925"/>
                </a:moveTo>
                <a:lnTo>
                  <a:pt x="2046" y="1925"/>
                </a:lnTo>
                <a:moveTo>
                  <a:pt x="2166" y="1925"/>
                </a:moveTo>
                <a:lnTo>
                  <a:pt x="2286" y="1925"/>
                </a:lnTo>
                <a:moveTo>
                  <a:pt x="2406" y="1925"/>
                </a:moveTo>
                <a:lnTo>
                  <a:pt x="2647" y="1925"/>
                </a:lnTo>
                <a:moveTo>
                  <a:pt x="2767" y="1925"/>
                </a:moveTo>
                <a:lnTo>
                  <a:pt x="3128" y="1925"/>
                </a:lnTo>
                <a:moveTo>
                  <a:pt x="3248" y="1925"/>
                </a:moveTo>
                <a:lnTo>
                  <a:pt x="3368" y="1925"/>
                </a:lnTo>
                <a:moveTo>
                  <a:pt x="120" y="2046"/>
                </a:moveTo>
                <a:lnTo>
                  <a:pt x="362" y="2046"/>
                </a:lnTo>
                <a:moveTo>
                  <a:pt x="482" y="2046"/>
                </a:moveTo>
                <a:lnTo>
                  <a:pt x="723" y="2046"/>
                </a:lnTo>
                <a:moveTo>
                  <a:pt x="1204" y="2046"/>
                </a:moveTo>
                <a:lnTo>
                  <a:pt x="1444" y="2046"/>
                </a:lnTo>
                <a:moveTo>
                  <a:pt x="1565" y="2046"/>
                </a:moveTo>
                <a:lnTo>
                  <a:pt x="1925" y="2046"/>
                </a:lnTo>
                <a:moveTo>
                  <a:pt x="2046" y="2046"/>
                </a:moveTo>
                <a:lnTo>
                  <a:pt x="2166" y="2046"/>
                </a:lnTo>
                <a:moveTo>
                  <a:pt x="2406" y="2046"/>
                </a:moveTo>
                <a:lnTo>
                  <a:pt x="2527" y="2046"/>
                </a:lnTo>
                <a:moveTo>
                  <a:pt x="2767" y="2046"/>
                </a:moveTo>
                <a:lnTo>
                  <a:pt x="2887" y="2046"/>
                </a:lnTo>
                <a:moveTo>
                  <a:pt x="3008" y="2046"/>
                </a:moveTo>
                <a:lnTo>
                  <a:pt x="3368" y="2046"/>
                </a:lnTo>
                <a:moveTo>
                  <a:pt x="0" y="2166"/>
                </a:moveTo>
                <a:lnTo>
                  <a:pt x="120" y="2166"/>
                </a:lnTo>
                <a:moveTo>
                  <a:pt x="362" y="2166"/>
                </a:moveTo>
                <a:lnTo>
                  <a:pt x="482" y="2166"/>
                </a:lnTo>
                <a:moveTo>
                  <a:pt x="602" y="2166"/>
                </a:moveTo>
                <a:lnTo>
                  <a:pt x="843" y="2166"/>
                </a:lnTo>
                <a:moveTo>
                  <a:pt x="1685" y="2166"/>
                </a:moveTo>
                <a:lnTo>
                  <a:pt x="1925" y="2166"/>
                </a:lnTo>
                <a:moveTo>
                  <a:pt x="2046" y="2166"/>
                </a:moveTo>
                <a:lnTo>
                  <a:pt x="2166" y="2166"/>
                </a:lnTo>
                <a:moveTo>
                  <a:pt x="2406" y="2166"/>
                </a:moveTo>
                <a:lnTo>
                  <a:pt x="2527" y="2166"/>
                </a:lnTo>
                <a:moveTo>
                  <a:pt x="2647" y="2166"/>
                </a:moveTo>
                <a:lnTo>
                  <a:pt x="2887" y="2166"/>
                </a:lnTo>
                <a:moveTo>
                  <a:pt x="3128" y="2166"/>
                </a:moveTo>
                <a:lnTo>
                  <a:pt x="3248" y="2166"/>
                </a:lnTo>
                <a:moveTo>
                  <a:pt x="362" y="2286"/>
                </a:moveTo>
                <a:lnTo>
                  <a:pt x="723" y="2286"/>
                </a:lnTo>
                <a:moveTo>
                  <a:pt x="843" y="2286"/>
                </a:moveTo>
                <a:lnTo>
                  <a:pt x="963" y="2286"/>
                </a:lnTo>
                <a:moveTo>
                  <a:pt x="1083" y="2286"/>
                </a:moveTo>
                <a:lnTo>
                  <a:pt x="1204" y="2286"/>
                </a:lnTo>
                <a:moveTo>
                  <a:pt x="1685" y="2286"/>
                </a:moveTo>
                <a:lnTo>
                  <a:pt x="1925" y="2286"/>
                </a:lnTo>
                <a:moveTo>
                  <a:pt x="2046" y="2286"/>
                </a:moveTo>
                <a:lnTo>
                  <a:pt x="2647" y="2286"/>
                </a:lnTo>
                <a:moveTo>
                  <a:pt x="2887" y="2286"/>
                </a:moveTo>
                <a:lnTo>
                  <a:pt x="3008" y="2286"/>
                </a:lnTo>
                <a:moveTo>
                  <a:pt x="3128" y="2286"/>
                </a:moveTo>
                <a:lnTo>
                  <a:pt x="3248" y="2286"/>
                </a:lnTo>
                <a:moveTo>
                  <a:pt x="120" y="2406"/>
                </a:moveTo>
                <a:lnTo>
                  <a:pt x="242" y="2406"/>
                </a:lnTo>
                <a:moveTo>
                  <a:pt x="362" y="2406"/>
                </a:moveTo>
                <a:lnTo>
                  <a:pt x="482" y="2406"/>
                </a:lnTo>
                <a:moveTo>
                  <a:pt x="602" y="2406"/>
                </a:moveTo>
                <a:lnTo>
                  <a:pt x="843" y="2406"/>
                </a:lnTo>
                <a:moveTo>
                  <a:pt x="1083" y="2406"/>
                </a:moveTo>
                <a:lnTo>
                  <a:pt x="1204" y="2406"/>
                </a:lnTo>
                <a:moveTo>
                  <a:pt x="1324" y="2406"/>
                </a:moveTo>
                <a:lnTo>
                  <a:pt x="1565" y="2406"/>
                </a:lnTo>
                <a:moveTo>
                  <a:pt x="2046" y="2406"/>
                </a:moveTo>
                <a:lnTo>
                  <a:pt x="3248" y="2406"/>
                </a:lnTo>
                <a:moveTo>
                  <a:pt x="963" y="2527"/>
                </a:moveTo>
                <a:lnTo>
                  <a:pt x="1204" y="2527"/>
                </a:lnTo>
                <a:moveTo>
                  <a:pt x="1324" y="2527"/>
                </a:moveTo>
                <a:lnTo>
                  <a:pt x="1444" y="2527"/>
                </a:lnTo>
                <a:moveTo>
                  <a:pt x="1565" y="2527"/>
                </a:moveTo>
                <a:lnTo>
                  <a:pt x="1685" y="2527"/>
                </a:lnTo>
                <a:moveTo>
                  <a:pt x="1925" y="2527"/>
                </a:moveTo>
                <a:lnTo>
                  <a:pt x="2046" y="2527"/>
                </a:lnTo>
                <a:moveTo>
                  <a:pt x="2406" y="2527"/>
                </a:moveTo>
                <a:lnTo>
                  <a:pt x="2527" y="2527"/>
                </a:lnTo>
                <a:moveTo>
                  <a:pt x="2887" y="2527"/>
                </a:moveTo>
                <a:lnTo>
                  <a:pt x="3489" y="2527"/>
                </a:lnTo>
                <a:moveTo>
                  <a:pt x="0" y="2647"/>
                </a:moveTo>
                <a:lnTo>
                  <a:pt x="843" y="2647"/>
                </a:lnTo>
                <a:moveTo>
                  <a:pt x="963" y="2647"/>
                </a:moveTo>
                <a:lnTo>
                  <a:pt x="1083" y="2647"/>
                </a:lnTo>
                <a:moveTo>
                  <a:pt x="1565" y="2647"/>
                </a:moveTo>
                <a:lnTo>
                  <a:pt x="1685" y="2647"/>
                </a:lnTo>
                <a:moveTo>
                  <a:pt x="1925" y="2647"/>
                </a:moveTo>
                <a:lnTo>
                  <a:pt x="2046" y="2647"/>
                </a:lnTo>
                <a:moveTo>
                  <a:pt x="2286" y="2647"/>
                </a:moveTo>
                <a:lnTo>
                  <a:pt x="2527" y="2647"/>
                </a:lnTo>
                <a:moveTo>
                  <a:pt x="2647" y="2647"/>
                </a:moveTo>
                <a:lnTo>
                  <a:pt x="2767" y="2647"/>
                </a:lnTo>
                <a:moveTo>
                  <a:pt x="2887" y="2647"/>
                </a:moveTo>
                <a:lnTo>
                  <a:pt x="3128" y="2647"/>
                </a:lnTo>
                <a:moveTo>
                  <a:pt x="3248" y="2647"/>
                </a:moveTo>
                <a:lnTo>
                  <a:pt x="3368" y="2647"/>
                </a:lnTo>
                <a:moveTo>
                  <a:pt x="0" y="2767"/>
                </a:moveTo>
                <a:lnTo>
                  <a:pt x="120" y="2767"/>
                </a:lnTo>
                <a:moveTo>
                  <a:pt x="723" y="2767"/>
                </a:moveTo>
                <a:lnTo>
                  <a:pt x="843" y="2767"/>
                </a:lnTo>
                <a:moveTo>
                  <a:pt x="963" y="2767"/>
                </a:moveTo>
                <a:lnTo>
                  <a:pt x="1324" y="2767"/>
                </a:lnTo>
                <a:moveTo>
                  <a:pt x="1444" y="2767"/>
                </a:moveTo>
                <a:lnTo>
                  <a:pt x="1805" y="2767"/>
                </a:lnTo>
                <a:moveTo>
                  <a:pt x="2166" y="2767"/>
                </a:moveTo>
                <a:lnTo>
                  <a:pt x="2286" y="2767"/>
                </a:lnTo>
                <a:moveTo>
                  <a:pt x="2406" y="2767"/>
                </a:moveTo>
                <a:lnTo>
                  <a:pt x="2527" y="2767"/>
                </a:lnTo>
                <a:moveTo>
                  <a:pt x="2887" y="2767"/>
                </a:moveTo>
                <a:lnTo>
                  <a:pt x="3128" y="2767"/>
                </a:lnTo>
                <a:moveTo>
                  <a:pt x="0" y="2887"/>
                </a:moveTo>
                <a:lnTo>
                  <a:pt x="120" y="2887"/>
                </a:lnTo>
                <a:moveTo>
                  <a:pt x="242" y="2887"/>
                </a:moveTo>
                <a:lnTo>
                  <a:pt x="602" y="2887"/>
                </a:lnTo>
                <a:moveTo>
                  <a:pt x="723" y="2887"/>
                </a:moveTo>
                <a:lnTo>
                  <a:pt x="843" y="2887"/>
                </a:lnTo>
                <a:moveTo>
                  <a:pt x="1083" y="2887"/>
                </a:moveTo>
                <a:lnTo>
                  <a:pt x="1444" y="2887"/>
                </a:lnTo>
                <a:moveTo>
                  <a:pt x="1805" y="2887"/>
                </a:moveTo>
                <a:lnTo>
                  <a:pt x="1925" y="2887"/>
                </a:lnTo>
                <a:moveTo>
                  <a:pt x="2046" y="2887"/>
                </a:moveTo>
                <a:lnTo>
                  <a:pt x="2166" y="2887"/>
                </a:lnTo>
                <a:moveTo>
                  <a:pt x="2406" y="2887"/>
                </a:moveTo>
                <a:lnTo>
                  <a:pt x="3008" y="2887"/>
                </a:lnTo>
                <a:moveTo>
                  <a:pt x="3128" y="2887"/>
                </a:moveTo>
                <a:lnTo>
                  <a:pt x="3489" y="2887"/>
                </a:lnTo>
                <a:moveTo>
                  <a:pt x="0" y="3008"/>
                </a:moveTo>
                <a:lnTo>
                  <a:pt x="120" y="3008"/>
                </a:lnTo>
                <a:moveTo>
                  <a:pt x="242" y="3008"/>
                </a:moveTo>
                <a:lnTo>
                  <a:pt x="602" y="3008"/>
                </a:lnTo>
                <a:moveTo>
                  <a:pt x="723" y="3008"/>
                </a:moveTo>
                <a:lnTo>
                  <a:pt x="843" y="3008"/>
                </a:lnTo>
                <a:moveTo>
                  <a:pt x="963" y="3008"/>
                </a:moveTo>
                <a:lnTo>
                  <a:pt x="1444" y="3008"/>
                </a:lnTo>
                <a:moveTo>
                  <a:pt x="1685" y="3008"/>
                </a:moveTo>
                <a:lnTo>
                  <a:pt x="2286" y="3008"/>
                </a:lnTo>
                <a:moveTo>
                  <a:pt x="2527" y="3008"/>
                </a:moveTo>
                <a:lnTo>
                  <a:pt x="2647" y="3008"/>
                </a:lnTo>
                <a:moveTo>
                  <a:pt x="2767" y="3008"/>
                </a:moveTo>
                <a:lnTo>
                  <a:pt x="3128" y="3008"/>
                </a:lnTo>
                <a:moveTo>
                  <a:pt x="3368" y="3008"/>
                </a:moveTo>
                <a:lnTo>
                  <a:pt x="3489" y="3008"/>
                </a:lnTo>
                <a:moveTo>
                  <a:pt x="0" y="3128"/>
                </a:moveTo>
                <a:lnTo>
                  <a:pt x="120" y="3128"/>
                </a:lnTo>
                <a:moveTo>
                  <a:pt x="242" y="3128"/>
                </a:moveTo>
                <a:lnTo>
                  <a:pt x="602" y="3128"/>
                </a:lnTo>
                <a:moveTo>
                  <a:pt x="723" y="3128"/>
                </a:moveTo>
                <a:lnTo>
                  <a:pt x="843" y="3128"/>
                </a:lnTo>
                <a:moveTo>
                  <a:pt x="963" y="3128"/>
                </a:moveTo>
                <a:lnTo>
                  <a:pt x="1324" y="3128"/>
                </a:lnTo>
                <a:moveTo>
                  <a:pt x="2406" y="3128"/>
                </a:moveTo>
                <a:lnTo>
                  <a:pt x="2527" y="3128"/>
                </a:lnTo>
                <a:moveTo>
                  <a:pt x="2767" y="3128"/>
                </a:moveTo>
                <a:lnTo>
                  <a:pt x="2887" y="3128"/>
                </a:lnTo>
                <a:moveTo>
                  <a:pt x="3128" y="3128"/>
                </a:moveTo>
                <a:lnTo>
                  <a:pt x="3248" y="3128"/>
                </a:lnTo>
                <a:moveTo>
                  <a:pt x="3368" y="3128"/>
                </a:moveTo>
                <a:lnTo>
                  <a:pt x="3489" y="3128"/>
                </a:lnTo>
                <a:moveTo>
                  <a:pt x="0" y="3248"/>
                </a:moveTo>
                <a:lnTo>
                  <a:pt x="120" y="3248"/>
                </a:lnTo>
                <a:moveTo>
                  <a:pt x="723" y="3248"/>
                </a:moveTo>
                <a:lnTo>
                  <a:pt x="843" y="3248"/>
                </a:lnTo>
                <a:moveTo>
                  <a:pt x="1204" y="3248"/>
                </a:moveTo>
                <a:lnTo>
                  <a:pt x="1324" y="3248"/>
                </a:lnTo>
                <a:moveTo>
                  <a:pt x="1685" y="3248"/>
                </a:moveTo>
                <a:lnTo>
                  <a:pt x="1805" y="3248"/>
                </a:lnTo>
                <a:moveTo>
                  <a:pt x="2166" y="3248"/>
                </a:moveTo>
                <a:lnTo>
                  <a:pt x="2286" y="3248"/>
                </a:lnTo>
                <a:moveTo>
                  <a:pt x="2406" y="3248"/>
                </a:moveTo>
                <a:lnTo>
                  <a:pt x="2647" y="3248"/>
                </a:lnTo>
                <a:moveTo>
                  <a:pt x="2767" y="3248"/>
                </a:moveTo>
                <a:lnTo>
                  <a:pt x="2887" y="3248"/>
                </a:lnTo>
                <a:moveTo>
                  <a:pt x="3008" y="3248"/>
                </a:moveTo>
                <a:lnTo>
                  <a:pt x="3128" y="3248"/>
                </a:lnTo>
                <a:moveTo>
                  <a:pt x="3248" y="3248"/>
                </a:moveTo>
                <a:lnTo>
                  <a:pt x="3368" y="3248"/>
                </a:lnTo>
                <a:moveTo>
                  <a:pt x="0" y="3368"/>
                </a:moveTo>
                <a:lnTo>
                  <a:pt x="843" y="3368"/>
                </a:lnTo>
                <a:moveTo>
                  <a:pt x="963" y="3368"/>
                </a:moveTo>
                <a:lnTo>
                  <a:pt x="1565" y="3368"/>
                </a:lnTo>
                <a:moveTo>
                  <a:pt x="1925" y="3368"/>
                </a:moveTo>
                <a:lnTo>
                  <a:pt x="2046" y="3368"/>
                </a:lnTo>
                <a:moveTo>
                  <a:pt x="2166" y="3368"/>
                </a:moveTo>
                <a:lnTo>
                  <a:pt x="2647" y="3368"/>
                </a:lnTo>
                <a:moveTo>
                  <a:pt x="2767" y="3368"/>
                </a:moveTo>
                <a:lnTo>
                  <a:pt x="2887" y="3368"/>
                </a:lnTo>
                <a:moveTo>
                  <a:pt x="3248" y="3368"/>
                </a:moveTo>
                <a:lnTo>
                  <a:pt x="3368" y="3368"/>
                </a:lnTo>
              </a:path>
            </a:pathLst>
          </a:custGeom>
          <a:ln w="43200">
            <a:solidFill>
              <a:srgbClr val="001d34"/>
            </a:solidFill>
            <a:miter/>
          </a:ln>
        </p:spPr>
        <p:txBody>
          <a:bodyPr lIns="21600" rIns="21600" tIns="21600" bIns="2160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9535320" y="3908520"/>
            <a:ext cx="1255680" cy="1212480"/>
          </a:xfrm>
          <a:custGeom>
            <a:avLst/>
            <a:gdLst/>
            <a:ahLst/>
            <a:rect l="0" t="0" r="r" b="b"/>
            <a:pathLst>
              <a:path fill="none" w="3488" h="3368">
                <a:moveTo>
                  <a:pt x="0" y="0"/>
                </a:moveTo>
                <a:lnTo>
                  <a:pt x="842" y="0"/>
                </a:lnTo>
                <a:moveTo>
                  <a:pt x="962" y="0"/>
                </a:moveTo>
                <a:lnTo>
                  <a:pt x="1202" y="0"/>
                </a:lnTo>
                <a:moveTo>
                  <a:pt x="1443" y="0"/>
                </a:moveTo>
                <a:lnTo>
                  <a:pt x="1563" y="0"/>
                </a:lnTo>
                <a:moveTo>
                  <a:pt x="1804" y="0"/>
                </a:moveTo>
                <a:lnTo>
                  <a:pt x="2164" y="0"/>
                </a:lnTo>
                <a:moveTo>
                  <a:pt x="2646" y="0"/>
                </a:moveTo>
                <a:lnTo>
                  <a:pt x="3488" y="0"/>
                </a:lnTo>
                <a:moveTo>
                  <a:pt x="0" y="120"/>
                </a:moveTo>
                <a:lnTo>
                  <a:pt x="120" y="120"/>
                </a:lnTo>
                <a:moveTo>
                  <a:pt x="721" y="120"/>
                </a:moveTo>
                <a:lnTo>
                  <a:pt x="842" y="120"/>
                </a:lnTo>
                <a:moveTo>
                  <a:pt x="962" y="120"/>
                </a:moveTo>
                <a:lnTo>
                  <a:pt x="1082" y="120"/>
                </a:lnTo>
                <a:moveTo>
                  <a:pt x="1323" y="120"/>
                </a:moveTo>
                <a:lnTo>
                  <a:pt x="1563" y="120"/>
                </a:lnTo>
                <a:moveTo>
                  <a:pt x="1924" y="120"/>
                </a:moveTo>
                <a:lnTo>
                  <a:pt x="2405" y="120"/>
                </a:lnTo>
                <a:moveTo>
                  <a:pt x="2646" y="120"/>
                </a:moveTo>
                <a:lnTo>
                  <a:pt x="2766" y="120"/>
                </a:lnTo>
                <a:moveTo>
                  <a:pt x="3368" y="120"/>
                </a:moveTo>
                <a:lnTo>
                  <a:pt x="3488" y="120"/>
                </a:lnTo>
                <a:moveTo>
                  <a:pt x="0" y="241"/>
                </a:moveTo>
                <a:lnTo>
                  <a:pt x="120" y="241"/>
                </a:lnTo>
                <a:moveTo>
                  <a:pt x="240" y="241"/>
                </a:moveTo>
                <a:lnTo>
                  <a:pt x="601" y="241"/>
                </a:lnTo>
                <a:moveTo>
                  <a:pt x="721" y="241"/>
                </a:moveTo>
                <a:lnTo>
                  <a:pt x="842" y="241"/>
                </a:lnTo>
                <a:moveTo>
                  <a:pt x="962" y="241"/>
                </a:moveTo>
                <a:lnTo>
                  <a:pt x="1202" y="241"/>
                </a:lnTo>
                <a:moveTo>
                  <a:pt x="1323" y="241"/>
                </a:moveTo>
                <a:lnTo>
                  <a:pt x="1563" y="241"/>
                </a:lnTo>
                <a:moveTo>
                  <a:pt x="1804" y="241"/>
                </a:moveTo>
                <a:lnTo>
                  <a:pt x="2044" y="241"/>
                </a:lnTo>
                <a:moveTo>
                  <a:pt x="2164" y="241"/>
                </a:moveTo>
                <a:lnTo>
                  <a:pt x="2525" y="241"/>
                </a:lnTo>
                <a:moveTo>
                  <a:pt x="2646" y="241"/>
                </a:moveTo>
                <a:lnTo>
                  <a:pt x="2766" y="241"/>
                </a:lnTo>
                <a:moveTo>
                  <a:pt x="2886" y="241"/>
                </a:moveTo>
                <a:lnTo>
                  <a:pt x="3248" y="241"/>
                </a:lnTo>
                <a:moveTo>
                  <a:pt x="3368" y="241"/>
                </a:moveTo>
                <a:lnTo>
                  <a:pt x="3488" y="241"/>
                </a:lnTo>
                <a:moveTo>
                  <a:pt x="0" y="361"/>
                </a:moveTo>
                <a:lnTo>
                  <a:pt x="120" y="361"/>
                </a:lnTo>
                <a:moveTo>
                  <a:pt x="240" y="361"/>
                </a:moveTo>
                <a:lnTo>
                  <a:pt x="601" y="361"/>
                </a:lnTo>
                <a:moveTo>
                  <a:pt x="721" y="361"/>
                </a:moveTo>
                <a:lnTo>
                  <a:pt x="842" y="361"/>
                </a:lnTo>
                <a:moveTo>
                  <a:pt x="1082" y="361"/>
                </a:moveTo>
                <a:lnTo>
                  <a:pt x="1202" y="361"/>
                </a:lnTo>
                <a:moveTo>
                  <a:pt x="1323" y="361"/>
                </a:moveTo>
                <a:lnTo>
                  <a:pt x="1443" y="361"/>
                </a:lnTo>
                <a:moveTo>
                  <a:pt x="1924" y="361"/>
                </a:moveTo>
                <a:lnTo>
                  <a:pt x="2164" y="361"/>
                </a:lnTo>
                <a:moveTo>
                  <a:pt x="2405" y="361"/>
                </a:moveTo>
                <a:lnTo>
                  <a:pt x="2525" y="361"/>
                </a:lnTo>
                <a:moveTo>
                  <a:pt x="2646" y="361"/>
                </a:moveTo>
                <a:lnTo>
                  <a:pt x="2766" y="361"/>
                </a:lnTo>
                <a:moveTo>
                  <a:pt x="2886" y="361"/>
                </a:moveTo>
                <a:lnTo>
                  <a:pt x="3248" y="361"/>
                </a:lnTo>
                <a:moveTo>
                  <a:pt x="3368" y="361"/>
                </a:moveTo>
                <a:lnTo>
                  <a:pt x="3488" y="361"/>
                </a:lnTo>
                <a:moveTo>
                  <a:pt x="0" y="481"/>
                </a:moveTo>
                <a:lnTo>
                  <a:pt x="120" y="481"/>
                </a:lnTo>
                <a:moveTo>
                  <a:pt x="240" y="481"/>
                </a:moveTo>
                <a:lnTo>
                  <a:pt x="601" y="481"/>
                </a:lnTo>
                <a:moveTo>
                  <a:pt x="721" y="481"/>
                </a:moveTo>
                <a:lnTo>
                  <a:pt x="842" y="481"/>
                </a:lnTo>
                <a:moveTo>
                  <a:pt x="962" y="481"/>
                </a:moveTo>
                <a:lnTo>
                  <a:pt x="1082" y="481"/>
                </a:lnTo>
                <a:moveTo>
                  <a:pt x="1202" y="481"/>
                </a:moveTo>
                <a:lnTo>
                  <a:pt x="1323" y="481"/>
                </a:lnTo>
                <a:moveTo>
                  <a:pt x="1443" y="481"/>
                </a:moveTo>
                <a:lnTo>
                  <a:pt x="1563" y="481"/>
                </a:lnTo>
                <a:moveTo>
                  <a:pt x="1683" y="481"/>
                </a:moveTo>
                <a:lnTo>
                  <a:pt x="2164" y="481"/>
                </a:lnTo>
                <a:moveTo>
                  <a:pt x="2285" y="481"/>
                </a:moveTo>
                <a:lnTo>
                  <a:pt x="2405" y="481"/>
                </a:lnTo>
                <a:moveTo>
                  <a:pt x="2646" y="481"/>
                </a:moveTo>
                <a:lnTo>
                  <a:pt x="2766" y="481"/>
                </a:lnTo>
                <a:moveTo>
                  <a:pt x="2886" y="481"/>
                </a:moveTo>
                <a:lnTo>
                  <a:pt x="3248" y="481"/>
                </a:lnTo>
                <a:moveTo>
                  <a:pt x="3368" y="481"/>
                </a:moveTo>
                <a:lnTo>
                  <a:pt x="3488" y="481"/>
                </a:lnTo>
                <a:moveTo>
                  <a:pt x="0" y="601"/>
                </a:moveTo>
                <a:lnTo>
                  <a:pt x="120" y="601"/>
                </a:lnTo>
                <a:moveTo>
                  <a:pt x="721" y="601"/>
                </a:moveTo>
                <a:lnTo>
                  <a:pt x="842" y="601"/>
                </a:lnTo>
                <a:moveTo>
                  <a:pt x="1082" y="601"/>
                </a:moveTo>
                <a:lnTo>
                  <a:pt x="1202" y="601"/>
                </a:lnTo>
                <a:moveTo>
                  <a:pt x="1443" y="601"/>
                </a:moveTo>
                <a:lnTo>
                  <a:pt x="1563" y="601"/>
                </a:lnTo>
                <a:moveTo>
                  <a:pt x="1804" y="601"/>
                </a:moveTo>
                <a:lnTo>
                  <a:pt x="2044" y="601"/>
                </a:lnTo>
                <a:moveTo>
                  <a:pt x="2405" y="601"/>
                </a:moveTo>
                <a:lnTo>
                  <a:pt x="2525" y="601"/>
                </a:lnTo>
                <a:moveTo>
                  <a:pt x="2646" y="601"/>
                </a:moveTo>
                <a:lnTo>
                  <a:pt x="2766" y="601"/>
                </a:lnTo>
                <a:moveTo>
                  <a:pt x="3368" y="601"/>
                </a:moveTo>
                <a:lnTo>
                  <a:pt x="3488" y="601"/>
                </a:lnTo>
                <a:moveTo>
                  <a:pt x="0" y="722"/>
                </a:moveTo>
                <a:lnTo>
                  <a:pt x="842" y="722"/>
                </a:lnTo>
                <a:moveTo>
                  <a:pt x="962" y="722"/>
                </a:moveTo>
                <a:lnTo>
                  <a:pt x="1082" y="722"/>
                </a:lnTo>
                <a:moveTo>
                  <a:pt x="1202" y="722"/>
                </a:moveTo>
                <a:lnTo>
                  <a:pt x="1323" y="722"/>
                </a:lnTo>
                <a:moveTo>
                  <a:pt x="1443" y="722"/>
                </a:moveTo>
                <a:lnTo>
                  <a:pt x="1563" y="722"/>
                </a:lnTo>
                <a:moveTo>
                  <a:pt x="1683" y="722"/>
                </a:moveTo>
                <a:lnTo>
                  <a:pt x="1804" y="722"/>
                </a:lnTo>
                <a:moveTo>
                  <a:pt x="1924" y="722"/>
                </a:moveTo>
                <a:lnTo>
                  <a:pt x="2044" y="722"/>
                </a:lnTo>
                <a:moveTo>
                  <a:pt x="2164" y="722"/>
                </a:moveTo>
                <a:lnTo>
                  <a:pt x="2285" y="722"/>
                </a:lnTo>
                <a:moveTo>
                  <a:pt x="2405" y="722"/>
                </a:moveTo>
                <a:lnTo>
                  <a:pt x="2525" y="722"/>
                </a:lnTo>
                <a:moveTo>
                  <a:pt x="2646" y="722"/>
                </a:moveTo>
                <a:lnTo>
                  <a:pt x="3488" y="722"/>
                </a:lnTo>
                <a:moveTo>
                  <a:pt x="1563" y="842"/>
                </a:moveTo>
                <a:lnTo>
                  <a:pt x="1683" y="842"/>
                </a:lnTo>
                <a:moveTo>
                  <a:pt x="1804" y="842"/>
                </a:moveTo>
                <a:lnTo>
                  <a:pt x="2044" y="842"/>
                </a:lnTo>
                <a:moveTo>
                  <a:pt x="2164" y="842"/>
                </a:moveTo>
                <a:lnTo>
                  <a:pt x="2285" y="842"/>
                </a:lnTo>
                <a:moveTo>
                  <a:pt x="2405" y="842"/>
                </a:moveTo>
                <a:lnTo>
                  <a:pt x="2525" y="842"/>
                </a:lnTo>
                <a:moveTo>
                  <a:pt x="0" y="963"/>
                </a:moveTo>
                <a:lnTo>
                  <a:pt x="120" y="963"/>
                </a:lnTo>
                <a:moveTo>
                  <a:pt x="360" y="963"/>
                </a:moveTo>
                <a:lnTo>
                  <a:pt x="1082" y="963"/>
                </a:lnTo>
                <a:moveTo>
                  <a:pt x="1323" y="963"/>
                </a:moveTo>
                <a:lnTo>
                  <a:pt x="1443" y="963"/>
                </a:lnTo>
                <a:moveTo>
                  <a:pt x="1563" y="963"/>
                </a:moveTo>
                <a:lnTo>
                  <a:pt x="1683" y="963"/>
                </a:lnTo>
                <a:moveTo>
                  <a:pt x="1924" y="963"/>
                </a:moveTo>
                <a:lnTo>
                  <a:pt x="2164" y="963"/>
                </a:lnTo>
                <a:moveTo>
                  <a:pt x="2285" y="963"/>
                </a:moveTo>
                <a:lnTo>
                  <a:pt x="2646" y="963"/>
                </a:lnTo>
                <a:moveTo>
                  <a:pt x="2886" y="963"/>
                </a:moveTo>
                <a:lnTo>
                  <a:pt x="3006" y="963"/>
                </a:lnTo>
                <a:moveTo>
                  <a:pt x="3127" y="963"/>
                </a:moveTo>
                <a:lnTo>
                  <a:pt x="3488" y="963"/>
                </a:lnTo>
                <a:moveTo>
                  <a:pt x="0" y="1083"/>
                </a:moveTo>
                <a:lnTo>
                  <a:pt x="120" y="1083"/>
                </a:lnTo>
                <a:moveTo>
                  <a:pt x="240" y="1083"/>
                </a:moveTo>
                <a:lnTo>
                  <a:pt x="360" y="1083"/>
                </a:lnTo>
                <a:moveTo>
                  <a:pt x="962" y="1083"/>
                </a:moveTo>
                <a:lnTo>
                  <a:pt x="1082" y="1083"/>
                </a:lnTo>
                <a:moveTo>
                  <a:pt x="1202" y="1083"/>
                </a:moveTo>
                <a:lnTo>
                  <a:pt x="1683" y="1083"/>
                </a:lnTo>
                <a:moveTo>
                  <a:pt x="1924" y="1083"/>
                </a:moveTo>
                <a:lnTo>
                  <a:pt x="2405" y="1083"/>
                </a:lnTo>
                <a:moveTo>
                  <a:pt x="2766" y="1083"/>
                </a:moveTo>
                <a:lnTo>
                  <a:pt x="3006" y="1083"/>
                </a:lnTo>
                <a:moveTo>
                  <a:pt x="3127" y="1083"/>
                </a:moveTo>
                <a:lnTo>
                  <a:pt x="3368" y="1083"/>
                </a:lnTo>
                <a:moveTo>
                  <a:pt x="481" y="1204"/>
                </a:moveTo>
                <a:lnTo>
                  <a:pt x="601" y="1204"/>
                </a:lnTo>
                <a:moveTo>
                  <a:pt x="721" y="1204"/>
                </a:moveTo>
                <a:lnTo>
                  <a:pt x="842" y="1204"/>
                </a:lnTo>
                <a:moveTo>
                  <a:pt x="1443" y="1204"/>
                </a:moveTo>
                <a:lnTo>
                  <a:pt x="1683" y="1204"/>
                </a:lnTo>
                <a:moveTo>
                  <a:pt x="1804" y="1204"/>
                </a:moveTo>
                <a:lnTo>
                  <a:pt x="1924" y="1204"/>
                </a:lnTo>
                <a:moveTo>
                  <a:pt x="2044" y="1204"/>
                </a:moveTo>
                <a:lnTo>
                  <a:pt x="2285" y="1204"/>
                </a:lnTo>
                <a:moveTo>
                  <a:pt x="2405" y="1204"/>
                </a:moveTo>
                <a:lnTo>
                  <a:pt x="2525" y="1204"/>
                </a:lnTo>
                <a:moveTo>
                  <a:pt x="2886" y="1204"/>
                </a:moveTo>
                <a:lnTo>
                  <a:pt x="3006" y="1204"/>
                </a:lnTo>
                <a:moveTo>
                  <a:pt x="3127" y="1204"/>
                </a:moveTo>
                <a:lnTo>
                  <a:pt x="3248" y="1204"/>
                </a:lnTo>
                <a:moveTo>
                  <a:pt x="120" y="1324"/>
                </a:moveTo>
                <a:lnTo>
                  <a:pt x="240" y="1324"/>
                </a:lnTo>
                <a:moveTo>
                  <a:pt x="601" y="1324"/>
                </a:moveTo>
                <a:lnTo>
                  <a:pt x="721" y="1324"/>
                </a:lnTo>
                <a:moveTo>
                  <a:pt x="1082" y="1324"/>
                </a:moveTo>
                <a:lnTo>
                  <a:pt x="1202" y="1324"/>
                </a:lnTo>
                <a:moveTo>
                  <a:pt x="1323" y="1324"/>
                </a:moveTo>
                <a:lnTo>
                  <a:pt x="1443" y="1324"/>
                </a:lnTo>
                <a:moveTo>
                  <a:pt x="1563" y="1324"/>
                </a:moveTo>
                <a:lnTo>
                  <a:pt x="1683" y="1324"/>
                </a:lnTo>
                <a:moveTo>
                  <a:pt x="1924" y="1324"/>
                </a:moveTo>
                <a:lnTo>
                  <a:pt x="2164" y="1324"/>
                </a:lnTo>
                <a:moveTo>
                  <a:pt x="2886" y="1324"/>
                </a:moveTo>
                <a:lnTo>
                  <a:pt x="3127" y="1324"/>
                </a:lnTo>
                <a:moveTo>
                  <a:pt x="3368" y="1324"/>
                </a:moveTo>
                <a:lnTo>
                  <a:pt x="3488" y="1324"/>
                </a:lnTo>
                <a:moveTo>
                  <a:pt x="120" y="1444"/>
                </a:moveTo>
                <a:lnTo>
                  <a:pt x="240" y="1444"/>
                </a:lnTo>
                <a:moveTo>
                  <a:pt x="360" y="1444"/>
                </a:moveTo>
                <a:lnTo>
                  <a:pt x="481" y="1444"/>
                </a:lnTo>
                <a:moveTo>
                  <a:pt x="721" y="1444"/>
                </a:moveTo>
                <a:lnTo>
                  <a:pt x="962" y="1444"/>
                </a:lnTo>
                <a:moveTo>
                  <a:pt x="1082" y="1444"/>
                </a:moveTo>
                <a:lnTo>
                  <a:pt x="1202" y="1444"/>
                </a:lnTo>
                <a:moveTo>
                  <a:pt x="1323" y="1444"/>
                </a:moveTo>
                <a:lnTo>
                  <a:pt x="1443" y="1444"/>
                </a:lnTo>
                <a:moveTo>
                  <a:pt x="1563" y="1444"/>
                </a:moveTo>
                <a:lnTo>
                  <a:pt x="1683" y="1444"/>
                </a:lnTo>
                <a:moveTo>
                  <a:pt x="1804" y="1444"/>
                </a:moveTo>
                <a:lnTo>
                  <a:pt x="2044" y="1444"/>
                </a:lnTo>
                <a:moveTo>
                  <a:pt x="2285" y="1444"/>
                </a:moveTo>
                <a:lnTo>
                  <a:pt x="2405" y="1444"/>
                </a:lnTo>
                <a:moveTo>
                  <a:pt x="2646" y="1444"/>
                </a:moveTo>
                <a:lnTo>
                  <a:pt x="2886" y="1444"/>
                </a:lnTo>
                <a:moveTo>
                  <a:pt x="3368" y="1444"/>
                </a:moveTo>
                <a:lnTo>
                  <a:pt x="3488" y="1444"/>
                </a:lnTo>
                <a:moveTo>
                  <a:pt x="0" y="1564"/>
                </a:moveTo>
                <a:lnTo>
                  <a:pt x="481" y="1564"/>
                </a:lnTo>
                <a:moveTo>
                  <a:pt x="601" y="1564"/>
                </a:moveTo>
                <a:lnTo>
                  <a:pt x="721" y="1564"/>
                </a:lnTo>
                <a:moveTo>
                  <a:pt x="962" y="1564"/>
                </a:moveTo>
                <a:lnTo>
                  <a:pt x="1082" y="1564"/>
                </a:lnTo>
                <a:moveTo>
                  <a:pt x="1202" y="1564"/>
                </a:moveTo>
                <a:lnTo>
                  <a:pt x="1323" y="1564"/>
                </a:lnTo>
                <a:moveTo>
                  <a:pt x="1563" y="1564"/>
                </a:moveTo>
                <a:lnTo>
                  <a:pt x="1804" y="1564"/>
                </a:lnTo>
                <a:moveTo>
                  <a:pt x="2164" y="1564"/>
                </a:moveTo>
                <a:lnTo>
                  <a:pt x="2285" y="1564"/>
                </a:lnTo>
                <a:moveTo>
                  <a:pt x="2646" y="1564"/>
                </a:moveTo>
                <a:lnTo>
                  <a:pt x="3488" y="1564"/>
                </a:lnTo>
                <a:moveTo>
                  <a:pt x="120" y="1685"/>
                </a:moveTo>
                <a:lnTo>
                  <a:pt x="240" y="1685"/>
                </a:lnTo>
                <a:moveTo>
                  <a:pt x="360" y="1685"/>
                </a:moveTo>
                <a:lnTo>
                  <a:pt x="601" y="1685"/>
                </a:lnTo>
                <a:moveTo>
                  <a:pt x="721" y="1685"/>
                </a:moveTo>
                <a:lnTo>
                  <a:pt x="842" y="1685"/>
                </a:lnTo>
                <a:moveTo>
                  <a:pt x="962" y="1685"/>
                </a:moveTo>
                <a:lnTo>
                  <a:pt x="1082" y="1685"/>
                </a:lnTo>
                <a:moveTo>
                  <a:pt x="1443" y="1685"/>
                </a:moveTo>
                <a:lnTo>
                  <a:pt x="1683" y="1685"/>
                </a:lnTo>
                <a:moveTo>
                  <a:pt x="1804" y="1685"/>
                </a:moveTo>
                <a:lnTo>
                  <a:pt x="1924" y="1685"/>
                </a:lnTo>
                <a:moveTo>
                  <a:pt x="2044" y="1685"/>
                </a:moveTo>
                <a:lnTo>
                  <a:pt x="2646" y="1685"/>
                </a:lnTo>
                <a:moveTo>
                  <a:pt x="3127" y="1685"/>
                </a:moveTo>
                <a:lnTo>
                  <a:pt x="3248" y="1685"/>
                </a:lnTo>
                <a:moveTo>
                  <a:pt x="3368" y="1685"/>
                </a:moveTo>
                <a:lnTo>
                  <a:pt x="3488" y="1685"/>
                </a:lnTo>
                <a:moveTo>
                  <a:pt x="0" y="1805"/>
                </a:moveTo>
                <a:lnTo>
                  <a:pt x="120" y="1805"/>
                </a:lnTo>
                <a:moveTo>
                  <a:pt x="240" y="1805"/>
                </a:moveTo>
                <a:lnTo>
                  <a:pt x="360" y="1805"/>
                </a:lnTo>
                <a:moveTo>
                  <a:pt x="481" y="1805"/>
                </a:moveTo>
                <a:lnTo>
                  <a:pt x="721" y="1805"/>
                </a:lnTo>
                <a:moveTo>
                  <a:pt x="1323" y="1805"/>
                </a:moveTo>
                <a:lnTo>
                  <a:pt x="1563" y="1805"/>
                </a:lnTo>
                <a:moveTo>
                  <a:pt x="1804" y="1805"/>
                </a:moveTo>
                <a:lnTo>
                  <a:pt x="1924" y="1805"/>
                </a:lnTo>
                <a:moveTo>
                  <a:pt x="2285" y="1805"/>
                </a:moveTo>
                <a:lnTo>
                  <a:pt x="2886" y="1805"/>
                </a:lnTo>
                <a:moveTo>
                  <a:pt x="3127" y="1805"/>
                </a:moveTo>
                <a:lnTo>
                  <a:pt x="3248" y="1805"/>
                </a:lnTo>
                <a:moveTo>
                  <a:pt x="3368" y="1805"/>
                </a:moveTo>
                <a:lnTo>
                  <a:pt x="3488" y="1805"/>
                </a:lnTo>
                <a:moveTo>
                  <a:pt x="240" y="1925"/>
                </a:moveTo>
                <a:lnTo>
                  <a:pt x="601" y="1925"/>
                </a:lnTo>
                <a:moveTo>
                  <a:pt x="721" y="1925"/>
                </a:moveTo>
                <a:lnTo>
                  <a:pt x="842" y="1925"/>
                </a:lnTo>
                <a:moveTo>
                  <a:pt x="962" y="1925"/>
                </a:moveTo>
                <a:lnTo>
                  <a:pt x="1202" y="1925"/>
                </a:lnTo>
                <a:moveTo>
                  <a:pt x="1683" y="1925"/>
                </a:moveTo>
                <a:lnTo>
                  <a:pt x="1804" y="1925"/>
                </a:lnTo>
                <a:moveTo>
                  <a:pt x="2766" y="1925"/>
                </a:moveTo>
                <a:lnTo>
                  <a:pt x="2886" y="1925"/>
                </a:lnTo>
                <a:moveTo>
                  <a:pt x="3006" y="1925"/>
                </a:moveTo>
                <a:lnTo>
                  <a:pt x="3127" y="1925"/>
                </a:lnTo>
                <a:moveTo>
                  <a:pt x="0" y="2046"/>
                </a:moveTo>
                <a:lnTo>
                  <a:pt x="601" y="2046"/>
                </a:lnTo>
                <a:moveTo>
                  <a:pt x="1323" y="2046"/>
                </a:moveTo>
                <a:lnTo>
                  <a:pt x="2646" y="2046"/>
                </a:lnTo>
                <a:moveTo>
                  <a:pt x="2766" y="2046"/>
                </a:moveTo>
                <a:lnTo>
                  <a:pt x="3006" y="2046"/>
                </a:lnTo>
                <a:moveTo>
                  <a:pt x="3127" y="2046"/>
                </a:moveTo>
                <a:lnTo>
                  <a:pt x="3368" y="2046"/>
                </a:lnTo>
                <a:moveTo>
                  <a:pt x="0" y="2166"/>
                </a:moveTo>
                <a:lnTo>
                  <a:pt x="360" y="2166"/>
                </a:lnTo>
                <a:moveTo>
                  <a:pt x="601" y="2166"/>
                </a:moveTo>
                <a:lnTo>
                  <a:pt x="962" y="2166"/>
                </a:lnTo>
                <a:moveTo>
                  <a:pt x="1443" y="2166"/>
                </a:moveTo>
                <a:lnTo>
                  <a:pt x="1563" y="2166"/>
                </a:lnTo>
                <a:moveTo>
                  <a:pt x="1804" y="2166"/>
                </a:moveTo>
                <a:lnTo>
                  <a:pt x="2164" y="2166"/>
                </a:lnTo>
                <a:moveTo>
                  <a:pt x="2285" y="2166"/>
                </a:moveTo>
                <a:lnTo>
                  <a:pt x="2405" y="2166"/>
                </a:lnTo>
                <a:moveTo>
                  <a:pt x="2525" y="2166"/>
                </a:moveTo>
                <a:lnTo>
                  <a:pt x="2886" y="2166"/>
                </a:lnTo>
                <a:moveTo>
                  <a:pt x="3006" y="2166"/>
                </a:moveTo>
                <a:lnTo>
                  <a:pt x="3127" y="2166"/>
                </a:lnTo>
                <a:moveTo>
                  <a:pt x="3368" y="2166"/>
                </a:moveTo>
                <a:lnTo>
                  <a:pt x="3488" y="2166"/>
                </a:lnTo>
                <a:moveTo>
                  <a:pt x="0" y="2286"/>
                </a:moveTo>
                <a:lnTo>
                  <a:pt x="240" y="2286"/>
                </a:lnTo>
                <a:moveTo>
                  <a:pt x="360" y="2286"/>
                </a:moveTo>
                <a:lnTo>
                  <a:pt x="601" y="2286"/>
                </a:lnTo>
                <a:moveTo>
                  <a:pt x="962" y="2286"/>
                </a:moveTo>
                <a:lnTo>
                  <a:pt x="1323" y="2286"/>
                </a:lnTo>
                <a:moveTo>
                  <a:pt x="1683" y="2286"/>
                </a:moveTo>
                <a:lnTo>
                  <a:pt x="1804" y="2286"/>
                </a:lnTo>
                <a:moveTo>
                  <a:pt x="1924" y="2286"/>
                </a:moveTo>
                <a:lnTo>
                  <a:pt x="2044" y="2286"/>
                </a:lnTo>
                <a:moveTo>
                  <a:pt x="2525" y="2286"/>
                </a:moveTo>
                <a:lnTo>
                  <a:pt x="2646" y="2286"/>
                </a:lnTo>
                <a:moveTo>
                  <a:pt x="2886" y="2286"/>
                </a:moveTo>
                <a:lnTo>
                  <a:pt x="3248" y="2286"/>
                </a:lnTo>
                <a:moveTo>
                  <a:pt x="0" y="2406"/>
                </a:moveTo>
                <a:lnTo>
                  <a:pt x="240" y="2406"/>
                </a:lnTo>
                <a:moveTo>
                  <a:pt x="481" y="2406"/>
                </a:moveTo>
                <a:lnTo>
                  <a:pt x="601" y="2406"/>
                </a:lnTo>
                <a:moveTo>
                  <a:pt x="721" y="2406"/>
                </a:moveTo>
                <a:lnTo>
                  <a:pt x="962" y="2406"/>
                </a:lnTo>
                <a:moveTo>
                  <a:pt x="1082" y="2406"/>
                </a:moveTo>
                <a:lnTo>
                  <a:pt x="1323" y="2406"/>
                </a:lnTo>
                <a:moveTo>
                  <a:pt x="1563" y="2406"/>
                </a:moveTo>
                <a:lnTo>
                  <a:pt x="1924" y="2406"/>
                </a:lnTo>
                <a:moveTo>
                  <a:pt x="2044" y="2406"/>
                </a:moveTo>
                <a:lnTo>
                  <a:pt x="2164" y="2406"/>
                </a:lnTo>
                <a:moveTo>
                  <a:pt x="2405" y="2406"/>
                </a:moveTo>
                <a:lnTo>
                  <a:pt x="3368" y="2406"/>
                </a:lnTo>
                <a:moveTo>
                  <a:pt x="962" y="2527"/>
                </a:moveTo>
                <a:lnTo>
                  <a:pt x="1082" y="2527"/>
                </a:lnTo>
                <a:moveTo>
                  <a:pt x="1443" y="2527"/>
                </a:moveTo>
                <a:lnTo>
                  <a:pt x="1563" y="2527"/>
                </a:lnTo>
                <a:moveTo>
                  <a:pt x="1683" y="2527"/>
                </a:moveTo>
                <a:lnTo>
                  <a:pt x="1924" y="2527"/>
                </a:lnTo>
                <a:moveTo>
                  <a:pt x="2405" y="2527"/>
                </a:moveTo>
                <a:lnTo>
                  <a:pt x="2525" y="2527"/>
                </a:lnTo>
                <a:moveTo>
                  <a:pt x="2886" y="2527"/>
                </a:moveTo>
                <a:lnTo>
                  <a:pt x="3127" y="2527"/>
                </a:lnTo>
                <a:moveTo>
                  <a:pt x="0" y="2647"/>
                </a:moveTo>
                <a:lnTo>
                  <a:pt x="842" y="2647"/>
                </a:lnTo>
                <a:moveTo>
                  <a:pt x="962" y="2647"/>
                </a:moveTo>
                <a:lnTo>
                  <a:pt x="1082" y="2647"/>
                </a:lnTo>
                <a:moveTo>
                  <a:pt x="1202" y="2647"/>
                </a:moveTo>
                <a:lnTo>
                  <a:pt x="1563" y="2647"/>
                </a:lnTo>
                <a:moveTo>
                  <a:pt x="1683" y="2647"/>
                </a:moveTo>
                <a:lnTo>
                  <a:pt x="2044" y="2647"/>
                </a:lnTo>
                <a:moveTo>
                  <a:pt x="2164" y="2647"/>
                </a:moveTo>
                <a:lnTo>
                  <a:pt x="2525" y="2647"/>
                </a:lnTo>
                <a:moveTo>
                  <a:pt x="2646" y="2647"/>
                </a:moveTo>
                <a:lnTo>
                  <a:pt x="2766" y="2647"/>
                </a:lnTo>
                <a:moveTo>
                  <a:pt x="2886" y="2647"/>
                </a:moveTo>
                <a:lnTo>
                  <a:pt x="3127" y="2647"/>
                </a:lnTo>
                <a:moveTo>
                  <a:pt x="0" y="2767"/>
                </a:moveTo>
                <a:lnTo>
                  <a:pt x="120" y="2767"/>
                </a:lnTo>
                <a:moveTo>
                  <a:pt x="721" y="2767"/>
                </a:moveTo>
                <a:lnTo>
                  <a:pt x="842" y="2767"/>
                </a:lnTo>
                <a:moveTo>
                  <a:pt x="962" y="2767"/>
                </a:moveTo>
                <a:lnTo>
                  <a:pt x="1082" y="2767"/>
                </a:lnTo>
                <a:moveTo>
                  <a:pt x="1443" y="2767"/>
                </a:moveTo>
                <a:lnTo>
                  <a:pt x="1563" y="2767"/>
                </a:lnTo>
                <a:moveTo>
                  <a:pt x="1683" y="2767"/>
                </a:moveTo>
                <a:lnTo>
                  <a:pt x="1804" y="2767"/>
                </a:lnTo>
                <a:moveTo>
                  <a:pt x="2044" y="2767"/>
                </a:moveTo>
                <a:lnTo>
                  <a:pt x="2164" y="2767"/>
                </a:lnTo>
                <a:moveTo>
                  <a:pt x="2285" y="2767"/>
                </a:moveTo>
                <a:lnTo>
                  <a:pt x="2525" y="2767"/>
                </a:lnTo>
                <a:moveTo>
                  <a:pt x="2886" y="2767"/>
                </a:moveTo>
                <a:lnTo>
                  <a:pt x="3006" y="2767"/>
                </a:lnTo>
                <a:moveTo>
                  <a:pt x="3248" y="2767"/>
                </a:moveTo>
                <a:lnTo>
                  <a:pt x="3488" y="2767"/>
                </a:lnTo>
                <a:moveTo>
                  <a:pt x="0" y="2887"/>
                </a:moveTo>
                <a:lnTo>
                  <a:pt x="120" y="2887"/>
                </a:lnTo>
                <a:moveTo>
                  <a:pt x="240" y="2887"/>
                </a:moveTo>
                <a:lnTo>
                  <a:pt x="601" y="2887"/>
                </a:lnTo>
                <a:moveTo>
                  <a:pt x="721" y="2887"/>
                </a:moveTo>
                <a:lnTo>
                  <a:pt x="842" y="2887"/>
                </a:lnTo>
                <a:moveTo>
                  <a:pt x="962" y="2887"/>
                </a:moveTo>
                <a:lnTo>
                  <a:pt x="1082" y="2887"/>
                </a:lnTo>
                <a:moveTo>
                  <a:pt x="1202" y="2887"/>
                </a:moveTo>
                <a:lnTo>
                  <a:pt x="1323" y="2887"/>
                </a:lnTo>
                <a:moveTo>
                  <a:pt x="1443" y="2887"/>
                </a:moveTo>
                <a:lnTo>
                  <a:pt x="2044" y="2887"/>
                </a:lnTo>
                <a:moveTo>
                  <a:pt x="2164" y="2887"/>
                </a:moveTo>
                <a:lnTo>
                  <a:pt x="3127" y="2887"/>
                </a:lnTo>
                <a:moveTo>
                  <a:pt x="3248" y="2887"/>
                </a:moveTo>
                <a:lnTo>
                  <a:pt x="3488" y="2887"/>
                </a:lnTo>
                <a:moveTo>
                  <a:pt x="0" y="3008"/>
                </a:moveTo>
                <a:lnTo>
                  <a:pt x="120" y="3008"/>
                </a:lnTo>
                <a:moveTo>
                  <a:pt x="240" y="3008"/>
                </a:moveTo>
                <a:lnTo>
                  <a:pt x="601" y="3008"/>
                </a:lnTo>
                <a:moveTo>
                  <a:pt x="721" y="3008"/>
                </a:moveTo>
                <a:lnTo>
                  <a:pt x="842" y="3008"/>
                </a:lnTo>
                <a:moveTo>
                  <a:pt x="962" y="3008"/>
                </a:moveTo>
                <a:lnTo>
                  <a:pt x="1202" y="3008"/>
                </a:lnTo>
                <a:moveTo>
                  <a:pt x="1323" y="3008"/>
                </a:moveTo>
                <a:lnTo>
                  <a:pt x="1563" y="3008"/>
                </a:lnTo>
                <a:moveTo>
                  <a:pt x="1804" y="3008"/>
                </a:moveTo>
                <a:lnTo>
                  <a:pt x="2525" y="3008"/>
                </a:lnTo>
                <a:moveTo>
                  <a:pt x="2766" y="3008"/>
                </a:moveTo>
                <a:lnTo>
                  <a:pt x="2886" y="3008"/>
                </a:lnTo>
                <a:moveTo>
                  <a:pt x="3368" y="3008"/>
                </a:moveTo>
                <a:lnTo>
                  <a:pt x="3488" y="3008"/>
                </a:lnTo>
                <a:moveTo>
                  <a:pt x="0" y="3128"/>
                </a:moveTo>
                <a:lnTo>
                  <a:pt x="120" y="3128"/>
                </a:lnTo>
                <a:moveTo>
                  <a:pt x="240" y="3128"/>
                </a:moveTo>
                <a:lnTo>
                  <a:pt x="601" y="3128"/>
                </a:lnTo>
                <a:moveTo>
                  <a:pt x="721" y="3128"/>
                </a:moveTo>
                <a:lnTo>
                  <a:pt x="842" y="3128"/>
                </a:lnTo>
                <a:moveTo>
                  <a:pt x="1804" y="3128"/>
                </a:moveTo>
                <a:lnTo>
                  <a:pt x="2164" y="3128"/>
                </a:lnTo>
                <a:moveTo>
                  <a:pt x="2285" y="3128"/>
                </a:moveTo>
                <a:lnTo>
                  <a:pt x="2646" y="3128"/>
                </a:lnTo>
                <a:moveTo>
                  <a:pt x="2886" y="3128"/>
                </a:moveTo>
                <a:lnTo>
                  <a:pt x="3006" y="3128"/>
                </a:lnTo>
                <a:moveTo>
                  <a:pt x="3127" y="3128"/>
                </a:moveTo>
                <a:lnTo>
                  <a:pt x="3488" y="3128"/>
                </a:lnTo>
                <a:moveTo>
                  <a:pt x="0" y="3248"/>
                </a:moveTo>
                <a:lnTo>
                  <a:pt x="120" y="3248"/>
                </a:lnTo>
                <a:moveTo>
                  <a:pt x="721" y="3248"/>
                </a:moveTo>
                <a:lnTo>
                  <a:pt x="842" y="3248"/>
                </a:lnTo>
                <a:moveTo>
                  <a:pt x="1082" y="3248"/>
                </a:moveTo>
                <a:lnTo>
                  <a:pt x="1202" y="3248"/>
                </a:lnTo>
                <a:moveTo>
                  <a:pt x="1323" y="3248"/>
                </a:moveTo>
                <a:lnTo>
                  <a:pt x="1563" y="3248"/>
                </a:lnTo>
                <a:moveTo>
                  <a:pt x="1804" y="3248"/>
                </a:moveTo>
                <a:lnTo>
                  <a:pt x="1924" y="3248"/>
                </a:lnTo>
                <a:moveTo>
                  <a:pt x="2164" y="3248"/>
                </a:moveTo>
                <a:lnTo>
                  <a:pt x="2285" y="3248"/>
                </a:lnTo>
                <a:moveTo>
                  <a:pt x="2525" y="3248"/>
                </a:moveTo>
                <a:lnTo>
                  <a:pt x="2646" y="3248"/>
                </a:lnTo>
                <a:moveTo>
                  <a:pt x="3006" y="3248"/>
                </a:moveTo>
                <a:lnTo>
                  <a:pt x="3248" y="3248"/>
                </a:lnTo>
                <a:moveTo>
                  <a:pt x="3368" y="3248"/>
                </a:moveTo>
                <a:lnTo>
                  <a:pt x="3488" y="3248"/>
                </a:lnTo>
                <a:moveTo>
                  <a:pt x="0" y="3368"/>
                </a:moveTo>
                <a:lnTo>
                  <a:pt x="842" y="3368"/>
                </a:lnTo>
                <a:moveTo>
                  <a:pt x="962" y="3368"/>
                </a:moveTo>
                <a:lnTo>
                  <a:pt x="1202" y="3368"/>
                </a:lnTo>
                <a:moveTo>
                  <a:pt x="1323" y="3368"/>
                </a:moveTo>
                <a:lnTo>
                  <a:pt x="1683" y="3368"/>
                </a:lnTo>
                <a:moveTo>
                  <a:pt x="2285" y="3368"/>
                </a:moveTo>
                <a:lnTo>
                  <a:pt x="2766" y="3368"/>
                </a:lnTo>
                <a:moveTo>
                  <a:pt x="2886" y="3368"/>
                </a:moveTo>
                <a:lnTo>
                  <a:pt x="3127" y="3368"/>
                </a:lnTo>
              </a:path>
            </a:pathLst>
          </a:custGeom>
          <a:ln w="43200">
            <a:solidFill>
              <a:srgbClr val="001d34"/>
            </a:solidFill>
            <a:miter/>
          </a:ln>
        </p:spPr>
        <p:txBody>
          <a:bodyPr lIns="21600" rIns="21600" tIns="21600" bIns="2160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8937000" y="1781640"/>
            <a:ext cx="12200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Caret (HL7 v2)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666720" y="5479200"/>
            <a:ext cx="97239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Up for the event, 29 and 30 October. Fictional test data only. FHIR bases: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referrals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 and </a:t>
            </a:r>
            <a:r>
              <a:rPr b="0" lang="en-AU" sz="1950" spc="-1" strike="noStrike">
                <a:solidFill>
                  <a:srgbClr val="00a9ce"/>
                </a:solidFill>
                <a:latin typeface="Calibri"/>
                <a:ea typeface="Calibri"/>
              </a:rPr>
              <a:t>directory</a:t>
            </a:r>
            <a:r>
              <a:rPr b="0" lang="en-AU" sz="1950" spc="-1" strike="noStrike">
                <a:solidFill>
                  <a:srgbClr val="001d34"/>
                </a:solidFill>
                <a:latin typeface="Calibri"/>
                <a:ea typeface="Calibri"/>
              </a:rPr>
              <a:t>.</a:t>
            </a:r>
            <a:endParaRPr b="0" lang="en-AU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12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666720" y="1342800"/>
            <a:ext cx="10858680" cy="28800"/>
          </a:xfrm>
          <a:custGeom>
            <a:avLst/>
            <a:gdLst/>
            <a:ahLst/>
            <a:rect l="0" t="0" r="r" b="b"/>
            <a:pathLst>
              <a:path w="30163" h="80">
                <a:moveTo>
                  <a:pt x="0" y="0"/>
                </a:moveTo>
                <a:lnTo>
                  <a:pt x="30163" y="0"/>
                </a:lnTo>
                <a:lnTo>
                  <a:pt x="3016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676080" y="1523880"/>
            <a:ext cx="1962360" cy="438480"/>
          </a:xfrm>
          <a:custGeom>
            <a:avLst/>
            <a:gdLst/>
            <a:ahLst/>
            <a:rect l="0" t="0" r="r" b="b"/>
            <a:pathLst>
              <a:path w="5451" h="1218">
                <a:moveTo>
                  <a:pt x="0" y="0"/>
                </a:moveTo>
                <a:lnTo>
                  <a:pt x="5451" y="0"/>
                </a:lnTo>
                <a:lnTo>
                  <a:pt x="545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2638080" y="1523880"/>
            <a:ext cx="2734200" cy="438480"/>
          </a:xfrm>
          <a:custGeom>
            <a:avLst/>
            <a:gdLst/>
            <a:ahLst/>
            <a:rect l="0" t="0" r="r" b="b"/>
            <a:pathLst>
              <a:path w="7595" h="1218">
                <a:moveTo>
                  <a:pt x="0" y="0"/>
                </a:moveTo>
                <a:lnTo>
                  <a:pt x="7595" y="0"/>
                </a:lnTo>
                <a:lnTo>
                  <a:pt x="7595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5371920" y="1523880"/>
            <a:ext cx="1848240" cy="438480"/>
          </a:xfrm>
          <a:custGeom>
            <a:avLst/>
            <a:gdLst/>
            <a:ahLst/>
            <a:rect l="0" t="0" r="r" b="b"/>
            <a:pathLst>
              <a:path w="5134" h="1218">
                <a:moveTo>
                  <a:pt x="0" y="0"/>
                </a:moveTo>
                <a:lnTo>
                  <a:pt x="5134" y="0"/>
                </a:lnTo>
                <a:lnTo>
                  <a:pt x="513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7219800" y="1523880"/>
            <a:ext cx="4305600" cy="438480"/>
          </a:xfrm>
          <a:custGeom>
            <a:avLst/>
            <a:gdLst/>
            <a:ahLst/>
            <a:rect l="0" t="0" r="r" b="b"/>
            <a:pathLst>
              <a:path w="11960" h="1218">
                <a:moveTo>
                  <a:pt x="0" y="0"/>
                </a:moveTo>
                <a:lnTo>
                  <a:pt x="11960" y="0"/>
                </a:lnTo>
                <a:lnTo>
                  <a:pt x="119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676080" y="1523880"/>
            <a:ext cx="1962360" cy="438480"/>
          </a:xfrm>
          <a:custGeom>
            <a:avLst/>
            <a:gdLst/>
            <a:ahLst/>
            <a:rect l="0" t="0" r="r" b="b"/>
            <a:pathLst>
              <a:path w="5451" h="1218">
                <a:moveTo>
                  <a:pt x="0" y="0"/>
                </a:moveTo>
                <a:lnTo>
                  <a:pt x="5451" y="0"/>
                </a:lnTo>
                <a:lnTo>
                  <a:pt x="545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2638080" y="1523880"/>
            <a:ext cx="2734200" cy="438480"/>
          </a:xfrm>
          <a:custGeom>
            <a:avLst/>
            <a:gdLst/>
            <a:ahLst/>
            <a:rect l="0" t="0" r="r" b="b"/>
            <a:pathLst>
              <a:path w="7595" h="1218">
                <a:moveTo>
                  <a:pt x="0" y="0"/>
                </a:moveTo>
                <a:lnTo>
                  <a:pt x="7595" y="0"/>
                </a:lnTo>
                <a:lnTo>
                  <a:pt x="7595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371920" y="1523880"/>
            <a:ext cx="1848240" cy="438480"/>
          </a:xfrm>
          <a:custGeom>
            <a:avLst/>
            <a:gdLst/>
            <a:ahLst/>
            <a:rect l="0" t="0" r="r" b="b"/>
            <a:pathLst>
              <a:path w="5134" h="1218">
                <a:moveTo>
                  <a:pt x="0" y="0"/>
                </a:moveTo>
                <a:lnTo>
                  <a:pt x="5134" y="0"/>
                </a:lnTo>
                <a:lnTo>
                  <a:pt x="513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7219800" y="1523880"/>
            <a:ext cx="4305600" cy="438480"/>
          </a:xfrm>
          <a:custGeom>
            <a:avLst/>
            <a:gdLst/>
            <a:ahLst/>
            <a:rect l="0" t="0" r="r" b="b"/>
            <a:pathLst>
              <a:path w="11960" h="1218">
                <a:moveTo>
                  <a:pt x="0" y="0"/>
                </a:moveTo>
                <a:lnTo>
                  <a:pt x="11960" y="0"/>
                </a:lnTo>
                <a:lnTo>
                  <a:pt x="119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676080" y="1962000"/>
            <a:ext cx="1962360" cy="752760"/>
          </a:xfrm>
          <a:custGeom>
            <a:avLst/>
            <a:gdLst/>
            <a:ahLst/>
            <a:rect l="0" t="0" r="r" b="b"/>
            <a:pathLst>
              <a:path w="5451" h="2091">
                <a:moveTo>
                  <a:pt x="0" y="0"/>
                </a:moveTo>
                <a:lnTo>
                  <a:pt x="5451" y="0"/>
                </a:lnTo>
                <a:lnTo>
                  <a:pt x="5451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2638080" y="1962000"/>
            <a:ext cx="2734200" cy="752760"/>
          </a:xfrm>
          <a:custGeom>
            <a:avLst/>
            <a:gdLst/>
            <a:ahLst/>
            <a:rect l="0" t="0" r="r" b="b"/>
            <a:pathLst>
              <a:path w="7595" h="2091">
                <a:moveTo>
                  <a:pt x="0" y="0"/>
                </a:moveTo>
                <a:lnTo>
                  <a:pt x="7595" y="0"/>
                </a:lnTo>
                <a:lnTo>
                  <a:pt x="7595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5371920" y="1962000"/>
            <a:ext cx="1848240" cy="752760"/>
          </a:xfrm>
          <a:custGeom>
            <a:avLst/>
            <a:gdLst/>
            <a:ahLst/>
            <a:rect l="0" t="0" r="r" b="b"/>
            <a:pathLst>
              <a:path w="5134" h="2091">
                <a:moveTo>
                  <a:pt x="0" y="0"/>
                </a:moveTo>
                <a:lnTo>
                  <a:pt x="5134" y="0"/>
                </a:lnTo>
                <a:lnTo>
                  <a:pt x="5134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7219800" y="1962000"/>
            <a:ext cx="4305600" cy="752760"/>
          </a:xfrm>
          <a:custGeom>
            <a:avLst/>
            <a:gdLst/>
            <a:ahLst/>
            <a:rect l="0" t="0" r="r" b="b"/>
            <a:pathLst>
              <a:path w="11960" h="2091">
                <a:moveTo>
                  <a:pt x="0" y="0"/>
                </a:moveTo>
                <a:lnTo>
                  <a:pt x="11960" y="0"/>
                </a:lnTo>
                <a:lnTo>
                  <a:pt x="11960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676080" y="2714400"/>
            <a:ext cx="1962360" cy="438480"/>
          </a:xfrm>
          <a:custGeom>
            <a:avLst/>
            <a:gdLst/>
            <a:ahLst/>
            <a:rect l="0" t="0" r="r" b="b"/>
            <a:pathLst>
              <a:path w="5451" h="1218">
                <a:moveTo>
                  <a:pt x="0" y="0"/>
                </a:moveTo>
                <a:lnTo>
                  <a:pt x="5451" y="0"/>
                </a:lnTo>
                <a:lnTo>
                  <a:pt x="545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2638080" y="2714400"/>
            <a:ext cx="2734200" cy="438480"/>
          </a:xfrm>
          <a:custGeom>
            <a:avLst/>
            <a:gdLst/>
            <a:ahLst/>
            <a:rect l="0" t="0" r="r" b="b"/>
            <a:pathLst>
              <a:path w="7595" h="1218">
                <a:moveTo>
                  <a:pt x="0" y="0"/>
                </a:moveTo>
                <a:lnTo>
                  <a:pt x="7595" y="0"/>
                </a:lnTo>
                <a:lnTo>
                  <a:pt x="7595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5371920" y="2714400"/>
            <a:ext cx="1848240" cy="438480"/>
          </a:xfrm>
          <a:custGeom>
            <a:avLst/>
            <a:gdLst/>
            <a:ahLst/>
            <a:rect l="0" t="0" r="r" b="b"/>
            <a:pathLst>
              <a:path w="5134" h="1218">
                <a:moveTo>
                  <a:pt x="0" y="0"/>
                </a:moveTo>
                <a:lnTo>
                  <a:pt x="5134" y="0"/>
                </a:lnTo>
                <a:lnTo>
                  <a:pt x="513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7219800" y="2714400"/>
            <a:ext cx="4305600" cy="438480"/>
          </a:xfrm>
          <a:custGeom>
            <a:avLst/>
            <a:gdLst/>
            <a:ahLst/>
            <a:rect l="0" t="0" r="r" b="b"/>
            <a:pathLst>
              <a:path w="11960" h="1218">
                <a:moveTo>
                  <a:pt x="0" y="0"/>
                </a:moveTo>
                <a:lnTo>
                  <a:pt x="11960" y="0"/>
                </a:lnTo>
                <a:lnTo>
                  <a:pt x="119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676080" y="3152520"/>
            <a:ext cx="1962360" cy="752760"/>
          </a:xfrm>
          <a:custGeom>
            <a:avLst/>
            <a:gdLst/>
            <a:ahLst/>
            <a:rect l="0" t="0" r="r" b="b"/>
            <a:pathLst>
              <a:path w="5451" h="2091">
                <a:moveTo>
                  <a:pt x="0" y="0"/>
                </a:moveTo>
                <a:lnTo>
                  <a:pt x="5451" y="0"/>
                </a:lnTo>
                <a:lnTo>
                  <a:pt x="5451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2638080" y="3152520"/>
            <a:ext cx="2734200" cy="752760"/>
          </a:xfrm>
          <a:custGeom>
            <a:avLst/>
            <a:gdLst/>
            <a:ahLst/>
            <a:rect l="0" t="0" r="r" b="b"/>
            <a:pathLst>
              <a:path w="7595" h="2091">
                <a:moveTo>
                  <a:pt x="0" y="0"/>
                </a:moveTo>
                <a:lnTo>
                  <a:pt x="7595" y="0"/>
                </a:lnTo>
                <a:lnTo>
                  <a:pt x="7595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5371920" y="3152520"/>
            <a:ext cx="1848240" cy="752760"/>
          </a:xfrm>
          <a:custGeom>
            <a:avLst/>
            <a:gdLst/>
            <a:ahLst/>
            <a:rect l="0" t="0" r="r" b="b"/>
            <a:pathLst>
              <a:path w="5134" h="2091">
                <a:moveTo>
                  <a:pt x="0" y="0"/>
                </a:moveTo>
                <a:lnTo>
                  <a:pt x="5134" y="0"/>
                </a:lnTo>
                <a:lnTo>
                  <a:pt x="5134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7219800" y="3152520"/>
            <a:ext cx="4305600" cy="752760"/>
          </a:xfrm>
          <a:custGeom>
            <a:avLst/>
            <a:gdLst/>
            <a:ahLst/>
            <a:rect l="0" t="0" r="r" b="b"/>
            <a:pathLst>
              <a:path w="11960" h="2091">
                <a:moveTo>
                  <a:pt x="0" y="0"/>
                </a:moveTo>
                <a:lnTo>
                  <a:pt x="11960" y="0"/>
                </a:lnTo>
                <a:lnTo>
                  <a:pt x="11960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676080" y="3904920"/>
            <a:ext cx="1962360" cy="438480"/>
          </a:xfrm>
          <a:custGeom>
            <a:avLst/>
            <a:gdLst/>
            <a:ahLst/>
            <a:rect l="0" t="0" r="r" b="b"/>
            <a:pathLst>
              <a:path w="5451" h="1218">
                <a:moveTo>
                  <a:pt x="0" y="0"/>
                </a:moveTo>
                <a:lnTo>
                  <a:pt x="5451" y="0"/>
                </a:lnTo>
                <a:lnTo>
                  <a:pt x="545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2638080" y="3904920"/>
            <a:ext cx="2734200" cy="438480"/>
          </a:xfrm>
          <a:custGeom>
            <a:avLst/>
            <a:gdLst/>
            <a:ahLst/>
            <a:rect l="0" t="0" r="r" b="b"/>
            <a:pathLst>
              <a:path w="7595" h="1218">
                <a:moveTo>
                  <a:pt x="0" y="0"/>
                </a:moveTo>
                <a:lnTo>
                  <a:pt x="7595" y="0"/>
                </a:lnTo>
                <a:lnTo>
                  <a:pt x="7595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5371920" y="3904920"/>
            <a:ext cx="1848240" cy="438480"/>
          </a:xfrm>
          <a:custGeom>
            <a:avLst/>
            <a:gdLst/>
            <a:ahLst/>
            <a:rect l="0" t="0" r="r" b="b"/>
            <a:pathLst>
              <a:path w="5134" h="1218">
                <a:moveTo>
                  <a:pt x="0" y="0"/>
                </a:moveTo>
                <a:lnTo>
                  <a:pt x="5134" y="0"/>
                </a:lnTo>
                <a:lnTo>
                  <a:pt x="513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7219800" y="3904920"/>
            <a:ext cx="4305600" cy="438480"/>
          </a:xfrm>
          <a:custGeom>
            <a:avLst/>
            <a:gdLst/>
            <a:ahLst/>
            <a:rect l="0" t="0" r="r" b="b"/>
            <a:pathLst>
              <a:path w="11960" h="1218">
                <a:moveTo>
                  <a:pt x="0" y="0"/>
                </a:moveTo>
                <a:lnTo>
                  <a:pt x="11960" y="0"/>
                </a:lnTo>
                <a:lnTo>
                  <a:pt x="119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676080" y="4343040"/>
            <a:ext cx="1962360" cy="438840"/>
          </a:xfrm>
          <a:custGeom>
            <a:avLst/>
            <a:gdLst/>
            <a:ahLst/>
            <a:rect l="0" t="0" r="r" b="b"/>
            <a:pathLst>
              <a:path w="5451" h="1219">
                <a:moveTo>
                  <a:pt x="0" y="0"/>
                </a:moveTo>
                <a:lnTo>
                  <a:pt x="5451" y="0"/>
                </a:lnTo>
                <a:lnTo>
                  <a:pt x="5451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2638080" y="4343040"/>
            <a:ext cx="2734200" cy="438840"/>
          </a:xfrm>
          <a:custGeom>
            <a:avLst/>
            <a:gdLst/>
            <a:ahLst/>
            <a:rect l="0" t="0" r="r" b="b"/>
            <a:pathLst>
              <a:path w="7595" h="1219">
                <a:moveTo>
                  <a:pt x="0" y="0"/>
                </a:moveTo>
                <a:lnTo>
                  <a:pt x="7595" y="0"/>
                </a:lnTo>
                <a:lnTo>
                  <a:pt x="7595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5371920" y="4343040"/>
            <a:ext cx="1848240" cy="438840"/>
          </a:xfrm>
          <a:custGeom>
            <a:avLst/>
            <a:gdLst/>
            <a:ahLst/>
            <a:rect l="0" t="0" r="r" b="b"/>
            <a:pathLst>
              <a:path w="5134" h="1219">
                <a:moveTo>
                  <a:pt x="0" y="0"/>
                </a:moveTo>
                <a:lnTo>
                  <a:pt x="5134" y="0"/>
                </a:lnTo>
                <a:lnTo>
                  <a:pt x="5134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7219800" y="4343040"/>
            <a:ext cx="4305600" cy="438840"/>
          </a:xfrm>
          <a:custGeom>
            <a:avLst/>
            <a:gdLst/>
            <a:ahLst/>
            <a:rect l="0" t="0" r="r" b="b"/>
            <a:pathLst>
              <a:path w="11960" h="1219">
                <a:moveTo>
                  <a:pt x="0" y="0"/>
                </a:moveTo>
                <a:lnTo>
                  <a:pt x="11960" y="0"/>
                </a:lnTo>
                <a:lnTo>
                  <a:pt x="11960" y="1219"/>
                </a:lnTo>
                <a:lnTo>
                  <a:pt x="0" y="12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676080" y="4781520"/>
            <a:ext cx="1962360" cy="752760"/>
          </a:xfrm>
          <a:custGeom>
            <a:avLst/>
            <a:gdLst/>
            <a:ahLst/>
            <a:rect l="0" t="0" r="r" b="b"/>
            <a:pathLst>
              <a:path w="5451" h="2091">
                <a:moveTo>
                  <a:pt x="0" y="0"/>
                </a:moveTo>
                <a:lnTo>
                  <a:pt x="5451" y="0"/>
                </a:lnTo>
                <a:lnTo>
                  <a:pt x="5451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2638080" y="4781520"/>
            <a:ext cx="2734200" cy="752760"/>
          </a:xfrm>
          <a:custGeom>
            <a:avLst/>
            <a:gdLst/>
            <a:ahLst/>
            <a:rect l="0" t="0" r="r" b="b"/>
            <a:pathLst>
              <a:path w="7595" h="2091">
                <a:moveTo>
                  <a:pt x="0" y="0"/>
                </a:moveTo>
                <a:lnTo>
                  <a:pt x="7595" y="0"/>
                </a:lnTo>
                <a:lnTo>
                  <a:pt x="7595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5371920" y="4781520"/>
            <a:ext cx="1848240" cy="752760"/>
          </a:xfrm>
          <a:custGeom>
            <a:avLst/>
            <a:gdLst/>
            <a:ahLst/>
            <a:rect l="0" t="0" r="r" b="b"/>
            <a:pathLst>
              <a:path w="5134" h="2091">
                <a:moveTo>
                  <a:pt x="0" y="0"/>
                </a:moveTo>
                <a:lnTo>
                  <a:pt x="5134" y="0"/>
                </a:lnTo>
                <a:lnTo>
                  <a:pt x="5134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7219800" y="4781520"/>
            <a:ext cx="4305600" cy="752760"/>
          </a:xfrm>
          <a:custGeom>
            <a:avLst/>
            <a:gdLst/>
            <a:ahLst/>
            <a:rect l="0" t="0" r="r" b="b"/>
            <a:pathLst>
              <a:path w="11960" h="2091">
                <a:moveTo>
                  <a:pt x="0" y="0"/>
                </a:moveTo>
                <a:lnTo>
                  <a:pt x="11960" y="0"/>
                </a:lnTo>
                <a:lnTo>
                  <a:pt x="11960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676080" y="5533920"/>
            <a:ext cx="1962360" cy="438480"/>
          </a:xfrm>
          <a:custGeom>
            <a:avLst/>
            <a:gdLst/>
            <a:ahLst/>
            <a:rect l="0" t="0" r="r" b="b"/>
            <a:pathLst>
              <a:path w="5451" h="1218">
                <a:moveTo>
                  <a:pt x="0" y="0"/>
                </a:moveTo>
                <a:lnTo>
                  <a:pt x="5451" y="0"/>
                </a:lnTo>
                <a:lnTo>
                  <a:pt x="5451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2638080" y="5533920"/>
            <a:ext cx="2734200" cy="438480"/>
          </a:xfrm>
          <a:custGeom>
            <a:avLst/>
            <a:gdLst/>
            <a:ahLst/>
            <a:rect l="0" t="0" r="r" b="b"/>
            <a:pathLst>
              <a:path w="7595" h="1218">
                <a:moveTo>
                  <a:pt x="0" y="0"/>
                </a:moveTo>
                <a:lnTo>
                  <a:pt x="7595" y="0"/>
                </a:lnTo>
                <a:lnTo>
                  <a:pt x="7595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5371920" y="5533920"/>
            <a:ext cx="1848240" cy="438480"/>
          </a:xfrm>
          <a:custGeom>
            <a:avLst/>
            <a:gdLst/>
            <a:ahLst/>
            <a:rect l="0" t="0" r="r" b="b"/>
            <a:pathLst>
              <a:path w="5134" h="1218">
                <a:moveTo>
                  <a:pt x="0" y="0"/>
                </a:moveTo>
                <a:lnTo>
                  <a:pt x="5134" y="0"/>
                </a:lnTo>
                <a:lnTo>
                  <a:pt x="5134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7219800" y="5533920"/>
            <a:ext cx="4305600" cy="438480"/>
          </a:xfrm>
          <a:custGeom>
            <a:avLst/>
            <a:gdLst/>
            <a:ahLst/>
            <a:rect l="0" t="0" r="r" b="b"/>
            <a:pathLst>
              <a:path w="11960" h="1218">
                <a:moveTo>
                  <a:pt x="0" y="0"/>
                </a:moveTo>
                <a:lnTo>
                  <a:pt x="11960" y="0"/>
                </a:lnTo>
                <a:lnTo>
                  <a:pt x="11960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666720" y="1523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666720" y="152388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2638080" y="152388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2647800" y="1523880"/>
            <a:ext cx="2733840" cy="9720"/>
          </a:xfrm>
          <a:custGeom>
            <a:avLst/>
            <a:gdLst/>
            <a:ahLst/>
            <a:rect l="0" t="0" r="r" b="b"/>
            <a:pathLst>
              <a:path w="7594" h="27">
                <a:moveTo>
                  <a:pt x="0" y="0"/>
                </a:moveTo>
                <a:lnTo>
                  <a:pt x="7594" y="0"/>
                </a:lnTo>
                <a:lnTo>
                  <a:pt x="7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5371920" y="1523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5381280" y="152388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7219800" y="1523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7229160" y="1523880"/>
            <a:ext cx="4296240" cy="9720"/>
          </a:xfrm>
          <a:custGeom>
            <a:avLst/>
            <a:gdLst/>
            <a:ahLst/>
            <a:rect l="0" t="0" r="r" b="b"/>
            <a:pathLst>
              <a:path w="11934" h="27">
                <a:moveTo>
                  <a:pt x="0" y="0"/>
                </a:moveTo>
                <a:lnTo>
                  <a:pt x="11934" y="0"/>
                </a:lnTo>
                <a:lnTo>
                  <a:pt x="119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11515680" y="1523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666720" y="196200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2647800" y="1962000"/>
            <a:ext cx="2733840" cy="9720"/>
          </a:xfrm>
          <a:custGeom>
            <a:avLst/>
            <a:gdLst/>
            <a:ahLst/>
            <a:rect l="0" t="0" r="r" b="b"/>
            <a:pathLst>
              <a:path w="7594" h="27">
                <a:moveTo>
                  <a:pt x="0" y="0"/>
                </a:moveTo>
                <a:lnTo>
                  <a:pt x="7594" y="0"/>
                </a:lnTo>
                <a:lnTo>
                  <a:pt x="7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5381280" y="196200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7229160" y="1962000"/>
            <a:ext cx="4296240" cy="9720"/>
          </a:xfrm>
          <a:custGeom>
            <a:avLst/>
            <a:gdLst/>
            <a:ahLst/>
            <a:rect l="0" t="0" r="r" b="b"/>
            <a:pathLst>
              <a:path w="11934" h="27">
                <a:moveTo>
                  <a:pt x="0" y="0"/>
                </a:moveTo>
                <a:lnTo>
                  <a:pt x="11934" y="0"/>
                </a:lnTo>
                <a:lnTo>
                  <a:pt x="119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666720" y="1971360"/>
            <a:ext cx="9720" cy="753120"/>
          </a:xfrm>
          <a:custGeom>
            <a:avLst/>
            <a:gdLst/>
            <a:ahLst/>
            <a:rect l="0" t="0" r="r" b="b"/>
            <a:pathLst>
              <a:path w="27" h="2092">
                <a:moveTo>
                  <a:pt x="0" y="0"/>
                </a:moveTo>
                <a:lnTo>
                  <a:pt x="27" y="0"/>
                </a:lnTo>
                <a:lnTo>
                  <a:pt x="27" y="2092"/>
                </a:lnTo>
                <a:lnTo>
                  <a:pt x="0" y="20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2638080" y="1971360"/>
            <a:ext cx="10080" cy="753120"/>
          </a:xfrm>
          <a:custGeom>
            <a:avLst/>
            <a:gdLst/>
            <a:ahLst/>
            <a:rect l="0" t="0" r="r" b="b"/>
            <a:pathLst>
              <a:path w="28" h="2092">
                <a:moveTo>
                  <a:pt x="0" y="0"/>
                </a:moveTo>
                <a:lnTo>
                  <a:pt x="28" y="0"/>
                </a:lnTo>
                <a:lnTo>
                  <a:pt x="28" y="2092"/>
                </a:lnTo>
                <a:lnTo>
                  <a:pt x="0" y="20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5371920" y="1971360"/>
            <a:ext cx="9720" cy="753120"/>
          </a:xfrm>
          <a:custGeom>
            <a:avLst/>
            <a:gdLst/>
            <a:ahLst/>
            <a:rect l="0" t="0" r="r" b="b"/>
            <a:pathLst>
              <a:path w="27" h="2092">
                <a:moveTo>
                  <a:pt x="0" y="0"/>
                </a:moveTo>
                <a:lnTo>
                  <a:pt x="27" y="0"/>
                </a:lnTo>
                <a:lnTo>
                  <a:pt x="27" y="2092"/>
                </a:lnTo>
                <a:lnTo>
                  <a:pt x="0" y="20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7219800" y="1971360"/>
            <a:ext cx="9720" cy="753120"/>
          </a:xfrm>
          <a:custGeom>
            <a:avLst/>
            <a:gdLst/>
            <a:ahLst/>
            <a:rect l="0" t="0" r="r" b="b"/>
            <a:pathLst>
              <a:path w="27" h="2092">
                <a:moveTo>
                  <a:pt x="0" y="0"/>
                </a:moveTo>
                <a:lnTo>
                  <a:pt x="27" y="0"/>
                </a:lnTo>
                <a:lnTo>
                  <a:pt x="27" y="2092"/>
                </a:lnTo>
                <a:lnTo>
                  <a:pt x="0" y="20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1515680" y="1971360"/>
            <a:ext cx="9720" cy="753120"/>
          </a:xfrm>
          <a:custGeom>
            <a:avLst/>
            <a:gdLst/>
            <a:ahLst/>
            <a:rect l="0" t="0" r="r" b="b"/>
            <a:pathLst>
              <a:path w="27" h="2092">
                <a:moveTo>
                  <a:pt x="0" y="0"/>
                </a:moveTo>
                <a:lnTo>
                  <a:pt x="27" y="0"/>
                </a:lnTo>
                <a:lnTo>
                  <a:pt x="27" y="2092"/>
                </a:lnTo>
                <a:lnTo>
                  <a:pt x="0" y="20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666720" y="27241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666720" y="271440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2638080" y="272412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2647800" y="2714400"/>
            <a:ext cx="2733840" cy="10080"/>
          </a:xfrm>
          <a:custGeom>
            <a:avLst/>
            <a:gdLst/>
            <a:ahLst/>
            <a:rect l="0" t="0" r="r" b="b"/>
            <a:pathLst>
              <a:path w="7594" h="28">
                <a:moveTo>
                  <a:pt x="0" y="0"/>
                </a:moveTo>
                <a:lnTo>
                  <a:pt x="7594" y="0"/>
                </a:lnTo>
                <a:lnTo>
                  <a:pt x="7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5371920" y="27241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5381280" y="2714400"/>
            <a:ext cx="1848240" cy="10080"/>
          </a:xfrm>
          <a:custGeom>
            <a:avLst/>
            <a:gdLst/>
            <a:ahLst/>
            <a:rect l="0" t="0" r="r" b="b"/>
            <a:pathLst>
              <a:path w="5134" h="28">
                <a:moveTo>
                  <a:pt x="0" y="0"/>
                </a:moveTo>
                <a:lnTo>
                  <a:pt x="5134" y="0"/>
                </a:lnTo>
                <a:lnTo>
                  <a:pt x="51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7219800" y="27241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7229160" y="2714400"/>
            <a:ext cx="4296240" cy="10080"/>
          </a:xfrm>
          <a:custGeom>
            <a:avLst/>
            <a:gdLst/>
            <a:ahLst/>
            <a:rect l="0" t="0" r="r" b="b"/>
            <a:pathLst>
              <a:path w="11934" h="28">
                <a:moveTo>
                  <a:pt x="0" y="0"/>
                </a:moveTo>
                <a:lnTo>
                  <a:pt x="11934" y="0"/>
                </a:lnTo>
                <a:lnTo>
                  <a:pt x="119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11515680" y="27241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666720" y="316224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666720" y="315252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2638080" y="3162240"/>
            <a:ext cx="10080" cy="752760"/>
          </a:xfrm>
          <a:custGeom>
            <a:avLst/>
            <a:gdLst/>
            <a:ahLst/>
            <a:rect l="0" t="0" r="r" b="b"/>
            <a:pathLst>
              <a:path w="28" h="2091">
                <a:moveTo>
                  <a:pt x="0" y="0"/>
                </a:moveTo>
                <a:lnTo>
                  <a:pt x="28" y="0"/>
                </a:lnTo>
                <a:lnTo>
                  <a:pt x="28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2647800" y="3152520"/>
            <a:ext cx="2733840" cy="10080"/>
          </a:xfrm>
          <a:custGeom>
            <a:avLst/>
            <a:gdLst/>
            <a:ahLst/>
            <a:rect l="0" t="0" r="r" b="b"/>
            <a:pathLst>
              <a:path w="7594" h="28">
                <a:moveTo>
                  <a:pt x="0" y="0"/>
                </a:moveTo>
                <a:lnTo>
                  <a:pt x="7594" y="0"/>
                </a:lnTo>
                <a:lnTo>
                  <a:pt x="7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5371920" y="316224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5381280" y="3152520"/>
            <a:ext cx="1848240" cy="10080"/>
          </a:xfrm>
          <a:custGeom>
            <a:avLst/>
            <a:gdLst/>
            <a:ahLst/>
            <a:rect l="0" t="0" r="r" b="b"/>
            <a:pathLst>
              <a:path w="5134" h="28">
                <a:moveTo>
                  <a:pt x="0" y="0"/>
                </a:moveTo>
                <a:lnTo>
                  <a:pt x="5134" y="0"/>
                </a:lnTo>
                <a:lnTo>
                  <a:pt x="51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7219800" y="316224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7229160" y="3152520"/>
            <a:ext cx="4296240" cy="10080"/>
          </a:xfrm>
          <a:custGeom>
            <a:avLst/>
            <a:gdLst/>
            <a:ahLst/>
            <a:rect l="0" t="0" r="r" b="b"/>
            <a:pathLst>
              <a:path w="11934" h="28">
                <a:moveTo>
                  <a:pt x="0" y="0"/>
                </a:moveTo>
                <a:lnTo>
                  <a:pt x="11934" y="0"/>
                </a:lnTo>
                <a:lnTo>
                  <a:pt x="119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1515680" y="316224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666720" y="39146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666720" y="390492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2638080" y="391464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2647800" y="3904920"/>
            <a:ext cx="2733840" cy="10080"/>
          </a:xfrm>
          <a:custGeom>
            <a:avLst/>
            <a:gdLst/>
            <a:ahLst/>
            <a:rect l="0" t="0" r="r" b="b"/>
            <a:pathLst>
              <a:path w="7594" h="28">
                <a:moveTo>
                  <a:pt x="0" y="0"/>
                </a:moveTo>
                <a:lnTo>
                  <a:pt x="7594" y="0"/>
                </a:lnTo>
                <a:lnTo>
                  <a:pt x="7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5371920" y="39146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5381280" y="3904920"/>
            <a:ext cx="1848240" cy="10080"/>
          </a:xfrm>
          <a:custGeom>
            <a:avLst/>
            <a:gdLst/>
            <a:ahLst/>
            <a:rect l="0" t="0" r="r" b="b"/>
            <a:pathLst>
              <a:path w="5134" h="28">
                <a:moveTo>
                  <a:pt x="0" y="0"/>
                </a:moveTo>
                <a:lnTo>
                  <a:pt x="5134" y="0"/>
                </a:lnTo>
                <a:lnTo>
                  <a:pt x="51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7219800" y="39146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7229160" y="3904920"/>
            <a:ext cx="4296240" cy="10080"/>
          </a:xfrm>
          <a:custGeom>
            <a:avLst/>
            <a:gdLst/>
            <a:ahLst/>
            <a:rect l="0" t="0" r="r" b="b"/>
            <a:pathLst>
              <a:path w="11934" h="28">
                <a:moveTo>
                  <a:pt x="0" y="0"/>
                </a:moveTo>
                <a:lnTo>
                  <a:pt x="11934" y="0"/>
                </a:lnTo>
                <a:lnTo>
                  <a:pt x="119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11515680" y="391464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666720" y="4352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666720" y="434304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2638080" y="43527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2647800" y="4343040"/>
            <a:ext cx="2733840" cy="10080"/>
          </a:xfrm>
          <a:custGeom>
            <a:avLst/>
            <a:gdLst/>
            <a:ahLst/>
            <a:rect l="0" t="0" r="r" b="b"/>
            <a:pathLst>
              <a:path w="7594" h="28">
                <a:moveTo>
                  <a:pt x="0" y="0"/>
                </a:moveTo>
                <a:lnTo>
                  <a:pt x="7594" y="0"/>
                </a:lnTo>
                <a:lnTo>
                  <a:pt x="7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5371920" y="4352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5381280" y="4343040"/>
            <a:ext cx="1848240" cy="10080"/>
          </a:xfrm>
          <a:custGeom>
            <a:avLst/>
            <a:gdLst/>
            <a:ahLst/>
            <a:rect l="0" t="0" r="r" b="b"/>
            <a:pathLst>
              <a:path w="5134" h="28">
                <a:moveTo>
                  <a:pt x="0" y="0"/>
                </a:moveTo>
                <a:lnTo>
                  <a:pt x="5134" y="0"/>
                </a:lnTo>
                <a:lnTo>
                  <a:pt x="51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7219800" y="4352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7229160" y="4343040"/>
            <a:ext cx="4296240" cy="10080"/>
          </a:xfrm>
          <a:custGeom>
            <a:avLst/>
            <a:gdLst/>
            <a:ahLst/>
            <a:rect l="0" t="0" r="r" b="b"/>
            <a:pathLst>
              <a:path w="11934" h="28">
                <a:moveTo>
                  <a:pt x="0" y="0"/>
                </a:moveTo>
                <a:lnTo>
                  <a:pt x="11934" y="0"/>
                </a:lnTo>
                <a:lnTo>
                  <a:pt x="119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11515680" y="4352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666720" y="479088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666720" y="478152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2638080" y="4790880"/>
            <a:ext cx="10080" cy="752760"/>
          </a:xfrm>
          <a:custGeom>
            <a:avLst/>
            <a:gdLst/>
            <a:ahLst/>
            <a:rect l="0" t="0" r="r" b="b"/>
            <a:pathLst>
              <a:path w="28" h="2091">
                <a:moveTo>
                  <a:pt x="0" y="0"/>
                </a:moveTo>
                <a:lnTo>
                  <a:pt x="28" y="0"/>
                </a:lnTo>
                <a:lnTo>
                  <a:pt x="28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2647800" y="4781520"/>
            <a:ext cx="2733840" cy="9720"/>
          </a:xfrm>
          <a:custGeom>
            <a:avLst/>
            <a:gdLst/>
            <a:ahLst/>
            <a:rect l="0" t="0" r="r" b="b"/>
            <a:pathLst>
              <a:path w="7594" h="27">
                <a:moveTo>
                  <a:pt x="0" y="0"/>
                </a:moveTo>
                <a:lnTo>
                  <a:pt x="7594" y="0"/>
                </a:lnTo>
                <a:lnTo>
                  <a:pt x="7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5371920" y="479088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5381280" y="478152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7219800" y="479088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7229160" y="4781520"/>
            <a:ext cx="4296240" cy="9720"/>
          </a:xfrm>
          <a:custGeom>
            <a:avLst/>
            <a:gdLst/>
            <a:ahLst/>
            <a:rect l="0" t="0" r="r" b="b"/>
            <a:pathLst>
              <a:path w="11934" h="27">
                <a:moveTo>
                  <a:pt x="0" y="0"/>
                </a:moveTo>
                <a:lnTo>
                  <a:pt x="11934" y="0"/>
                </a:lnTo>
                <a:lnTo>
                  <a:pt x="119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11515680" y="4790880"/>
            <a:ext cx="9720" cy="752760"/>
          </a:xfrm>
          <a:custGeom>
            <a:avLst/>
            <a:gdLst/>
            <a:ahLst/>
            <a:rect l="0" t="0" r="r" b="b"/>
            <a:pathLst>
              <a:path w="27" h="2091">
                <a:moveTo>
                  <a:pt x="0" y="0"/>
                </a:moveTo>
                <a:lnTo>
                  <a:pt x="27" y="0"/>
                </a:lnTo>
                <a:lnTo>
                  <a:pt x="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666720" y="55432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66720" y="553392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2638080" y="55432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2647800" y="5533920"/>
            <a:ext cx="2733840" cy="9720"/>
          </a:xfrm>
          <a:custGeom>
            <a:avLst/>
            <a:gdLst/>
            <a:ahLst/>
            <a:rect l="0" t="0" r="r" b="b"/>
            <a:pathLst>
              <a:path w="7594" h="27">
                <a:moveTo>
                  <a:pt x="0" y="0"/>
                </a:moveTo>
                <a:lnTo>
                  <a:pt x="7594" y="0"/>
                </a:lnTo>
                <a:lnTo>
                  <a:pt x="7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5371920" y="55432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5381280" y="553392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7219800" y="55432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7229160" y="5533920"/>
            <a:ext cx="4296240" cy="9720"/>
          </a:xfrm>
          <a:custGeom>
            <a:avLst/>
            <a:gdLst/>
            <a:ahLst/>
            <a:rect l="0" t="0" r="r" b="b"/>
            <a:pathLst>
              <a:path w="11934" h="27">
                <a:moveTo>
                  <a:pt x="0" y="0"/>
                </a:moveTo>
                <a:lnTo>
                  <a:pt x="11934" y="0"/>
                </a:lnTo>
                <a:lnTo>
                  <a:pt x="119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11515680" y="55432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666720" y="597204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2647800" y="5972040"/>
            <a:ext cx="2733840" cy="9720"/>
          </a:xfrm>
          <a:custGeom>
            <a:avLst/>
            <a:gdLst/>
            <a:ahLst/>
            <a:rect l="0" t="0" r="r" b="b"/>
            <a:pathLst>
              <a:path w="7594" h="27">
                <a:moveTo>
                  <a:pt x="0" y="0"/>
                </a:moveTo>
                <a:lnTo>
                  <a:pt x="7594" y="0"/>
                </a:lnTo>
                <a:lnTo>
                  <a:pt x="7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5381280" y="5972040"/>
            <a:ext cx="1848240" cy="9720"/>
          </a:xfrm>
          <a:custGeom>
            <a:avLst/>
            <a:gdLst/>
            <a:ahLst/>
            <a:rect l="0" t="0" r="r" b="b"/>
            <a:pathLst>
              <a:path w="5134" h="27">
                <a:moveTo>
                  <a:pt x="0" y="0"/>
                </a:moveTo>
                <a:lnTo>
                  <a:pt x="5134" y="0"/>
                </a:lnTo>
                <a:lnTo>
                  <a:pt x="51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7229160" y="5972040"/>
            <a:ext cx="4296240" cy="9720"/>
          </a:xfrm>
          <a:custGeom>
            <a:avLst/>
            <a:gdLst/>
            <a:ahLst/>
            <a:rect l="0" t="0" r="r" b="b"/>
            <a:pathLst>
              <a:path w="11934" h="27">
                <a:moveTo>
                  <a:pt x="0" y="0"/>
                </a:moveTo>
                <a:lnTo>
                  <a:pt x="11934" y="0"/>
                </a:lnTo>
                <a:lnTo>
                  <a:pt x="119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666720" y="872640"/>
            <a:ext cx="192852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Where to look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799920" y="1619640"/>
            <a:ext cx="4654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Topic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2768400" y="1619640"/>
            <a:ext cx="5814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Advice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5504040" y="1619640"/>
            <a:ext cx="4471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Try it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7351200" y="1619640"/>
            <a:ext cx="5126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ffffff"/>
                </a:solidFill>
                <a:latin typeface="Calibri"/>
                <a:ea typeface="Calibri"/>
              </a:rPr>
              <a:t>Run it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799920" y="2210400"/>
            <a:ext cx="10630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Terminology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2768400" y="2210400"/>
            <a:ext cx="10414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PL-09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PL-10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5504040" y="2210400"/>
            <a:ext cx="15868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PSGC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Duke UCUM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7351200" y="2057760"/>
            <a:ext cx="33213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Ontoserver on Docker Compose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public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7351200" y="2372400"/>
            <a:ext cx="9579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Ontoserver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799920" y="2810520"/>
            <a:ext cx="7887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Directory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2768400" y="2810520"/>
            <a:ext cx="17107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Naming and Trading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5504040" y="2810520"/>
            <a:ext cx="3085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gap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7351200" y="2810520"/>
            <a:ext cx="7887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repo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live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799920" y="3248640"/>
            <a:ext cx="10447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Referral and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799920" y="3562920"/>
            <a:ext cx="6804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booking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2768400" y="3400920"/>
            <a:ext cx="14331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Async Invocation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5504040" y="3400920"/>
            <a:ext cx="6332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snippet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7351200" y="3400920"/>
            <a:ext cx="10965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repo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IG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app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799920" y="4001040"/>
            <a:ext cx="7336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Eventing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2768400" y="4001040"/>
            <a:ext cx="13039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Event Observer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5504040" y="4001040"/>
            <a:ext cx="6332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snippet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7351200" y="4001040"/>
            <a:ext cx="19803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the </a:t>
            </a:r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akkadakka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 snippets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799920" y="4439160"/>
            <a:ext cx="12855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Legacy adapter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2768400" y="4439160"/>
            <a:ext cx="13068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Legacy Adapter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5504040" y="4439160"/>
            <a:ext cx="9136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v2 adapter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7351200" y="4439160"/>
            <a:ext cx="8496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Caret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live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799920" y="5029560"/>
            <a:ext cx="14468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Patient summary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2768400" y="4877280"/>
            <a:ext cx="17578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International Patient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2768400" y="5191560"/>
            <a:ext cx="8067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Summary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5504040" y="4877280"/>
            <a:ext cx="99756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Activate IPS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5504040" y="5191560"/>
            <a:ext cx="6332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snippet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7351200" y="5029560"/>
            <a:ext cx="16862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AU-PS sample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tests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799920" y="5629680"/>
            <a:ext cx="11466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Conformance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2768400" y="5629680"/>
            <a:ext cx="47160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PL-15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5504040" y="5629680"/>
            <a:ext cx="6332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snippet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7351200" y="5629680"/>
            <a:ext cx="13784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frog-runner</a:t>
            </a:r>
            <a:r>
              <a:rPr b="0" lang="en-AU" sz="1650" spc="-1" strike="noStrike">
                <a:solidFill>
                  <a:srgbClr val="001d34"/>
                </a:solidFill>
                <a:latin typeface="Calibri"/>
                <a:ea typeface="Calibri"/>
              </a:rPr>
              <a:t>, </a:t>
            </a:r>
            <a:r>
              <a:rPr b="0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live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13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666720" y="2571480"/>
            <a:ext cx="10858680" cy="29160"/>
          </a:xfrm>
          <a:custGeom>
            <a:avLst/>
            <a:gdLst/>
            <a:ahLst/>
            <a:rect l="0" t="0" r="r" b="b"/>
            <a:pathLst>
              <a:path w="30163" h="81">
                <a:moveTo>
                  <a:pt x="0" y="0"/>
                </a:moveTo>
                <a:lnTo>
                  <a:pt x="30163" y="0"/>
                </a:lnTo>
                <a:lnTo>
                  <a:pt x="3016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a9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676080" y="2752560"/>
            <a:ext cx="1800720" cy="438480"/>
          </a:xfrm>
          <a:custGeom>
            <a:avLst/>
            <a:gdLst/>
            <a:ahLst/>
            <a:rect l="0" t="0" r="r" b="b"/>
            <a:pathLst>
              <a:path w="5002" h="1218">
                <a:moveTo>
                  <a:pt x="0" y="0"/>
                </a:moveTo>
                <a:lnTo>
                  <a:pt x="5002" y="0"/>
                </a:lnTo>
                <a:lnTo>
                  <a:pt x="500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2476440" y="2752560"/>
            <a:ext cx="1810080" cy="438480"/>
          </a:xfrm>
          <a:custGeom>
            <a:avLst/>
            <a:gdLst/>
            <a:ahLst/>
            <a:rect l="0" t="0" r="r" b="b"/>
            <a:pathLst>
              <a:path w="5028" h="1218">
                <a:moveTo>
                  <a:pt x="0" y="0"/>
                </a:moveTo>
                <a:lnTo>
                  <a:pt x="5028" y="0"/>
                </a:lnTo>
                <a:lnTo>
                  <a:pt x="50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4286160" y="2752560"/>
            <a:ext cx="1810080" cy="438480"/>
          </a:xfrm>
          <a:custGeom>
            <a:avLst/>
            <a:gdLst/>
            <a:ahLst/>
            <a:rect l="0" t="0" r="r" b="b"/>
            <a:pathLst>
              <a:path w="5028" h="1218">
                <a:moveTo>
                  <a:pt x="0" y="0"/>
                </a:moveTo>
                <a:lnTo>
                  <a:pt x="5028" y="0"/>
                </a:lnTo>
                <a:lnTo>
                  <a:pt x="50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6095880" y="2752560"/>
            <a:ext cx="1810080" cy="438480"/>
          </a:xfrm>
          <a:custGeom>
            <a:avLst/>
            <a:gdLst/>
            <a:ahLst/>
            <a:rect l="0" t="0" r="r" b="b"/>
            <a:pathLst>
              <a:path w="5028" h="1218">
                <a:moveTo>
                  <a:pt x="0" y="0"/>
                </a:moveTo>
                <a:lnTo>
                  <a:pt x="5028" y="0"/>
                </a:lnTo>
                <a:lnTo>
                  <a:pt x="50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7905600" y="2752560"/>
            <a:ext cx="1810080" cy="438480"/>
          </a:xfrm>
          <a:custGeom>
            <a:avLst/>
            <a:gdLst/>
            <a:ahLst/>
            <a:rect l="0" t="0" r="r" b="b"/>
            <a:pathLst>
              <a:path w="5028" h="1218">
                <a:moveTo>
                  <a:pt x="0" y="0"/>
                </a:moveTo>
                <a:lnTo>
                  <a:pt x="5028" y="0"/>
                </a:lnTo>
                <a:lnTo>
                  <a:pt x="50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9715320" y="2752560"/>
            <a:ext cx="1810080" cy="438480"/>
          </a:xfrm>
          <a:custGeom>
            <a:avLst/>
            <a:gdLst/>
            <a:ahLst/>
            <a:rect l="0" t="0" r="r" b="b"/>
            <a:pathLst>
              <a:path w="5028" h="1218">
                <a:moveTo>
                  <a:pt x="0" y="0"/>
                </a:moveTo>
                <a:lnTo>
                  <a:pt x="5028" y="0"/>
                </a:lnTo>
                <a:lnTo>
                  <a:pt x="50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676080" y="2752560"/>
            <a:ext cx="1800720" cy="438480"/>
          </a:xfrm>
          <a:custGeom>
            <a:avLst/>
            <a:gdLst/>
            <a:ahLst/>
            <a:rect l="0" t="0" r="r" b="b"/>
            <a:pathLst>
              <a:path w="5002" h="1218">
                <a:moveTo>
                  <a:pt x="0" y="0"/>
                </a:moveTo>
                <a:lnTo>
                  <a:pt x="5002" y="0"/>
                </a:lnTo>
                <a:lnTo>
                  <a:pt x="5002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2476440" y="2752560"/>
            <a:ext cx="1810080" cy="438480"/>
          </a:xfrm>
          <a:custGeom>
            <a:avLst/>
            <a:gdLst/>
            <a:ahLst/>
            <a:rect l="0" t="0" r="r" b="b"/>
            <a:pathLst>
              <a:path w="5028" h="1218">
                <a:moveTo>
                  <a:pt x="0" y="0"/>
                </a:moveTo>
                <a:lnTo>
                  <a:pt x="5028" y="0"/>
                </a:lnTo>
                <a:lnTo>
                  <a:pt x="50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4286160" y="2752560"/>
            <a:ext cx="1810080" cy="438480"/>
          </a:xfrm>
          <a:custGeom>
            <a:avLst/>
            <a:gdLst/>
            <a:ahLst/>
            <a:rect l="0" t="0" r="r" b="b"/>
            <a:pathLst>
              <a:path w="5028" h="1218">
                <a:moveTo>
                  <a:pt x="0" y="0"/>
                </a:moveTo>
                <a:lnTo>
                  <a:pt x="5028" y="0"/>
                </a:lnTo>
                <a:lnTo>
                  <a:pt x="50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6095880" y="2752560"/>
            <a:ext cx="1810080" cy="438480"/>
          </a:xfrm>
          <a:custGeom>
            <a:avLst/>
            <a:gdLst/>
            <a:ahLst/>
            <a:rect l="0" t="0" r="r" b="b"/>
            <a:pathLst>
              <a:path w="5028" h="1218">
                <a:moveTo>
                  <a:pt x="0" y="0"/>
                </a:moveTo>
                <a:lnTo>
                  <a:pt x="5028" y="0"/>
                </a:lnTo>
                <a:lnTo>
                  <a:pt x="50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7905600" y="2752560"/>
            <a:ext cx="1810080" cy="438480"/>
          </a:xfrm>
          <a:custGeom>
            <a:avLst/>
            <a:gdLst/>
            <a:ahLst/>
            <a:rect l="0" t="0" r="r" b="b"/>
            <a:pathLst>
              <a:path w="5028" h="1218">
                <a:moveTo>
                  <a:pt x="0" y="0"/>
                </a:moveTo>
                <a:lnTo>
                  <a:pt x="5028" y="0"/>
                </a:lnTo>
                <a:lnTo>
                  <a:pt x="50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9715320" y="2752560"/>
            <a:ext cx="1810080" cy="438480"/>
          </a:xfrm>
          <a:custGeom>
            <a:avLst/>
            <a:gdLst/>
            <a:ahLst/>
            <a:rect l="0" t="0" r="r" b="b"/>
            <a:pathLst>
              <a:path w="5028" h="1218">
                <a:moveTo>
                  <a:pt x="0" y="0"/>
                </a:moveTo>
                <a:lnTo>
                  <a:pt x="5028" y="0"/>
                </a:lnTo>
                <a:lnTo>
                  <a:pt x="50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001d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676080" y="3190680"/>
            <a:ext cx="1800720" cy="1553040"/>
          </a:xfrm>
          <a:custGeom>
            <a:avLst/>
            <a:gdLst/>
            <a:ahLst/>
            <a:rect l="0" t="0" r="r" b="b"/>
            <a:pathLst>
              <a:path w="5002" h="4314">
                <a:moveTo>
                  <a:pt x="0" y="0"/>
                </a:moveTo>
                <a:lnTo>
                  <a:pt x="5002" y="0"/>
                </a:lnTo>
                <a:lnTo>
                  <a:pt x="5002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2476440" y="3190680"/>
            <a:ext cx="1810080" cy="1553040"/>
          </a:xfrm>
          <a:custGeom>
            <a:avLst/>
            <a:gdLst/>
            <a:ahLst/>
            <a:rect l="0" t="0" r="r" b="b"/>
            <a:pathLst>
              <a:path w="5028" h="4314">
                <a:moveTo>
                  <a:pt x="0" y="0"/>
                </a:moveTo>
                <a:lnTo>
                  <a:pt x="5028" y="0"/>
                </a:lnTo>
                <a:lnTo>
                  <a:pt x="5028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4286160" y="3190680"/>
            <a:ext cx="1810080" cy="1553040"/>
          </a:xfrm>
          <a:custGeom>
            <a:avLst/>
            <a:gdLst/>
            <a:ahLst/>
            <a:rect l="0" t="0" r="r" b="b"/>
            <a:pathLst>
              <a:path w="5028" h="4314">
                <a:moveTo>
                  <a:pt x="0" y="0"/>
                </a:moveTo>
                <a:lnTo>
                  <a:pt x="5028" y="0"/>
                </a:lnTo>
                <a:lnTo>
                  <a:pt x="5028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6095880" y="3190680"/>
            <a:ext cx="1810080" cy="1553040"/>
          </a:xfrm>
          <a:custGeom>
            <a:avLst/>
            <a:gdLst/>
            <a:ahLst/>
            <a:rect l="0" t="0" r="r" b="b"/>
            <a:pathLst>
              <a:path w="5028" h="4314">
                <a:moveTo>
                  <a:pt x="0" y="0"/>
                </a:moveTo>
                <a:lnTo>
                  <a:pt x="5028" y="0"/>
                </a:lnTo>
                <a:lnTo>
                  <a:pt x="5028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7905600" y="3190680"/>
            <a:ext cx="1810080" cy="1553040"/>
          </a:xfrm>
          <a:custGeom>
            <a:avLst/>
            <a:gdLst/>
            <a:ahLst/>
            <a:rect l="0" t="0" r="r" b="b"/>
            <a:pathLst>
              <a:path w="5028" h="4314">
                <a:moveTo>
                  <a:pt x="0" y="0"/>
                </a:moveTo>
                <a:lnTo>
                  <a:pt x="5028" y="0"/>
                </a:lnTo>
                <a:lnTo>
                  <a:pt x="5028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9715320" y="3190680"/>
            <a:ext cx="1810080" cy="1553040"/>
          </a:xfrm>
          <a:custGeom>
            <a:avLst/>
            <a:gdLst/>
            <a:ahLst/>
            <a:rect l="0" t="0" r="r" b="b"/>
            <a:pathLst>
              <a:path w="5028" h="4314">
                <a:moveTo>
                  <a:pt x="0" y="0"/>
                </a:moveTo>
                <a:lnTo>
                  <a:pt x="5028" y="0"/>
                </a:lnTo>
                <a:lnTo>
                  <a:pt x="5028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666720" y="27525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666720" y="2752560"/>
            <a:ext cx="1819440" cy="9720"/>
          </a:xfrm>
          <a:custGeom>
            <a:avLst/>
            <a:gdLst/>
            <a:ahLst/>
            <a:rect l="0" t="0" r="r" b="b"/>
            <a:pathLst>
              <a:path w="5054" h="27">
                <a:moveTo>
                  <a:pt x="0" y="0"/>
                </a:moveTo>
                <a:lnTo>
                  <a:pt x="5054" y="0"/>
                </a:lnTo>
                <a:lnTo>
                  <a:pt x="50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2476440" y="27525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2485800" y="27525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4286160" y="27525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4295520" y="275256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6086160" y="275256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6095880" y="27525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7895880" y="275256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7905600" y="27525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9705960" y="27525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9715320" y="27525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11515680" y="27525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666720" y="3190680"/>
            <a:ext cx="1819440" cy="9720"/>
          </a:xfrm>
          <a:custGeom>
            <a:avLst/>
            <a:gdLst/>
            <a:ahLst/>
            <a:rect l="0" t="0" r="r" b="b"/>
            <a:pathLst>
              <a:path w="5054" h="27">
                <a:moveTo>
                  <a:pt x="0" y="0"/>
                </a:moveTo>
                <a:lnTo>
                  <a:pt x="5054" y="0"/>
                </a:lnTo>
                <a:lnTo>
                  <a:pt x="50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2485800" y="319068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4295520" y="319068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6095880" y="319068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7905600" y="319068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9715320" y="319068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666720" y="3200040"/>
            <a:ext cx="9720" cy="1553040"/>
          </a:xfrm>
          <a:custGeom>
            <a:avLst/>
            <a:gdLst/>
            <a:ahLst/>
            <a:rect l="0" t="0" r="r" b="b"/>
            <a:pathLst>
              <a:path w="27" h="4314">
                <a:moveTo>
                  <a:pt x="0" y="0"/>
                </a:moveTo>
                <a:lnTo>
                  <a:pt x="27" y="0"/>
                </a:lnTo>
                <a:lnTo>
                  <a:pt x="27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2476440" y="3200040"/>
            <a:ext cx="9720" cy="1553040"/>
          </a:xfrm>
          <a:custGeom>
            <a:avLst/>
            <a:gdLst/>
            <a:ahLst/>
            <a:rect l="0" t="0" r="r" b="b"/>
            <a:pathLst>
              <a:path w="27" h="4314">
                <a:moveTo>
                  <a:pt x="0" y="0"/>
                </a:moveTo>
                <a:lnTo>
                  <a:pt x="27" y="0"/>
                </a:lnTo>
                <a:lnTo>
                  <a:pt x="27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4286160" y="3200040"/>
            <a:ext cx="9720" cy="1553040"/>
          </a:xfrm>
          <a:custGeom>
            <a:avLst/>
            <a:gdLst/>
            <a:ahLst/>
            <a:rect l="0" t="0" r="r" b="b"/>
            <a:pathLst>
              <a:path w="27" h="4314">
                <a:moveTo>
                  <a:pt x="0" y="0"/>
                </a:moveTo>
                <a:lnTo>
                  <a:pt x="27" y="0"/>
                </a:lnTo>
                <a:lnTo>
                  <a:pt x="27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6086160" y="3200040"/>
            <a:ext cx="10080" cy="1553040"/>
          </a:xfrm>
          <a:custGeom>
            <a:avLst/>
            <a:gdLst/>
            <a:ahLst/>
            <a:rect l="0" t="0" r="r" b="b"/>
            <a:pathLst>
              <a:path w="28" h="4314">
                <a:moveTo>
                  <a:pt x="0" y="0"/>
                </a:moveTo>
                <a:lnTo>
                  <a:pt x="28" y="0"/>
                </a:lnTo>
                <a:lnTo>
                  <a:pt x="28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7895880" y="3200040"/>
            <a:ext cx="10080" cy="1553040"/>
          </a:xfrm>
          <a:custGeom>
            <a:avLst/>
            <a:gdLst/>
            <a:ahLst/>
            <a:rect l="0" t="0" r="r" b="b"/>
            <a:pathLst>
              <a:path w="28" h="4314">
                <a:moveTo>
                  <a:pt x="0" y="0"/>
                </a:moveTo>
                <a:lnTo>
                  <a:pt x="28" y="0"/>
                </a:lnTo>
                <a:lnTo>
                  <a:pt x="28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9705960" y="3200040"/>
            <a:ext cx="9720" cy="1553040"/>
          </a:xfrm>
          <a:custGeom>
            <a:avLst/>
            <a:gdLst/>
            <a:ahLst/>
            <a:rect l="0" t="0" r="r" b="b"/>
            <a:pathLst>
              <a:path w="27" h="4314">
                <a:moveTo>
                  <a:pt x="0" y="0"/>
                </a:moveTo>
                <a:lnTo>
                  <a:pt x="27" y="0"/>
                </a:lnTo>
                <a:lnTo>
                  <a:pt x="27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11515680" y="3200040"/>
            <a:ext cx="9720" cy="1553040"/>
          </a:xfrm>
          <a:custGeom>
            <a:avLst/>
            <a:gdLst/>
            <a:ahLst/>
            <a:rect l="0" t="0" r="r" b="b"/>
            <a:pathLst>
              <a:path w="27" h="4314">
                <a:moveTo>
                  <a:pt x="0" y="0"/>
                </a:moveTo>
                <a:lnTo>
                  <a:pt x="27" y="0"/>
                </a:lnTo>
                <a:lnTo>
                  <a:pt x="27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666720" y="4743360"/>
            <a:ext cx="1819440" cy="9720"/>
          </a:xfrm>
          <a:custGeom>
            <a:avLst/>
            <a:gdLst/>
            <a:ahLst/>
            <a:rect l="0" t="0" r="r" b="b"/>
            <a:pathLst>
              <a:path w="5054" h="27">
                <a:moveTo>
                  <a:pt x="0" y="0"/>
                </a:moveTo>
                <a:lnTo>
                  <a:pt x="5054" y="0"/>
                </a:lnTo>
                <a:lnTo>
                  <a:pt x="50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2485800" y="47433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4295520" y="474336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6095880" y="47433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7905600" y="47433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9715320" y="47433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666720" y="2101680"/>
            <a:ext cx="270900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2550" spc="-1" strike="noStrike">
                <a:solidFill>
                  <a:srgbClr val="00a9ce"/>
                </a:solidFill>
                <a:latin typeface="Calibri"/>
                <a:ea typeface="Calibri"/>
              </a:rPr>
              <a:t>Scan for the sources</a:t>
            </a:r>
            <a:endParaRPr b="0" lang="en-AU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799920" y="2848680"/>
            <a:ext cx="7261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Patterns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2608200" y="2848680"/>
            <a:ext cx="10720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Track 2 repo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4416480" y="2848680"/>
            <a:ext cx="9608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Test report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6224400" y="2848680"/>
            <a:ext cx="46548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Caret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8032680" y="2848680"/>
            <a:ext cx="9259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akkadakka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955440" y="3380400"/>
            <a:ext cx="1232280" cy="1182960"/>
          </a:xfrm>
          <a:custGeom>
            <a:avLst/>
            <a:gdLst/>
            <a:ahLst/>
            <a:rect l="0" t="0" r="r" b="b"/>
            <a:pathLst>
              <a:path fill="none" w="3423" h="3286">
                <a:moveTo>
                  <a:pt x="0" y="0"/>
                </a:moveTo>
                <a:lnTo>
                  <a:pt x="958" y="0"/>
                </a:lnTo>
                <a:moveTo>
                  <a:pt x="1095" y="0"/>
                </a:moveTo>
                <a:lnTo>
                  <a:pt x="1232" y="0"/>
                </a:lnTo>
                <a:moveTo>
                  <a:pt x="1369" y="0"/>
                </a:moveTo>
                <a:lnTo>
                  <a:pt x="1506" y="0"/>
                </a:lnTo>
                <a:moveTo>
                  <a:pt x="1643" y="0"/>
                </a:moveTo>
                <a:lnTo>
                  <a:pt x="1780" y="0"/>
                </a:lnTo>
                <a:moveTo>
                  <a:pt x="1916" y="0"/>
                </a:moveTo>
                <a:lnTo>
                  <a:pt x="2053" y="0"/>
                </a:lnTo>
                <a:moveTo>
                  <a:pt x="2190" y="0"/>
                </a:moveTo>
                <a:lnTo>
                  <a:pt x="2327" y="0"/>
                </a:lnTo>
                <a:moveTo>
                  <a:pt x="2464" y="0"/>
                </a:moveTo>
                <a:lnTo>
                  <a:pt x="3423" y="0"/>
                </a:lnTo>
                <a:moveTo>
                  <a:pt x="0" y="137"/>
                </a:moveTo>
                <a:lnTo>
                  <a:pt x="137" y="137"/>
                </a:lnTo>
                <a:moveTo>
                  <a:pt x="822" y="137"/>
                </a:moveTo>
                <a:lnTo>
                  <a:pt x="958" y="137"/>
                </a:lnTo>
                <a:moveTo>
                  <a:pt x="1095" y="137"/>
                </a:moveTo>
                <a:lnTo>
                  <a:pt x="1232" y="137"/>
                </a:lnTo>
                <a:moveTo>
                  <a:pt x="1369" y="137"/>
                </a:moveTo>
                <a:lnTo>
                  <a:pt x="1506" y="137"/>
                </a:lnTo>
                <a:moveTo>
                  <a:pt x="1643" y="137"/>
                </a:moveTo>
                <a:lnTo>
                  <a:pt x="2053" y="137"/>
                </a:lnTo>
                <a:moveTo>
                  <a:pt x="2190" y="137"/>
                </a:moveTo>
                <a:lnTo>
                  <a:pt x="2327" y="137"/>
                </a:lnTo>
                <a:moveTo>
                  <a:pt x="2464" y="137"/>
                </a:moveTo>
                <a:lnTo>
                  <a:pt x="2602" y="137"/>
                </a:lnTo>
                <a:moveTo>
                  <a:pt x="3286" y="137"/>
                </a:moveTo>
                <a:lnTo>
                  <a:pt x="3423" y="137"/>
                </a:lnTo>
                <a:moveTo>
                  <a:pt x="0" y="274"/>
                </a:moveTo>
                <a:lnTo>
                  <a:pt x="137" y="274"/>
                </a:lnTo>
                <a:moveTo>
                  <a:pt x="274" y="274"/>
                </a:moveTo>
                <a:lnTo>
                  <a:pt x="685" y="274"/>
                </a:lnTo>
                <a:moveTo>
                  <a:pt x="822" y="274"/>
                </a:moveTo>
                <a:lnTo>
                  <a:pt x="958" y="274"/>
                </a:lnTo>
                <a:moveTo>
                  <a:pt x="1506" y="274"/>
                </a:moveTo>
                <a:lnTo>
                  <a:pt x="1643" y="274"/>
                </a:lnTo>
                <a:moveTo>
                  <a:pt x="1780" y="274"/>
                </a:moveTo>
                <a:lnTo>
                  <a:pt x="1916" y="274"/>
                </a:lnTo>
                <a:moveTo>
                  <a:pt x="2464" y="274"/>
                </a:moveTo>
                <a:lnTo>
                  <a:pt x="2602" y="274"/>
                </a:lnTo>
                <a:moveTo>
                  <a:pt x="2739" y="274"/>
                </a:moveTo>
                <a:lnTo>
                  <a:pt x="3149" y="274"/>
                </a:lnTo>
                <a:moveTo>
                  <a:pt x="3286" y="274"/>
                </a:moveTo>
                <a:lnTo>
                  <a:pt x="3423" y="274"/>
                </a:lnTo>
                <a:moveTo>
                  <a:pt x="0" y="411"/>
                </a:moveTo>
                <a:lnTo>
                  <a:pt x="137" y="411"/>
                </a:lnTo>
                <a:moveTo>
                  <a:pt x="274" y="411"/>
                </a:moveTo>
                <a:lnTo>
                  <a:pt x="685" y="411"/>
                </a:lnTo>
                <a:moveTo>
                  <a:pt x="822" y="411"/>
                </a:moveTo>
                <a:lnTo>
                  <a:pt x="958" y="411"/>
                </a:lnTo>
                <a:moveTo>
                  <a:pt x="1095" y="411"/>
                </a:moveTo>
                <a:lnTo>
                  <a:pt x="2190" y="411"/>
                </a:lnTo>
                <a:moveTo>
                  <a:pt x="2464" y="411"/>
                </a:moveTo>
                <a:lnTo>
                  <a:pt x="2602" y="411"/>
                </a:lnTo>
                <a:moveTo>
                  <a:pt x="2739" y="411"/>
                </a:moveTo>
                <a:lnTo>
                  <a:pt x="3149" y="411"/>
                </a:lnTo>
                <a:moveTo>
                  <a:pt x="3286" y="411"/>
                </a:moveTo>
                <a:lnTo>
                  <a:pt x="3423" y="411"/>
                </a:lnTo>
                <a:moveTo>
                  <a:pt x="0" y="548"/>
                </a:moveTo>
                <a:lnTo>
                  <a:pt x="137" y="548"/>
                </a:lnTo>
                <a:moveTo>
                  <a:pt x="274" y="548"/>
                </a:moveTo>
                <a:lnTo>
                  <a:pt x="685" y="548"/>
                </a:lnTo>
                <a:moveTo>
                  <a:pt x="822" y="548"/>
                </a:moveTo>
                <a:lnTo>
                  <a:pt x="958" y="548"/>
                </a:lnTo>
                <a:moveTo>
                  <a:pt x="1369" y="548"/>
                </a:moveTo>
                <a:lnTo>
                  <a:pt x="1643" y="548"/>
                </a:lnTo>
                <a:moveTo>
                  <a:pt x="1780" y="548"/>
                </a:moveTo>
                <a:lnTo>
                  <a:pt x="2327" y="548"/>
                </a:lnTo>
                <a:moveTo>
                  <a:pt x="2464" y="548"/>
                </a:moveTo>
                <a:lnTo>
                  <a:pt x="2602" y="548"/>
                </a:lnTo>
                <a:moveTo>
                  <a:pt x="2739" y="548"/>
                </a:moveTo>
                <a:lnTo>
                  <a:pt x="3149" y="548"/>
                </a:lnTo>
                <a:moveTo>
                  <a:pt x="3286" y="548"/>
                </a:moveTo>
                <a:lnTo>
                  <a:pt x="3423" y="548"/>
                </a:lnTo>
                <a:moveTo>
                  <a:pt x="0" y="685"/>
                </a:moveTo>
                <a:lnTo>
                  <a:pt x="137" y="685"/>
                </a:lnTo>
                <a:moveTo>
                  <a:pt x="822" y="685"/>
                </a:moveTo>
                <a:lnTo>
                  <a:pt x="958" y="685"/>
                </a:lnTo>
                <a:moveTo>
                  <a:pt x="1369" y="685"/>
                </a:moveTo>
                <a:lnTo>
                  <a:pt x="1780" y="685"/>
                </a:lnTo>
                <a:moveTo>
                  <a:pt x="1916" y="685"/>
                </a:moveTo>
                <a:lnTo>
                  <a:pt x="2053" y="685"/>
                </a:lnTo>
                <a:moveTo>
                  <a:pt x="2190" y="685"/>
                </a:moveTo>
                <a:lnTo>
                  <a:pt x="2327" y="685"/>
                </a:lnTo>
                <a:moveTo>
                  <a:pt x="2464" y="685"/>
                </a:moveTo>
                <a:lnTo>
                  <a:pt x="2602" y="685"/>
                </a:lnTo>
                <a:moveTo>
                  <a:pt x="3286" y="685"/>
                </a:moveTo>
                <a:lnTo>
                  <a:pt x="3423" y="685"/>
                </a:lnTo>
                <a:moveTo>
                  <a:pt x="0" y="822"/>
                </a:moveTo>
                <a:lnTo>
                  <a:pt x="958" y="822"/>
                </a:lnTo>
                <a:moveTo>
                  <a:pt x="1095" y="822"/>
                </a:moveTo>
                <a:lnTo>
                  <a:pt x="1232" y="822"/>
                </a:lnTo>
                <a:moveTo>
                  <a:pt x="1369" y="822"/>
                </a:moveTo>
                <a:lnTo>
                  <a:pt x="1506" y="822"/>
                </a:lnTo>
                <a:moveTo>
                  <a:pt x="1643" y="822"/>
                </a:moveTo>
                <a:lnTo>
                  <a:pt x="1780" y="822"/>
                </a:lnTo>
                <a:moveTo>
                  <a:pt x="1916" y="822"/>
                </a:moveTo>
                <a:lnTo>
                  <a:pt x="2053" y="822"/>
                </a:lnTo>
                <a:moveTo>
                  <a:pt x="2190" y="822"/>
                </a:moveTo>
                <a:lnTo>
                  <a:pt x="2327" y="822"/>
                </a:lnTo>
                <a:moveTo>
                  <a:pt x="2464" y="822"/>
                </a:moveTo>
                <a:lnTo>
                  <a:pt x="3423" y="822"/>
                </a:lnTo>
                <a:moveTo>
                  <a:pt x="1095" y="958"/>
                </a:moveTo>
                <a:lnTo>
                  <a:pt x="1232" y="958"/>
                </a:lnTo>
                <a:moveTo>
                  <a:pt x="1916" y="958"/>
                </a:moveTo>
                <a:lnTo>
                  <a:pt x="2053" y="958"/>
                </a:lnTo>
                <a:moveTo>
                  <a:pt x="2190" y="958"/>
                </a:moveTo>
                <a:lnTo>
                  <a:pt x="2327" y="958"/>
                </a:lnTo>
                <a:moveTo>
                  <a:pt x="0" y="1095"/>
                </a:moveTo>
                <a:lnTo>
                  <a:pt x="137" y="1095"/>
                </a:lnTo>
                <a:moveTo>
                  <a:pt x="274" y="1095"/>
                </a:moveTo>
                <a:lnTo>
                  <a:pt x="548" y="1095"/>
                </a:lnTo>
                <a:moveTo>
                  <a:pt x="685" y="1095"/>
                </a:moveTo>
                <a:lnTo>
                  <a:pt x="1095" y="1095"/>
                </a:lnTo>
                <a:moveTo>
                  <a:pt x="1232" y="1095"/>
                </a:moveTo>
                <a:lnTo>
                  <a:pt x="1369" y="1095"/>
                </a:lnTo>
                <a:moveTo>
                  <a:pt x="1916" y="1095"/>
                </a:moveTo>
                <a:lnTo>
                  <a:pt x="2053" y="1095"/>
                </a:lnTo>
                <a:moveTo>
                  <a:pt x="2464" y="1095"/>
                </a:moveTo>
                <a:lnTo>
                  <a:pt x="2602" y="1095"/>
                </a:lnTo>
                <a:moveTo>
                  <a:pt x="2875" y="1095"/>
                </a:moveTo>
                <a:lnTo>
                  <a:pt x="3012" y="1095"/>
                </a:lnTo>
                <a:moveTo>
                  <a:pt x="3149" y="1095"/>
                </a:moveTo>
                <a:lnTo>
                  <a:pt x="3423" y="1095"/>
                </a:lnTo>
                <a:moveTo>
                  <a:pt x="137" y="1232"/>
                </a:moveTo>
                <a:lnTo>
                  <a:pt x="274" y="1232"/>
                </a:lnTo>
                <a:moveTo>
                  <a:pt x="411" y="1232"/>
                </a:moveTo>
                <a:lnTo>
                  <a:pt x="685" y="1232"/>
                </a:lnTo>
                <a:moveTo>
                  <a:pt x="958" y="1232"/>
                </a:moveTo>
                <a:lnTo>
                  <a:pt x="1095" y="1232"/>
                </a:lnTo>
                <a:moveTo>
                  <a:pt x="1232" y="1232"/>
                </a:moveTo>
                <a:lnTo>
                  <a:pt x="1369" y="1232"/>
                </a:lnTo>
                <a:moveTo>
                  <a:pt x="1506" y="1232"/>
                </a:moveTo>
                <a:lnTo>
                  <a:pt x="1643" y="1232"/>
                </a:lnTo>
                <a:moveTo>
                  <a:pt x="1916" y="1232"/>
                </a:moveTo>
                <a:lnTo>
                  <a:pt x="2053" y="1232"/>
                </a:lnTo>
                <a:moveTo>
                  <a:pt x="2190" y="1232"/>
                </a:moveTo>
                <a:lnTo>
                  <a:pt x="2327" y="1232"/>
                </a:lnTo>
                <a:moveTo>
                  <a:pt x="2602" y="1232"/>
                </a:moveTo>
                <a:lnTo>
                  <a:pt x="2739" y="1232"/>
                </a:lnTo>
                <a:moveTo>
                  <a:pt x="3149" y="1232"/>
                </a:moveTo>
                <a:lnTo>
                  <a:pt x="3286" y="1232"/>
                </a:lnTo>
                <a:moveTo>
                  <a:pt x="137" y="1369"/>
                </a:moveTo>
                <a:lnTo>
                  <a:pt x="685" y="1369"/>
                </a:lnTo>
                <a:moveTo>
                  <a:pt x="822" y="1369"/>
                </a:moveTo>
                <a:lnTo>
                  <a:pt x="958" y="1369"/>
                </a:lnTo>
                <a:moveTo>
                  <a:pt x="1095" y="1369"/>
                </a:moveTo>
                <a:lnTo>
                  <a:pt x="1232" y="1369"/>
                </a:lnTo>
                <a:moveTo>
                  <a:pt x="1506" y="1369"/>
                </a:moveTo>
                <a:lnTo>
                  <a:pt x="2053" y="1369"/>
                </a:lnTo>
                <a:moveTo>
                  <a:pt x="2327" y="1369"/>
                </a:moveTo>
                <a:lnTo>
                  <a:pt x="2602" y="1369"/>
                </a:lnTo>
                <a:moveTo>
                  <a:pt x="137" y="1506"/>
                </a:moveTo>
                <a:lnTo>
                  <a:pt x="274" y="1506"/>
                </a:lnTo>
                <a:moveTo>
                  <a:pt x="685" y="1506"/>
                </a:moveTo>
                <a:lnTo>
                  <a:pt x="822" y="1506"/>
                </a:lnTo>
                <a:moveTo>
                  <a:pt x="1369" y="1506"/>
                </a:moveTo>
                <a:lnTo>
                  <a:pt x="1643" y="1506"/>
                </a:lnTo>
                <a:moveTo>
                  <a:pt x="1780" y="1506"/>
                </a:moveTo>
                <a:lnTo>
                  <a:pt x="2053" y="1506"/>
                </a:lnTo>
                <a:moveTo>
                  <a:pt x="2875" y="1506"/>
                </a:moveTo>
                <a:lnTo>
                  <a:pt x="3149" y="1506"/>
                </a:lnTo>
                <a:moveTo>
                  <a:pt x="274" y="1643"/>
                </a:moveTo>
                <a:lnTo>
                  <a:pt x="411" y="1643"/>
                </a:lnTo>
                <a:moveTo>
                  <a:pt x="685" y="1643"/>
                </a:moveTo>
                <a:lnTo>
                  <a:pt x="1095" y="1643"/>
                </a:lnTo>
                <a:moveTo>
                  <a:pt x="1232" y="1643"/>
                </a:moveTo>
                <a:lnTo>
                  <a:pt x="1506" y="1643"/>
                </a:lnTo>
                <a:moveTo>
                  <a:pt x="1643" y="1643"/>
                </a:moveTo>
                <a:lnTo>
                  <a:pt x="1916" y="1643"/>
                </a:lnTo>
                <a:moveTo>
                  <a:pt x="2053" y="1643"/>
                </a:moveTo>
                <a:lnTo>
                  <a:pt x="2602" y="1643"/>
                </a:lnTo>
                <a:moveTo>
                  <a:pt x="2739" y="1643"/>
                </a:moveTo>
                <a:lnTo>
                  <a:pt x="2875" y="1643"/>
                </a:lnTo>
                <a:moveTo>
                  <a:pt x="3012" y="1643"/>
                </a:moveTo>
                <a:lnTo>
                  <a:pt x="3423" y="1643"/>
                </a:lnTo>
                <a:moveTo>
                  <a:pt x="137" y="1779"/>
                </a:moveTo>
                <a:lnTo>
                  <a:pt x="548" y="1779"/>
                </a:lnTo>
                <a:moveTo>
                  <a:pt x="685" y="1779"/>
                </a:moveTo>
                <a:lnTo>
                  <a:pt x="822" y="1779"/>
                </a:lnTo>
                <a:moveTo>
                  <a:pt x="1232" y="1779"/>
                </a:moveTo>
                <a:lnTo>
                  <a:pt x="1643" y="1779"/>
                </a:lnTo>
                <a:moveTo>
                  <a:pt x="1780" y="1779"/>
                </a:moveTo>
                <a:lnTo>
                  <a:pt x="2875" y="1779"/>
                </a:lnTo>
                <a:moveTo>
                  <a:pt x="3286" y="1779"/>
                </a:moveTo>
                <a:lnTo>
                  <a:pt x="3423" y="1779"/>
                </a:lnTo>
                <a:moveTo>
                  <a:pt x="137" y="1916"/>
                </a:moveTo>
                <a:lnTo>
                  <a:pt x="685" y="1916"/>
                </a:lnTo>
                <a:moveTo>
                  <a:pt x="822" y="1916"/>
                </a:moveTo>
                <a:lnTo>
                  <a:pt x="1232" y="1916"/>
                </a:lnTo>
                <a:moveTo>
                  <a:pt x="1369" y="1916"/>
                </a:moveTo>
                <a:lnTo>
                  <a:pt x="1506" y="1916"/>
                </a:lnTo>
                <a:moveTo>
                  <a:pt x="1916" y="1916"/>
                </a:moveTo>
                <a:lnTo>
                  <a:pt x="2053" y="1916"/>
                </a:lnTo>
                <a:moveTo>
                  <a:pt x="2464" y="1916"/>
                </a:moveTo>
                <a:lnTo>
                  <a:pt x="2602" y="1916"/>
                </a:lnTo>
                <a:moveTo>
                  <a:pt x="2739" y="1916"/>
                </a:moveTo>
                <a:lnTo>
                  <a:pt x="2875" y="1916"/>
                </a:lnTo>
                <a:moveTo>
                  <a:pt x="3012" y="1916"/>
                </a:moveTo>
                <a:lnTo>
                  <a:pt x="3286" y="1916"/>
                </a:lnTo>
                <a:moveTo>
                  <a:pt x="0" y="2053"/>
                </a:moveTo>
                <a:lnTo>
                  <a:pt x="137" y="2053"/>
                </a:lnTo>
                <a:moveTo>
                  <a:pt x="274" y="2053"/>
                </a:moveTo>
                <a:lnTo>
                  <a:pt x="411" y="2053"/>
                </a:lnTo>
                <a:moveTo>
                  <a:pt x="1232" y="2053"/>
                </a:moveTo>
                <a:lnTo>
                  <a:pt x="1369" y="2053"/>
                </a:lnTo>
                <a:moveTo>
                  <a:pt x="1643" y="2053"/>
                </a:moveTo>
                <a:lnTo>
                  <a:pt x="1780" y="2053"/>
                </a:lnTo>
                <a:moveTo>
                  <a:pt x="2053" y="2053"/>
                </a:moveTo>
                <a:lnTo>
                  <a:pt x="2190" y="2053"/>
                </a:lnTo>
                <a:moveTo>
                  <a:pt x="2327" y="2053"/>
                </a:moveTo>
                <a:lnTo>
                  <a:pt x="2875" y="2053"/>
                </a:lnTo>
                <a:moveTo>
                  <a:pt x="3286" y="2053"/>
                </a:moveTo>
                <a:lnTo>
                  <a:pt x="3423" y="2053"/>
                </a:lnTo>
                <a:moveTo>
                  <a:pt x="274" y="2191"/>
                </a:moveTo>
                <a:lnTo>
                  <a:pt x="548" y="2191"/>
                </a:lnTo>
                <a:moveTo>
                  <a:pt x="685" y="2191"/>
                </a:moveTo>
                <a:lnTo>
                  <a:pt x="1232" y="2191"/>
                </a:lnTo>
                <a:moveTo>
                  <a:pt x="1369" y="2191"/>
                </a:moveTo>
                <a:lnTo>
                  <a:pt x="1643" y="2191"/>
                </a:lnTo>
                <a:moveTo>
                  <a:pt x="1780" y="2191"/>
                </a:moveTo>
                <a:lnTo>
                  <a:pt x="1916" y="2191"/>
                </a:lnTo>
                <a:moveTo>
                  <a:pt x="2190" y="2191"/>
                </a:moveTo>
                <a:lnTo>
                  <a:pt x="3423" y="2191"/>
                </a:lnTo>
                <a:moveTo>
                  <a:pt x="1095" y="2328"/>
                </a:moveTo>
                <a:lnTo>
                  <a:pt x="1369" y="2328"/>
                </a:lnTo>
                <a:moveTo>
                  <a:pt x="2190" y="2328"/>
                </a:moveTo>
                <a:lnTo>
                  <a:pt x="2327" y="2328"/>
                </a:lnTo>
                <a:moveTo>
                  <a:pt x="2739" y="2328"/>
                </a:moveTo>
                <a:lnTo>
                  <a:pt x="2875" y="2328"/>
                </a:lnTo>
                <a:moveTo>
                  <a:pt x="3012" y="2328"/>
                </a:moveTo>
                <a:lnTo>
                  <a:pt x="3149" y="2328"/>
                </a:lnTo>
                <a:moveTo>
                  <a:pt x="3286" y="2328"/>
                </a:moveTo>
                <a:lnTo>
                  <a:pt x="3423" y="2328"/>
                </a:lnTo>
                <a:moveTo>
                  <a:pt x="0" y="2465"/>
                </a:moveTo>
                <a:lnTo>
                  <a:pt x="958" y="2465"/>
                </a:lnTo>
                <a:moveTo>
                  <a:pt x="1095" y="2465"/>
                </a:moveTo>
                <a:lnTo>
                  <a:pt x="1506" y="2465"/>
                </a:lnTo>
                <a:moveTo>
                  <a:pt x="1780" y="2465"/>
                </a:moveTo>
                <a:lnTo>
                  <a:pt x="2053" y="2465"/>
                </a:lnTo>
                <a:moveTo>
                  <a:pt x="2190" y="2465"/>
                </a:moveTo>
                <a:lnTo>
                  <a:pt x="2327" y="2465"/>
                </a:lnTo>
                <a:moveTo>
                  <a:pt x="2464" y="2465"/>
                </a:moveTo>
                <a:lnTo>
                  <a:pt x="2602" y="2465"/>
                </a:lnTo>
                <a:moveTo>
                  <a:pt x="2739" y="2465"/>
                </a:moveTo>
                <a:lnTo>
                  <a:pt x="2875" y="2465"/>
                </a:lnTo>
                <a:moveTo>
                  <a:pt x="3012" y="2465"/>
                </a:moveTo>
                <a:lnTo>
                  <a:pt x="3423" y="2465"/>
                </a:lnTo>
                <a:moveTo>
                  <a:pt x="0" y="2602"/>
                </a:moveTo>
                <a:lnTo>
                  <a:pt x="137" y="2602"/>
                </a:lnTo>
                <a:moveTo>
                  <a:pt x="822" y="2602"/>
                </a:moveTo>
                <a:lnTo>
                  <a:pt x="958" y="2602"/>
                </a:lnTo>
                <a:moveTo>
                  <a:pt x="1095" y="2602"/>
                </a:moveTo>
                <a:lnTo>
                  <a:pt x="1506" y="2602"/>
                </a:lnTo>
                <a:moveTo>
                  <a:pt x="1643" y="2602"/>
                </a:moveTo>
                <a:lnTo>
                  <a:pt x="1780" y="2602"/>
                </a:lnTo>
                <a:moveTo>
                  <a:pt x="1916" y="2602"/>
                </a:moveTo>
                <a:lnTo>
                  <a:pt x="2327" y="2602"/>
                </a:lnTo>
                <a:moveTo>
                  <a:pt x="2739" y="2602"/>
                </a:moveTo>
                <a:lnTo>
                  <a:pt x="2875" y="2602"/>
                </a:lnTo>
                <a:moveTo>
                  <a:pt x="0" y="2738"/>
                </a:moveTo>
                <a:lnTo>
                  <a:pt x="137" y="2738"/>
                </a:lnTo>
                <a:moveTo>
                  <a:pt x="274" y="2738"/>
                </a:moveTo>
                <a:lnTo>
                  <a:pt x="685" y="2738"/>
                </a:lnTo>
                <a:moveTo>
                  <a:pt x="822" y="2738"/>
                </a:moveTo>
                <a:lnTo>
                  <a:pt x="958" y="2738"/>
                </a:lnTo>
                <a:moveTo>
                  <a:pt x="1506" y="2738"/>
                </a:moveTo>
                <a:lnTo>
                  <a:pt x="1643" y="2738"/>
                </a:lnTo>
                <a:moveTo>
                  <a:pt x="1916" y="2738"/>
                </a:moveTo>
                <a:lnTo>
                  <a:pt x="2053" y="2738"/>
                </a:lnTo>
                <a:moveTo>
                  <a:pt x="2190" y="2738"/>
                </a:moveTo>
                <a:lnTo>
                  <a:pt x="3012" y="2738"/>
                </a:lnTo>
                <a:moveTo>
                  <a:pt x="3286" y="2738"/>
                </a:moveTo>
                <a:lnTo>
                  <a:pt x="3423" y="2738"/>
                </a:lnTo>
                <a:moveTo>
                  <a:pt x="0" y="2875"/>
                </a:moveTo>
                <a:lnTo>
                  <a:pt x="137" y="2875"/>
                </a:lnTo>
                <a:moveTo>
                  <a:pt x="274" y="2875"/>
                </a:moveTo>
                <a:lnTo>
                  <a:pt x="685" y="2875"/>
                </a:lnTo>
                <a:moveTo>
                  <a:pt x="822" y="2875"/>
                </a:moveTo>
                <a:lnTo>
                  <a:pt x="958" y="2875"/>
                </a:lnTo>
                <a:moveTo>
                  <a:pt x="1095" y="2875"/>
                </a:moveTo>
                <a:lnTo>
                  <a:pt x="1780" y="2875"/>
                </a:lnTo>
                <a:moveTo>
                  <a:pt x="2053" y="2875"/>
                </a:moveTo>
                <a:lnTo>
                  <a:pt x="2190" y="2875"/>
                </a:lnTo>
                <a:moveTo>
                  <a:pt x="2327" y="2875"/>
                </a:moveTo>
                <a:lnTo>
                  <a:pt x="2602" y="2875"/>
                </a:lnTo>
                <a:moveTo>
                  <a:pt x="2739" y="2875"/>
                </a:moveTo>
                <a:lnTo>
                  <a:pt x="3423" y="2875"/>
                </a:lnTo>
                <a:moveTo>
                  <a:pt x="0" y="3012"/>
                </a:moveTo>
                <a:lnTo>
                  <a:pt x="137" y="3012"/>
                </a:lnTo>
                <a:moveTo>
                  <a:pt x="274" y="3012"/>
                </a:moveTo>
                <a:lnTo>
                  <a:pt x="685" y="3012"/>
                </a:lnTo>
                <a:moveTo>
                  <a:pt x="822" y="3012"/>
                </a:moveTo>
                <a:lnTo>
                  <a:pt x="958" y="3012"/>
                </a:lnTo>
                <a:moveTo>
                  <a:pt x="1095" y="3012"/>
                </a:moveTo>
                <a:lnTo>
                  <a:pt x="1232" y="3012"/>
                </a:lnTo>
                <a:moveTo>
                  <a:pt x="1506" y="3012"/>
                </a:moveTo>
                <a:lnTo>
                  <a:pt x="1643" y="3012"/>
                </a:lnTo>
                <a:moveTo>
                  <a:pt x="2464" y="3012"/>
                </a:moveTo>
                <a:lnTo>
                  <a:pt x="2602" y="3012"/>
                </a:lnTo>
                <a:moveTo>
                  <a:pt x="2739" y="3012"/>
                </a:moveTo>
                <a:lnTo>
                  <a:pt x="2875" y="3012"/>
                </a:lnTo>
                <a:moveTo>
                  <a:pt x="3012" y="3012"/>
                </a:moveTo>
                <a:lnTo>
                  <a:pt x="3286" y="3012"/>
                </a:lnTo>
                <a:moveTo>
                  <a:pt x="0" y="3149"/>
                </a:moveTo>
                <a:lnTo>
                  <a:pt x="137" y="3149"/>
                </a:lnTo>
                <a:moveTo>
                  <a:pt x="822" y="3149"/>
                </a:moveTo>
                <a:lnTo>
                  <a:pt x="958" y="3149"/>
                </a:lnTo>
                <a:moveTo>
                  <a:pt x="1232" y="3149"/>
                </a:moveTo>
                <a:lnTo>
                  <a:pt x="1369" y="3149"/>
                </a:lnTo>
                <a:moveTo>
                  <a:pt x="1643" y="3149"/>
                </a:moveTo>
                <a:lnTo>
                  <a:pt x="2190" y="3149"/>
                </a:lnTo>
                <a:moveTo>
                  <a:pt x="2739" y="3149"/>
                </a:moveTo>
                <a:lnTo>
                  <a:pt x="2875" y="3149"/>
                </a:lnTo>
                <a:moveTo>
                  <a:pt x="3012" y="3149"/>
                </a:moveTo>
                <a:lnTo>
                  <a:pt x="3149" y="3149"/>
                </a:lnTo>
                <a:moveTo>
                  <a:pt x="0" y="3286"/>
                </a:moveTo>
                <a:lnTo>
                  <a:pt x="958" y="3286"/>
                </a:lnTo>
                <a:moveTo>
                  <a:pt x="1095" y="3286"/>
                </a:moveTo>
                <a:lnTo>
                  <a:pt x="1232" y="3286"/>
                </a:lnTo>
                <a:moveTo>
                  <a:pt x="1369" y="3286"/>
                </a:moveTo>
                <a:lnTo>
                  <a:pt x="1506" y="3286"/>
                </a:lnTo>
                <a:moveTo>
                  <a:pt x="1780" y="3286"/>
                </a:moveTo>
                <a:lnTo>
                  <a:pt x="2053" y="3286"/>
                </a:lnTo>
                <a:moveTo>
                  <a:pt x="2602" y="3286"/>
                </a:moveTo>
                <a:lnTo>
                  <a:pt x="3423" y="3286"/>
                </a:lnTo>
              </a:path>
            </a:pathLst>
          </a:custGeom>
          <a:ln w="48960">
            <a:solidFill>
              <a:srgbClr val="001d34"/>
            </a:solidFill>
            <a:miter/>
          </a:ln>
        </p:spPr>
        <p:txBody>
          <a:bodyPr lIns="24480" rIns="24480" tIns="24480" bIns="2448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2730240" y="3336840"/>
            <a:ext cx="1302120" cy="1270440"/>
          </a:xfrm>
          <a:custGeom>
            <a:avLst/>
            <a:gdLst/>
            <a:ahLst/>
            <a:rect l="0" t="0" r="r" b="b"/>
            <a:pathLst>
              <a:path fill="none" w="3617" h="3529">
                <a:moveTo>
                  <a:pt x="0" y="0"/>
                </a:moveTo>
                <a:lnTo>
                  <a:pt x="618" y="0"/>
                </a:lnTo>
                <a:moveTo>
                  <a:pt x="706" y="0"/>
                </a:moveTo>
                <a:lnTo>
                  <a:pt x="794" y="0"/>
                </a:lnTo>
                <a:moveTo>
                  <a:pt x="970" y="0"/>
                </a:moveTo>
                <a:lnTo>
                  <a:pt x="1501" y="0"/>
                </a:lnTo>
                <a:moveTo>
                  <a:pt x="1589" y="0"/>
                </a:moveTo>
                <a:lnTo>
                  <a:pt x="1765" y="0"/>
                </a:lnTo>
                <a:moveTo>
                  <a:pt x="1853" y="0"/>
                </a:moveTo>
                <a:lnTo>
                  <a:pt x="1941" y="0"/>
                </a:lnTo>
                <a:moveTo>
                  <a:pt x="2030" y="0"/>
                </a:moveTo>
                <a:lnTo>
                  <a:pt x="2294" y="0"/>
                </a:lnTo>
                <a:moveTo>
                  <a:pt x="2382" y="0"/>
                </a:moveTo>
                <a:lnTo>
                  <a:pt x="2471" y="0"/>
                </a:lnTo>
                <a:moveTo>
                  <a:pt x="2559" y="0"/>
                </a:moveTo>
                <a:lnTo>
                  <a:pt x="2647" y="0"/>
                </a:lnTo>
                <a:moveTo>
                  <a:pt x="2823" y="0"/>
                </a:moveTo>
                <a:lnTo>
                  <a:pt x="2912" y="0"/>
                </a:lnTo>
                <a:moveTo>
                  <a:pt x="3000" y="0"/>
                </a:moveTo>
                <a:lnTo>
                  <a:pt x="3617" y="0"/>
                </a:lnTo>
                <a:moveTo>
                  <a:pt x="0" y="88"/>
                </a:moveTo>
                <a:lnTo>
                  <a:pt x="88" y="88"/>
                </a:lnTo>
                <a:moveTo>
                  <a:pt x="529" y="88"/>
                </a:moveTo>
                <a:lnTo>
                  <a:pt x="618" y="88"/>
                </a:lnTo>
                <a:moveTo>
                  <a:pt x="1235" y="88"/>
                </a:moveTo>
                <a:lnTo>
                  <a:pt x="1411" y="88"/>
                </a:lnTo>
                <a:moveTo>
                  <a:pt x="1589" y="88"/>
                </a:moveTo>
                <a:lnTo>
                  <a:pt x="1853" y="88"/>
                </a:lnTo>
                <a:moveTo>
                  <a:pt x="2206" y="88"/>
                </a:moveTo>
                <a:lnTo>
                  <a:pt x="2294" y="88"/>
                </a:lnTo>
                <a:moveTo>
                  <a:pt x="2471" y="88"/>
                </a:moveTo>
                <a:lnTo>
                  <a:pt x="2559" y="88"/>
                </a:lnTo>
                <a:moveTo>
                  <a:pt x="2647" y="88"/>
                </a:moveTo>
                <a:lnTo>
                  <a:pt x="2823" y="88"/>
                </a:lnTo>
                <a:moveTo>
                  <a:pt x="3000" y="88"/>
                </a:moveTo>
                <a:lnTo>
                  <a:pt x="3088" y="88"/>
                </a:lnTo>
                <a:moveTo>
                  <a:pt x="3529" y="88"/>
                </a:moveTo>
                <a:lnTo>
                  <a:pt x="3617" y="88"/>
                </a:lnTo>
                <a:moveTo>
                  <a:pt x="0" y="176"/>
                </a:moveTo>
                <a:lnTo>
                  <a:pt x="88" y="176"/>
                </a:lnTo>
                <a:moveTo>
                  <a:pt x="177" y="176"/>
                </a:moveTo>
                <a:lnTo>
                  <a:pt x="441" y="176"/>
                </a:lnTo>
                <a:moveTo>
                  <a:pt x="529" y="176"/>
                </a:moveTo>
                <a:lnTo>
                  <a:pt x="618" y="176"/>
                </a:lnTo>
                <a:moveTo>
                  <a:pt x="882" y="176"/>
                </a:moveTo>
                <a:lnTo>
                  <a:pt x="1147" y="176"/>
                </a:lnTo>
                <a:moveTo>
                  <a:pt x="1235" y="176"/>
                </a:moveTo>
                <a:lnTo>
                  <a:pt x="1323" y="176"/>
                </a:lnTo>
                <a:moveTo>
                  <a:pt x="1411" y="176"/>
                </a:moveTo>
                <a:lnTo>
                  <a:pt x="1677" y="176"/>
                </a:lnTo>
                <a:moveTo>
                  <a:pt x="1853" y="176"/>
                </a:moveTo>
                <a:lnTo>
                  <a:pt x="1941" y="176"/>
                </a:lnTo>
                <a:moveTo>
                  <a:pt x="2030" y="176"/>
                </a:moveTo>
                <a:lnTo>
                  <a:pt x="2118" y="176"/>
                </a:lnTo>
                <a:moveTo>
                  <a:pt x="2382" y="176"/>
                </a:moveTo>
                <a:lnTo>
                  <a:pt x="2471" y="176"/>
                </a:lnTo>
                <a:moveTo>
                  <a:pt x="2559" y="176"/>
                </a:moveTo>
                <a:lnTo>
                  <a:pt x="2912" y="176"/>
                </a:lnTo>
                <a:moveTo>
                  <a:pt x="3000" y="176"/>
                </a:moveTo>
                <a:lnTo>
                  <a:pt x="3088" y="176"/>
                </a:lnTo>
                <a:moveTo>
                  <a:pt x="3176" y="176"/>
                </a:moveTo>
                <a:lnTo>
                  <a:pt x="3441" y="176"/>
                </a:lnTo>
                <a:moveTo>
                  <a:pt x="3529" y="176"/>
                </a:moveTo>
                <a:lnTo>
                  <a:pt x="3617" y="176"/>
                </a:lnTo>
                <a:moveTo>
                  <a:pt x="0" y="264"/>
                </a:moveTo>
                <a:lnTo>
                  <a:pt x="88" y="264"/>
                </a:lnTo>
                <a:moveTo>
                  <a:pt x="177" y="264"/>
                </a:moveTo>
                <a:lnTo>
                  <a:pt x="441" y="264"/>
                </a:lnTo>
                <a:moveTo>
                  <a:pt x="529" y="264"/>
                </a:moveTo>
                <a:lnTo>
                  <a:pt x="618" y="264"/>
                </a:lnTo>
                <a:moveTo>
                  <a:pt x="706" y="264"/>
                </a:moveTo>
                <a:lnTo>
                  <a:pt x="794" y="264"/>
                </a:lnTo>
                <a:moveTo>
                  <a:pt x="882" y="264"/>
                </a:moveTo>
                <a:lnTo>
                  <a:pt x="1147" y="264"/>
                </a:lnTo>
                <a:moveTo>
                  <a:pt x="1411" y="264"/>
                </a:moveTo>
                <a:lnTo>
                  <a:pt x="1589" y="264"/>
                </a:lnTo>
                <a:moveTo>
                  <a:pt x="1677" y="264"/>
                </a:moveTo>
                <a:lnTo>
                  <a:pt x="1765" y="264"/>
                </a:lnTo>
                <a:moveTo>
                  <a:pt x="1853" y="264"/>
                </a:moveTo>
                <a:lnTo>
                  <a:pt x="2030" y="264"/>
                </a:lnTo>
                <a:moveTo>
                  <a:pt x="2206" y="264"/>
                </a:moveTo>
                <a:lnTo>
                  <a:pt x="2382" y="264"/>
                </a:lnTo>
                <a:moveTo>
                  <a:pt x="2471" y="264"/>
                </a:moveTo>
                <a:lnTo>
                  <a:pt x="2559" y="264"/>
                </a:lnTo>
                <a:moveTo>
                  <a:pt x="2647" y="264"/>
                </a:moveTo>
                <a:lnTo>
                  <a:pt x="2823" y="264"/>
                </a:lnTo>
                <a:moveTo>
                  <a:pt x="3000" y="264"/>
                </a:moveTo>
                <a:lnTo>
                  <a:pt x="3088" y="264"/>
                </a:lnTo>
                <a:moveTo>
                  <a:pt x="3176" y="264"/>
                </a:moveTo>
                <a:lnTo>
                  <a:pt x="3441" y="264"/>
                </a:lnTo>
                <a:moveTo>
                  <a:pt x="3529" y="264"/>
                </a:moveTo>
                <a:lnTo>
                  <a:pt x="3617" y="264"/>
                </a:lnTo>
                <a:moveTo>
                  <a:pt x="0" y="353"/>
                </a:moveTo>
                <a:lnTo>
                  <a:pt x="88" y="353"/>
                </a:lnTo>
                <a:moveTo>
                  <a:pt x="177" y="353"/>
                </a:moveTo>
                <a:lnTo>
                  <a:pt x="441" y="353"/>
                </a:lnTo>
                <a:moveTo>
                  <a:pt x="529" y="353"/>
                </a:moveTo>
                <a:lnTo>
                  <a:pt x="618" y="353"/>
                </a:lnTo>
                <a:moveTo>
                  <a:pt x="706" y="353"/>
                </a:moveTo>
                <a:lnTo>
                  <a:pt x="882" y="353"/>
                </a:lnTo>
                <a:moveTo>
                  <a:pt x="970" y="353"/>
                </a:moveTo>
                <a:lnTo>
                  <a:pt x="1059" y="353"/>
                </a:lnTo>
                <a:moveTo>
                  <a:pt x="1147" y="353"/>
                </a:moveTo>
                <a:lnTo>
                  <a:pt x="1323" y="353"/>
                </a:lnTo>
                <a:moveTo>
                  <a:pt x="1411" y="353"/>
                </a:moveTo>
                <a:lnTo>
                  <a:pt x="1501" y="353"/>
                </a:lnTo>
                <a:moveTo>
                  <a:pt x="1853" y="353"/>
                </a:moveTo>
                <a:lnTo>
                  <a:pt x="1941" y="353"/>
                </a:lnTo>
                <a:moveTo>
                  <a:pt x="2030" y="353"/>
                </a:moveTo>
                <a:lnTo>
                  <a:pt x="2471" y="353"/>
                </a:lnTo>
                <a:moveTo>
                  <a:pt x="2647" y="353"/>
                </a:moveTo>
                <a:lnTo>
                  <a:pt x="2735" y="353"/>
                </a:lnTo>
                <a:moveTo>
                  <a:pt x="3000" y="353"/>
                </a:moveTo>
                <a:lnTo>
                  <a:pt x="3088" y="353"/>
                </a:lnTo>
                <a:moveTo>
                  <a:pt x="3176" y="353"/>
                </a:moveTo>
                <a:lnTo>
                  <a:pt x="3441" y="353"/>
                </a:lnTo>
                <a:moveTo>
                  <a:pt x="3529" y="353"/>
                </a:moveTo>
                <a:lnTo>
                  <a:pt x="3617" y="353"/>
                </a:lnTo>
                <a:moveTo>
                  <a:pt x="0" y="441"/>
                </a:moveTo>
                <a:lnTo>
                  <a:pt x="88" y="441"/>
                </a:lnTo>
                <a:moveTo>
                  <a:pt x="529" y="441"/>
                </a:moveTo>
                <a:lnTo>
                  <a:pt x="618" y="441"/>
                </a:lnTo>
                <a:moveTo>
                  <a:pt x="706" y="441"/>
                </a:moveTo>
                <a:lnTo>
                  <a:pt x="970" y="441"/>
                </a:lnTo>
                <a:moveTo>
                  <a:pt x="1059" y="441"/>
                </a:moveTo>
                <a:lnTo>
                  <a:pt x="1147" y="441"/>
                </a:lnTo>
                <a:moveTo>
                  <a:pt x="1323" y="441"/>
                </a:moveTo>
                <a:lnTo>
                  <a:pt x="1765" y="441"/>
                </a:lnTo>
                <a:moveTo>
                  <a:pt x="1853" y="441"/>
                </a:moveTo>
                <a:lnTo>
                  <a:pt x="2030" y="441"/>
                </a:lnTo>
                <a:moveTo>
                  <a:pt x="2294" y="441"/>
                </a:moveTo>
                <a:lnTo>
                  <a:pt x="2382" y="441"/>
                </a:lnTo>
                <a:moveTo>
                  <a:pt x="2559" y="441"/>
                </a:moveTo>
                <a:lnTo>
                  <a:pt x="2647" y="441"/>
                </a:lnTo>
                <a:moveTo>
                  <a:pt x="2735" y="441"/>
                </a:moveTo>
                <a:lnTo>
                  <a:pt x="2912" y="441"/>
                </a:lnTo>
                <a:moveTo>
                  <a:pt x="3000" y="441"/>
                </a:moveTo>
                <a:lnTo>
                  <a:pt x="3088" y="441"/>
                </a:lnTo>
                <a:moveTo>
                  <a:pt x="3529" y="441"/>
                </a:moveTo>
                <a:lnTo>
                  <a:pt x="3617" y="441"/>
                </a:lnTo>
                <a:moveTo>
                  <a:pt x="0" y="529"/>
                </a:moveTo>
                <a:lnTo>
                  <a:pt x="618" y="529"/>
                </a:lnTo>
                <a:moveTo>
                  <a:pt x="706" y="529"/>
                </a:moveTo>
                <a:lnTo>
                  <a:pt x="794" y="529"/>
                </a:lnTo>
                <a:moveTo>
                  <a:pt x="882" y="529"/>
                </a:moveTo>
                <a:lnTo>
                  <a:pt x="970" y="529"/>
                </a:lnTo>
                <a:moveTo>
                  <a:pt x="1059" y="529"/>
                </a:moveTo>
                <a:lnTo>
                  <a:pt x="1147" y="529"/>
                </a:lnTo>
                <a:moveTo>
                  <a:pt x="1235" y="529"/>
                </a:moveTo>
                <a:lnTo>
                  <a:pt x="1323" y="529"/>
                </a:lnTo>
                <a:moveTo>
                  <a:pt x="1411" y="529"/>
                </a:moveTo>
                <a:lnTo>
                  <a:pt x="1501" y="529"/>
                </a:lnTo>
                <a:moveTo>
                  <a:pt x="1589" y="529"/>
                </a:moveTo>
                <a:lnTo>
                  <a:pt x="1677" y="529"/>
                </a:lnTo>
                <a:moveTo>
                  <a:pt x="1765" y="529"/>
                </a:moveTo>
                <a:lnTo>
                  <a:pt x="1853" y="529"/>
                </a:lnTo>
                <a:moveTo>
                  <a:pt x="1941" y="529"/>
                </a:moveTo>
                <a:lnTo>
                  <a:pt x="2030" y="529"/>
                </a:lnTo>
                <a:moveTo>
                  <a:pt x="2118" y="529"/>
                </a:moveTo>
                <a:lnTo>
                  <a:pt x="2206" y="529"/>
                </a:lnTo>
                <a:moveTo>
                  <a:pt x="2294" y="529"/>
                </a:moveTo>
                <a:lnTo>
                  <a:pt x="2382" y="529"/>
                </a:lnTo>
                <a:moveTo>
                  <a:pt x="2471" y="529"/>
                </a:moveTo>
                <a:lnTo>
                  <a:pt x="2559" y="529"/>
                </a:lnTo>
                <a:moveTo>
                  <a:pt x="2647" y="529"/>
                </a:moveTo>
                <a:lnTo>
                  <a:pt x="2735" y="529"/>
                </a:lnTo>
                <a:moveTo>
                  <a:pt x="2823" y="529"/>
                </a:moveTo>
                <a:lnTo>
                  <a:pt x="2912" y="529"/>
                </a:lnTo>
                <a:moveTo>
                  <a:pt x="3000" y="529"/>
                </a:moveTo>
                <a:lnTo>
                  <a:pt x="3617" y="529"/>
                </a:lnTo>
                <a:moveTo>
                  <a:pt x="706" y="617"/>
                </a:moveTo>
                <a:lnTo>
                  <a:pt x="882" y="617"/>
                </a:lnTo>
                <a:moveTo>
                  <a:pt x="970" y="617"/>
                </a:moveTo>
                <a:lnTo>
                  <a:pt x="1059" y="617"/>
                </a:lnTo>
                <a:moveTo>
                  <a:pt x="1147" y="617"/>
                </a:moveTo>
                <a:lnTo>
                  <a:pt x="1323" y="617"/>
                </a:lnTo>
                <a:moveTo>
                  <a:pt x="1411" y="617"/>
                </a:moveTo>
                <a:lnTo>
                  <a:pt x="1765" y="617"/>
                </a:lnTo>
                <a:moveTo>
                  <a:pt x="1853" y="617"/>
                </a:moveTo>
                <a:lnTo>
                  <a:pt x="1941" y="617"/>
                </a:lnTo>
                <a:moveTo>
                  <a:pt x="2030" y="617"/>
                </a:moveTo>
                <a:lnTo>
                  <a:pt x="2206" y="617"/>
                </a:lnTo>
                <a:moveTo>
                  <a:pt x="2559" y="617"/>
                </a:moveTo>
                <a:lnTo>
                  <a:pt x="2735" y="617"/>
                </a:lnTo>
                <a:moveTo>
                  <a:pt x="2823" y="617"/>
                </a:moveTo>
                <a:lnTo>
                  <a:pt x="2912" y="617"/>
                </a:lnTo>
                <a:moveTo>
                  <a:pt x="0" y="705"/>
                </a:moveTo>
                <a:lnTo>
                  <a:pt x="88" y="705"/>
                </a:lnTo>
                <a:moveTo>
                  <a:pt x="353" y="705"/>
                </a:moveTo>
                <a:lnTo>
                  <a:pt x="441" y="705"/>
                </a:lnTo>
                <a:moveTo>
                  <a:pt x="529" y="705"/>
                </a:moveTo>
                <a:lnTo>
                  <a:pt x="882" y="705"/>
                </a:lnTo>
                <a:moveTo>
                  <a:pt x="970" y="705"/>
                </a:moveTo>
                <a:lnTo>
                  <a:pt x="1147" y="705"/>
                </a:lnTo>
                <a:moveTo>
                  <a:pt x="1411" y="705"/>
                </a:moveTo>
                <a:lnTo>
                  <a:pt x="2030" y="705"/>
                </a:lnTo>
                <a:moveTo>
                  <a:pt x="2118" y="705"/>
                </a:moveTo>
                <a:lnTo>
                  <a:pt x="2206" y="705"/>
                </a:lnTo>
                <a:moveTo>
                  <a:pt x="2294" y="705"/>
                </a:moveTo>
                <a:lnTo>
                  <a:pt x="2471" y="705"/>
                </a:lnTo>
                <a:moveTo>
                  <a:pt x="2559" y="705"/>
                </a:moveTo>
                <a:lnTo>
                  <a:pt x="2647" y="705"/>
                </a:lnTo>
                <a:moveTo>
                  <a:pt x="2735" y="705"/>
                </a:moveTo>
                <a:lnTo>
                  <a:pt x="3353" y="705"/>
                </a:lnTo>
                <a:moveTo>
                  <a:pt x="3529" y="705"/>
                </a:moveTo>
                <a:lnTo>
                  <a:pt x="3617" y="705"/>
                </a:lnTo>
                <a:moveTo>
                  <a:pt x="265" y="793"/>
                </a:moveTo>
                <a:lnTo>
                  <a:pt x="441" y="793"/>
                </a:lnTo>
                <a:moveTo>
                  <a:pt x="794" y="793"/>
                </a:moveTo>
                <a:lnTo>
                  <a:pt x="970" y="793"/>
                </a:lnTo>
                <a:moveTo>
                  <a:pt x="1059" y="793"/>
                </a:moveTo>
                <a:lnTo>
                  <a:pt x="1147" y="793"/>
                </a:lnTo>
                <a:moveTo>
                  <a:pt x="1235" y="793"/>
                </a:moveTo>
                <a:lnTo>
                  <a:pt x="1677" y="793"/>
                </a:lnTo>
                <a:moveTo>
                  <a:pt x="1853" y="793"/>
                </a:moveTo>
                <a:lnTo>
                  <a:pt x="1941" y="793"/>
                </a:lnTo>
                <a:moveTo>
                  <a:pt x="2030" y="793"/>
                </a:moveTo>
                <a:lnTo>
                  <a:pt x="2206" y="793"/>
                </a:lnTo>
                <a:moveTo>
                  <a:pt x="2294" y="793"/>
                </a:moveTo>
                <a:lnTo>
                  <a:pt x="2559" y="793"/>
                </a:lnTo>
                <a:moveTo>
                  <a:pt x="2647" y="793"/>
                </a:moveTo>
                <a:lnTo>
                  <a:pt x="2735" y="793"/>
                </a:lnTo>
                <a:moveTo>
                  <a:pt x="2912" y="793"/>
                </a:moveTo>
                <a:lnTo>
                  <a:pt x="3353" y="793"/>
                </a:lnTo>
                <a:moveTo>
                  <a:pt x="3529" y="793"/>
                </a:moveTo>
                <a:lnTo>
                  <a:pt x="3617" y="793"/>
                </a:lnTo>
                <a:moveTo>
                  <a:pt x="0" y="882"/>
                </a:moveTo>
                <a:lnTo>
                  <a:pt x="88" y="882"/>
                </a:lnTo>
                <a:moveTo>
                  <a:pt x="265" y="882"/>
                </a:moveTo>
                <a:lnTo>
                  <a:pt x="353" y="882"/>
                </a:lnTo>
                <a:moveTo>
                  <a:pt x="441" y="882"/>
                </a:moveTo>
                <a:lnTo>
                  <a:pt x="706" y="882"/>
                </a:lnTo>
                <a:moveTo>
                  <a:pt x="882" y="882"/>
                </a:moveTo>
                <a:lnTo>
                  <a:pt x="970" y="882"/>
                </a:lnTo>
                <a:moveTo>
                  <a:pt x="1059" y="882"/>
                </a:moveTo>
                <a:lnTo>
                  <a:pt x="1147" y="882"/>
                </a:lnTo>
                <a:moveTo>
                  <a:pt x="1235" y="882"/>
                </a:moveTo>
                <a:lnTo>
                  <a:pt x="1323" y="882"/>
                </a:lnTo>
                <a:moveTo>
                  <a:pt x="2030" y="882"/>
                </a:moveTo>
                <a:lnTo>
                  <a:pt x="2471" y="882"/>
                </a:lnTo>
                <a:moveTo>
                  <a:pt x="2559" y="882"/>
                </a:moveTo>
                <a:lnTo>
                  <a:pt x="2647" y="882"/>
                </a:lnTo>
                <a:moveTo>
                  <a:pt x="2823" y="882"/>
                </a:moveTo>
                <a:lnTo>
                  <a:pt x="3088" y="882"/>
                </a:lnTo>
                <a:moveTo>
                  <a:pt x="3529" y="882"/>
                </a:moveTo>
                <a:lnTo>
                  <a:pt x="3617" y="882"/>
                </a:lnTo>
                <a:moveTo>
                  <a:pt x="0" y="970"/>
                </a:moveTo>
                <a:lnTo>
                  <a:pt x="88" y="970"/>
                </a:lnTo>
                <a:moveTo>
                  <a:pt x="177" y="970"/>
                </a:moveTo>
                <a:lnTo>
                  <a:pt x="353" y="970"/>
                </a:lnTo>
                <a:moveTo>
                  <a:pt x="441" y="970"/>
                </a:moveTo>
                <a:lnTo>
                  <a:pt x="529" y="970"/>
                </a:lnTo>
                <a:moveTo>
                  <a:pt x="618" y="970"/>
                </a:moveTo>
                <a:lnTo>
                  <a:pt x="706" y="970"/>
                </a:lnTo>
                <a:moveTo>
                  <a:pt x="882" y="970"/>
                </a:moveTo>
                <a:lnTo>
                  <a:pt x="1059" y="970"/>
                </a:lnTo>
                <a:moveTo>
                  <a:pt x="1147" y="970"/>
                </a:moveTo>
                <a:lnTo>
                  <a:pt x="1323" y="970"/>
                </a:lnTo>
                <a:moveTo>
                  <a:pt x="1411" y="970"/>
                </a:moveTo>
                <a:lnTo>
                  <a:pt x="1765" y="970"/>
                </a:lnTo>
                <a:moveTo>
                  <a:pt x="1853" y="970"/>
                </a:moveTo>
                <a:lnTo>
                  <a:pt x="1941" y="970"/>
                </a:lnTo>
                <a:moveTo>
                  <a:pt x="2030" y="970"/>
                </a:moveTo>
                <a:lnTo>
                  <a:pt x="2206" y="970"/>
                </a:lnTo>
                <a:moveTo>
                  <a:pt x="2294" y="970"/>
                </a:moveTo>
                <a:lnTo>
                  <a:pt x="2471" y="970"/>
                </a:lnTo>
                <a:moveTo>
                  <a:pt x="2559" y="970"/>
                </a:moveTo>
                <a:lnTo>
                  <a:pt x="2912" y="970"/>
                </a:lnTo>
                <a:moveTo>
                  <a:pt x="3176" y="970"/>
                </a:moveTo>
                <a:lnTo>
                  <a:pt x="3353" y="970"/>
                </a:lnTo>
                <a:moveTo>
                  <a:pt x="3441" y="970"/>
                </a:moveTo>
                <a:lnTo>
                  <a:pt x="3529" y="970"/>
                </a:lnTo>
                <a:moveTo>
                  <a:pt x="88" y="1058"/>
                </a:moveTo>
                <a:lnTo>
                  <a:pt x="441" y="1058"/>
                </a:lnTo>
                <a:moveTo>
                  <a:pt x="529" y="1058"/>
                </a:moveTo>
                <a:lnTo>
                  <a:pt x="618" y="1058"/>
                </a:lnTo>
                <a:moveTo>
                  <a:pt x="882" y="1058"/>
                </a:moveTo>
                <a:lnTo>
                  <a:pt x="1059" y="1058"/>
                </a:lnTo>
                <a:moveTo>
                  <a:pt x="1147" y="1058"/>
                </a:moveTo>
                <a:lnTo>
                  <a:pt x="1235" y="1058"/>
                </a:lnTo>
                <a:moveTo>
                  <a:pt x="1323" y="1058"/>
                </a:moveTo>
                <a:lnTo>
                  <a:pt x="1411" y="1058"/>
                </a:lnTo>
                <a:moveTo>
                  <a:pt x="1501" y="1058"/>
                </a:moveTo>
                <a:lnTo>
                  <a:pt x="2118" y="1058"/>
                </a:lnTo>
                <a:moveTo>
                  <a:pt x="2559" y="1058"/>
                </a:moveTo>
                <a:lnTo>
                  <a:pt x="2647" y="1058"/>
                </a:lnTo>
                <a:moveTo>
                  <a:pt x="2823" y="1058"/>
                </a:moveTo>
                <a:lnTo>
                  <a:pt x="3000" y="1058"/>
                </a:lnTo>
                <a:moveTo>
                  <a:pt x="3441" y="1058"/>
                </a:moveTo>
                <a:lnTo>
                  <a:pt x="3529" y="1058"/>
                </a:lnTo>
                <a:moveTo>
                  <a:pt x="88" y="1146"/>
                </a:moveTo>
                <a:lnTo>
                  <a:pt x="265" y="1146"/>
                </a:lnTo>
                <a:moveTo>
                  <a:pt x="706" y="1146"/>
                </a:moveTo>
                <a:lnTo>
                  <a:pt x="794" y="1146"/>
                </a:lnTo>
                <a:moveTo>
                  <a:pt x="882" y="1146"/>
                </a:moveTo>
                <a:lnTo>
                  <a:pt x="970" y="1146"/>
                </a:lnTo>
                <a:moveTo>
                  <a:pt x="1059" y="1146"/>
                </a:moveTo>
                <a:lnTo>
                  <a:pt x="1147" y="1146"/>
                </a:lnTo>
                <a:moveTo>
                  <a:pt x="1411" y="1146"/>
                </a:moveTo>
                <a:lnTo>
                  <a:pt x="1589" y="1146"/>
                </a:lnTo>
                <a:moveTo>
                  <a:pt x="1677" y="1146"/>
                </a:moveTo>
                <a:lnTo>
                  <a:pt x="1765" y="1146"/>
                </a:lnTo>
                <a:moveTo>
                  <a:pt x="1853" y="1146"/>
                </a:moveTo>
                <a:lnTo>
                  <a:pt x="2118" y="1146"/>
                </a:lnTo>
                <a:moveTo>
                  <a:pt x="2206" y="1146"/>
                </a:moveTo>
                <a:lnTo>
                  <a:pt x="2294" y="1146"/>
                </a:lnTo>
                <a:moveTo>
                  <a:pt x="2382" y="1146"/>
                </a:moveTo>
                <a:lnTo>
                  <a:pt x="2559" y="1146"/>
                </a:lnTo>
                <a:moveTo>
                  <a:pt x="3000" y="1146"/>
                </a:moveTo>
                <a:lnTo>
                  <a:pt x="3264" y="1146"/>
                </a:lnTo>
                <a:moveTo>
                  <a:pt x="3441" y="1146"/>
                </a:moveTo>
                <a:lnTo>
                  <a:pt x="3617" y="1146"/>
                </a:lnTo>
                <a:moveTo>
                  <a:pt x="0" y="1234"/>
                </a:moveTo>
                <a:lnTo>
                  <a:pt x="88" y="1234"/>
                </a:lnTo>
                <a:moveTo>
                  <a:pt x="265" y="1234"/>
                </a:moveTo>
                <a:lnTo>
                  <a:pt x="618" y="1234"/>
                </a:lnTo>
                <a:moveTo>
                  <a:pt x="706" y="1234"/>
                </a:moveTo>
                <a:lnTo>
                  <a:pt x="794" y="1234"/>
                </a:lnTo>
                <a:moveTo>
                  <a:pt x="882" y="1234"/>
                </a:moveTo>
                <a:lnTo>
                  <a:pt x="1059" y="1234"/>
                </a:lnTo>
                <a:moveTo>
                  <a:pt x="1235" y="1234"/>
                </a:moveTo>
                <a:lnTo>
                  <a:pt x="1589" y="1234"/>
                </a:lnTo>
                <a:moveTo>
                  <a:pt x="1677" y="1234"/>
                </a:moveTo>
                <a:lnTo>
                  <a:pt x="1765" y="1234"/>
                </a:lnTo>
                <a:moveTo>
                  <a:pt x="2030" y="1234"/>
                </a:moveTo>
                <a:lnTo>
                  <a:pt x="2206" y="1234"/>
                </a:lnTo>
                <a:moveTo>
                  <a:pt x="2382" y="1234"/>
                </a:moveTo>
                <a:lnTo>
                  <a:pt x="2471" y="1234"/>
                </a:lnTo>
                <a:moveTo>
                  <a:pt x="2912" y="1234"/>
                </a:moveTo>
                <a:lnTo>
                  <a:pt x="3353" y="1234"/>
                </a:lnTo>
                <a:moveTo>
                  <a:pt x="3529" y="1234"/>
                </a:moveTo>
                <a:lnTo>
                  <a:pt x="3617" y="1234"/>
                </a:lnTo>
                <a:moveTo>
                  <a:pt x="0" y="1323"/>
                </a:moveTo>
                <a:lnTo>
                  <a:pt x="177" y="1323"/>
                </a:lnTo>
                <a:moveTo>
                  <a:pt x="265" y="1323"/>
                </a:moveTo>
                <a:lnTo>
                  <a:pt x="529" y="1323"/>
                </a:lnTo>
                <a:moveTo>
                  <a:pt x="618" y="1323"/>
                </a:moveTo>
                <a:lnTo>
                  <a:pt x="882" y="1323"/>
                </a:lnTo>
                <a:moveTo>
                  <a:pt x="970" y="1323"/>
                </a:moveTo>
                <a:lnTo>
                  <a:pt x="1059" y="1323"/>
                </a:lnTo>
                <a:moveTo>
                  <a:pt x="1147" y="1323"/>
                </a:moveTo>
                <a:lnTo>
                  <a:pt x="1941" y="1323"/>
                </a:lnTo>
                <a:moveTo>
                  <a:pt x="2118" y="1323"/>
                </a:moveTo>
                <a:lnTo>
                  <a:pt x="2206" y="1323"/>
                </a:lnTo>
                <a:moveTo>
                  <a:pt x="2294" y="1323"/>
                </a:moveTo>
                <a:lnTo>
                  <a:pt x="2382" y="1323"/>
                </a:lnTo>
                <a:moveTo>
                  <a:pt x="2559" y="1323"/>
                </a:moveTo>
                <a:lnTo>
                  <a:pt x="2647" y="1323"/>
                </a:lnTo>
                <a:moveTo>
                  <a:pt x="2735" y="1323"/>
                </a:moveTo>
                <a:lnTo>
                  <a:pt x="2912" y="1323"/>
                </a:lnTo>
                <a:moveTo>
                  <a:pt x="3176" y="1323"/>
                </a:moveTo>
                <a:lnTo>
                  <a:pt x="3353" y="1323"/>
                </a:lnTo>
                <a:moveTo>
                  <a:pt x="3441" y="1323"/>
                </a:moveTo>
                <a:lnTo>
                  <a:pt x="3617" y="1323"/>
                </a:lnTo>
                <a:moveTo>
                  <a:pt x="88" y="1411"/>
                </a:moveTo>
                <a:lnTo>
                  <a:pt x="441" y="1411"/>
                </a:lnTo>
                <a:moveTo>
                  <a:pt x="529" y="1411"/>
                </a:moveTo>
                <a:lnTo>
                  <a:pt x="706" y="1411"/>
                </a:lnTo>
                <a:moveTo>
                  <a:pt x="970" y="1411"/>
                </a:moveTo>
                <a:lnTo>
                  <a:pt x="1059" y="1411"/>
                </a:lnTo>
                <a:moveTo>
                  <a:pt x="1323" y="1411"/>
                </a:moveTo>
                <a:lnTo>
                  <a:pt x="1411" y="1411"/>
                </a:lnTo>
                <a:moveTo>
                  <a:pt x="1765" y="1411"/>
                </a:moveTo>
                <a:lnTo>
                  <a:pt x="1941" y="1411"/>
                </a:lnTo>
                <a:moveTo>
                  <a:pt x="2030" y="1411"/>
                </a:moveTo>
                <a:lnTo>
                  <a:pt x="2118" y="1411"/>
                </a:lnTo>
                <a:moveTo>
                  <a:pt x="2294" y="1411"/>
                </a:moveTo>
                <a:lnTo>
                  <a:pt x="2471" y="1411"/>
                </a:lnTo>
                <a:moveTo>
                  <a:pt x="2559" y="1411"/>
                </a:moveTo>
                <a:lnTo>
                  <a:pt x="2912" y="1411"/>
                </a:lnTo>
                <a:moveTo>
                  <a:pt x="3088" y="1411"/>
                </a:moveTo>
                <a:lnTo>
                  <a:pt x="3176" y="1411"/>
                </a:lnTo>
                <a:moveTo>
                  <a:pt x="3264" y="1411"/>
                </a:moveTo>
                <a:lnTo>
                  <a:pt x="3353" y="1411"/>
                </a:lnTo>
                <a:moveTo>
                  <a:pt x="0" y="1499"/>
                </a:moveTo>
                <a:lnTo>
                  <a:pt x="88" y="1499"/>
                </a:lnTo>
                <a:moveTo>
                  <a:pt x="353" y="1499"/>
                </a:moveTo>
                <a:lnTo>
                  <a:pt x="441" y="1499"/>
                </a:lnTo>
                <a:moveTo>
                  <a:pt x="706" y="1499"/>
                </a:moveTo>
                <a:lnTo>
                  <a:pt x="794" y="1499"/>
                </a:lnTo>
                <a:moveTo>
                  <a:pt x="882" y="1499"/>
                </a:moveTo>
                <a:lnTo>
                  <a:pt x="1059" y="1499"/>
                </a:lnTo>
                <a:moveTo>
                  <a:pt x="1323" y="1499"/>
                </a:moveTo>
                <a:lnTo>
                  <a:pt x="1589" y="1499"/>
                </a:lnTo>
                <a:moveTo>
                  <a:pt x="1677" y="1499"/>
                </a:moveTo>
                <a:lnTo>
                  <a:pt x="1765" y="1499"/>
                </a:lnTo>
                <a:moveTo>
                  <a:pt x="1941" y="1499"/>
                </a:moveTo>
                <a:lnTo>
                  <a:pt x="2294" y="1499"/>
                </a:lnTo>
                <a:moveTo>
                  <a:pt x="2382" y="1499"/>
                </a:moveTo>
                <a:lnTo>
                  <a:pt x="2471" y="1499"/>
                </a:lnTo>
                <a:moveTo>
                  <a:pt x="2823" y="1499"/>
                </a:moveTo>
                <a:lnTo>
                  <a:pt x="3441" y="1499"/>
                </a:lnTo>
                <a:moveTo>
                  <a:pt x="3529" y="1499"/>
                </a:moveTo>
                <a:lnTo>
                  <a:pt x="3617" y="1499"/>
                </a:lnTo>
                <a:moveTo>
                  <a:pt x="0" y="1587"/>
                </a:moveTo>
                <a:lnTo>
                  <a:pt x="177" y="1587"/>
                </a:lnTo>
                <a:moveTo>
                  <a:pt x="265" y="1587"/>
                </a:moveTo>
                <a:lnTo>
                  <a:pt x="353" y="1587"/>
                </a:lnTo>
                <a:moveTo>
                  <a:pt x="529" y="1587"/>
                </a:moveTo>
                <a:lnTo>
                  <a:pt x="618" y="1587"/>
                </a:lnTo>
                <a:moveTo>
                  <a:pt x="794" y="1587"/>
                </a:moveTo>
                <a:lnTo>
                  <a:pt x="970" y="1587"/>
                </a:lnTo>
                <a:moveTo>
                  <a:pt x="1147" y="1587"/>
                </a:moveTo>
                <a:lnTo>
                  <a:pt x="1323" y="1587"/>
                </a:lnTo>
                <a:moveTo>
                  <a:pt x="1411" y="1587"/>
                </a:moveTo>
                <a:lnTo>
                  <a:pt x="1501" y="1587"/>
                </a:lnTo>
                <a:moveTo>
                  <a:pt x="1589" y="1587"/>
                </a:moveTo>
                <a:lnTo>
                  <a:pt x="1677" y="1587"/>
                </a:lnTo>
                <a:moveTo>
                  <a:pt x="1853" y="1587"/>
                </a:moveTo>
                <a:lnTo>
                  <a:pt x="2118" y="1587"/>
                </a:lnTo>
                <a:moveTo>
                  <a:pt x="2294" y="1587"/>
                </a:moveTo>
                <a:lnTo>
                  <a:pt x="2559" y="1587"/>
                </a:lnTo>
                <a:moveTo>
                  <a:pt x="3088" y="1587"/>
                </a:moveTo>
                <a:lnTo>
                  <a:pt x="3176" y="1587"/>
                </a:lnTo>
                <a:moveTo>
                  <a:pt x="3353" y="1587"/>
                </a:moveTo>
                <a:lnTo>
                  <a:pt x="3617" y="1587"/>
                </a:lnTo>
                <a:moveTo>
                  <a:pt x="0" y="1675"/>
                </a:moveTo>
                <a:lnTo>
                  <a:pt x="88" y="1675"/>
                </a:lnTo>
                <a:moveTo>
                  <a:pt x="177" y="1675"/>
                </a:moveTo>
                <a:lnTo>
                  <a:pt x="265" y="1675"/>
                </a:lnTo>
                <a:moveTo>
                  <a:pt x="353" y="1675"/>
                </a:moveTo>
                <a:lnTo>
                  <a:pt x="529" y="1675"/>
                </a:lnTo>
                <a:moveTo>
                  <a:pt x="618" y="1675"/>
                </a:moveTo>
                <a:lnTo>
                  <a:pt x="882" y="1675"/>
                </a:lnTo>
                <a:moveTo>
                  <a:pt x="970" y="1675"/>
                </a:moveTo>
                <a:lnTo>
                  <a:pt x="1147" y="1675"/>
                </a:lnTo>
                <a:moveTo>
                  <a:pt x="1235" y="1675"/>
                </a:moveTo>
                <a:lnTo>
                  <a:pt x="1323" y="1675"/>
                </a:lnTo>
                <a:moveTo>
                  <a:pt x="1411" y="1675"/>
                </a:moveTo>
                <a:lnTo>
                  <a:pt x="1501" y="1675"/>
                </a:lnTo>
                <a:moveTo>
                  <a:pt x="1677" y="1675"/>
                </a:moveTo>
                <a:lnTo>
                  <a:pt x="2030" y="1675"/>
                </a:lnTo>
                <a:moveTo>
                  <a:pt x="2294" y="1675"/>
                </a:moveTo>
                <a:lnTo>
                  <a:pt x="2382" y="1675"/>
                </a:lnTo>
                <a:moveTo>
                  <a:pt x="2559" y="1675"/>
                </a:moveTo>
                <a:lnTo>
                  <a:pt x="2735" y="1675"/>
                </a:lnTo>
                <a:moveTo>
                  <a:pt x="2912" y="1675"/>
                </a:moveTo>
                <a:lnTo>
                  <a:pt x="3000" y="1675"/>
                </a:lnTo>
                <a:moveTo>
                  <a:pt x="3088" y="1675"/>
                </a:moveTo>
                <a:lnTo>
                  <a:pt x="3176" y="1675"/>
                </a:lnTo>
                <a:moveTo>
                  <a:pt x="3264" y="1675"/>
                </a:moveTo>
                <a:lnTo>
                  <a:pt x="3353" y="1675"/>
                </a:lnTo>
                <a:moveTo>
                  <a:pt x="3441" y="1675"/>
                </a:moveTo>
                <a:lnTo>
                  <a:pt x="3617" y="1675"/>
                </a:lnTo>
                <a:moveTo>
                  <a:pt x="177" y="1764"/>
                </a:moveTo>
                <a:lnTo>
                  <a:pt x="265" y="1764"/>
                </a:lnTo>
                <a:moveTo>
                  <a:pt x="529" y="1764"/>
                </a:moveTo>
                <a:lnTo>
                  <a:pt x="618" y="1764"/>
                </a:lnTo>
                <a:moveTo>
                  <a:pt x="706" y="1764"/>
                </a:moveTo>
                <a:lnTo>
                  <a:pt x="882" y="1764"/>
                </a:lnTo>
                <a:moveTo>
                  <a:pt x="970" y="1764"/>
                </a:moveTo>
                <a:lnTo>
                  <a:pt x="1059" y="1764"/>
                </a:lnTo>
                <a:moveTo>
                  <a:pt x="1323" y="1764"/>
                </a:moveTo>
                <a:lnTo>
                  <a:pt x="1411" y="1764"/>
                </a:lnTo>
                <a:moveTo>
                  <a:pt x="1677" y="1764"/>
                </a:moveTo>
                <a:lnTo>
                  <a:pt x="1853" y="1764"/>
                </a:lnTo>
                <a:moveTo>
                  <a:pt x="2118" y="1764"/>
                </a:moveTo>
                <a:lnTo>
                  <a:pt x="2206" y="1764"/>
                </a:lnTo>
                <a:moveTo>
                  <a:pt x="2559" y="1764"/>
                </a:moveTo>
                <a:lnTo>
                  <a:pt x="2647" y="1764"/>
                </a:lnTo>
                <a:moveTo>
                  <a:pt x="2735" y="1764"/>
                </a:moveTo>
                <a:lnTo>
                  <a:pt x="2823" y="1764"/>
                </a:lnTo>
                <a:moveTo>
                  <a:pt x="2912" y="1764"/>
                </a:moveTo>
                <a:lnTo>
                  <a:pt x="3000" y="1764"/>
                </a:lnTo>
                <a:moveTo>
                  <a:pt x="3088" y="1764"/>
                </a:moveTo>
                <a:lnTo>
                  <a:pt x="3353" y="1764"/>
                </a:lnTo>
                <a:moveTo>
                  <a:pt x="3529" y="1764"/>
                </a:moveTo>
                <a:lnTo>
                  <a:pt x="3617" y="1764"/>
                </a:lnTo>
                <a:moveTo>
                  <a:pt x="88" y="1852"/>
                </a:moveTo>
                <a:lnTo>
                  <a:pt x="177" y="1852"/>
                </a:lnTo>
                <a:moveTo>
                  <a:pt x="353" y="1852"/>
                </a:moveTo>
                <a:lnTo>
                  <a:pt x="441" y="1852"/>
                </a:lnTo>
                <a:moveTo>
                  <a:pt x="618" y="1852"/>
                </a:moveTo>
                <a:lnTo>
                  <a:pt x="706" y="1852"/>
                </a:lnTo>
                <a:moveTo>
                  <a:pt x="882" y="1852"/>
                </a:moveTo>
                <a:lnTo>
                  <a:pt x="1059" y="1852"/>
                </a:lnTo>
                <a:moveTo>
                  <a:pt x="1147" y="1852"/>
                </a:moveTo>
                <a:lnTo>
                  <a:pt x="1323" y="1852"/>
                </a:lnTo>
                <a:moveTo>
                  <a:pt x="1411" y="1852"/>
                </a:moveTo>
                <a:lnTo>
                  <a:pt x="1677" y="1852"/>
                </a:lnTo>
                <a:moveTo>
                  <a:pt x="2030" y="1852"/>
                </a:moveTo>
                <a:lnTo>
                  <a:pt x="2118" y="1852"/>
                </a:lnTo>
                <a:moveTo>
                  <a:pt x="2382" y="1852"/>
                </a:moveTo>
                <a:lnTo>
                  <a:pt x="2735" y="1852"/>
                </a:lnTo>
                <a:moveTo>
                  <a:pt x="3000" y="1852"/>
                </a:moveTo>
                <a:lnTo>
                  <a:pt x="3264" y="1852"/>
                </a:lnTo>
                <a:moveTo>
                  <a:pt x="3529" y="1852"/>
                </a:moveTo>
                <a:lnTo>
                  <a:pt x="3617" y="1852"/>
                </a:lnTo>
                <a:moveTo>
                  <a:pt x="0" y="1940"/>
                </a:moveTo>
                <a:lnTo>
                  <a:pt x="177" y="1940"/>
                </a:lnTo>
                <a:moveTo>
                  <a:pt x="265" y="1940"/>
                </a:moveTo>
                <a:lnTo>
                  <a:pt x="618" y="1940"/>
                </a:lnTo>
                <a:moveTo>
                  <a:pt x="706" y="1940"/>
                </a:moveTo>
                <a:lnTo>
                  <a:pt x="794" y="1940"/>
                </a:lnTo>
                <a:moveTo>
                  <a:pt x="882" y="1940"/>
                </a:moveTo>
                <a:lnTo>
                  <a:pt x="970" y="1940"/>
                </a:lnTo>
                <a:moveTo>
                  <a:pt x="1147" y="1940"/>
                </a:moveTo>
                <a:lnTo>
                  <a:pt x="1235" y="1940"/>
                </a:lnTo>
                <a:moveTo>
                  <a:pt x="1411" y="1940"/>
                </a:moveTo>
                <a:lnTo>
                  <a:pt x="1501" y="1940"/>
                </a:lnTo>
                <a:moveTo>
                  <a:pt x="1589" y="1940"/>
                </a:moveTo>
                <a:lnTo>
                  <a:pt x="1677" y="1940"/>
                </a:lnTo>
                <a:moveTo>
                  <a:pt x="1765" y="1940"/>
                </a:moveTo>
                <a:lnTo>
                  <a:pt x="2471" y="1940"/>
                </a:lnTo>
                <a:moveTo>
                  <a:pt x="2559" y="1940"/>
                </a:moveTo>
                <a:lnTo>
                  <a:pt x="2647" y="1940"/>
                </a:lnTo>
                <a:moveTo>
                  <a:pt x="2823" y="1940"/>
                </a:moveTo>
                <a:lnTo>
                  <a:pt x="2912" y="1940"/>
                </a:lnTo>
                <a:moveTo>
                  <a:pt x="3000" y="1940"/>
                </a:moveTo>
                <a:lnTo>
                  <a:pt x="3088" y="1940"/>
                </a:lnTo>
                <a:moveTo>
                  <a:pt x="3264" y="1940"/>
                </a:moveTo>
                <a:lnTo>
                  <a:pt x="3441" y="1940"/>
                </a:lnTo>
                <a:moveTo>
                  <a:pt x="3529" y="1940"/>
                </a:moveTo>
                <a:lnTo>
                  <a:pt x="3617" y="1940"/>
                </a:lnTo>
                <a:moveTo>
                  <a:pt x="0" y="2028"/>
                </a:moveTo>
                <a:lnTo>
                  <a:pt x="88" y="2028"/>
                </a:lnTo>
                <a:moveTo>
                  <a:pt x="618" y="2028"/>
                </a:moveTo>
                <a:lnTo>
                  <a:pt x="706" y="2028"/>
                </a:lnTo>
                <a:moveTo>
                  <a:pt x="882" y="2028"/>
                </a:moveTo>
                <a:lnTo>
                  <a:pt x="1059" y="2028"/>
                </a:lnTo>
                <a:moveTo>
                  <a:pt x="1501" y="2028"/>
                </a:moveTo>
                <a:lnTo>
                  <a:pt x="1677" y="2028"/>
                </a:lnTo>
                <a:moveTo>
                  <a:pt x="1853" y="2028"/>
                </a:moveTo>
                <a:lnTo>
                  <a:pt x="1941" y="2028"/>
                </a:lnTo>
                <a:moveTo>
                  <a:pt x="2030" y="2028"/>
                </a:moveTo>
                <a:lnTo>
                  <a:pt x="2206" y="2028"/>
                </a:lnTo>
                <a:moveTo>
                  <a:pt x="2559" y="2028"/>
                </a:moveTo>
                <a:lnTo>
                  <a:pt x="2823" y="2028"/>
                </a:lnTo>
                <a:moveTo>
                  <a:pt x="3176" y="2028"/>
                </a:moveTo>
                <a:lnTo>
                  <a:pt x="3353" y="2028"/>
                </a:lnTo>
                <a:moveTo>
                  <a:pt x="88" y="2116"/>
                </a:moveTo>
                <a:lnTo>
                  <a:pt x="265" y="2116"/>
                </a:lnTo>
                <a:moveTo>
                  <a:pt x="353" y="2116"/>
                </a:moveTo>
                <a:lnTo>
                  <a:pt x="441" y="2116"/>
                </a:lnTo>
                <a:moveTo>
                  <a:pt x="529" y="2116"/>
                </a:moveTo>
                <a:lnTo>
                  <a:pt x="882" y="2116"/>
                </a:lnTo>
                <a:moveTo>
                  <a:pt x="1501" y="2116"/>
                </a:moveTo>
                <a:lnTo>
                  <a:pt x="1589" y="2116"/>
                </a:lnTo>
                <a:moveTo>
                  <a:pt x="1677" y="2116"/>
                </a:moveTo>
                <a:lnTo>
                  <a:pt x="1765" y="2116"/>
                </a:lnTo>
                <a:moveTo>
                  <a:pt x="1853" y="2116"/>
                </a:moveTo>
                <a:lnTo>
                  <a:pt x="2030" y="2116"/>
                </a:lnTo>
                <a:moveTo>
                  <a:pt x="2118" y="2116"/>
                </a:moveTo>
                <a:lnTo>
                  <a:pt x="2206" y="2116"/>
                </a:lnTo>
                <a:moveTo>
                  <a:pt x="2382" y="2116"/>
                </a:moveTo>
                <a:lnTo>
                  <a:pt x="2647" y="2116"/>
                </a:lnTo>
                <a:moveTo>
                  <a:pt x="2735" y="2116"/>
                </a:moveTo>
                <a:lnTo>
                  <a:pt x="3000" y="2116"/>
                </a:lnTo>
                <a:moveTo>
                  <a:pt x="0" y="2205"/>
                </a:moveTo>
                <a:lnTo>
                  <a:pt x="88" y="2205"/>
                </a:lnTo>
                <a:moveTo>
                  <a:pt x="177" y="2205"/>
                </a:moveTo>
                <a:lnTo>
                  <a:pt x="265" y="2205"/>
                </a:lnTo>
                <a:moveTo>
                  <a:pt x="353" y="2205"/>
                </a:moveTo>
                <a:lnTo>
                  <a:pt x="529" y="2205"/>
                </a:lnTo>
                <a:moveTo>
                  <a:pt x="618" y="2205"/>
                </a:moveTo>
                <a:lnTo>
                  <a:pt x="882" y="2205"/>
                </a:lnTo>
                <a:moveTo>
                  <a:pt x="1059" y="2205"/>
                </a:moveTo>
                <a:lnTo>
                  <a:pt x="1147" y="2205"/>
                </a:lnTo>
                <a:moveTo>
                  <a:pt x="1323" y="2205"/>
                </a:moveTo>
                <a:lnTo>
                  <a:pt x="1501" y="2205"/>
                </a:lnTo>
                <a:moveTo>
                  <a:pt x="2030" y="2205"/>
                </a:moveTo>
                <a:lnTo>
                  <a:pt x="2118" y="2205"/>
                </a:lnTo>
                <a:moveTo>
                  <a:pt x="2206" y="2205"/>
                </a:moveTo>
                <a:lnTo>
                  <a:pt x="2559" y="2205"/>
                </a:lnTo>
                <a:moveTo>
                  <a:pt x="2823" y="2205"/>
                </a:moveTo>
                <a:lnTo>
                  <a:pt x="2912" y="2205"/>
                </a:lnTo>
                <a:moveTo>
                  <a:pt x="3000" y="2205"/>
                </a:moveTo>
                <a:lnTo>
                  <a:pt x="3088" y="2205"/>
                </a:lnTo>
                <a:moveTo>
                  <a:pt x="3176" y="2205"/>
                </a:moveTo>
                <a:lnTo>
                  <a:pt x="3264" y="2205"/>
                </a:lnTo>
                <a:moveTo>
                  <a:pt x="3353" y="2205"/>
                </a:moveTo>
                <a:lnTo>
                  <a:pt x="3441" y="2205"/>
                </a:lnTo>
                <a:moveTo>
                  <a:pt x="441" y="2293"/>
                </a:moveTo>
                <a:lnTo>
                  <a:pt x="706" y="2293"/>
                </a:lnTo>
                <a:moveTo>
                  <a:pt x="1059" y="2293"/>
                </a:moveTo>
                <a:lnTo>
                  <a:pt x="1235" y="2293"/>
                </a:lnTo>
                <a:moveTo>
                  <a:pt x="1323" y="2293"/>
                </a:moveTo>
                <a:lnTo>
                  <a:pt x="1501" y="2293"/>
                </a:lnTo>
                <a:moveTo>
                  <a:pt x="1853" y="2293"/>
                </a:moveTo>
                <a:lnTo>
                  <a:pt x="1941" y="2293"/>
                </a:lnTo>
                <a:moveTo>
                  <a:pt x="2030" y="2293"/>
                </a:moveTo>
                <a:lnTo>
                  <a:pt x="2206" y="2293"/>
                </a:lnTo>
                <a:moveTo>
                  <a:pt x="2294" y="2293"/>
                </a:moveTo>
                <a:lnTo>
                  <a:pt x="2735" y="2293"/>
                </a:lnTo>
                <a:moveTo>
                  <a:pt x="2823" y="2293"/>
                </a:moveTo>
                <a:lnTo>
                  <a:pt x="2912" y="2293"/>
                </a:lnTo>
                <a:moveTo>
                  <a:pt x="3000" y="2293"/>
                </a:moveTo>
                <a:lnTo>
                  <a:pt x="3176" y="2293"/>
                </a:lnTo>
                <a:moveTo>
                  <a:pt x="3529" y="2293"/>
                </a:moveTo>
                <a:lnTo>
                  <a:pt x="3617" y="2293"/>
                </a:lnTo>
                <a:moveTo>
                  <a:pt x="0" y="2381"/>
                </a:moveTo>
                <a:lnTo>
                  <a:pt x="88" y="2381"/>
                </a:lnTo>
                <a:moveTo>
                  <a:pt x="177" y="2381"/>
                </a:moveTo>
                <a:lnTo>
                  <a:pt x="265" y="2381"/>
                </a:lnTo>
                <a:moveTo>
                  <a:pt x="353" y="2381"/>
                </a:moveTo>
                <a:lnTo>
                  <a:pt x="441" y="2381"/>
                </a:lnTo>
                <a:moveTo>
                  <a:pt x="618" y="2381"/>
                </a:moveTo>
                <a:lnTo>
                  <a:pt x="706" y="2381"/>
                </a:lnTo>
                <a:moveTo>
                  <a:pt x="882" y="2381"/>
                </a:moveTo>
                <a:lnTo>
                  <a:pt x="970" y="2381"/>
                </a:lnTo>
                <a:moveTo>
                  <a:pt x="1501" y="2381"/>
                </a:moveTo>
                <a:lnTo>
                  <a:pt x="1589" y="2381"/>
                </a:lnTo>
                <a:moveTo>
                  <a:pt x="1853" y="2381"/>
                </a:moveTo>
                <a:lnTo>
                  <a:pt x="2030" y="2381"/>
                </a:lnTo>
                <a:moveTo>
                  <a:pt x="2118" y="2381"/>
                </a:moveTo>
                <a:lnTo>
                  <a:pt x="2206" y="2381"/>
                </a:lnTo>
                <a:moveTo>
                  <a:pt x="2382" y="2381"/>
                </a:moveTo>
                <a:lnTo>
                  <a:pt x="2647" y="2381"/>
                </a:lnTo>
                <a:moveTo>
                  <a:pt x="2735" y="2381"/>
                </a:moveTo>
                <a:lnTo>
                  <a:pt x="2912" y="2381"/>
                </a:lnTo>
                <a:moveTo>
                  <a:pt x="3000" y="2381"/>
                </a:moveTo>
                <a:lnTo>
                  <a:pt x="3176" y="2381"/>
                </a:lnTo>
                <a:moveTo>
                  <a:pt x="3264" y="2381"/>
                </a:moveTo>
                <a:lnTo>
                  <a:pt x="3353" y="2381"/>
                </a:lnTo>
                <a:moveTo>
                  <a:pt x="3529" y="2381"/>
                </a:moveTo>
                <a:lnTo>
                  <a:pt x="3617" y="2381"/>
                </a:lnTo>
                <a:moveTo>
                  <a:pt x="0" y="2469"/>
                </a:moveTo>
                <a:lnTo>
                  <a:pt x="88" y="2469"/>
                </a:lnTo>
                <a:moveTo>
                  <a:pt x="177" y="2469"/>
                </a:moveTo>
                <a:lnTo>
                  <a:pt x="265" y="2469"/>
                </a:lnTo>
                <a:moveTo>
                  <a:pt x="441" y="2469"/>
                </a:moveTo>
                <a:lnTo>
                  <a:pt x="618" y="2469"/>
                </a:lnTo>
                <a:moveTo>
                  <a:pt x="706" y="2469"/>
                </a:moveTo>
                <a:lnTo>
                  <a:pt x="794" y="2469"/>
                </a:lnTo>
                <a:moveTo>
                  <a:pt x="1059" y="2469"/>
                </a:moveTo>
                <a:lnTo>
                  <a:pt x="1677" y="2469"/>
                </a:lnTo>
                <a:moveTo>
                  <a:pt x="1853" y="2469"/>
                </a:moveTo>
                <a:lnTo>
                  <a:pt x="2206" y="2469"/>
                </a:lnTo>
                <a:moveTo>
                  <a:pt x="2382" y="2469"/>
                </a:moveTo>
                <a:lnTo>
                  <a:pt x="2471" y="2469"/>
                </a:lnTo>
                <a:moveTo>
                  <a:pt x="2559" y="2469"/>
                </a:moveTo>
                <a:lnTo>
                  <a:pt x="2647" y="2469"/>
                </a:lnTo>
                <a:moveTo>
                  <a:pt x="2912" y="2469"/>
                </a:moveTo>
                <a:lnTo>
                  <a:pt x="3000" y="2469"/>
                </a:lnTo>
                <a:moveTo>
                  <a:pt x="3441" y="2469"/>
                </a:moveTo>
                <a:lnTo>
                  <a:pt x="3617" y="2469"/>
                </a:lnTo>
                <a:moveTo>
                  <a:pt x="0" y="2557"/>
                </a:moveTo>
                <a:lnTo>
                  <a:pt x="88" y="2557"/>
                </a:lnTo>
                <a:moveTo>
                  <a:pt x="177" y="2557"/>
                </a:moveTo>
                <a:lnTo>
                  <a:pt x="265" y="2557"/>
                </a:lnTo>
                <a:moveTo>
                  <a:pt x="441" y="2557"/>
                </a:moveTo>
                <a:lnTo>
                  <a:pt x="529" y="2557"/>
                </a:lnTo>
                <a:moveTo>
                  <a:pt x="618" y="2557"/>
                </a:moveTo>
                <a:lnTo>
                  <a:pt x="970" y="2557"/>
                </a:lnTo>
                <a:moveTo>
                  <a:pt x="1147" y="2557"/>
                </a:moveTo>
                <a:lnTo>
                  <a:pt x="1235" y="2557"/>
                </a:lnTo>
                <a:moveTo>
                  <a:pt x="1323" y="2557"/>
                </a:moveTo>
                <a:lnTo>
                  <a:pt x="1501" y="2557"/>
                </a:lnTo>
                <a:moveTo>
                  <a:pt x="1589" y="2557"/>
                </a:moveTo>
                <a:lnTo>
                  <a:pt x="1853" y="2557"/>
                </a:lnTo>
                <a:moveTo>
                  <a:pt x="1941" y="2557"/>
                </a:moveTo>
                <a:lnTo>
                  <a:pt x="2118" y="2557"/>
                </a:lnTo>
                <a:moveTo>
                  <a:pt x="2206" y="2557"/>
                </a:moveTo>
                <a:lnTo>
                  <a:pt x="2294" y="2557"/>
                </a:lnTo>
                <a:moveTo>
                  <a:pt x="2382" y="2557"/>
                </a:moveTo>
                <a:lnTo>
                  <a:pt x="2471" y="2557"/>
                </a:lnTo>
                <a:moveTo>
                  <a:pt x="2647" y="2557"/>
                </a:moveTo>
                <a:lnTo>
                  <a:pt x="2735" y="2557"/>
                </a:lnTo>
                <a:moveTo>
                  <a:pt x="2912" y="2557"/>
                </a:moveTo>
                <a:lnTo>
                  <a:pt x="3617" y="2557"/>
                </a:lnTo>
                <a:moveTo>
                  <a:pt x="441" y="2646"/>
                </a:moveTo>
                <a:lnTo>
                  <a:pt x="970" y="2646"/>
                </a:lnTo>
                <a:moveTo>
                  <a:pt x="1059" y="2646"/>
                </a:moveTo>
                <a:lnTo>
                  <a:pt x="1147" y="2646"/>
                </a:lnTo>
                <a:moveTo>
                  <a:pt x="1323" y="2646"/>
                </a:moveTo>
                <a:lnTo>
                  <a:pt x="1501" y="2646"/>
                </a:lnTo>
                <a:moveTo>
                  <a:pt x="1765" y="2646"/>
                </a:moveTo>
                <a:lnTo>
                  <a:pt x="1853" y="2646"/>
                </a:lnTo>
                <a:moveTo>
                  <a:pt x="1941" y="2646"/>
                </a:moveTo>
                <a:lnTo>
                  <a:pt x="2118" y="2646"/>
                </a:lnTo>
                <a:moveTo>
                  <a:pt x="2382" y="2646"/>
                </a:moveTo>
                <a:lnTo>
                  <a:pt x="2471" y="2646"/>
                </a:lnTo>
                <a:moveTo>
                  <a:pt x="2559" y="2646"/>
                </a:moveTo>
                <a:lnTo>
                  <a:pt x="2647" y="2646"/>
                </a:lnTo>
                <a:moveTo>
                  <a:pt x="2912" y="2646"/>
                </a:moveTo>
                <a:lnTo>
                  <a:pt x="3000" y="2646"/>
                </a:lnTo>
                <a:moveTo>
                  <a:pt x="3176" y="2646"/>
                </a:moveTo>
                <a:lnTo>
                  <a:pt x="3441" y="2646"/>
                </a:lnTo>
                <a:moveTo>
                  <a:pt x="3529" y="2646"/>
                </a:moveTo>
                <a:lnTo>
                  <a:pt x="3617" y="2646"/>
                </a:lnTo>
                <a:moveTo>
                  <a:pt x="265" y="2734"/>
                </a:moveTo>
                <a:lnTo>
                  <a:pt x="441" y="2734"/>
                </a:lnTo>
                <a:moveTo>
                  <a:pt x="970" y="2734"/>
                </a:moveTo>
                <a:lnTo>
                  <a:pt x="1059" y="2734"/>
                </a:lnTo>
                <a:moveTo>
                  <a:pt x="1147" y="2734"/>
                </a:moveTo>
                <a:lnTo>
                  <a:pt x="1235" y="2734"/>
                </a:lnTo>
                <a:moveTo>
                  <a:pt x="1501" y="2734"/>
                </a:moveTo>
                <a:lnTo>
                  <a:pt x="1589" y="2734"/>
                </a:lnTo>
                <a:moveTo>
                  <a:pt x="1853" y="2734"/>
                </a:moveTo>
                <a:lnTo>
                  <a:pt x="2206" y="2734"/>
                </a:lnTo>
                <a:moveTo>
                  <a:pt x="2471" y="2734"/>
                </a:moveTo>
                <a:lnTo>
                  <a:pt x="2647" y="2734"/>
                </a:lnTo>
                <a:moveTo>
                  <a:pt x="2735" y="2734"/>
                </a:moveTo>
                <a:lnTo>
                  <a:pt x="2823" y="2734"/>
                </a:lnTo>
                <a:moveTo>
                  <a:pt x="2912" y="2734"/>
                </a:moveTo>
                <a:lnTo>
                  <a:pt x="3000" y="2734"/>
                </a:lnTo>
                <a:moveTo>
                  <a:pt x="3176" y="2734"/>
                </a:moveTo>
                <a:lnTo>
                  <a:pt x="3353" y="2734"/>
                </a:lnTo>
                <a:moveTo>
                  <a:pt x="3529" y="2734"/>
                </a:moveTo>
                <a:lnTo>
                  <a:pt x="3617" y="2734"/>
                </a:lnTo>
                <a:moveTo>
                  <a:pt x="0" y="2822"/>
                </a:moveTo>
                <a:lnTo>
                  <a:pt x="265" y="2822"/>
                </a:lnTo>
                <a:moveTo>
                  <a:pt x="353" y="2822"/>
                </a:moveTo>
                <a:lnTo>
                  <a:pt x="441" y="2822"/>
                </a:lnTo>
                <a:moveTo>
                  <a:pt x="529" y="2822"/>
                </a:moveTo>
                <a:lnTo>
                  <a:pt x="794" y="2822"/>
                </a:lnTo>
                <a:moveTo>
                  <a:pt x="882" y="2822"/>
                </a:moveTo>
                <a:lnTo>
                  <a:pt x="1411" y="2822"/>
                </a:lnTo>
                <a:moveTo>
                  <a:pt x="1501" y="2822"/>
                </a:moveTo>
                <a:lnTo>
                  <a:pt x="1941" y="2822"/>
                </a:lnTo>
                <a:moveTo>
                  <a:pt x="2030" y="2822"/>
                </a:moveTo>
                <a:lnTo>
                  <a:pt x="2118" y="2822"/>
                </a:lnTo>
                <a:moveTo>
                  <a:pt x="2294" y="2822"/>
                </a:moveTo>
                <a:lnTo>
                  <a:pt x="2382" y="2822"/>
                </a:lnTo>
                <a:moveTo>
                  <a:pt x="2471" y="2822"/>
                </a:moveTo>
                <a:lnTo>
                  <a:pt x="3353" y="2822"/>
                </a:lnTo>
                <a:moveTo>
                  <a:pt x="3441" y="2822"/>
                </a:moveTo>
                <a:lnTo>
                  <a:pt x="3617" y="2822"/>
                </a:lnTo>
                <a:moveTo>
                  <a:pt x="706" y="2910"/>
                </a:moveTo>
                <a:lnTo>
                  <a:pt x="882" y="2910"/>
                </a:lnTo>
                <a:moveTo>
                  <a:pt x="970" y="2910"/>
                </a:moveTo>
                <a:lnTo>
                  <a:pt x="1059" y="2910"/>
                </a:lnTo>
                <a:moveTo>
                  <a:pt x="1147" y="2910"/>
                </a:moveTo>
                <a:lnTo>
                  <a:pt x="1235" y="2910"/>
                </a:lnTo>
                <a:moveTo>
                  <a:pt x="1323" y="2910"/>
                </a:moveTo>
                <a:lnTo>
                  <a:pt x="1501" y="2910"/>
                </a:lnTo>
                <a:moveTo>
                  <a:pt x="1589" y="2910"/>
                </a:moveTo>
                <a:lnTo>
                  <a:pt x="1765" y="2910"/>
                </a:lnTo>
                <a:moveTo>
                  <a:pt x="1853" y="2910"/>
                </a:moveTo>
                <a:lnTo>
                  <a:pt x="1941" y="2910"/>
                </a:lnTo>
                <a:moveTo>
                  <a:pt x="2030" y="2910"/>
                </a:moveTo>
                <a:lnTo>
                  <a:pt x="2471" y="2910"/>
                </a:lnTo>
                <a:moveTo>
                  <a:pt x="2823" y="2910"/>
                </a:moveTo>
                <a:lnTo>
                  <a:pt x="2912" y="2910"/>
                </a:lnTo>
                <a:moveTo>
                  <a:pt x="3176" y="2910"/>
                </a:moveTo>
                <a:lnTo>
                  <a:pt x="3264" y="2910"/>
                </a:lnTo>
                <a:moveTo>
                  <a:pt x="3353" y="2910"/>
                </a:moveTo>
                <a:lnTo>
                  <a:pt x="3441" y="2910"/>
                </a:lnTo>
                <a:moveTo>
                  <a:pt x="3529" y="2910"/>
                </a:moveTo>
                <a:lnTo>
                  <a:pt x="3617" y="2910"/>
                </a:lnTo>
                <a:moveTo>
                  <a:pt x="0" y="2998"/>
                </a:moveTo>
                <a:lnTo>
                  <a:pt x="618" y="2998"/>
                </a:lnTo>
                <a:moveTo>
                  <a:pt x="706" y="2998"/>
                </a:moveTo>
                <a:lnTo>
                  <a:pt x="794" y="2998"/>
                </a:lnTo>
                <a:moveTo>
                  <a:pt x="1147" y="2998"/>
                </a:moveTo>
                <a:lnTo>
                  <a:pt x="1323" y="2998"/>
                </a:lnTo>
                <a:moveTo>
                  <a:pt x="1501" y="2998"/>
                </a:moveTo>
                <a:lnTo>
                  <a:pt x="1589" y="2998"/>
                </a:lnTo>
                <a:moveTo>
                  <a:pt x="1765" y="2998"/>
                </a:moveTo>
                <a:lnTo>
                  <a:pt x="1853" y="2998"/>
                </a:lnTo>
                <a:moveTo>
                  <a:pt x="2030" y="2998"/>
                </a:moveTo>
                <a:lnTo>
                  <a:pt x="2206" y="2998"/>
                </a:lnTo>
                <a:moveTo>
                  <a:pt x="2382" y="2998"/>
                </a:moveTo>
                <a:lnTo>
                  <a:pt x="2912" y="2998"/>
                </a:lnTo>
                <a:moveTo>
                  <a:pt x="3000" y="2998"/>
                </a:moveTo>
                <a:lnTo>
                  <a:pt x="3088" y="2998"/>
                </a:lnTo>
                <a:moveTo>
                  <a:pt x="3176" y="2998"/>
                </a:moveTo>
                <a:lnTo>
                  <a:pt x="3353" y="2998"/>
                </a:lnTo>
                <a:moveTo>
                  <a:pt x="3529" y="2998"/>
                </a:moveTo>
                <a:lnTo>
                  <a:pt x="3617" y="2998"/>
                </a:lnTo>
                <a:moveTo>
                  <a:pt x="0" y="3088"/>
                </a:moveTo>
                <a:lnTo>
                  <a:pt x="88" y="3088"/>
                </a:lnTo>
                <a:moveTo>
                  <a:pt x="529" y="3088"/>
                </a:moveTo>
                <a:lnTo>
                  <a:pt x="618" y="3088"/>
                </a:lnTo>
                <a:moveTo>
                  <a:pt x="1147" y="3088"/>
                </a:moveTo>
                <a:lnTo>
                  <a:pt x="1677" y="3088"/>
                </a:lnTo>
                <a:moveTo>
                  <a:pt x="1765" y="3088"/>
                </a:moveTo>
                <a:lnTo>
                  <a:pt x="1853" y="3088"/>
                </a:lnTo>
                <a:moveTo>
                  <a:pt x="1941" y="3088"/>
                </a:moveTo>
                <a:lnTo>
                  <a:pt x="2206" y="3088"/>
                </a:lnTo>
                <a:moveTo>
                  <a:pt x="2471" y="3088"/>
                </a:moveTo>
                <a:lnTo>
                  <a:pt x="2912" y="3088"/>
                </a:lnTo>
                <a:moveTo>
                  <a:pt x="3176" y="3088"/>
                </a:moveTo>
                <a:lnTo>
                  <a:pt x="3353" y="3088"/>
                </a:lnTo>
                <a:moveTo>
                  <a:pt x="3529" y="3088"/>
                </a:moveTo>
                <a:lnTo>
                  <a:pt x="3617" y="3088"/>
                </a:lnTo>
                <a:moveTo>
                  <a:pt x="0" y="3176"/>
                </a:moveTo>
                <a:lnTo>
                  <a:pt x="88" y="3176"/>
                </a:lnTo>
                <a:moveTo>
                  <a:pt x="177" y="3176"/>
                </a:moveTo>
                <a:lnTo>
                  <a:pt x="441" y="3176"/>
                </a:lnTo>
                <a:moveTo>
                  <a:pt x="529" y="3176"/>
                </a:moveTo>
                <a:lnTo>
                  <a:pt x="618" y="3176"/>
                </a:lnTo>
                <a:moveTo>
                  <a:pt x="706" y="3176"/>
                </a:moveTo>
                <a:lnTo>
                  <a:pt x="1059" y="3176"/>
                </a:lnTo>
                <a:moveTo>
                  <a:pt x="1235" y="3176"/>
                </a:moveTo>
                <a:lnTo>
                  <a:pt x="1411" y="3176"/>
                </a:lnTo>
                <a:moveTo>
                  <a:pt x="1589" y="3176"/>
                </a:moveTo>
                <a:lnTo>
                  <a:pt x="1677" y="3176"/>
                </a:lnTo>
                <a:moveTo>
                  <a:pt x="1765" y="3176"/>
                </a:moveTo>
                <a:lnTo>
                  <a:pt x="1853" y="3176"/>
                </a:lnTo>
                <a:moveTo>
                  <a:pt x="1941" y="3176"/>
                </a:moveTo>
                <a:lnTo>
                  <a:pt x="2206" y="3176"/>
                </a:lnTo>
                <a:moveTo>
                  <a:pt x="2559" y="3176"/>
                </a:moveTo>
                <a:lnTo>
                  <a:pt x="2647" y="3176"/>
                </a:lnTo>
                <a:moveTo>
                  <a:pt x="2735" y="3176"/>
                </a:moveTo>
                <a:lnTo>
                  <a:pt x="3264" y="3176"/>
                </a:lnTo>
                <a:moveTo>
                  <a:pt x="0" y="3264"/>
                </a:moveTo>
                <a:lnTo>
                  <a:pt x="88" y="3264"/>
                </a:lnTo>
                <a:moveTo>
                  <a:pt x="177" y="3264"/>
                </a:moveTo>
                <a:lnTo>
                  <a:pt x="441" y="3264"/>
                </a:lnTo>
                <a:moveTo>
                  <a:pt x="529" y="3264"/>
                </a:moveTo>
                <a:lnTo>
                  <a:pt x="618" y="3264"/>
                </a:lnTo>
                <a:moveTo>
                  <a:pt x="794" y="3264"/>
                </a:moveTo>
                <a:lnTo>
                  <a:pt x="882" y="3264"/>
                </a:lnTo>
                <a:moveTo>
                  <a:pt x="970" y="3264"/>
                </a:moveTo>
                <a:lnTo>
                  <a:pt x="1059" y="3264"/>
                </a:lnTo>
                <a:moveTo>
                  <a:pt x="2030" y="3264"/>
                </a:moveTo>
                <a:lnTo>
                  <a:pt x="2118" y="3264"/>
                </a:lnTo>
                <a:moveTo>
                  <a:pt x="2206" y="3264"/>
                </a:moveTo>
                <a:lnTo>
                  <a:pt x="2559" y="3264"/>
                </a:lnTo>
                <a:moveTo>
                  <a:pt x="2823" y="3264"/>
                </a:moveTo>
                <a:lnTo>
                  <a:pt x="2912" y="3264"/>
                </a:lnTo>
                <a:moveTo>
                  <a:pt x="3088" y="3264"/>
                </a:moveTo>
                <a:lnTo>
                  <a:pt x="3176" y="3264"/>
                </a:lnTo>
                <a:moveTo>
                  <a:pt x="3264" y="3264"/>
                </a:moveTo>
                <a:lnTo>
                  <a:pt x="3441" y="3264"/>
                </a:lnTo>
                <a:moveTo>
                  <a:pt x="3529" y="3264"/>
                </a:moveTo>
                <a:lnTo>
                  <a:pt x="3617" y="3264"/>
                </a:lnTo>
                <a:moveTo>
                  <a:pt x="0" y="3352"/>
                </a:moveTo>
                <a:lnTo>
                  <a:pt x="88" y="3352"/>
                </a:lnTo>
                <a:moveTo>
                  <a:pt x="177" y="3352"/>
                </a:moveTo>
                <a:lnTo>
                  <a:pt x="441" y="3352"/>
                </a:lnTo>
                <a:moveTo>
                  <a:pt x="529" y="3352"/>
                </a:moveTo>
                <a:lnTo>
                  <a:pt x="618" y="3352"/>
                </a:lnTo>
                <a:moveTo>
                  <a:pt x="794" y="3352"/>
                </a:moveTo>
                <a:lnTo>
                  <a:pt x="882" y="3352"/>
                </a:lnTo>
                <a:moveTo>
                  <a:pt x="1147" y="3352"/>
                </a:moveTo>
                <a:lnTo>
                  <a:pt x="1235" y="3352"/>
                </a:lnTo>
                <a:moveTo>
                  <a:pt x="1411" y="3352"/>
                </a:moveTo>
                <a:lnTo>
                  <a:pt x="1589" y="3352"/>
                </a:lnTo>
                <a:moveTo>
                  <a:pt x="1853" y="3352"/>
                </a:moveTo>
                <a:lnTo>
                  <a:pt x="1941" y="3352"/>
                </a:lnTo>
                <a:moveTo>
                  <a:pt x="2030" y="3352"/>
                </a:moveTo>
                <a:lnTo>
                  <a:pt x="2118" y="3352"/>
                </a:lnTo>
                <a:moveTo>
                  <a:pt x="2206" y="3352"/>
                </a:moveTo>
                <a:lnTo>
                  <a:pt x="2294" y="3352"/>
                </a:lnTo>
                <a:moveTo>
                  <a:pt x="2382" y="3352"/>
                </a:moveTo>
                <a:lnTo>
                  <a:pt x="2735" y="3352"/>
                </a:lnTo>
                <a:moveTo>
                  <a:pt x="2823" y="3352"/>
                </a:moveTo>
                <a:lnTo>
                  <a:pt x="3000" y="3352"/>
                </a:lnTo>
                <a:moveTo>
                  <a:pt x="3353" y="3352"/>
                </a:moveTo>
                <a:lnTo>
                  <a:pt x="3441" y="3352"/>
                </a:lnTo>
                <a:moveTo>
                  <a:pt x="3529" y="3352"/>
                </a:moveTo>
                <a:lnTo>
                  <a:pt x="3617" y="3352"/>
                </a:lnTo>
                <a:moveTo>
                  <a:pt x="0" y="3440"/>
                </a:moveTo>
                <a:lnTo>
                  <a:pt x="88" y="3440"/>
                </a:lnTo>
                <a:moveTo>
                  <a:pt x="529" y="3440"/>
                </a:moveTo>
                <a:lnTo>
                  <a:pt x="618" y="3440"/>
                </a:lnTo>
                <a:moveTo>
                  <a:pt x="882" y="3440"/>
                </a:moveTo>
                <a:lnTo>
                  <a:pt x="1059" y="3440"/>
                </a:lnTo>
                <a:moveTo>
                  <a:pt x="1147" y="3440"/>
                </a:moveTo>
                <a:lnTo>
                  <a:pt x="1235" y="3440"/>
                </a:lnTo>
                <a:moveTo>
                  <a:pt x="1323" y="3440"/>
                </a:moveTo>
                <a:lnTo>
                  <a:pt x="1411" y="3440"/>
                </a:lnTo>
                <a:moveTo>
                  <a:pt x="1501" y="3440"/>
                </a:moveTo>
                <a:lnTo>
                  <a:pt x="1589" y="3440"/>
                </a:lnTo>
                <a:moveTo>
                  <a:pt x="1677" y="3440"/>
                </a:moveTo>
                <a:lnTo>
                  <a:pt x="1765" y="3440"/>
                </a:lnTo>
                <a:moveTo>
                  <a:pt x="1853" y="3440"/>
                </a:moveTo>
                <a:lnTo>
                  <a:pt x="1941" y="3440"/>
                </a:lnTo>
                <a:moveTo>
                  <a:pt x="2294" y="3440"/>
                </a:moveTo>
                <a:lnTo>
                  <a:pt x="2647" y="3440"/>
                </a:lnTo>
                <a:moveTo>
                  <a:pt x="2823" y="3440"/>
                </a:moveTo>
                <a:lnTo>
                  <a:pt x="2912" y="3440"/>
                </a:lnTo>
                <a:moveTo>
                  <a:pt x="3000" y="3440"/>
                </a:moveTo>
                <a:lnTo>
                  <a:pt x="3176" y="3440"/>
                </a:lnTo>
                <a:moveTo>
                  <a:pt x="3441" y="3440"/>
                </a:moveTo>
                <a:lnTo>
                  <a:pt x="3617" y="3440"/>
                </a:lnTo>
                <a:moveTo>
                  <a:pt x="0" y="3529"/>
                </a:moveTo>
                <a:lnTo>
                  <a:pt x="618" y="3529"/>
                </a:lnTo>
                <a:moveTo>
                  <a:pt x="706" y="3529"/>
                </a:moveTo>
                <a:lnTo>
                  <a:pt x="882" y="3529"/>
                </a:lnTo>
                <a:moveTo>
                  <a:pt x="970" y="3529"/>
                </a:moveTo>
                <a:lnTo>
                  <a:pt x="1059" y="3529"/>
                </a:lnTo>
                <a:moveTo>
                  <a:pt x="1147" y="3529"/>
                </a:moveTo>
                <a:lnTo>
                  <a:pt x="1235" y="3529"/>
                </a:lnTo>
                <a:moveTo>
                  <a:pt x="1411" y="3529"/>
                </a:moveTo>
                <a:lnTo>
                  <a:pt x="2030" y="3529"/>
                </a:lnTo>
                <a:moveTo>
                  <a:pt x="2118" y="3529"/>
                </a:moveTo>
                <a:lnTo>
                  <a:pt x="2206" y="3529"/>
                </a:lnTo>
                <a:moveTo>
                  <a:pt x="2382" y="3529"/>
                </a:moveTo>
                <a:lnTo>
                  <a:pt x="2471" y="3529"/>
                </a:lnTo>
                <a:moveTo>
                  <a:pt x="2559" y="3529"/>
                </a:moveTo>
                <a:lnTo>
                  <a:pt x="2647" y="3529"/>
                </a:lnTo>
                <a:moveTo>
                  <a:pt x="2823" y="3529"/>
                </a:moveTo>
                <a:lnTo>
                  <a:pt x="3000" y="3529"/>
                </a:lnTo>
                <a:moveTo>
                  <a:pt x="3088" y="3529"/>
                </a:moveTo>
                <a:lnTo>
                  <a:pt x="3353" y="3529"/>
                </a:lnTo>
                <a:moveTo>
                  <a:pt x="3441" y="3529"/>
                </a:moveTo>
                <a:lnTo>
                  <a:pt x="3529" y="3529"/>
                </a:lnTo>
              </a:path>
            </a:pathLst>
          </a:custGeom>
          <a:ln w="31680">
            <a:solidFill>
              <a:srgbClr val="001d34"/>
            </a:solidFill>
            <a:miter/>
          </a:ln>
        </p:spPr>
        <p:txBody>
          <a:bodyPr lIns="15840" rIns="15840" tIns="15840" bIns="1584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4534920" y="3330360"/>
            <a:ext cx="1312560" cy="1283400"/>
          </a:xfrm>
          <a:custGeom>
            <a:avLst/>
            <a:gdLst/>
            <a:ahLst/>
            <a:rect l="0" t="0" r="r" b="b"/>
            <a:pathLst>
              <a:path fill="none" w="3646" h="3565">
                <a:moveTo>
                  <a:pt x="0" y="0"/>
                </a:moveTo>
                <a:lnTo>
                  <a:pt x="568" y="0"/>
                </a:lnTo>
                <a:moveTo>
                  <a:pt x="730" y="0"/>
                </a:moveTo>
                <a:lnTo>
                  <a:pt x="811" y="0"/>
                </a:lnTo>
                <a:moveTo>
                  <a:pt x="892" y="0"/>
                </a:moveTo>
                <a:lnTo>
                  <a:pt x="1297" y="0"/>
                </a:lnTo>
                <a:moveTo>
                  <a:pt x="1540" y="0"/>
                </a:moveTo>
                <a:lnTo>
                  <a:pt x="1621" y="0"/>
                </a:lnTo>
                <a:moveTo>
                  <a:pt x="1702" y="0"/>
                </a:moveTo>
                <a:lnTo>
                  <a:pt x="1783" y="0"/>
                </a:lnTo>
                <a:moveTo>
                  <a:pt x="2026" y="0"/>
                </a:moveTo>
                <a:lnTo>
                  <a:pt x="2107" y="0"/>
                </a:lnTo>
                <a:moveTo>
                  <a:pt x="2188" y="0"/>
                </a:moveTo>
                <a:lnTo>
                  <a:pt x="2350" y="0"/>
                </a:lnTo>
                <a:moveTo>
                  <a:pt x="2431" y="0"/>
                </a:moveTo>
                <a:lnTo>
                  <a:pt x="2512" y="0"/>
                </a:lnTo>
                <a:moveTo>
                  <a:pt x="2593" y="0"/>
                </a:moveTo>
                <a:lnTo>
                  <a:pt x="2755" y="0"/>
                </a:lnTo>
                <a:moveTo>
                  <a:pt x="2917" y="0"/>
                </a:moveTo>
                <a:lnTo>
                  <a:pt x="2998" y="0"/>
                </a:lnTo>
                <a:moveTo>
                  <a:pt x="3079" y="0"/>
                </a:moveTo>
                <a:lnTo>
                  <a:pt x="3646" y="0"/>
                </a:lnTo>
                <a:moveTo>
                  <a:pt x="0" y="81"/>
                </a:moveTo>
                <a:lnTo>
                  <a:pt x="81" y="81"/>
                </a:lnTo>
                <a:moveTo>
                  <a:pt x="487" y="81"/>
                </a:moveTo>
                <a:lnTo>
                  <a:pt x="568" y="81"/>
                </a:lnTo>
                <a:moveTo>
                  <a:pt x="730" y="81"/>
                </a:moveTo>
                <a:lnTo>
                  <a:pt x="811" y="81"/>
                </a:lnTo>
                <a:moveTo>
                  <a:pt x="892" y="81"/>
                </a:moveTo>
                <a:lnTo>
                  <a:pt x="973" y="81"/>
                </a:lnTo>
                <a:moveTo>
                  <a:pt x="1297" y="81"/>
                </a:moveTo>
                <a:lnTo>
                  <a:pt x="1378" y="81"/>
                </a:lnTo>
                <a:moveTo>
                  <a:pt x="1459" y="81"/>
                </a:moveTo>
                <a:lnTo>
                  <a:pt x="1864" y="81"/>
                </a:lnTo>
                <a:moveTo>
                  <a:pt x="1945" y="81"/>
                </a:moveTo>
                <a:lnTo>
                  <a:pt x="2026" y="81"/>
                </a:lnTo>
                <a:moveTo>
                  <a:pt x="2107" y="81"/>
                </a:moveTo>
                <a:lnTo>
                  <a:pt x="2188" y="81"/>
                </a:lnTo>
                <a:moveTo>
                  <a:pt x="2674" y="81"/>
                </a:moveTo>
                <a:lnTo>
                  <a:pt x="2755" y="81"/>
                </a:lnTo>
                <a:moveTo>
                  <a:pt x="2836" y="81"/>
                </a:moveTo>
                <a:lnTo>
                  <a:pt x="2917" y="81"/>
                </a:lnTo>
                <a:moveTo>
                  <a:pt x="3079" y="81"/>
                </a:moveTo>
                <a:lnTo>
                  <a:pt x="3160" y="81"/>
                </a:lnTo>
                <a:moveTo>
                  <a:pt x="3565" y="81"/>
                </a:moveTo>
                <a:lnTo>
                  <a:pt x="3646" y="81"/>
                </a:lnTo>
                <a:moveTo>
                  <a:pt x="0" y="162"/>
                </a:moveTo>
                <a:lnTo>
                  <a:pt x="81" y="162"/>
                </a:lnTo>
                <a:moveTo>
                  <a:pt x="163" y="162"/>
                </a:moveTo>
                <a:lnTo>
                  <a:pt x="406" y="162"/>
                </a:lnTo>
                <a:moveTo>
                  <a:pt x="487" y="162"/>
                </a:moveTo>
                <a:lnTo>
                  <a:pt x="568" y="162"/>
                </a:lnTo>
                <a:moveTo>
                  <a:pt x="649" y="162"/>
                </a:moveTo>
                <a:lnTo>
                  <a:pt x="730" y="162"/>
                </a:lnTo>
                <a:moveTo>
                  <a:pt x="811" y="162"/>
                </a:moveTo>
                <a:lnTo>
                  <a:pt x="973" y="162"/>
                </a:lnTo>
                <a:moveTo>
                  <a:pt x="1054" y="162"/>
                </a:moveTo>
                <a:lnTo>
                  <a:pt x="1135" y="162"/>
                </a:lnTo>
                <a:moveTo>
                  <a:pt x="1216" y="162"/>
                </a:moveTo>
                <a:lnTo>
                  <a:pt x="1459" y="162"/>
                </a:lnTo>
                <a:moveTo>
                  <a:pt x="1540" y="162"/>
                </a:moveTo>
                <a:lnTo>
                  <a:pt x="1621" y="162"/>
                </a:lnTo>
                <a:moveTo>
                  <a:pt x="1864" y="162"/>
                </a:moveTo>
                <a:lnTo>
                  <a:pt x="1945" y="162"/>
                </a:lnTo>
                <a:moveTo>
                  <a:pt x="2026" y="162"/>
                </a:moveTo>
                <a:lnTo>
                  <a:pt x="2350" y="162"/>
                </a:lnTo>
                <a:moveTo>
                  <a:pt x="2431" y="162"/>
                </a:moveTo>
                <a:lnTo>
                  <a:pt x="2512" y="162"/>
                </a:lnTo>
                <a:moveTo>
                  <a:pt x="2674" y="162"/>
                </a:moveTo>
                <a:lnTo>
                  <a:pt x="2755" y="162"/>
                </a:lnTo>
                <a:moveTo>
                  <a:pt x="2836" y="162"/>
                </a:moveTo>
                <a:lnTo>
                  <a:pt x="2917" y="162"/>
                </a:lnTo>
                <a:moveTo>
                  <a:pt x="3079" y="162"/>
                </a:moveTo>
                <a:lnTo>
                  <a:pt x="3160" y="162"/>
                </a:lnTo>
                <a:moveTo>
                  <a:pt x="3241" y="162"/>
                </a:moveTo>
                <a:lnTo>
                  <a:pt x="3484" y="162"/>
                </a:lnTo>
                <a:moveTo>
                  <a:pt x="3565" y="162"/>
                </a:moveTo>
                <a:lnTo>
                  <a:pt x="3646" y="162"/>
                </a:lnTo>
                <a:moveTo>
                  <a:pt x="0" y="243"/>
                </a:moveTo>
                <a:lnTo>
                  <a:pt x="81" y="243"/>
                </a:lnTo>
                <a:moveTo>
                  <a:pt x="163" y="243"/>
                </a:moveTo>
                <a:lnTo>
                  <a:pt x="406" y="243"/>
                </a:lnTo>
                <a:moveTo>
                  <a:pt x="487" y="243"/>
                </a:moveTo>
                <a:lnTo>
                  <a:pt x="568" y="243"/>
                </a:lnTo>
                <a:moveTo>
                  <a:pt x="649" y="243"/>
                </a:moveTo>
                <a:lnTo>
                  <a:pt x="892" y="243"/>
                </a:lnTo>
                <a:moveTo>
                  <a:pt x="1054" y="243"/>
                </a:moveTo>
                <a:lnTo>
                  <a:pt x="1135" y="243"/>
                </a:lnTo>
                <a:moveTo>
                  <a:pt x="1378" y="243"/>
                </a:moveTo>
                <a:lnTo>
                  <a:pt x="1540" y="243"/>
                </a:lnTo>
                <a:moveTo>
                  <a:pt x="1621" y="243"/>
                </a:moveTo>
                <a:lnTo>
                  <a:pt x="1864" y="243"/>
                </a:lnTo>
                <a:moveTo>
                  <a:pt x="1945" y="243"/>
                </a:moveTo>
                <a:lnTo>
                  <a:pt x="2026" y="243"/>
                </a:lnTo>
                <a:moveTo>
                  <a:pt x="2107" y="243"/>
                </a:moveTo>
                <a:lnTo>
                  <a:pt x="2188" y="243"/>
                </a:lnTo>
                <a:moveTo>
                  <a:pt x="2512" y="243"/>
                </a:moveTo>
                <a:lnTo>
                  <a:pt x="2593" y="243"/>
                </a:lnTo>
                <a:moveTo>
                  <a:pt x="2836" y="243"/>
                </a:moveTo>
                <a:lnTo>
                  <a:pt x="2998" y="243"/>
                </a:lnTo>
                <a:moveTo>
                  <a:pt x="3079" y="243"/>
                </a:moveTo>
                <a:lnTo>
                  <a:pt x="3160" y="243"/>
                </a:lnTo>
                <a:moveTo>
                  <a:pt x="3241" y="243"/>
                </a:moveTo>
                <a:lnTo>
                  <a:pt x="3484" y="243"/>
                </a:lnTo>
                <a:moveTo>
                  <a:pt x="3565" y="243"/>
                </a:moveTo>
                <a:lnTo>
                  <a:pt x="3646" y="243"/>
                </a:lnTo>
                <a:moveTo>
                  <a:pt x="0" y="324"/>
                </a:moveTo>
                <a:lnTo>
                  <a:pt x="81" y="324"/>
                </a:lnTo>
                <a:moveTo>
                  <a:pt x="163" y="324"/>
                </a:moveTo>
                <a:lnTo>
                  <a:pt x="406" y="324"/>
                </a:lnTo>
                <a:moveTo>
                  <a:pt x="487" y="324"/>
                </a:moveTo>
                <a:lnTo>
                  <a:pt x="568" y="324"/>
                </a:lnTo>
                <a:moveTo>
                  <a:pt x="649" y="324"/>
                </a:moveTo>
                <a:lnTo>
                  <a:pt x="730" y="324"/>
                </a:lnTo>
                <a:moveTo>
                  <a:pt x="811" y="324"/>
                </a:moveTo>
                <a:lnTo>
                  <a:pt x="1054" y="324"/>
                </a:lnTo>
                <a:moveTo>
                  <a:pt x="1540" y="324"/>
                </a:moveTo>
                <a:lnTo>
                  <a:pt x="2107" y="324"/>
                </a:lnTo>
                <a:moveTo>
                  <a:pt x="2269" y="324"/>
                </a:moveTo>
                <a:lnTo>
                  <a:pt x="2350" y="324"/>
                </a:lnTo>
                <a:moveTo>
                  <a:pt x="2431" y="324"/>
                </a:moveTo>
                <a:lnTo>
                  <a:pt x="2512" y="324"/>
                </a:lnTo>
                <a:moveTo>
                  <a:pt x="2593" y="324"/>
                </a:moveTo>
                <a:lnTo>
                  <a:pt x="2998" y="324"/>
                </a:lnTo>
                <a:moveTo>
                  <a:pt x="3079" y="324"/>
                </a:moveTo>
                <a:lnTo>
                  <a:pt x="3160" y="324"/>
                </a:lnTo>
                <a:moveTo>
                  <a:pt x="3241" y="324"/>
                </a:moveTo>
                <a:lnTo>
                  <a:pt x="3484" y="324"/>
                </a:lnTo>
                <a:moveTo>
                  <a:pt x="3565" y="324"/>
                </a:moveTo>
                <a:lnTo>
                  <a:pt x="3646" y="324"/>
                </a:lnTo>
                <a:moveTo>
                  <a:pt x="0" y="405"/>
                </a:moveTo>
                <a:lnTo>
                  <a:pt x="81" y="405"/>
                </a:lnTo>
                <a:moveTo>
                  <a:pt x="487" y="405"/>
                </a:moveTo>
                <a:lnTo>
                  <a:pt x="568" y="405"/>
                </a:lnTo>
                <a:moveTo>
                  <a:pt x="649" y="405"/>
                </a:moveTo>
                <a:lnTo>
                  <a:pt x="730" y="405"/>
                </a:lnTo>
                <a:moveTo>
                  <a:pt x="892" y="405"/>
                </a:moveTo>
                <a:lnTo>
                  <a:pt x="1054" y="405"/>
                </a:lnTo>
                <a:moveTo>
                  <a:pt x="1135" y="405"/>
                </a:moveTo>
                <a:lnTo>
                  <a:pt x="1378" y="405"/>
                </a:lnTo>
                <a:moveTo>
                  <a:pt x="1459" y="405"/>
                </a:moveTo>
                <a:lnTo>
                  <a:pt x="1540" y="405"/>
                </a:lnTo>
                <a:moveTo>
                  <a:pt x="1621" y="405"/>
                </a:moveTo>
                <a:lnTo>
                  <a:pt x="1702" y="405"/>
                </a:lnTo>
                <a:moveTo>
                  <a:pt x="1945" y="405"/>
                </a:moveTo>
                <a:lnTo>
                  <a:pt x="2026" y="405"/>
                </a:lnTo>
                <a:moveTo>
                  <a:pt x="2107" y="405"/>
                </a:moveTo>
                <a:lnTo>
                  <a:pt x="2269" y="405"/>
                </a:lnTo>
                <a:moveTo>
                  <a:pt x="2674" y="405"/>
                </a:moveTo>
                <a:lnTo>
                  <a:pt x="2755" y="405"/>
                </a:lnTo>
                <a:moveTo>
                  <a:pt x="3079" y="405"/>
                </a:moveTo>
                <a:lnTo>
                  <a:pt x="3160" y="405"/>
                </a:lnTo>
                <a:moveTo>
                  <a:pt x="3565" y="405"/>
                </a:moveTo>
                <a:lnTo>
                  <a:pt x="3646" y="405"/>
                </a:lnTo>
                <a:moveTo>
                  <a:pt x="0" y="486"/>
                </a:moveTo>
                <a:lnTo>
                  <a:pt x="568" y="486"/>
                </a:lnTo>
                <a:moveTo>
                  <a:pt x="649" y="486"/>
                </a:moveTo>
                <a:lnTo>
                  <a:pt x="730" y="486"/>
                </a:lnTo>
                <a:moveTo>
                  <a:pt x="811" y="486"/>
                </a:moveTo>
                <a:lnTo>
                  <a:pt x="892" y="486"/>
                </a:lnTo>
                <a:moveTo>
                  <a:pt x="973" y="486"/>
                </a:moveTo>
                <a:lnTo>
                  <a:pt x="1054" y="486"/>
                </a:lnTo>
                <a:moveTo>
                  <a:pt x="1135" y="486"/>
                </a:moveTo>
                <a:lnTo>
                  <a:pt x="1216" y="486"/>
                </a:lnTo>
                <a:moveTo>
                  <a:pt x="1297" y="486"/>
                </a:moveTo>
                <a:lnTo>
                  <a:pt x="1378" y="486"/>
                </a:lnTo>
                <a:moveTo>
                  <a:pt x="1459" y="486"/>
                </a:moveTo>
                <a:lnTo>
                  <a:pt x="1540" y="486"/>
                </a:lnTo>
                <a:moveTo>
                  <a:pt x="1621" y="486"/>
                </a:moveTo>
                <a:lnTo>
                  <a:pt x="1702" y="486"/>
                </a:lnTo>
                <a:moveTo>
                  <a:pt x="1783" y="486"/>
                </a:moveTo>
                <a:lnTo>
                  <a:pt x="1864" y="486"/>
                </a:lnTo>
                <a:moveTo>
                  <a:pt x="1945" y="486"/>
                </a:moveTo>
                <a:lnTo>
                  <a:pt x="2026" y="486"/>
                </a:lnTo>
                <a:moveTo>
                  <a:pt x="2107" y="486"/>
                </a:moveTo>
                <a:lnTo>
                  <a:pt x="2188" y="486"/>
                </a:lnTo>
                <a:moveTo>
                  <a:pt x="2269" y="486"/>
                </a:moveTo>
                <a:lnTo>
                  <a:pt x="2350" y="486"/>
                </a:lnTo>
                <a:moveTo>
                  <a:pt x="2431" y="486"/>
                </a:moveTo>
                <a:lnTo>
                  <a:pt x="2512" y="486"/>
                </a:lnTo>
                <a:moveTo>
                  <a:pt x="2593" y="486"/>
                </a:moveTo>
                <a:lnTo>
                  <a:pt x="2674" y="486"/>
                </a:lnTo>
                <a:moveTo>
                  <a:pt x="2755" y="486"/>
                </a:moveTo>
                <a:lnTo>
                  <a:pt x="2836" y="486"/>
                </a:lnTo>
                <a:moveTo>
                  <a:pt x="2917" y="486"/>
                </a:moveTo>
                <a:lnTo>
                  <a:pt x="2998" y="486"/>
                </a:lnTo>
                <a:moveTo>
                  <a:pt x="3079" y="486"/>
                </a:moveTo>
                <a:lnTo>
                  <a:pt x="3646" y="486"/>
                </a:lnTo>
                <a:moveTo>
                  <a:pt x="649" y="567"/>
                </a:moveTo>
                <a:lnTo>
                  <a:pt x="811" y="567"/>
                </a:lnTo>
                <a:moveTo>
                  <a:pt x="1135" y="567"/>
                </a:moveTo>
                <a:lnTo>
                  <a:pt x="1702" y="567"/>
                </a:lnTo>
                <a:moveTo>
                  <a:pt x="1945" y="567"/>
                </a:moveTo>
                <a:lnTo>
                  <a:pt x="2026" y="567"/>
                </a:lnTo>
                <a:moveTo>
                  <a:pt x="2188" y="567"/>
                </a:moveTo>
                <a:lnTo>
                  <a:pt x="2512" y="567"/>
                </a:lnTo>
                <a:moveTo>
                  <a:pt x="2836" y="567"/>
                </a:moveTo>
                <a:lnTo>
                  <a:pt x="2998" y="567"/>
                </a:lnTo>
                <a:moveTo>
                  <a:pt x="0" y="648"/>
                </a:moveTo>
                <a:lnTo>
                  <a:pt x="81" y="648"/>
                </a:lnTo>
                <a:moveTo>
                  <a:pt x="163" y="648"/>
                </a:moveTo>
                <a:lnTo>
                  <a:pt x="568" y="648"/>
                </a:lnTo>
                <a:moveTo>
                  <a:pt x="730" y="648"/>
                </a:moveTo>
                <a:lnTo>
                  <a:pt x="973" y="648"/>
                </a:lnTo>
                <a:moveTo>
                  <a:pt x="1054" y="648"/>
                </a:moveTo>
                <a:lnTo>
                  <a:pt x="1135" y="648"/>
                </a:lnTo>
                <a:moveTo>
                  <a:pt x="1216" y="648"/>
                </a:moveTo>
                <a:lnTo>
                  <a:pt x="1378" y="648"/>
                </a:lnTo>
                <a:moveTo>
                  <a:pt x="1459" y="648"/>
                </a:moveTo>
                <a:lnTo>
                  <a:pt x="1540" y="648"/>
                </a:lnTo>
                <a:moveTo>
                  <a:pt x="1621" y="648"/>
                </a:moveTo>
                <a:lnTo>
                  <a:pt x="2107" y="648"/>
                </a:lnTo>
                <a:moveTo>
                  <a:pt x="2512" y="648"/>
                </a:moveTo>
                <a:lnTo>
                  <a:pt x="2593" y="648"/>
                </a:lnTo>
                <a:moveTo>
                  <a:pt x="2755" y="648"/>
                </a:moveTo>
                <a:lnTo>
                  <a:pt x="2917" y="648"/>
                </a:lnTo>
                <a:moveTo>
                  <a:pt x="3079" y="648"/>
                </a:moveTo>
                <a:lnTo>
                  <a:pt x="3484" y="648"/>
                </a:lnTo>
                <a:moveTo>
                  <a:pt x="0" y="729"/>
                </a:moveTo>
                <a:lnTo>
                  <a:pt x="81" y="729"/>
                </a:lnTo>
                <a:moveTo>
                  <a:pt x="244" y="729"/>
                </a:moveTo>
                <a:lnTo>
                  <a:pt x="487" y="729"/>
                </a:lnTo>
                <a:moveTo>
                  <a:pt x="568" y="729"/>
                </a:moveTo>
                <a:lnTo>
                  <a:pt x="730" y="729"/>
                </a:lnTo>
                <a:moveTo>
                  <a:pt x="811" y="729"/>
                </a:moveTo>
                <a:lnTo>
                  <a:pt x="892" y="729"/>
                </a:lnTo>
                <a:moveTo>
                  <a:pt x="973" y="729"/>
                </a:moveTo>
                <a:lnTo>
                  <a:pt x="1216" y="729"/>
                </a:lnTo>
                <a:moveTo>
                  <a:pt x="1297" y="729"/>
                </a:moveTo>
                <a:lnTo>
                  <a:pt x="1702" y="729"/>
                </a:lnTo>
                <a:moveTo>
                  <a:pt x="1945" y="729"/>
                </a:moveTo>
                <a:lnTo>
                  <a:pt x="2107" y="729"/>
                </a:lnTo>
                <a:moveTo>
                  <a:pt x="2269" y="729"/>
                </a:moveTo>
                <a:lnTo>
                  <a:pt x="2593" y="729"/>
                </a:lnTo>
                <a:moveTo>
                  <a:pt x="2917" y="729"/>
                </a:moveTo>
                <a:lnTo>
                  <a:pt x="2998" y="729"/>
                </a:lnTo>
                <a:moveTo>
                  <a:pt x="3241" y="729"/>
                </a:moveTo>
                <a:lnTo>
                  <a:pt x="3403" y="729"/>
                </a:lnTo>
                <a:moveTo>
                  <a:pt x="3484" y="729"/>
                </a:moveTo>
                <a:lnTo>
                  <a:pt x="3646" y="729"/>
                </a:lnTo>
                <a:moveTo>
                  <a:pt x="0" y="810"/>
                </a:moveTo>
                <a:lnTo>
                  <a:pt x="244" y="810"/>
                </a:lnTo>
                <a:moveTo>
                  <a:pt x="325" y="810"/>
                </a:moveTo>
                <a:lnTo>
                  <a:pt x="406" y="810"/>
                </a:lnTo>
                <a:moveTo>
                  <a:pt x="487" y="810"/>
                </a:moveTo>
                <a:lnTo>
                  <a:pt x="568" y="810"/>
                </a:lnTo>
                <a:moveTo>
                  <a:pt x="730" y="810"/>
                </a:moveTo>
                <a:lnTo>
                  <a:pt x="892" y="810"/>
                </a:lnTo>
                <a:moveTo>
                  <a:pt x="1135" y="810"/>
                </a:moveTo>
                <a:lnTo>
                  <a:pt x="1216" y="810"/>
                </a:lnTo>
                <a:moveTo>
                  <a:pt x="1459" y="810"/>
                </a:moveTo>
                <a:lnTo>
                  <a:pt x="1540" y="810"/>
                </a:lnTo>
                <a:moveTo>
                  <a:pt x="1864" y="810"/>
                </a:moveTo>
                <a:lnTo>
                  <a:pt x="1945" y="810"/>
                </a:lnTo>
                <a:moveTo>
                  <a:pt x="2107" y="810"/>
                </a:moveTo>
                <a:lnTo>
                  <a:pt x="2188" y="810"/>
                </a:lnTo>
                <a:moveTo>
                  <a:pt x="2269" y="810"/>
                </a:moveTo>
                <a:lnTo>
                  <a:pt x="2350" y="810"/>
                </a:lnTo>
                <a:moveTo>
                  <a:pt x="2431" y="810"/>
                </a:moveTo>
                <a:lnTo>
                  <a:pt x="3241" y="810"/>
                </a:lnTo>
                <a:moveTo>
                  <a:pt x="3484" y="810"/>
                </a:moveTo>
                <a:lnTo>
                  <a:pt x="3565" y="810"/>
                </a:lnTo>
                <a:moveTo>
                  <a:pt x="0" y="891"/>
                </a:moveTo>
                <a:lnTo>
                  <a:pt x="244" y="891"/>
                </a:lnTo>
                <a:moveTo>
                  <a:pt x="325" y="891"/>
                </a:moveTo>
                <a:lnTo>
                  <a:pt x="487" y="891"/>
                </a:lnTo>
                <a:moveTo>
                  <a:pt x="568" y="891"/>
                </a:moveTo>
                <a:lnTo>
                  <a:pt x="811" y="891"/>
                </a:lnTo>
                <a:moveTo>
                  <a:pt x="1297" y="891"/>
                </a:moveTo>
                <a:lnTo>
                  <a:pt x="1459" y="891"/>
                </a:lnTo>
                <a:moveTo>
                  <a:pt x="1540" y="891"/>
                </a:moveTo>
                <a:lnTo>
                  <a:pt x="1702" y="891"/>
                </a:lnTo>
                <a:moveTo>
                  <a:pt x="2107" y="891"/>
                </a:moveTo>
                <a:lnTo>
                  <a:pt x="2512" y="891"/>
                </a:lnTo>
                <a:moveTo>
                  <a:pt x="2593" y="891"/>
                </a:moveTo>
                <a:lnTo>
                  <a:pt x="2674" y="891"/>
                </a:lnTo>
                <a:moveTo>
                  <a:pt x="2755" y="891"/>
                </a:moveTo>
                <a:lnTo>
                  <a:pt x="2917" y="891"/>
                </a:lnTo>
                <a:moveTo>
                  <a:pt x="3160" y="891"/>
                </a:moveTo>
                <a:lnTo>
                  <a:pt x="3484" y="891"/>
                </a:lnTo>
                <a:moveTo>
                  <a:pt x="406" y="972"/>
                </a:moveTo>
                <a:lnTo>
                  <a:pt x="568" y="972"/>
                </a:lnTo>
                <a:moveTo>
                  <a:pt x="730" y="972"/>
                </a:moveTo>
                <a:lnTo>
                  <a:pt x="811" y="972"/>
                </a:lnTo>
                <a:moveTo>
                  <a:pt x="973" y="972"/>
                </a:moveTo>
                <a:lnTo>
                  <a:pt x="1054" y="972"/>
                </a:lnTo>
                <a:moveTo>
                  <a:pt x="1135" y="972"/>
                </a:moveTo>
                <a:lnTo>
                  <a:pt x="1540" y="972"/>
                </a:lnTo>
                <a:moveTo>
                  <a:pt x="1621" y="972"/>
                </a:moveTo>
                <a:lnTo>
                  <a:pt x="1702" y="972"/>
                </a:lnTo>
                <a:moveTo>
                  <a:pt x="1783" y="972"/>
                </a:moveTo>
                <a:lnTo>
                  <a:pt x="1945" y="972"/>
                </a:lnTo>
                <a:moveTo>
                  <a:pt x="2026" y="972"/>
                </a:moveTo>
                <a:lnTo>
                  <a:pt x="2269" y="972"/>
                </a:lnTo>
                <a:moveTo>
                  <a:pt x="2350" y="972"/>
                </a:moveTo>
                <a:lnTo>
                  <a:pt x="2593" y="972"/>
                </a:lnTo>
                <a:moveTo>
                  <a:pt x="2674" y="972"/>
                </a:moveTo>
                <a:lnTo>
                  <a:pt x="2836" y="972"/>
                </a:lnTo>
                <a:moveTo>
                  <a:pt x="2998" y="972"/>
                </a:moveTo>
                <a:lnTo>
                  <a:pt x="3079" y="972"/>
                </a:lnTo>
                <a:moveTo>
                  <a:pt x="3565" y="972"/>
                </a:moveTo>
                <a:lnTo>
                  <a:pt x="3646" y="972"/>
                </a:lnTo>
                <a:moveTo>
                  <a:pt x="0" y="1053"/>
                </a:moveTo>
                <a:lnTo>
                  <a:pt x="163" y="1053"/>
                </a:lnTo>
                <a:moveTo>
                  <a:pt x="244" y="1053"/>
                </a:moveTo>
                <a:lnTo>
                  <a:pt x="325" y="1053"/>
                </a:lnTo>
                <a:moveTo>
                  <a:pt x="406" y="1053"/>
                </a:moveTo>
                <a:lnTo>
                  <a:pt x="487" y="1053"/>
                </a:lnTo>
                <a:moveTo>
                  <a:pt x="973" y="1053"/>
                </a:moveTo>
                <a:lnTo>
                  <a:pt x="1297" y="1053"/>
                </a:lnTo>
                <a:moveTo>
                  <a:pt x="1540" y="1053"/>
                </a:moveTo>
                <a:lnTo>
                  <a:pt x="1783" y="1053"/>
                </a:lnTo>
                <a:moveTo>
                  <a:pt x="2188" y="1053"/>
                </a:moveTo>
                <a:lnTo>
                  <a:pt x="2269" y="1053"/>
                </a:lnTo>
                <a:moveTo>
                  <a:pt x="2350" y="1053"/>
                </a:moveTo>
                <a:lnTo>
                  <a:pt x="2755" y="1053"/>
                </a:lnTo>
                <a:moveTo>
                  <a:pt x="2836" y="1053"/>
                </a:moveTo>
                <a:lnTo>
                  <a:pt x="3079" y="1053"/>
                </a:lnTo>
                <a:moveTo>
                  <a:pt x="3160" y="1053"/>
                </a:moveTo>
                <a:lnTo>
                  <a:pt x="3241" y="1053"/>
                </a:lnTo>
                <a:moveTo>
                  <a:pt x="3403" y="1053"/>
                </a:moveTo>
                <a:lnTo>
                  <a:pt x="3484" y="1053"/>
                </a:lnTo>
                <a:moveTo>
                  <a:pt x="3565" y="1053"/>
                </a:moveTo>
                <a:lnTo>
                  <a:pt x="3646" y="1053"/>
                </a:lnTo>
                <a:moveTo>
                  <a:pt x="81" y="1134"/>
                </a:moveTo>
                <a:lnTo>
                  <a:pt x="163" y="1134"/>
                </a:lnTo>
                <a:moveTo>
                  <a:pt x="406" y="1134"/>
                </a:moveTo>
                <a:lnTo>
                  <a:pt x="568" y="1134"/>
                </a:lnTo>
                <a:moveTo>
                  <a:pt x="649" y="1134"/>
                </a:moveTo>
                <a:lnTo>
                  <a:pt x="730" y="1134"/>
                </a:lnTo>
                <a:moveTo>
                  <a:pt x="973" y="1134"/>
                </a:moveTo>
                <a:lnTo>
                  <a:pt x="1054" y="1134"/>
                </a:lnTo>
                <a:moveTo>
                  <a:pt x="1621" y="1134"/>
                </a:moveTo>
                <a:lnTo>
                  <a:pt x="1702" y="1134"/>
                </a:lnTo>
                <a:moveTo>
                  <a:pt x="1864" y="1134"/>
                </a:moveTo>
                <a:lnTo>
                  <a:pt x="2188" y="1134"/>
                </a:lnTo>
                <a:moveTo>
                  <a:pt x="2350" y="1134"/>
                </a:moveTo>
                <a:lnTo>
                  <a:pt x="2917" y="1134"/>
                </a:lnTo>
                <a:moveTo>
                  <a:pt x="2998" y="1134"/>
                </a:moveTo>
                <a:lnTo>
                  <a:pt x="3160" y="1134"/>
                </a:lnTo>
                <a:moveTo>
                  <a:pt x="3241" y="1134"/>
                </a:moveTo>
                <a:lnTo>
                  <a:pt x="3322" y="1134"/>
                </a:lnTo>
                <a:moveTo>
                  <a:pt x="3484" y="1134"/>
                </a:moveTo>
                <a:lnTo>
                  <a:pt x="3565" y="1134"/>
                </a:lnTo>
                <a:moveTo>
                  <a:pt x="81" y="1215"/>
                </a:moveTo>
                <a:lnTo>
                  <a:pt x="163" y="1215"/>
                </a:lnTo>
                <a:moveTo>
                  <a:pt x="244" y="1215"/>
                </a:moveTo>
                <a:lnTo>
                  <a:pt x="406" y="1215"/>
                </a:lnTo>
                <a:moveTo>
                  <a:pt x="730" y="1215"/>
                </a:moveTo>
                <a:lnTo>
                  <a:pt x="811" y="1215"/>
                </a:lnTo>
                <a:moveTo>
                  <a:pt x="1378" y="1215"/>
                </a:moveTo>
                <a:lnTo>
                  <a:pt x="1621" y="1215"/>
                </a:lnTo>
                <a:moveTo>
                  <a:pt x="1702" y="1215"/>
                </a:moveTo>
                <a:lnTo>
                  <a:pt x="1783" y="1215"/>
                </a:lnTo>
                <a:moveTo>
                  <a:pt x="1864" y="1215"/>
                </a:moveTo>
                <a:lnTo>
                  <a:pt x="1945" y="1215"/>
                </a:lnTo>
                <a:moveTo>
                  <a:pt x="2026" y="1215"/>
                </a:moveTo>
                <a:lnTo>
                  <a:pt x="2269" y="1215"/>
                </a:lnTo>
                <a:moveTo>
                  <a:pt x="2350" y="1215"/>
                </a:moveTo>
                <a:lnTo>
                  <a:pt x="2431" y="1215"/>
                </a:lnTo>
                <a:moveTo>
                  <a:pt x="2593" y="1215"/>
                </a:moveTo>
                <a:lnTo>
                  <a:pt x="2755" y="1215"/>
                </a:lnTo>
                <a:moveTo>
                  <a:pt x="2836" y="1215"/>
                </a:moveTo>
                <a:lnTo>
                  <a:pt x="2917" y="1215"/>
                </a:lnTo>
                <a:moveTo>
                  <a:pt x="2998" y="1215"/>
                </a:moveTo>
                <a:lnTo>
                  <a:pt x="3322" y="1215"/>
                </a:lnTo>
                <a:moveTo>
                  <a:pt x="3403" y="1215"/>
                </a:moveTo>
                <a:lnTo>
                  <a:pt x="3646" y="1215"/>
                </a:lnTo>
                <a:moveTo>
                  <a:pt x="81" y="1296"/>
                </a:moveTo>
                <a:lnTo>
                  <a:pt x="163" y="1296"/>
                </a:lnTo>
                <a:moveTo>
                  <a:pt x="325" y="1296"/>
                </a:moveTo>
                <a:lnTo>
                  <a:pt x="568" y="1296"/>
                </a:lnTo>
                <a:moveTo>
                  <a:pt x="649" y="1296"/>
                </a:moveTo>
                <a:lnTo>
                  <a:pt x="892" y="1296"/>
                </a:lnTo>
                <a:moveTo>
                  <a:pt x="973" y="1296"/>
                </a:moveTo>
                <a:lnTo>
                  <a:pt x="1135" y="1296"/>
                </a:lnTo>
                <a:moveTo>
                  <a:pt x="1378" y="1296"/>
                </a:moveTo>
                <a:lnTo>
                  <a:pt x="1621" y="1296"/>
                </a:lnTo>
                <a:moveTo>
                  <a:pt x="1945" y="1296"/>
                </a:moveTo>
                <a:lnTo>
                  <a:pt x="2188" y="1296"/>
                </a:lnTo>
                <a:moveTo>
                  <a:pt x="2512" y="1296"/>
                </a:moveTo>
                <a:lnTo>
                  <a:pt x="2593" y="1296"/>
                </a:lnTo>
                <a:moveTo>
                  <a:pt x="2674" y="1296"/>
                </a:moveTo>
                <a:lnTo>
                  <a:pt x="2836" y="1296"/>
                </a:lnTo>
                <a:moveTo>
                  <a:pt x="2998" y="1296"/>
                </a:moveTo>
                <a:lnTo>
                  <a:pt x="3079" y="1296"/>
                </a:lnTo>
                <a:moveTo>
                  <a:pt x="3160" y="1296"/>
                </a:moveTo>
                <a:lnTo>
                  <a:pt x="3241" y="1296"/>
                </a:lnTo>
                <a:moveTo>
                  <a:pt x="3322" y="1296"/>
                </a:moveTo>
                <a:lnTo>
                  <a:pt x="3403" y="1296"/>
                </a:lnTo>
                <a:moveTo>
                  <a:pt x="3484" y="1296"/>
                </a:moveTo>
                <a:lnTo>
                  <a:pt x="3646" y="1296"/>
                </a:lnTo>
                <a:moveTo>
                  <a:pt x="81" y="1377"/>
                </a:moveTo>
                <a:lnTo>
                  <a:pt x="244" y="1377"/>
                </a:lnTo>
                <a:moveTo>
                  <a:pt x="649" y="1377"/>
                </a:moveTo>
                <a:lnTo>
                  <a:pt x="730" y="1377"/>
                </a:lnTo>
                <a:moveTo>
                  <a:pt x="811" y="1377"/>
                </a:moveTo>
                <a:lnTo>
                  <a:pt x="1216" y="1377"/>
                </a:lnTo>
                <a:moveTo>
                  <a:pt x="1378" y="1377"/>
                </a:moveTo>
                <a:lnTo>
                  <a:pt x="1459" y="1377"/>
                </a:lnTo>
                <a:moveTo>
                  <a:pt x="1621" y="1377"/>
                </a:moveTo>
                <a:lnTo>
                  <a:pt x="1702" y="1377"/>
                </a:lnTo>
                <a:moveTo>
                  <a:pt x="1783" y="1377"/>
                </a:moveTo>
                <a:lnTo>
                  <a:pt x="1945" y="1377"/>
                </a:lnTo>
                <a:moveTo>
                  <a:pt x="2026" y="1377"/>
                </a:moveTo>
                <a:lnTo>
                  <a:pt x="2107" y="1377"/>
                </a:lnTo>
                <a:moveTo>
                  <a:pt x="2350" y="1377"/>
                </a:moveTo>
                <a:lnTo>
                  <a:pt x="2593" y="1377"/>
                </a:lnTo>
                <a:moveTo>
                  <a:pt x="2674" y="1377"/>
                </a:moveTo>
                <a:lnTo>
                  <a:pt x="2755" y="1377"/>
                </a:lnTo>
                <a:moveTo>
                  <a:pt x="2836" y="1377"/>
                </a:moveTo>
                <a:lnTo>
                  <a:pt x="2998" y="1377"/>
                </a:lnTo>
                <a:moveTo>
                  <a:pt x="3160" y="1377"/>
                </a:moveTo>
                <a:lnTo>
                  <a:pt x="3646" y="1377"/>
                </a:lnTo>
                <a:moveTo>
                  <a:pt x="0" y="1458"/>
                </a:moveTo>
                <a:lnTo>
                  <a:pt x="81" y="1458"/>
                </a:lnTo>
                <a:moveTo>
                  <a:pt x="325" y="1458"/>
                </a:moveTo>
                <a:lnTo>
                  <a:pt x="568" y="1458"/>
                </a:lnTo>
                <a:moveTo>
                  <a:pt x="730" y="1458"/>
                </a:moveTo>
                <a:lnTo>
                  <a:pt x="892" y="1458"/>
                </a:lnTo>
                <a:moveTo>
                  <a:pt x="1054" y="1458"/>
                </a:moveTo>
                <a:lnTo>
                  <a:pt x="1135" y="1458"/>
                </a:lnTo>
                <a:moveTo>
                  <a:pt x="1378" y="1458"/>
                </a:moveTo>
                <a:lnTo>
                  <a:pt x="1702" y="1458"/>
                </a:lnTo>
                <a:moveTo>
                  <a:pt x="1783" y="1458"/>
                </a:moveTo>
                <a:lnTo>
                  <a:pt x="2188" y="1458"/>
                </a:lnTo>
                <a:moveTo>
                  <a:pt x="2269" y="1458"/>
                </a:moveTo>
                <a:lnTo>
                  <a:pt x="2350" y="1458"/>
                </a:lnTo>
                <a:moveTo>
                  <a:pt x="2512" y="1458"/>
                </a:moveTo>
                <a:lnTo>
                  <a:pt x="2593" y="1458"/>
                </a:lnTo>
                <a:moveTo>
                  <a:pt x="2755" y="1458"/>
                </a:moveTo>
                <a:lnTo>
                  <a:pt x="2917" y="1458"/>
                </a:lnTo>
                <a:moveTo>
                  <a:pt x="2998" y="1458"/>
                </a:moveTo>
                <a:lnTo>
                  <a:pt x="3160" y="1458"/>
                </a:lnTo>
                <a:moveTo>
                  <a:pt x="3403" y="1458"/>
                </a:moveTo>
                <a:lnTo>
                  <a:pt x="3484" y="1458"/>
                </a:lnTo>
                <a:moveTo>
                  <a:pt x="0" y="1539"/>
                </a:moveTo>
                <a:lnTo>
                  <a:pt x="244" y="1539"/>
                </a:lnTo>
                <a:moveTo>
                  <a:pt x="406" y="1539"/>
                </a:moveTo>
                <a:lnTo>
                  <a:pt x="487" y="1539"/>
                </a:lnTo>
                <a:moveTo>
                  <a:pt x="568" y="1539"/>
                </a:moveTo>
                <a:lnTo>
                  <a:pt x="811" y="1539"/>
                </a:lnTo>
                <a:moveTo>
                  <a:pt x="892" y="1539"/>
                </a:moveTo>
                <a:lnTo>
                  <a:pt x="1054" y="1539"/>
                </a:lnTo>
                <a:moveTo>
                  <a:pt x="1216" y="1539"/>
                </a:moveTo>
                <a:lnTo>
                  <a:pt x="1297" y="1539"/>
                </a:lnTo>
                <a:moveTo>
                  <a:pt x="1378" y="1539"/>
                </a:moveTo>
                <a:lnTo>
                  <a:pt x="1621" y="1539"/>
                </a:lnTo>
                <a:moveTo>
                  <a:pt x="1945" y="1539"/>
                </a:moveTo>
                <a:lnTo>
                  <a:pt x="2431" y="1539"/>
                </a:lnTo>
                <a:moveTo>
                  <a:pt x="2512" y="1539"/>
                </a:moveTo>
                <a:lnTo>
                  <a:pt x="2593" y="1539"/>
                </a:lnTo>
                <a:moveTo>
                  <a:pt x="2836" y="1539"/>
                </a:moveTo>
                <a:lnTo>
                  <a:pt x="2917" y="1539"/>
                </a:lnTo>
                <a:moveTo>
                  <a:pt x="2998" y="1539"/>
                </a:moveTo>
                <a:lnTo>
                  <a:pt x="3646" y="1539"/>
                </a:lnTo>
                <a:moveTo>
                  <a:pt x="0" y="1620"/>
                </a:moveTo>
                <a:lnTo>
                  <a:pt x="81" y="1620"/>
                </a:lnTo>
                <a:moveTo>
                  <a:pt x="244" y="1620"/>
                </a:moveTo>
                <a:lnTo>
                  <a:pt x="730" y="1620"/>
                </a:lnTo>
                <a:moveTo>
                  <a:pt x="1054" y="1620"/>
                </a:moveTo>
                <a:lnTo>
                  <a:pt x="1135" y="1620"/>
                </a:lnTo>
                <a:moveTo>
                  <a:pt x="1216" y="1620"/>
                </a:moveTo>
                <a:lnTo>
                  <a:pt x="1297" y="1620"/>
                </a:lnTo>
                <a:moveTo>
                  <a:pt x="1378" y="1620"/>
                </a:moveTo>
                <a:lnTo>
                  <a:pt x="2107" y="1620"/>
                </a:lnTo>
                <a:moveTo>
                  <a:pt x="2350" y="1620"/>
                </a:moveTo>
                <a:lnTo>
                  <a:pt x="2431" y="1620"/>
                </a:lnTo>
                <a:moveTo>
                  <a:pt x="2512" y="1620"/>
                </a:moveTo>
                <a:lnTo>
                  <a:pt x="2593" y="1620"/>
                </a:lnTo>
                <a:moveTo>
                  <a:pt x="2836" y="1620"/>
                </a:moveTo>
                <a:lnTo>
                  <a:pt x="3322" y="1620"/>
                </a:lnTo>
                <a:moveTo>
                  <a:pt x="3484" y="1620"/>
                </a:moveTo>
                <a:lnTo>
                  <a:pt x="3646" y="1620"/>
                </a:lnTo>
                <a:moveTo>
                  <a:pt x="81" y="1701"/>
                </a:moveTo>
                <a:lnTo>
                  <a:pt x="163" y="1701"/>
                </a:lnTo>
                <a:moveTo>
                  <a:pt x="325" y="1701"/>
                </a:moveTo>
                <a:lnTo>
                  <a:pt x="406" y="1701"/>
                </a:lnTo>
                <a:moveTo>
                  <a:pt x="649" y="1701"/>
                </a:moveTo>
                <a:lnTo>
                  <a:pt x="973" y="1701"/>
                </a:lnTo>
                <a:moveTo>
                  <a:pt x="1297" y="1701"/>
                </a:moveTo>
                <a:lnTo>
                  <a:pt x="1459" y="1701"/>
                </a:lnTo>
                <a:moveTo>
                  <a:pt x="1621" y="1701"/>
                </a:moveTo>
                <a:lnTo>
                  <a:pt x="1702" y="1701"/>
                </a:lnTo>
                <a:moveTo>
                  <a:pt x="1945" y="1701"/>
                </a:moveTo>
                <a:lnTo>
                  <a:pt x="2107" y="1701"/>
                </a:lnTo>
                <a:moveTo>
                  <a:pt x="2350" y="1701"/>
                </a:moveTo>
                <a:lnTo>
                  <a:pt x="2593" y="1701"/>
                </a:lnTo>
                <a:moveTo>
                  <a:pt x="2917" y="1701"/>
                </a:moveTo>
                <a:lnTo>
                  <a:pt x="2998" y="1701"/>
                </a:lnTo>
                <a:moveTo>
                  <a:pt x="3241" y="1701"/>
                </a:moveTo>
                <a:lnTo>
                  <a:pt x="3484" y="1701"/>
                </a:lnTo>
                <a:moveTo>
                  <a:pt x="3565" y="1701"/>
                </a:moveTo>
                <a:lnTo>
                  <a:pt x="3646" y="1701"/>
                </a:lnTo>
                <a:moveTo>
                  <a:pt x="163" y="1782"/>
                </a:moveTo>
                <a:lnTo>
                  <a:pt x="406" y="1782"/>
                </a:lnTo>
                <a:moveTo>
                  <a:pt x="487" y="1782"/>
                </a:moveTo>
                <a:lnTo>
                  <a:pt x="568" y="1782"/>
                </a:lnTo>
                <a:moveTo>
                  <a:pt x="649" y="1782"/>
                </a:moveTo>
                <a:lnTo>
                  <a:pt x="892" y="1782"/>
                </a:lnTo>
                <a:moveTo>
                  <a:pt x="1135" y="1782"/>
                </a:moveTo>
                <a:lnTo>
                  <a:pt x="1459" y="1782"/>
                </a:lnTo>
                <a:moveTo>
                  <a:pt x="1540" y="1782"/>
                </a:moveTo>
                <a:lnTo>
                  <a:pt x="1702" y="1782"/>
                </a:lnTo>
                <a:moveTo>
                  <a:pt x="1783" y="1782"/>
                </a:moveTo>
                <a:lnTo>
                  <a:pt x="1864" y="1782"/>
                </a:lnTo>
                <a:moveTo>
                  <a:pt x="1945" y="1782"/>
                </a:moveTo>
                <a:lnTo>
                  <a:pt x="2026" y="1782"/>
                </a:lnTo>
                <a:moveTo>
                  <a:pt x="2107" y="1782"/>
                </a:moveTo>
                <a:lnTo>
                  <a:pt x="2269" y="1782"/>
                </a:lnTo>
                <a:moveTo>
                  <a:pt x="2350" y="1782"/>
                </a:moveTo>
                <a:lnTo>
                  <a:pt x="2431" y="1782"/>
                </a:lnTo>
                <a:moveTo>
                  <a:pt x="2512" y="1782"/>
                </a:moveTo>
                <a:lnTo>
                  <a:pt x="2674" y="1782"/>
                </a:lnTo>
                <a:moveTo>
                  <a:pt x="2836" y="1782"/>
                </a:moveTo>
                <a:lnTo>
                  <a:pt x="2998" y="1782"/>
                </a:lnTo>
                <a:moveTo>
                  <a:pt x="3079" y="1782"/>
                </a:moveTo>
                <a:lnTo>
                  <a:pt x="3160" y="1782"/>
                </a:lnTo>
                <a:moveTo>
                  <a:pt x="3241" y="1782"/>
                </a:moveTo>
                <a:lnTo>
                  <a:pt x="3322" y="1782"/>
                </a:lnTo>
                <a:moveTo>
                  <a:pt x="3403" y="1782"/>
                </a:moveTo>
                <a:lnTo>
                  <a:pt x="3565" y="1782"/>
                </a:lnTo>
                <a:moveTo>
                  <a:pt x="163" y="1863"/>
                </a:moveTo>
                <a:lnTo>
                  <a:pt x="244" y="1863"/>
                </a:lnTo>
                <a:moveTo>
                  <a:pt x="325" y="1863"/>
                </a:moveTo>
                <a:lnTo>
                  <a:pt x="406" y="1863"/>
                </a:lnTo>
                <a:moveTo>
                  <a:pt x="649" y="1863"/>
                </a:moveTo>
                <a:lnTo>
                  <a:pt x="730" y="1863"/>
                </a:lnTo>
                <a:moveTo>
                  <a:pt x="811" y="1863"/>
                </a:moveTo>
                <a:lnTo>
                  <a:pt x="892" y="1863"/>
                </a:lnTo>
                <a:moveTo>
                  <a:pt x="973" y="1863"/>
                </a:moveTo>
                <a:lnTo>
                  <a:pt x="1054" y="1863"/>
                </a:lnTo>
                <a:moveTo>
                  <a:pt x="1135" y="1863"/>
                </a:moveTo>
                <a:lnTo>
                  <a:pt x="1378" y="1863"/>
                </a:lnTo>
                <a:moveTo>
                  <a:pt x="1540" y="1863"/>
                </a:moveTo>
                <a:lnTo>
                  <a:pt x="1702" y="1863"/>
                </a:lnTo>
                <a:moveTo>
                  <a:pt x="1945" y="1863"/>
                </a:moveTo>
                <a:lnTo>
                  <a:pt x="2107" y="1863"/>
                </a:lnTo>
                <a:moveTo>
                  <a:pt x="2188" y="1863"/>
                </a:moveTo>
                <a:lnTo>
                  <a:pt x="2350" y="1863"/>
                </a:lnTo>
                <a:moveTo>
                  <a:pt x="2593" y="1863"/>
                </a:moveTo>
                <a:lnTo>
                  <a:pt x="2836" y="1863"/>
                </a:lnTo>
                <a:moveTo>
                  <a:pt x="2917" y="1863"/>
                </a:moveTo>
                <a:lnTo>
                  <a:pt x="2998" y="1863"/>
                </a:lnTo>
                <a:moveTo>
                  <a:pt x="3241" y="1863"/>
                </a:moveTo>
                <a:lnTo>
                  <a:pt x="3484" y="1863"/>
                </a:lnTo>
                <a:moveTo>
                  <a:pt x="3565" y="1863"/>
                </a:moveTo>
                <a:lnTo>
                  <a:pt x="3646" y="1863"/>
                </a:lnTo>
                <a:moveTo>
                  <a:pt x="244" y="1944"/>
                </a:moveTo>
                <a:lnTo>
                  <a:pt x="730" y="1944"/>
                </a:lnTo>
                <a:moveTo>
                  <a:pt x="811" y="1944"/>
                </a:moveTo>
                <a:lnTo>
                  <a:pt x="1054" y="1944"/>
                </a:lnTo>
                <a:moveTo>
                  <a:pt x="1135" y="1944"/>
                </a:moveTo>
                <a:lnTo>
                  <a:pt x="1216" y="1944"/>
                </a:lnTo>
                <a:moveTo>
                  <a:pt x="1378" y="1944"/>
                </a:moveTo>
                <a:lnTo>
                  <a:pt x="1459" y="1944"/>
                </a:lnTo>
                <a:moveTo>
                  <a:pt x="1621" y="1944"/>
                </a:moveTo>
                <a:lnTo>
                  <a:pt x="2107" y="1944"/>
                </a:lnTo>
                <a:moveTo>
                  <a:pt x="2188" y="1944"/>
                </a:moveTo>
                <a:lnTo>
                  <a:pt x="2269" y="1944"/>
                </a:lnTo>
                <a:moveTo>
                  <a:pt x="2431" y="1944"/>
                </a:moveTo>
                <a:lnTo>
                  <a:pt x="2512" y="1944"/>
                </a:lnTo>
                <a:moveTo>
                  <a:pt x="2836" y="1944"/>
                </a:moveTo>
                <a:lnTo>
                  <a:pt x="3403" y="1944"/>
                </a:lnTo>
                <a:moveTo>
                  <a:pt x="3484" y="1944"/>
                </a:moveTo>
                <a:lnTo>
                  <a:pt x="3646" y="1944"/>
                </a:lnTo>
                <a:moveTo>
                  <a:pt x="81" y="2025"/>
                </a:moveTo>
                <a:lnTo>
                  <a:pt x="163" y="2025"/>
                </a:lnTo>
                <a:moveTo>
                  <a:pt x="244" y="2025"/>
                </a:moveTo>
                <a:lnTo>
                  <a:pt x="325" y="2025"/>
                </a:lnTo>
                <a:moveTo>
                  <a:pt x="568" y="2025"/>
                </a:moveTo>
                <a:lnTo>
                  <a:pt x="649" y="2025"/>
                </a:lnTo>
                <a:moveTo>
                  <a:pt x="730" y="2025"/>
                </a:moveTo>
                <a:lnTo>
                  <a:pt x="973" y="2025"/>
                </a:lnTo>
                <a:moveTo>
                  <a:pt x="1054" y="2025"/>
                </a:moveTo>
                <a:lnTo>
                  <a:pt x="1135" y="2025"/>
                </a:lnTo>
                <a:moveTo>
                  <a:pt x="1297" y="2025"/>
                </a:moveTo>
                <a:lnTo>
                  <a:pt x="1378" y="2025"/>
                </a:lnTo>
                <a:moveTo>
                  <a:pt x="1459" y="2025"/>
                </a:moveTo>
                <a:lnTo>
                  <a:pt x="1621" y="2025"/>
                </a:lnTo>
                <a:moveTo>
                  <a:pt x="1783" y="2025"/>
                </a:moveTo>
                <a:lnTo>
                  <a:pt x="1864" y="2025"/>
                </a:lnTo>
                <a:moveTo>
                  <a:pt x="1945" y="2025"/>
                </a:moveTo>
                <a:lnTo>
                  <a:pt x="2107" y="2025"/>
                </a:lnTo>
                <a:moveTo>
                  <a:pt x="2350" y="2025"/>
                </a:moveTo>
                <a:lnTo>
                  <a:pt x="2512" y="2025"/>
                </a:lnTo>
                <a:moveTo>
                  <a:pt x="2593" y="2025"/>
                </a:moveTo>
                <a:lnTo>
                  <a:pt x="2674" y="2025"/>
                </a:lnTo>
                <a:moveTo>
                  <a:pt x="2836" y="2025"/>
                </a:moveTo>
                <a:lnTo>
                  <a:pt x="2917" y="2025"/>
                </a:lnTo>
                <a:moveTo>
                  <a:pt x="2998" y="2025"/>
                </a:moveTo>
                <a:lnTo>
                  <a:pt x="3160" y="2025"/>
                </a:lnTo>
                <a:moveTo>
                  <a:pt x="3322" y="2025"/>
                </a:moveTo>
                <a:lnTo>
                  <a:pt x="3484" y="2025"/>
                </a:lnTo>
                <a:moveTo>
                  <a:pt x="3565" y="2025"/>
                </a:moveTo>
                <a:lnTo>
                  <a:pt x="3646" y="2025"/>
                </a:lnTo>
                <a:moveTo>
                  <a:pt x="325" y="2106"/>
                </a:moveTo>
                <a:lnTo>
                  <a:pt x="406" y="2106"/>
                </a:lnTo>
                <a:moveTo>
                  <a:pt x="487" y="2106"/>
                </a:moveTo>
                <a:lnTo>
                  <a:pt x="973" y="2106"/>
                </a:lnTo>
                <a:moveTo>
                  <a:pt x="1054" y="2106"/>
                </a:moveTo>
                <a:lnTo>
                  <a:pt x="1216" y="2106"/>
                </a:lnTo>
                <a:moveTo>
                  <a:pt x="1459" y="2106"/>
                </a:moveTo>
                <a:lnTo>
                  <a:pt x="1540" y="2106"/>
                </a:lnTo>
                <a:moveTo>
                  <a:pt x="2107" y="2106"/>
                </a:moveTo>
                <a:lnTo>
                  <a:pt x="2188" y="2106"/>
                </a:lnTo>
                <a:moveTo>
                  <a:pt x="2269" y="2106"/>
                </a:moveTo>
                <a:lnTo>
                  <a:pt x="2350" y="2106"/>
                </a:lnTo>
                <a:moveTo>
                  <a:pt x="2431" y="2106"/>
                </a:moveTo>
                <a:lnTo>
                  <a:pt x="2512" y="2106"/>
                </a:lnTo>
                <a:moveTo>
                  <a:pt x="2755" y="2106"/>
                </a:moveTo>
                <a:lnTo>
                  <a:pt x="3079" y="2106"/>
                </a:lnTo>
                <a:moveTo>
                  <a:pt x="3160" y="2106"/>
                </a:moveTo>
                <a:lnTo>
                  <a:pt x="3241" y="2106"/>
                </a:lnTo>
                <a:moveTo>
                  <a:pt x="3322" y="2106"/>
                </a:moveTo>
                <a:lnTo>
                  <a:pt x="3565" y="2106"/>
                </a:lnTo>
                <a:moveTo>
                  <a:pt x="811" y="2187"/>
                </a:moveTo>
                <a:lnTo>
                  <a:pt x="892" y="2187"/>
                </a:lnTo>
                <a:moveTo>
                  <a:pt x="1297" y="2187"/>
                </a:moveTo>
                <a:lnTo>
                  <a:pt x="1540" y="2187"/>
                </a:lnTo>
                <a:moveTo>
                  <a:pt x="1864" y="2187"/>
                </a:moveTo>
                <a:lnTo>
                  <a:pt x="2026" y="2187"/>
                </a:lnTo>
                <a:moveTo>
                  <a:pt x="2431" y="2187"/>
                </a:moveTo>
                <a:lnTo>
                  <a:pt x="2512" y="2187"/>
                </a:lnTo>
                <a:moveTo>
                  <a:pt x="2593" y="2187"/>
                </a:moveTo>
                <a:lnTo>
                  <a:pt x="2674" y="2187"/>
                </a:lnTo>
                <a:moveTo>
                  <a:pt x="2755" y="2187"/>
                </a:moveTo>
                <a:lnTo>
                  <a:pt x="3160" y="2187"/>
                </a:lnTo>
                <a:moveTo>
                  <a:pt x="3322" y="2187"/>
                </a:moveTo>
                <a:lnTo>
                  <a:pt x="3484" y="2187"/>
                </a:lnTo>
                <a:moveTo>
                  <a:pt x="3565" y="2187"/>
                </a:moveTo>
                <a:lnTo>
                  <a:pt x="3646" y="2187"/>
                </a:lnTo>
                <a:moveTo>
                  <a:pt x="0" y="2268"/>
                </a:moveTo>
                <a:lnTo>
                  <a:pt x="81" y="2268"/>
                </a:lnTo>
                <a:moveTo>
                  <a:pt x="244" y="2268"/>
                </a:moveTo>
                <a:lnTo>
                  <a:pt x="406" y="2268"/>
                </a:lnTo>
                <a:moveTo>
                  <a:pt x="487" y="2268"/>
                </a:moveTo>
                <a:lnTo>
                  <a:pt x="568" y="2268"/>
                </a:lnTo>
                <a:moveTo>
                  <a:pt x="973" y="2268"/>
                </a:moveTo>
                <a:lnTo>
                  <a:pt x="1216" y="2268"/>
                </a:lnTo>
                <a:moveTo>
                  <a:pt x="1459" y="2268"/>
                </a:moveTo>
                <a:lnTo>
                  <a:pt x="1702" y="2268"/>
                </a:lnTo>
                <a:moveTo>
                  <a:pt x="2107" y="2268"/>
                </a:moveTo>
                <a:lnTo>
                  <a:pt x="2188" y="2268"/>
                </a:lnTo>
                <a:moveTo>
                  <a:pt x="2431" y="2268"/>
                </a:moveTo>
                <a:lnTo>
                  <a:pt x="2593" y="2268"/>
                </a:lnTo>
                <a:moveTo>
                  <a:pt x="2755" y="2268"/>
                </a:moveTo>
                <a:lnTo>
                  <a:pt x="2836" y="2268"/>
                </a:lnTo>
                <a:moveTo>
                  <a:pt x="2917" y="2268"/>
                </a:moveTo>
                <a:lnTo>
                  <a:pt x="2998" y="2268"/>
                </a:lnTo>
                <a:moveTo>
                  <a:pt x="3079" y="2268"/>
                </a:moveTo>
                <a:lnTo>
                  <a:pt x="3160" y="2268"/>
                </a:lnTo>
                <a:moveTo>
                  <a:pt x="3241" y="2268"/>
                </a:moveTo>
                <a:lnTo>
                  <a:pt x="3322" y="2268"/>
                </a:lnTo>
                <a:moveTo>
                  <a:pt x="163" y="2349"/>
                </a:moveTo>
                <a:lnTo>
                  <a:pt x="487" y="2349"/>
                </a:lnTo>
                <a:moveTo>
                  <a:pt x="730" y="2349"/>
                </a:moveTo>
                <a:lnTo>
                  <a:pt x="811" y="2349"/>
                </a:lnTo>
                <a:moveTo>
                  <a:pt x="892" y="2349"/>
                </a:moveTo>
                <a:lnTo>
                  <a:pt x="973" y="2349"/>
                </a:lnTo>
                <a:moveTo>
                  <a:pt x="1054" y="2349"/>
                </a:moveTo>
                <a:lnTo>
                  <a:pt x="1135" y="2349"/>
                </a:lnTo>
                <a:moveTo>
                  <a:pt x="1216" y="2349"/>
                </a:moveTo>
                <a:lnTo>
                  <a:pt x="1297" y="2349"/>
                </a:lnTo>
                <a:moveTo>
                  <a:pt x="1378" y="2349"/>
                </a:moveTo>
                <a:lnTo>
                  <a:pt x="1540" y="2349"/>
                </a:lnTo>
                <a:moveTo>
                  <a:pt x="1783" y="2349"/>
                </a:moveTo>
                <a:lnTo>
                  <a:pt x="1864" y="2349"/>
                </a:lnTo>
                <a:moveTo>
                  <a:pt x="1945" y="2349"/>
                </a:moveTo>
                <a:lnTo>
                  <a:pt x="2026" y="2349"/>
                </a:lnTo>
                <a:moveTo>
                  <a:pt x="2188" y="2349"/>
                </a:moveTo>
                <a:lnTo>
                  <a:pt x="2512" y="2349"/>
                </a:lnTo>
                <a:moveTo>
                  <a:pt x="2917" y="2349"/>
                </a:moveTo>
                <a:lnTo>
                  <a:pt x="2998" y="2349"/>
                </a:lnTo>
                <a:moveTo>
                  <a:pt x="3079" y="2349"/>
                </a:moveTo>
                <a:lnTo>
                  <a:pt x="3160" y="2349"/>
                </a:lnTo>
                <a:moveTo>
                  <a:pt x="3403" y="2349"/>
                </a:moveTo>
                <a:lnTo>
                  <a:pt x="3484" y="2349"/>
                </a:lnTo>
                <a:moveTo>
                  <a:pt x="3565" y="2349"/>
                </a:moveTo>
                <a:lnTo>
                  <a:pt x="3646" y="2349"/>
                </a:lnTo>
                <a:moveTo>
                  <a:pt x="163" y="2430"/>
                </a:moveTo>
                <a:lnTo>
                  <a:pt x="568" y="2430"/>
                </a:lnTo>
                <a:moveTo>
                  <a:pt x="649" y="2430"/>
                </a:moveTo>
                <a:lnTo>
                  <a:pt x="730" y="2430"/>
                </a:lnTo>
                <a:moveTo>
                  <a:pt x="973" y="2430"/>
                </a:moveTo>
                <a:lnTo>
                  <a:pt x="1135" y="2430"/>
                </a:lnTo>
                <a:moveTo>
                  <a:pt x="1459" y="2430"/>
                </a:moveTo>
                <a:lnTo>
                  <a:pt x="1540" y="2430"/>
                </a:lnTo>
                <a:moveTo>
                  <a:pt x="1621" y="2430"/>
                </a:moveTo>
                <a:lnTo>
                  <a:pt x="1783" y="2430"/>
                </a:lnTo>
                <a:moveTo>
                  <a:pt x="1945" y="2430"/>
                </a:moveTo>
                <a:lnTo>
                  <a:pt x="2026" y="2430"/>
                </a:lnTo>
                <a:moveTo>
                  <a:pt x="2107" y="2430"/>
                </a:moveTo>
                <a:lnTo>
                  <a:pt x="2269" y="2430"/>
                </a:lnTo>
                <a:moveTo>
                  <a:pt x="2431" y="2430"/>
                </a:moveTo>
                <a:lnTo>
                  <a:pt x="2836" y="2430"/>
                </a:lnTo>
                <a:moveTo>
                  <a:pt x="2917" y="2430"/>
                </a:moveTo>
                <a:lnTo>
                  <a:pt x="2998" y="2430"/>
                </a:lnTo>
                <a:moveTo>
                  <a:pt x="3160" y="2430"/>
                </a:moveTo>
                <a:lnTo>
                  <a:pt x="3241" y="2430"/>
                </a:lnTo>
                <a:moveTo>
                  <a:pt x="3403" y="2430"/>
                </a:moveTo>
                <a:lnTo>
                  <a:pt x="3484" y="2430"/>
                </a:lnTo>
                <a:moveTo>
                  <a:pt x="0" y="2511"/>
                </a:moveTo>
                <a:lnTo>
                  <a:pt x="163" y="2511"/>
                </a:lnTo>
                <a:moveTo>
                  <a:pt x="325" y="2511"/>
                </a:moveTo>
                <a:lnTo>
                  <a:pt x="406" y="2511"/>
                </a:lnTo>
                <a:moveTo>
                  <a:pt x="649" y="2511"/>
                </a:moveTo>
                <a:lnTo>
                  <a:pt x="973" y="2511"/>
                </a:lnTo>
                <a:moveTo>
                  <a:pt x="1054" y="2511"/>
                </a:moveTo>
                <a:lnTo>
                  <a:pt x="1297" y="2511"/>
                </a:lnTo>
                <a:moveTo>
                  <a:pt x="1459" y="2511"/>
                </a:moveTo>
                <a:lnTo>
                  <a:pt x="1540" y="2511"/>
                </a:lnTo>
                <a:moveTo>
                  <a:pt x="1702" y="2511"/>
                </a:moveTo>
                <a:lnTo>
                  <a:pt x="1864" y="2511"/>
                </a:lnTo>
                <a:moveTo>
                  <a:pt x="1945" y="2511"/>
                </a:moveTo>
                <a:lnTo>
                  <a:pt x="2026" y="2511"/>
                </a:lnTo>
                <a:moveTo>
                  <a:pt x="2188" y="2511"/>
                </a:moveTo>
                <a:lnTo>
                  <a:pt x="2350" y="2511"/>
                </a:lnTo>
                <a:moveTo>
                  <a:pt x="2431" y="2511"/>
                </a:moveTo>
                <a:lnTo>
                  <a:pt x="2917" y="2511"/>
                </a:lnTo>
                <a:moveTo>
                  <a:pt x="3079" y="2511"/>
                </a:moveTo>
                <a:lnTo>
                  <a:pt x="3241" y="2511"/>
                </a:lnTo>
                <a:moveTo>
                  <a:pt x="3403" y="2511"/>
                </a:moveTo>
                <a:lnTo>
                  <a:pt x="3646" y="2511"/>
                </a:lnTo>
                <a:moveTo>
                  <a:pt x="163" y="2592"/>
                </a:moveTo>
                <a:lnTo>
                  <a:pt x="406" y="2592"/>
                </a:lnTo>
                <a:moveTo>
                  <a:pt x="487" y="2592"/>
                </a:moveTo>
                <a:lnTo>
                  <a:pt x="730" y="2592"/>
                </a:lnTo>
                <a:moveTo>
                  <a:pt x="811" y="2592"/>
                </a:moveTo>
                <a:lnTo>
                  <a:pt x="1054" y="2592"/>
                </a:lnTo>
                <a:moveTo>
                  <a:pt x="1459" y="2592"/>
                </a:moveTo>
                <a:lnTo>
                  <a:pt x="1540" y="2592"/>
                </a:lnTo>
                <a:moveTo>
                  <a:pt x="1945" y="2592"/>
                </a:moveTo>
                <a:lnTo>
                  <a:pt x="2026" y="2592"/>
                </a:lnTo>
                <a:moveTo>
                  <a:pt x="2107" y="2592"/>
                </a:moveTo>
                <a:lnTo>
                  <a:pt x="2269" y="2592"/>
                </a:lnTo>
                <a:moveTo>
                  <a:pt x="2350" y="2592"/>
                </a:moveTo>
                <a:lnTo>
                  <a:pt x="2431" y="2592"/>
                </a:lnTo>
                <a:moveTo>
                  <a:pt x="2512" y="2592"/>
                </a:moveTo>
                <a:lnTo>
                  <a:pt x="2593" y="2592"/>
                </a:lnTo>
                <a:moveTo>
                  <a:pt x="2917" y="2592"/>
                </a:moveTo>
                <a:lnTo>
                  <a:pt x="3079" y="2592"/>
                </a:lnTo>
                <a:moveTo>
                  <a:pt x="3160" y="2592"/>
                </a:moveTo>
                <a:lnTo>
                  <a:pt x="3403" y="2592"/>
                </a:lnTo>
                <a:moveTo>
                  <a:pt x="0" y="2673"/>
                </a:moveTo>
                <a:lnTo>
                  <a:pt x="163" y="2673"/>
                </a:lnTo>
                <a:moveTo>
                  <a:pt x="244" y="2673"/>
                </a:moveTo>
                <a:lnTo>
                  <a:pt x="406" y="2673"/>
                </a:lnTo>
                <a:moveTo>
                  <a:pt x="568" y="2673"/>
                </a:moveTo>
                <a:lnTo>
                  <a:pt x="892" y="2673"/>
                </a:lnTo>
                <a:moveTo>
                  <a:pt x="973" y="2673"/>
                </a:moveTo>
                <a:lnTo>
                  <a:pt x="1054" y="2673"/>
                </a:lnTo>
                <a:moveTo>
                  <a:pt x="1459" y="2673"/>
                </a:moveTo>
                <a:lnTo>
                  <a:pt x="1702" y="2673"/>
                </a:lnTo>
                <a:moveTo>
                  <a:pt x="1783" y="2673"/>
                </a:moveTo>
                <a:lnTo>
                  <a:pt x="1864" y="2673"/>
                </a:lnTo>
                <a:moveTo>
                  <a:pt x="1945" y="2673"/>
                </a:moveTo>
                <a:lnTo>
                  <a:pt x="2026" y="2673"/>
                </a:lnTo>
                <a:moveTo>
                  <a:pt x="2188" y="2673"/>
                </a:moveTo>
                <a:lnTo>
                  <a:pt x="2512" y="2673"/>
                </a:lnTo>
                <a:moveTo>
                  <a:pt x="2674" y="2673"/>
                </a:moveTo>
                <a:lnTo>
                  <a:pt x="2755" y="2673"/>
                </a:lnTo>
                <a:moveTo>
                  <a:pt x="2917" y="2673"/>
                </a:moveTo>
                <a:lnTo>
                  <a:pt x="2998" y="2673"/>
                </a:lnTo>
                <a:moveTo>
                  <a:pt x="3322" y="2673"/>
                </a:moveTo>
                <a:lnTo>
                  <a:pt x="3484" y="2673"/>
                </a:lnTo>
                <a:moveTo>
                  <a:pt x="3565" y="2673"/>
                </a:moveTo>
                <a:lnTo>
                  <a:pt x="3646" y="2673"/>
                </a:lnTo>
                <a:moveTo>
                  <a:pt x="325" y="2754"/>
                </a:moveTo>
                <a:lnTo>
                  <a:pt x="406" y="2754"/>
                </a:lnTo>
                <a:moveTo>
                  <a:pt x="487" y="2754"/>
                </a:moveTo>
                <a:lnTo>
                  <a:pt x="568" y="2754"/>
                </a:lnTo>
                <a:moveTo>
                  <a:pt x="649" y="2754"/>
                </a:moveTo>
                <a:lnTo>
                  <a:pt x="730" y="2754"/>
                </a:lnTo>
                <a:moveTo>
                  <a:pt x="1135" y="2754"/>
                </a:moveTo>
                <a:lnTo>
                  <a:pt x="1297" y="2754"/>
                </a:lnTo>
                <a:moveTo>
                  <a:pt x="1378" y="2754"/>
                </a:moveTo>
                <a:lnTo>
                  <a:pt x="1540" y="2754"/>
                </a:lnTo>
                <a:moveTo>
                  <a:pt x="1783" y="2754"/>
                </a:moveTo>
                <a:lnTo>
                  <a:pt x="2026" y="2754"/>
                </a:lnTo>
                <a:moveTo>
                  <a:pt x="2107" y="2754"/>
                </a:moveTo>
                <a:lnTo>
                  <a:pt x="2269" y="2754"/>
                </a:lnTo>
                <a:moveTo>
                  <a:pt x="2593" y="2754"/>
                </a:moveTo>
                <a:lnTo>
                  <a:pt x="3079" y="2754"/>
                </a:lnTo>
                <a:moveTo>
                  <a:pt x="3160" y="2754"/>
                </a:moveTo>
                <a:lnTo>
                  <a:pt x="3241" y="2754"/>
                </a:lnTo>
                <a:moveTo>
                  <a:pt x="3322" y="2754"/>
                </a:moveTo>
                <a:lnTo>
                  <a:pt x="3484" y="2754"/>
                </a:lnTo>
                <a:moveTo>
                  <a:pt x="81" y="2835"/>
                </a:moveTo>
                <a:lnTo>
                  <a:pt x="406" y="2835"/>
                </a:lnTo>
                <a:moveTo>
                  <a:pt x="649" y="2835"/>
                </a:moveTo>
                <a:lnTo>
                  <a:pt x="730" y="2835"/>
                </a:lnTo>
                <a:moveTo>
                  <a:pt x="1297" y="2835"/>
                </a:moveTo>
                <a:lnTo>
                  <a:pt x="1459" y="2835"/>
                </a:lnTo>
                <a:moveTo>
                  <a:pt x="1540" y="2835"/>
                </a:moveTo>
                <a:lnTo>
                  <a:pt x="2107" y="2835"/>
                </a:lnTo>
                <a:moveTo>
                  <a:pt x="2188" y="2835"/>
                </a:moveTo>
                <a:lnTo>
                  <a:pt x="2512" y="2835"/>
                </a:lnTo>
                <a:moveTo>
                  <a:pt x="2593" y="2835"/>
                </a:moveTo>
                <a:lnTo>
                  <a:pt x="2755" y="2835"/>
                </a:lnTo>
                <a:moveTo>
                  <a:pt x="2836" y="2835"/>
                </a:moveTo>
                <a:lnTo>
                  <a:pt x="2998" y="2835"/>
                </a:lnTo>
                <a:moveTo>
                  <a:pt x="3079" y="2835"/>
                </a:moveTo>
                <a:lnTo>
                  <a:pt x="3241" y="2835"/>
                </a:lnTo>
                <a:moveTo>
                  <a:pt x="3322" y="2835"/>
                </a:moveTo>
                <a:lnTo>
                  <a:pt x="3484" y="2835"/>
                </a:lnTo>
                <a:moveTo>
                  <a:pt x="0" y="2916"/>
                </a:moveTo>
                <a:lnTo>
                  <a:pt x="81" y="2916"/>
                </a:lnTo>
                <a:moveTo>
                  <a:pt x="244" y="2916"/>
                </a:moveTo>
                <a:lnTo>
                  <a:pt x="406" y="2916"/>
                </a:lnTo>
                <a:moveTo>
                  <a:pt x="487" y="2916"/>
                </a:moveTo>
                <a:lnTo>
                  <a:pt x="649" y="2916"/>
                </a:lnTo>
                <a:moveTo>
                  <a:pt x="730" y="2916"/>
                </a:moveTo>
                <a:lnTo>
                  <a:pt x="1054" y="2916"/>
                </a:lnTo>
                <a:moveTo>
                  <a:pt x="1135" y="2916"/>
                </a:moveTo>
                <a:lnTo>
                  <a:pt x="1216" y="2916"/>
                </a:lnTo>
                <a:moveTo>
                  <a:pt x="1378" y="2916"/>
                </a:moveTo>
                <a:lnTo>
                  <a:pt x="1540" y="2916"/>
                </a:lnTo>
                <a:moveTo>
                  <a:pt x="1621" y="2916"/>
                </a:moveTo>
                <a:lnTo>
                  <a:pt x="2026" y="2916"/>
                </a:lnTo>
                <a:moveTo>
                  <a:pt x="2431" y="2916"/>
                </a:moveTo>
                <a:lnTo>
                  <a:pt x="2512" y="2916"/>
                </a:lnTo>
                <a:moveTo>
                  <a:pt x="2755" y="2916"/>
                </a:moveTo>
                <a:lnTo>
                  <a:pt x="2836" y="2916"/>
                </a:lnTo>
                <a:moveTo>
                  <a:pt x="2917" y="2916"/>
                </a:moveTo>
                <a:lnTo>
                  <a:pt x="3403" y="2916"/>
                </a:lnTo>
                <a:moveTo>
                  <a:pt x="649" y="2997"/>
                </a:moveTo>
                <a:lnTo>
                  <a:pt x="811" y="2997"/>
                </a:lnTo>
                <a:moveTo>
                  <a:pt x="1054" y="2997"/>
                </a:moveTo>
                <a:lnTo>
                  <a:pt x="1459" y="2997"/>
                </a:lnTo>
                <a:moveTo>
                  <a:pt x="1621" y="2997"/>
                </a:moveTo>
                <a:lnTo>
                  <a:pt x="1702" y="2997"/>
                </a:lnTo>
                <a:moveTo>
                  <a:pt x="1945" y="2997"/>
                </a:moveTo>
                <a:lnTo>
                  <a:pt x="2026" y="2997"/>
                </a:lnTo>
                <a:moveTo>
                  <a:pt x="2188" y="2997"/>
                </a:moveTo>
                <a:lnTo>
                  <a:pt x="2512" y="2997"/>
                </a:lnTo>
                <a:moveTo>
                  <a:pt x="2836" y="2997"/>
                </a:moveTo>
                <a:lnTo>
                  <a:pt x="2998" y="2997"/>
                </a:lnTo>
                <a:moveTo>
                  <a:pt x="3241" y="2997"/>
                </a:moveTo>
                <a:lnTo>
                  <a:pt x="3484" y="2997"/>
                </a:lnTo>
                <a:moveTo>
                  <a:pt x="3565" y="2997"/>
                </a:moveTo>
                <a:lnTo>
                  <a:pt x="3646" y="2997"/>
                </a:lnTo>
                <a:moveTo>
                  <a:pt x="0" y="3078"/>
                </a:moveTo>
                <a:lnTo>
                  <a:pt x="568" y="3078"/>
                </a:lnTo>
                <a:moveTo>
                  <a:pt x="892" y="3078"/>
                </a:moveTo>
                <a:lnTo>
                  <a:pt x="973" y="3078"/>
                </a:lnTo>
                <a:moveTo>
                  <a:pt x="1054" y="3078"/>
                </a:moveTo>
                <a:lnTo>
                  <a:pt x="1135" y="3078"/>
                </a:lnTo>
                <a:moveTo>
                  <a:pt x="1216" y="3078"/>
                </a:moveTo>
                <a:lnTo>
                  <a:pt x="1378" y="3078"/>
                </a:lnTo>
                <a:moveTo>
                  <a:pt x="1540" y="3078"/>
                </a:moveTo>
                <a:lnTo>
                  <a:pt x="1702" y="3078"/>
                </a:lnTo>
                <a:moveTo>
                  <a:pt x="1783" y="3078"/>
                </a:moveTo>
                <a:lnTo>
                  <a:pt x="1864" y="3078"/>
                </a:lnTo>
                <a:moveTo>
                  <a:pt x="1945" y="3078"/>
                </a:moveTo>
                <a:lnTo>
                  <a:pt x="2026" y="3078"/>
                </a:lnTo>
                <a:moveTo>
                  <a:pt x="2188" y="3078"/>
                </a:moveTo>
                <a:lnTo>
                  <a:pt x="2269" y="3078"/>
                </a:lnTo>
                <a:moveTo>
                  <a:pt x="2350" y="3078"/>
                </a:moveTo>
                <a:lnTo>
                  <a:pt x="2431" y="3078"/>
                </a:lnTo>
                <a:moveTo>
                  <a:pt x="2512" y="3078"/>
                </a:moveTo>
                <a:lnTo>
                  <a:pt x="2593" y="3078"/>
                </a:lnTo>
                <a:moveTo>
                  <a:pt x="2836" y="3078"/>
                </a:moveTo>
                <a:lnTo>
                  <a:pt x="2998" y="3078"/>
                </a:lnTo>
                <a:moveTo>
                  <a:pt x="3079" y="3078"/>
                </a:moveTo>
                <a:lnTo>
                  <a:pt x="3160" y="3078"/>
                </a:lnTo>
                <a:moveTo>
                  <a:pt x="3241" y="3078"/>
                </a:moveTo>
                <a:lnTo>
                  <a:pt x="3322" y="3078"/>
                </a:lnTo>
                <a:moveTo>
                  <a:pt x="3403" y="3078"/>
                </a:moveTo>
                <a:lnTo>
                  <a:pt x="3565" y="3078"/>
                </a:lnTo>
                <a:moveTo>
                  <a:pt x="0" y="3159"/>
                </a:moveTo>
                <a:lnTo>
                  <a:pt x="81" y="3159"/>
                </a:lnTo>
                <a:moveTo>
                  <a:pt x="487" y="3159"/>
                </a:moveTo>
                <a:lnTo>
                  <a:pt x="568" y="3159"/>
                </a:lnTo>
                <a:moveTo>
                  <a:pt x="649" y="3159"/>
                </a:moveTo>
                <a:lnTo>
                  <a:pt x="730" y="3159"/>
                </a:lnTo>
                <a:moveTo>
                  <a:pt x="892" y="3159"/>
                </a:moveTo>
                <a:lnTo>
                  <a:pt x="973" y="3159"/>
                </a:lnTo>
                <a:moveTo>
                  <a:pt x="1135" y="3159"/>
                </a:moveTo>
                <a:lnTo>
                  <a:pt x="1540" y="3159"/>
                </a:lnTo>
                <a:moveTo>
                  <a:pt x="1621" y="3159"/>
                </a:moveTo>
                <a:lnTo>
                  <a:pt x="1702" y="3159"/>
                </a:lnTo>
                <a:moveTo>
                  <a:pt x="1945" y="3159"/>
                </a:moveTo>
                <a:lnTo>
                  <a:pt x="2026" y="3159"/>
                </a:lnTo>
                <a:moveTo>
                  <a:pt x="2107" y="3159"/>
                </a:moveTo>
                <a:lnTo>
                  <a:pt x="2350" y="3159"/>
                </a:lnTo>
                <a:moveTo>
                  <a:pt x="2512" y="3159"/>
                </a:moveTo>
                <a:lnTo>
                  <a:pt x="2674" y="3159"/>
                </a:lnTo>
                <a:moveTo>
                  <a:pt x="2836" y="3159"/>
                </a:moveTo>
                <a:lnTo>
                  <a:pt x="2998" y="3159"/>
                </a:lnTo>
                <a:moveTo>
                  <a:pt x="3241" y="3159"/>
                </a:moveTo>
                <a:lnTo>
                  <a:pt x="3646" y="3159"/>
                </a:lnTo>
                <a:moveTo>
                  <a:pt x="0" y="3241"/>
                </a:moveTo>
                <a:lnTo>
                  <a:pt x="81" y="3241"/>
                </a:lnTo>
                <a:moveTo>
                  <a:pt x="163" y="3241"/>
                </a:moveTo>
                <a:lnTo>
                  <a:pt x="406" y="3241"/>
                </a:lnTo>
                <a:moveTo>
                  <a:pt x="487" y="3241"/>
                </a:moveTo>
                <a:lnTo>
                  <a:pt x="568" y="3241"/>
                </a:lnTo>
                <a:moveTo>
                  <a:pt x="649" y="3241"/>
                </a:moveTo>
                <a:lnTo>
                  <a:pt x="973" y="3241"/>
                </a:lnTo>
                <a:moveTo>
                  <a:pt x="1054" y="3241"/>
                </a:moveTo>
                <a:lnTo>
                  <a:pt x="1135" y="3241"/>
                </a:lnTo>
                <a:moveTo>
                  <a:pt x="1216" y="3241"/>
                </a:moveTo>
                <a:lnTo>
                  <a:pt x="1297" y="3241"/>
                </a:lnTo>
                <a:moveTo>
                  <a:pt x="1459" y="3241"/>
                </a:moveTo>
                <a:lnTo>
                  <a:pt x="1540" y="3241"/>
                </a:lnTo>
                <a:moveTo>
                  <a:pt x="1621" y="3241"/>
                </a:moveTo>
                <a:lnTo>
                  <a:pt x="2026" y="3241"/>
                </a:lnTo>
                <a:moveTo>
                  <a:pt x="2350" y="3241"/>
                </a:moveTo>
                <a:lnTo>
                  <a:pt x="2512" y="3241"/>
                </a:lnTo>
                <a:moveTo>
                  <a:pt x="2674" y="3241"/>
                </a:moveTo>
                <a:lnTo>
                  <a:pt x="2755" y="3241"/>
                </a:lnTo>
                <a:moveTo>
                  <a:pt x="2836" y="3241"/>
                </a:moveTo>
                <a:lnTo>
                  <a:pt x="3403" y="3241"/>
                </a:lnTo>
                <a:moveTo>
                  <a:pt x="3484" y="3241"/>
                </a:moveTo>
                <a:lnTo>
                  <a:pt x="3646" y="3241"/>
                </a:lnTo>
                <a:moveTo>
                  <a:pt x="0" y="3322"/>
                </a:moveTo>
                <a:lnTo>
                  <a:pt x="81" y="3322"/>
                </a:lnTo>
                <a:moveTo>
                  <a:pt x="163" y="3322"/>
                </a:moveTo>
                <a:lnTo>
                  <a:pt x="406" y="3322"/>
                </a:lnTo>
                <a:moveTo>
                  <a:pt x="487" y="3322"/>
                </a:moveTo>
                <a:lnTo>
                  <a:pt x="568" y="3322"/>
                </a:lnTo>
                <a:moveTo>
                  <a:pt x="649" y="3322"/>
                </a:moveTo>
                <a:lnTo>
                  <a:pt x="730" y="3322"/>
                </a:lnTo>
                <a:moveTo>
                  <a:pt x="811" y="3322"/>
                </a:moveTo>
                <a:lnTo>
                  <a:pt x="973" y="3322"/>
                </a:lnTo>
                <a:moveTo>
                  <a:pt x="1216" y="3322"/>
                </a:moveTo>
                <a:lnTo>
                  <a:pt x="1297" y="3322"/>
                </a:lnTo>
                <a:moveTo>
                  <a:pt x="1459" y="3322"/>
                </a:moveTo>
                <a:lnTo>
                  <a:pt x="1540" y="3322"/>
                </a:lnTo>
                <a:moveTo>
                  <a:pt x="1783" y="3322"/>
                </a:moveTo>
                <a:lnTo>
                  <a:pt x="2107" y="3322"/>
                </a:lnTo>
                <a:moveTo>
                  <a:pt x="2269" y="3322"/>
                </a:moveTo>
                <a:lnTo>
                  <a:pt x="2674" y="3322"/>
                </a:lnTo>
                <a:moveTo>
                  <a:pt x="3241" y="3322"/>
                </a:moveTo>
                <a:lnTo>
                  <a:pt x="3322" y="3322"/>
                </a:lnTo>
                <a:moveTo>
                  <a:pt x="3403" y="3322"/>
                </a:moveTo>
                <a:lnTo>
                  <a:pt x="3646" y="3322"/>
                </a:lnTo>
                <a:moveTo>
                  <a:pt x="0" y="3403"/>
                </a:moveTo>
                <a:lnTo>
                  <a:pt x="81" y="3403"/>
                </a:lnTo>
                <a:moveTo>
                  <a:pt x="163" y="3403"/>
                </a:moveTo>
                <a:lnTo>
                  <a:pt x="406" y="3403"/>
                </a:lnTo>
                <a:moveTo>
                  <a:pt x="487" y="3403"/>
                </a:moveTo>
                <a:lnTo>
                  <a:pt x="568" y="3403"/>
                </a:lnTo>
                <a:moveTo>
                  <a:pt x="649" y="3403"/>
                </a:moveTo>
                <a:lnTo>
                  <a:pt x="730" y="3403"/>
                </a:lnTo>
                <a:moveTo>
                  <a:pt x="811" y="3403"/>
                </a:moveTo>
                <a:lnTo>
                  <a:pt x="973" y="3403"/>
                </a:lnTo>
                <a:moveTo>
                  <a:pt x="1054" y="3403"/>
                </a:moveTo>
                <a:lnTo>
                  <a:pt x="1216" y="3403"/>
                </a:lnTo>
                <a:moveTo>
                  <a:pt x="1297" y="3403"/>
                </a:moveTo>
                <a:lnTo>
                  <a:pt x="1378" y="3403"/>
                </a:lnTo>
                <a:moveTo>
                  <a:pt x="1702" y="3403"/>
                </a:moveTo>
                <a:lnTo>
                  <a:pt x="1783" y="3403"/>
                </a:lnTo>
                <a:moveTo>
                  <a:pt x="1864" y="3403"/>
                </a:moveTo>
                <a:lnTo>
                  <a:pt x="1945" y="3403"/>
                </a:lnTo>
                <a:moveTo>
                  <a:pt x="2026" y="3403"/>
                </a:moveTo>
                <a:lnTo>
                  <a:pt x="2188" y="3403"/>
                </a:lnTo>
                <a:moveTo>
                  <a:pt x="2269" y="3403"/>
                </a:moveTo>
                <a:lnTo>
                  <a:pt x="2836" y="3403"/>
                </a:lnTo>
                <a:moveTo>
                  <a:pt x="2917" y="3403"/>
                </a:moveTo>
                <a:lnTo>
                  <a:pt x="3079" y="3403"/>
                </a:lnTo>
                <a:moveTo>
                  <a:pt x="3160" y="3403"/>
                </a:moveTo>
                <a:lnTo>
                  <a:pt x="3241" y="3403"/>
                </a:lnTo>
                <a:moveTo>
                  <a:pt x="3322" y="3403"/>
                </a:moveTo>
                <a:lnTo>
                  <a:pt x="3403" y="3403"/>
                </a:lnTo>
                <a:moveTo>
                  <a:pt x="3484" y="3403"/>
                </a:moveTo>
                <a:lnTo>
                  <a:pt x="3565" y="3403"/>
                </a:lnTo>
                <a:moveTo>
                  <a:pt x="0" y="3484"/>
                </a:moveTo>
                <a:lnTo>
                  <a:pt x="81" y="3484"/>
                </a:lnTo>
                <a:moveTo>
                  <a:pt x="487" y="3484"/>
                </a:moveTo>
                <a:lnTo>
                  <a:pt x="568" y="3484"/>
                </a:lnTo>
                <a:moveTo>
                  <a:pt x="730" y="3484"/>
                </a:moveTo>
                <a:lnTo>
                  <a:pt x="811" y="3484"/>
                </a:lnTo>
                <a:moveTo>
                  <a:pt x="892" y="3484"/>
                </a:moveTo>
                <a:lnTo>
                  <a:pt x="1378" y="3484"/>
                </a:lnTo>
                <a:moveTo>
                  <a:pt x="1459" y="3484"/>
                </a:moveTo>
                <a:lnTo>
                  <a:pt x="1540" y="3484"/>
                </a:lnTo>
                <a:moveTo>
                  <a:pt x="1621" y="3484"/>
                </a:moveTo>
                <a:lnTo>
                  <a:pt x="1783" y="3484"/>
                </a:lnTo>
                <a:moveTo>
                  <a:pt x="1864" y="3484"/>
                </a:moveTo>
                <a:lnTo>
                  <a:pt x="1945" y="3484"/>
                </a:lnTo>
                <a:moveTo>
                  <a:pt x="2026" y="3484"/>
                </a:moveTo>
                <a:lnTo>
                  <a:pt x="2188" y="3484"/>
                </a:lnTo>
                <a:moveTo>
                  <a:pt x="2350" y="3484"/>
                </a:moveTo>
                <a:lnTo>
                  <a:pt x="2431" y="3484"/>
                </a:lnTo>
                <a:moveTo>
                  <a:pt x="2593" y="3484"/>
                </a:moveTo>
                <a:lnTo>
                  <a:pt x="2755" y="3484"/>
                </a:lnTo>
                <a:moveTo>
                  <a:pt x="2836" y="3484"/>
                </a:moveTo>
                <a:lnTo>
                  <a:pt x="2998" y="3484"/>
                </a:lnTo>
                <a:moveTo>
                  <a:pt x="3160" y="3484"/>
                </a:moveTo>
                <a:lnTo>
                  <a:pt x="3484" y="3484"/>
                </a:lnTo>
                <a:moveTo>
                  <a:pt x="0" y="3565"/>
                </a:moveTo>
                <a:lnTo>
                  <a:pt x="568" y="3565"/>
                </a:lnTo>
                <a:moveTo>
                  <a:pt x="649" y="3565"/>
                </a:moveTo>
                <a:lnTo>
                  <a:pt x="730" y="3565"/>
                </a:lnTo>
                <a:moveTo>
                  <a:pt x="973" y="3565"/>
                </a:moveTo>
                <a:lnTo>
                  <a:pt x="1054" y="3565"/>
                </a:lnTo>
                <a:moveTo>
                  <a:pt x="1216" y="3565"/>
                </a:moveTo>
                <a:lnTo>
                  <a:pt x="1297" y="3565"/>
                </a:lnTo>
                <a:moveTo>
                  <a:pt x="1378" y="3565"/>
                </a:moveTo>
                <a:lnTo>
                  <a:pt x="1621" y="3565"/>
                </a:lnTo>
                <a:moveTo>
                  <a:pt x="1864" y="3565"/>
                </a:moveTo>
                <a:lnTo>
                  <a:pt x="2107" y="3565"/>
                </a:lnTo>
                <a:moveTo>
                  <a:pt x="2350" y="3565"/>
                </a:moveTo>
                <a:lnTo>
                  <a:pt x="2431" y="3565"/>
                </a:lnTo>
                <a:moveTo>
                  <a:pt x="2512" y="3565"/>
                </a:moveTo>
                <a:lnTo>
                  <a:pt x="2593" y="3565"/>
                </a:lnTo>
                <a:moveTo>
                  <a:pt x="2674" y="3565"/>
                </a:moveTo>
                <a:lnTo>
                  <a:pt x="2836" y="3565"/>
                </a:lnTo>
                <a:moveTo>
                  <a:pt x="2998" y="3565"/>
                </a:moveTo>
                <a:lnTo>
                  <a:pt x="3241" y="3565"/>
                </a:lnTo>
                <a:moveTo>
                  <a:pt x="3322" y="3565"/>
                </a:moveTo>
                <a:lnTo>
                  <a:pt x="3403" y="3565"/>
                </a:lnTo>
                <a:moveTo>
                  <a:pt x="3484" y="3565"/>
                </a:moveTo>
                <a:lnTo>
                  <a:pt x="3565" y="3565"/>
                </a:lnTo>
              </a:path>
            </a:pathLst>
          </a:custGeom>
          <a:ln w="28800">
            <a:solidFill>
              <a:srgbClr val="001d34"/>
            </a:solidFill>
            <a:miter/>
          </a:ln>
        </p:spPr>
        <p:txBody>
          <a:bodyPr lIns="14400" rIns="14400" tIns="14400" bIns="1440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6363720" y="3353760"/>
            <a:ext cx="1274400" cy="1236240"/>
          </a:xfrm>
          <a:custGeom>
            <a:avLst/>
            <a:gdLst/>
            <a:ahLst/>
            <a:rect l="0" t="0" r="r" b="b"/>
            <a:pathLst>
              <a:path fill="none" w="3540" h="3434">
                <a:moveTo>
                  <a:pt x="0" y="0"/>
                </a:moveTo>
                <a:lnTo>
                  <a:pt x="750" y="0"/>
                </a:lnTo>
                <a:moveTo>
                  <a:pt x="858" y="0"/>
                </a:moveTo>
                <a:lnTo>
                  <a:pt x="1072" y="0"/>
                </a:lnTo>
                <a:moveTo>
                  <a:pt x="1179" y="0"/>
                </a:moveTo>
                <a:lnTo>
                  <a:pt x="1287" y="0"/>
                </a:lnTo>
                <a:moveTo>
                  <a:pt x="1394" y="0"/>
                </a:moveTo>
                <a:lnTo>
                  <a:pt x="1501" y="0"/>
                </a:lnTo>
                <a:moveTo>
                  <a:pt x="1716" y="0"/>
                </a:moveTo>
                <a:lnTo>
                  <a:pt x="1931" y="0"/>
                </a:lnTo>
                <a:moveTo>
                  <a:pt x="2039" y="0"/>
                </a:moveTo>
                <a:lnTo>
                  <a:pt x="2360" y="0"/>
                </a:lnTo>
                <a:moveTo>
                  <a:pt x="2468" y="0"/>
                </a:moveTo>
                <a:lnTo>
                  <a:pt x="2575" y="0"/>
                </a:lnTo>
                <a:moveTo>
                  <a:pt x="2789" y="0"/>
                </a:moveTo>
                <a:lnTo>
                  <a:pt x="3540" y="0"/>
                </a:lnTo>
                <a:moveTo>
                  <a:pt x="0" y="108"/>
                </a:moveTo>
                <a:lnTo>
                  <a:pt x="107" y="108"/>
                </a:lnTo>
                <a:moveTo>
                  <a:pt x="643" y="108"/>
                </a:moveTo>
                <a:lnTo>
                  <a:pt x="750" y="108"/>
                </a:lnTo>
                <a:moveTo>
                  <a:pt x="858" y="108"/>
                </a:moveTo>
                <a:lnTo>
                  <a:pt x="965" y="108"/>
                </a:lnTo>
                <a:moveTo>
                  <a:pt x="1072" y="108"/>
                </a:moveTo>
                <a:lnTo>
                  <a:pt x="1179" y="108"/>
                </a:lnTo>
                <a:moveTo>
                  <a:pt x="1394" y="108"/>
                </a:moveTo>
                <a:lnTo>
                  <a:pt x="1501" y="108"/>
                </a:lnTo>
                <a:moveTo>
                  <a:pt x="1716" y="108"/>
                </a:moveTo>
                <a:lnTo>
                  <a:pt x="1824" y="108"/>
                </a:lnTo>
                <a:moveTo>
                  <a:pt x="1931" y="108"/>
                </a:moveTo>
                <a:lnTo>
                  <a:pt x="2039" y="108"/>
                </a:lnTo>
                <a:moveTo>
                  <a:pt x="2360" y="108"/>
                </a:moveTo>
                <a:lnTo>
                  <a:pt x="2682" y="108"/>
                </a:lnTo>
                <a:moveTo>
                  <a:pt x="2789" y="108"/>
                </a:moveTo>
                <a:lnTo>
                  <a:pt x="2897" y="108"/>
                </a:lnTo>
                <a:moveTo>
                  <a:pt x="3433" y="108"/>
                </a:moveTo>
                <a:lnTo>
                  <a:pt x="3540" y="108"/>
                </a:lnTo>
                <a:moveTo>
                  <a:pt x="0" y="215"/>
                </a:moveTo>
                <a:lnTo>
                  <a:pt x="107" y="215"/>
                </a:lnTo>
                <a:moveTo>
                  <a:pt x="214" y="215"/>
                </a:moveTo>
                <a:lnTo>
                  <a:pt x="536" y="215"/>
                </a:lnTo>
                <a:moveTo>
                  <a:pt x="643" y="215"/>
                </a:moveTo>
                <a:lnTo>
                  <a:pt x="750" y="215"/>
                </a:lnTo>
                <a:moveTo>
                  <a:pt x="1287" y="215"/>
                </a:moveTo>
                <a:lnTo>
                  <a:pt x="1394" y="215"/>
                </a:lnTo>
                <a:moveTo>
                  <a:pt x="1608" y="215"/>
                </a:moveTo>
                <a:lnTo>
                  <a:pt x="1931" y="215"/>
                </a:lnTo>
                <a:moveTo>
                  <a:pt x="2146" y="215"/>
                </a:moveTo>
                <a:lnTo>
                  <a:pt x="2253" y="215"/>
                </a:lnTo>
                <a:moveTo>
                  <a:pt x="2789" y="215"/>
                </a:moveTo>
                <a:lnTo>
                  <a:pt x="2897" y="215"/>
                </a:lnTo>
                <a:moveTo>
                  <a:pt x="3004" y="215"/>
                </a:moveTo>
                <a:lnTo>
                  <a:pt x="3326" y="215"/>
                </a:lnTo>
                <a:moveTo>
                  <a:pt x="3433" y="215"/>
                </a:moveTo>
                <a:lnTo>
                  <a:pt x="3540" y="215"/>
                </a:lnTo>
                <a:moveTo>
                  <a:pt x="0" y="322"/>
                </a:moveTo>
                <a:lnTo>
                  <a:pt x="107" y="322"/>
                </a:lnTo>
                <a:moveTo>
                  <a:pt x="214" y="322"/>
                </a:moveTo>
                <a:lnTo>
                  <a:pt x="536" y="322"/>
                </a:lnTo>
                <a:moveTo>
                  <a:pt x="643" y="322"/>
                </a:moveTo>
                <a:lnTo>
                  <a:pt x="750" y="322"/>
                </a:lnTo>
                <a:moveTo>
                  <a:pt x="858" y="322"/>
                </a:moveTo>
                <a:lnTo>
                  <a:pt x="965" y="322"/>
                </a:lnTo>
                <a:moveTo>
                  <a:pt x="1072" y="322"/>
                </a:moveTo>
                <a:lnTo>
                  <a:pt x="1394" y="322"/>
                </a:lnTo>
                <a:moveTo>
                  <a:pt x="1501" y="322"/>
                </a:moveTo>
                <a:lnTo>
                  <a:pt x="1824" y="322"/>
                </a:lnTo>
                <a:moveTo>
                  <a:pt x="2360" y="322"/>
                </a:moveTo>
                <a:lnTo>
                  <a:pt x="2468" y="322"/>
                </a:lnTo>
                <a:moveTo>
                  <a:pt x="2789" y="322"/>
                </a:moveTo>
                <a:lnTo>
                  <a:pt x="2897" y="322"/>
                </a:lnTo>
                <a:moveTo>
                  <a:pt x="3004" y="322"/>
                </a:moveTo>
                <a:lnTo>
                  <a:pt x="3326" y="322"/>
                </a:lnTo>
                <a:moveTo>
                  <a:pt x="3433" y="322"/>
                </a:moveTo>
                <a:lnTo>
                  <a:pt x="3540" y="322"/>
                </a:lnTo>
                <a:moveTo>
                  <a:pt x="0" y="429"/>
                </a:moveTo>
                <a:lnTo>
                  <a:pt x="107" y="429"/>
                </a:lnTo>
                <a:moveTo>
                  <a:pt x="214" y="429"/>
                </a:moveTo>
                <a:lnTo>
                  <a:pt x="536" y="429"/>
                </a:lnTo>
                <a:moveTo>
                  <a:pt x="643" y="429"/>
                </a:moveTo>
                <a:lnTo>
                  <a:pt x="750" y="429"/>
                </a:lnTo>
                <a:moveTo>
                  <a:pt x="965" y="429"/>
                </a:moveTo>
                <a:lnTo>
                  <a:pt x="1072" y="429"/>
                </a:lnTo>
                <a:moveTo>
                  <a:pt x="1287" y="429"/>
                </a:moveTo>
                <a:lnTo>
                  <a:pt x="1608" y="429"/>
                </a:lnTo>
                <a:moveTo>
                  <a:pt x="1824" y="429"/>
                </a:moveTo>
                <a:lnTo>
                  <a:pt x="1931" y="429"/>
                </a:lnTo>
                <a:moveTo>
                  <a:pt x="2146" y="429"/>
                </a:moveTo>
                <a:lnTo>
                  <a:pt x="2253" y="429"/>
                </a:lnTo>
                <a:moveTo>
                  <a:pt x="2360" y="429"/>
                </a:moveTo>
                <a:lnTo>
                  <a:pt x="2468" y="429"/>
                </a:lnTo>
                <a:moveTo>
                  <a:pt x="2575" y="429"/>
                </a:moveTo>
                <a:lnTo>
                  <a:pt x="2682" y="429"/>
                </a:lnTo>
                <a:moveTo>
                  <a:pt x="2789" y="429"/>
                </a:moveTo>
                <a:lnTo>
                  <a:pt x="2897" y="429"/>
                </a:lnTo>
                <a:moveTo>
                  <a:pt x="3004" y="429"/>
                </a:moveTo>
                <a:lnTo>
                  <a:pt x="3326" y="429"/>
                </a:lnTo>
                <a:moveTo>
                  <a:pt x="3433" y="429"/>
                </a:moveTo>
                <a:lnTo>
                  <a:pt x="3540" y="429"/>
                </a:lnTo>
                <a:moveTo>
                  <a:pt x="0" y="537"/>
                </a:moveTo>
                <a:lnTo>
                  <a:pt x="107" y="537"/>
                </a:lnTo>
                <a:moveTo>
                  <a:pt x="643" y="537"/>
                </a:moveTo>
                <a:lnTo>
                  <a:pt x="750" y="537"/>
                </a:lnTo>
                <a:moveTo>
                  <a:pt x="1072" y="537"/>
                </a:moveTo>
                <a:lnTo>
                  <a:pt x="1179" y="537"/>
                </a:lnTo>
                <a:moveTo>
                  <a:pt x="1394" y="537"/>
                </a:moveTo>
                <a:lnTo>
                  <a:pt x="1501" y="537"/>
                </a:lnTo>
                <a:moveTo>
                  <a:pt x="1824" y="537"/>
                </a:moveTo>
                <a:lnTo>
                  <a:pt x="1931" y="537"/>
                </a:lnTo>
                <a:moveTo>
                  <a:pt x="2039" y="537"/>
                </a:moveTo>
                <a:lnTo>
                  <a:pt x="2146" y="537"/>
                </a:lnTo>
                <a:moveTo>
                  <a:pt x="2253" y="537"/>
                </a:moveTo>
                <a:lnTo>
                  <a:pt x="2468" y="537"/>
                </a:lnTo>
                <a:moveTo>
                  <a:pt x="2789" y="537"/>
                </a:moveTo>
                <a:lnTo>
                  <a:pt x="2897" y="537"/>
                </a:lnTo>
                <a:moveTo>
                  <a:pt x="3433" y="537"/>
                </a:moveTo>
                <a:lnTo>
                  <a:pt x="3540" y="537"/>
                </a:lnTo>
                <a:moveTo>
                  <a:pt x="0" y="644"/>
                </a:moveTo>
                <a:lnTo>
                  <a:pt x="750" y="644"/>
                </a:lnTo>
                <a:moveTo>
                  <a:pt x="858" y="644"/>
                </a:moveTo>
                <a:lnTo>
                  <a:pt x="965" y="644"/>
                </a:lnTo>
                <a:moveTo>
                  <a:pt x="1072" y="644"/>
                </a:moveTo>
                <a:lnTo>
                  <a:pt x="1179" y="644"/>
                </a:lnTo>
                <a:moveTo>
                  <a:pt x="1287" y="644"/>
                </a:moveTo>
                <a:lnTo>
                  <a:pt x="1394" y="644"/>
                </a:lnTo>
                <a:moveTo>
                  <a:pt x="1501" y="644"/>
                </a:moveTo>
                <a:lnTo>
                  <a:pt x="1608" y="644"/>
                </a:lnTo>
                <a:moveTo>
                  <a:pt x="1716" y="644"/>
                </a:moveTo>
                <a:lnTo>
                  <a:pt x="1824" y="644"/>
                </a:lnTo>
                <a:moveTo>
                  <a:pt x="1931" y="644"/>
                </a:moveTo>
                <a:lnTo>
                  <a:pt x="2039" y="644"/>
                </a:lnTo>
                <a:moveTo>
                  <a:pt x="2146" y="644"/>
                </a:moveTo>
                <a:lnTo>
                  <a:pt x="2253" y="644"/>
                </a:lnTo>
                <a:moveTo>
                  <a:pt x="2360" y="644"/>
                </a:moveTo>
                <a:lnTo>
                  <a:pt x="2468" y="644"/>
                </a:lnTo>
                <a:moveTo>
                  <a:pt x="2575" y="644"/>
                </a:moveTo>
                <a:lnTo>
                  <a:pt x="2682" y="644"/>
                </a:lnTo>
                <a:moveTo>
                  <a:pt x="2789" y="644"/>
                </a:moveTo>
                <a:lnTo>
                  <a:pt x="3540" y="644"/>
                </a:lnTo>
                <a:moveTo>
                  <a:pt x="858" y="751"/>
                </a:moveTo>
                <a:lnTo>
                  <a:pt x="965" y="751"/>
                </a:lnTo>
                <a:moveTo>
                  <a:pt x="1179" y="751"/>
                </a:moveTo>
                <a:lnTo>
                  <a:pt x="1394" y="751"/>
                </a:lnTo>
                <a:moveTo>
                  <a:pt x="1824" y="751"/>
                </a:moveTo>
                <a:lnTo>
                  <a:pt x="2039" y="751"/>
                </a:lnTo>
                <a:moveTo>
                  <a:pt x="2146" y="751"/>
                </a:moveTo>
                <a:lnTo>
                  <a:pt x="2253" y="751"/>
                </a:lnTo>
                <a:moveTo>
                  <a:pt x="2468" y="751"/>
                </a:moveTo>
                <a:lnTo>
                  <a:pt x="2682" y="751"/>
                </a:lnTo>
                <a:moveTo>
                  <a:pt x="0" y="859"/>
                </a:moveTo>
                <a:lnTo>
                  <a:pt x="107" y="859"/>
                </a:lnTo>
                <a:moveTo>
                  <a:pt x="214" y="859"/>
                </a:moveTo>
                <a:lnTo>
                  <a:pt x="429" y="859"/>
                </a:lnTo>
                <a:moveTo>
                  <a:pt x="536" y="859"/>
                </a:moveTo>
                <a:lnTo>
                  <a:pt x="858" y="859"/>
                </a:lnTo>
                <a:moveTo>
                  <a:pt x="1072" y="859"/>
                </a:moveTo>
                <a:lnTo>
                  <a:pt x="1179" y="859"/>
                </a:lnTo>
                <a:moveTo>
                  <a:pt x="1501" y="859"/>
                </a:moveTo>
                <a:lnTo>
                  <a:pt x="1608" y="859"/>
                </a:lnTo>
                <a:moveTo>
                  <a:pt x="1824" y="859"/>
                </a:moveTo>
                <a:lnTo>
                  <a:pt x="2146" y="859"/>
                </a:lnTo>
                <a:moveTo>
                  <a:pt x="2253" y="859"/>
                </a:moveTo>
                <a:lnTo>
                  <a:pt x="2468" y="859"/>
                </a:lnTo>
                <a:moveTo>
                  <a:pt x="2789" y="859"/>
                </a:moveTo>
                <a:lnTo>
                  <a:pt x="2897" y="859"/>
                </a:lnTo>
                <a:moveTo>
                  <a:pt x="3111" y="859"/>
                </a:moveTo>
                <a:lnTo>
                  <a:pt x="3218" y="859"/>
                </a:lnTo>
                <a:moveTo>
                  <a:pt x="3326" y="859"/>
                </a:moveTo>
                <a:lnTo>
                  <a:pt x="3540" y="859"/>
                </a:lnTo>
                <a:moveTo>
                  <a:pt x="107" y="966"/>
                </a:moveTo>
                <a:lnTo>
                  <a:pt x="429" y="966"/>
                </a:lnTo>
                <a:moveTo>
                  <a:pt x="536" y="966"/>
                </a:moveTo>
                <a:lnTo>
                  <a:pt x="643" y="966"/>
                </a:lnTo>
                <a:moveTo>
                  <a:pt x="750" y="966"/>
                </a:moveTo>
                <a:lnTo>
                  <a:pt x="858" y="966"/>
                </a:lnTo>
                <a:moveTo>
                  <a:pt x="1072" y="966"/>
                </a:moveTo>
                <a:lnTo>
                  <a:pt x="1179" y="966"/>
                </a:lnTo>
                <a:moveTo>
                  <a:pt x="1287" y="966"/>
                </a:moveTo>
                <a:lnTo>
                  <a:pt x="1394" y="966"/>
                </a:lnTo>
                <a:moveTo>
                  <a:pt x="1501" y="966"/>
                </a:moveTo>
                <a:lnTo>
                  <a:pt x="1608" y="966"/>
                </a:lnTo>
                <a:moveTo>
                  <a:pt x="1716" y="966"/>
                </a:moveTo>
                <a:lnTo>
                  <a:pt x="1824" y="966"/>
                </a:lnTo>
                <a:moveTo>
                  <a:pt x="2039" y="966"/>
                </a:moveTo>
                <a:lnTo>
                  <a:pt x="2360" y="966"/>
                </a:lnTo>
                <a:moveTo>
                  <a:pt x="2468" y="966"/>
                </a:moveTo>
                <a:lnTo>
                  <a:pt x="2575" y="966"/>
                </a:lnTo>
                <a:moveTo>
                  <a:pt x="2789" y="966"/>
                </a:moveTo>
                <a:lnTo>
                  <a:pt x="3004" y="966"/>
                </a:lnTo>
                <a:moveTo>
                  <a:pt x="3111" y="966"/>
                </a:moveTo>
                <a:lnTo>
                  <a:pt x="3540" y="966"/>
                </a:lnTo>
                <a:moveTo>
                  <a:pt x="107" y="1073"/>
                </a:moveTo>
                <a:lnTo>
                  <a:pt x="214" y="1073"/>
                </a:lnTo>
                <a:moveTo>
                  <a:pt x="321" y="1073"/>
                </a:moveTo>
                <a:lnTo>
                  <a:pt x="750" y="1073"/>
                </a:lnTo>
                <a:moveTo>
                  <a:pt x="858" y="1073"/>
                </a:moveTo>
                <a:lnTo>
                  <a:pt x="965" y="1073"/>
                </a:lnTo>
                <a:moveTo>
                  <a:pt x="1287" y="1073"/>
                </a:moveTo>
                <a:lnTo>
                  <a:pt x="1394" y="1073"/>
                </a:lnTo>
                <a:moveTo>
                  <a:pt x="1501" y="1073"/>
                </a:moveTo>
                <a:lnTo>
                  <a:pt x="1608" y="1073"/>
                </a:lnTo>
                <a:moveTo>
                  <a:pt x="1716" y="1073"/>
                </a:moveTo>
                <a:lnTo>
                  <a:pt x="1931" y="1073"/>
                </a:lnTo>
                <a:moveTo>
                  <a:pt x="2146" y="1073"/>
                </a:moveTo>
                <a:lnTo>
                  <a:pt x="2253" y="1073"/>
                </a:lnTo>
                <a:moveTo>
                  <a:pt x="2360" y="1073"/>
                </a:moveTo>
                <a:lnTo>
                  <a:pt x="2575" y="1073"/>
                </a:lnTo>
                <a:moveTo>
                  <a:pt x="2682" y="1073"/>
                </a:moveTo>
                <a:lnTo>
                  <a:pt x="2789" y="1073"/>
                </a:lnTo>
                <a:moveTo>
                  <a:pt x="2897" y="1073"/>
                </a:moveTo>
                <a:lnTo>
                  <a:pt x="3218" y="1073"/>
                </a:lnTo>
                <a:moveTo>
                  <a:pt x="3326" y="1073"/>
                </a:moveTo>
                <a:lnTo>
                  <a:pt x="3540" y="1073"/>
                </a:lnTo>
                <a:moveTo>
                  <a:pt x="0" y="1180"/>
                </a:moveTo>
                <a:lnTo>
                  <a:pt x="214" y="1180"/>
                </a:lnTo>
                <a:moveTo>
                  <a:pt x="321" y="1180"/>
                </a:moveTo>
                <a:lnTo>
                  <a:pt x="643" y="1180"/>
                </a:lnTo>
                <a:moveTo>
                  <a:pt x="750" y="1180"/>
                </a:moveTo>
                <a:lnTo>
                  <a:pt x="858" y="1180"/>
                </a:lnTo>
                <a:moveTo>
                  <a:pt x="1179" y="1180"/>
                </a:moveTo>
                <a:lnTo>
                  <a:pt x="1824" y="1180"/>
                </a:lnTo>
                <a:moveTo>
                  <a:pt x="1931" y="1180"/>
                </a:moveTo>
                <a:lnTo>
                  <a:pt x="2039" y="1180"/>
                </a:lnTo>
                <a:moveTo>
                  <a:pt x="2360" y="1180"/>
                </a:moveTo>
                <a:lnTo>
                  <a:pt x="2468" y="1180"/>
                </a:lnTo>
                <a:moveTo>
                  <a:pt x="2575" y="1180"/>
                </a:moveTo>
                <a:lnTo>
                  <a:pt x="2789" y="1180"/>
                </a:lnTo>
                <a:moveTo>
                  <a:pt x="2897" y="1180"/>
                </a:moveTo>
                <a:lnTo>
                  <a:pt x="3004" y="1180"/>
                </a:lnTo>
                <a:moveTo>
                  <a:pt x="3111" y="1180"/>
                </a:moveTo>
                <a:lnTo>
                  <a:pt x="3218" y="1180"/>
                </a:lnTo>
                <a:moveTo>
                  <a:pt x="3433" y="1180"/>
                </a:moveTo>
                <a:lnTo>
                  <a:pt x="3540" y="1180"/>
                </a:lnTo>
                <a:moveTo>
                  <a:pt x="214" y="1288"/>
                </a:moveTo>
                <a:lnTo>
                  <a:pt x="750" y="1288"/>
                </a:lnTo>
                <a:moveTo>
                  <a:pt x="858" y="1288"/>
                </a:moveTo>
                <a:lnTo>
                  <a:pt x="1072" y="1288"/>
                </a:lnTo>
                <a:moveTo>
                  <a:pt x="1608" y="1288"/>
                </a:moveTo>
                <a:lnTo>
                  <a:pt x="1716" y="1288"/>
                </a:lnTo>
                <a:moveTo>
                  <a:pt x="1931" y="1288"/>
                </a:moveTo>
                <a:lnTo>
                  <a:pt x="2146" y="1288"/>
                </a:lnTo>
                <a:moveTo>
                  <a:pt x="2360" y="1288"/>
                </a:moveTo>
                <a:lnTo>
                  <a:pt x="2575" y="1288"/>
                </a:lnTo>
                <a:moveTo>
                  <a:pt x="2897" y="1288"/>
                </a:moveTo>
                <a:lnTo>
                  <a:pt x="3218" y="1288"/>
                </a:lnTo>
                <a:moveTo>
                  <a:pt x="3326" y="1288"/>
                </a:moveTo>
                <a:lnTo>
                  <a:pt x="3540" y="1288"/>
                </a:lnTo>
                <a:moveTo>
                  <a:pt x="321" y="1395"/>
                </a:moveTo>
                <a:lnTo>
                  <a:pt x="643" y="1395"/>
                </a:lnTo>
                <a:moveTo>
                  <a:pt x="750" y="1395"/>
                </a:moveTo>
                <a:lnTo>
                  <a:pt x="858" y="1395"/>
                </a:lnTo>
                <a:moveTo>
                  <a:pt x="965" y="1395"/>
                </a:moveTo>
                <a:lnTo>
                  <a:pt x="1179" y="1395"/>
                </a:lnTo>
                <a:moveTo>
                  <a:pt x="1394" y="1395"/>
                </a:moveTo>
                <a:lnTo>
                  <a:pt x="1501" y="1395"/>
                </a:lnTo>
                <a:moveTo>
                  <a:pt x="1716" y="1395"/>
                </a:moveTo>
                <a:lnTo>
                  <a:pt x="2039" y="1395"/>
                </a:lnTo>
                <a:moveTo>
                  <a:pt x="2146" y="1395"/>
                </a:moveTo>
                <a:lnTo>
                  <a:pt x="2360" y="1395"/>
                </a:lnTo>
                <a:moveTo>
                  <a:pt x="2575" y="1395"/>
                </a:moveTo>
                <a:lnTo>
                  <a:pt x="2789" y="1395"/>
                </a:lnTo>
                <a:moveTo>
                  <a:pt x="2897" y="1395"/>
                </a:moveTo>
                <a:lnTo>
                  <a:pt x="3004" y="1395"/>
                </a:lnTo>
                <a:moveTo>
                  <a:pt x="3111" y="1395"/>
                </a:moveTo>
                <a:lnTo>
                  <a:pt x="3218" y="1395"/>
                </a:lnTo>
                <a:moveTo>
                  <a:pt x="3326" y="1395"/>
                </a:moveTo>
                <a:lnTo>
                  <a:pt x="3433" y="1395"/>
                </a:lnTo>
                <a:moveTo>
                  <a:pt x="0" y="1502"/>
                </a:moveTo>
                <a:lnTo>
                  <a:pt x="107" y="1502"/>
                </a:lnTo>
                <a:moveTo>
                  <a:pt x="214" y="1502"/>
                </a:moveTo>
                <a:lnTo>
                  <a:pt x="429" y="1502"/>
                </a:lnTo>
                <a:moveTo>
                  <a:pt x="536" y="1502"/>
                </a:moveTo>
                <a:lnTo>
                  <a:pt x="1179" y="1502"/>
                </a:lnTo>
                <a:moveTo>
                  <a:pt x="1287" y="1502"/>
                </a:moveTo>
                <a:lnTo>
                  <a:pt x="1394" y="1502"/>
                </a:lnTo>
                <a:moveTo>
                  <a:pt x="1608" y="1502"/>
                </a:moveTo>
                <a:lnTo>
                  <a:pt x="1824" y="1502"/>
                </a:lnTo>
                <a:moveTo>
                  <a:pt x="1931" y="1502"/>
                </a:moveTo>
                <a:lnTo>
                  <a:pt x="2146" y="1502"/>
                </a:lnTo>
                <a:moveTo>
                  <a:pt x="2253" y="1502"/>
                </a:moveTo>
                <a:lnTo>
                  <a:pt x="2360" y="1502"/>
                </a:lnTo>
                <a:moveTo>
                  <a:pt x="2575" y="1502"/>
                </a:moveTo>
                <a:lnTo>
                  <a:pt x="2682" y="1502"/>
                </a:lnTo>
                <a:moveTo>
                  <a:pt x="2789" y="1502"/>
                </a:moveTo>
                <a:lnTo>
                  <a:pt x="2897" y="1502"/>
                </a:lnTo>
                <a:moveTo>
                  <a:pt x="3004" y="1502"/>
                </a:moveTo>
                <a:lnTo>
                  <a:pt x="3111" y="1502"/>
                </a:lnTo>
                <a:moveTo>
                  <a:pt x="3218" y="1502"/>
                </a:moveTo>
                <a:lnTo>
                  <a:pt x="3326" y="1502"/>
                </a:lnTo>
                <a:moveTo>
                  <a:pt x="0" y="1609"/>
                </a:moveTo>
                <a:lnTo>
                  <a:pt x="107" y="1609"/>
                </a:lnTo>
                <a:moveTo>
                  <a:pt x="321" y="1609"/>
                </a:moveTo>
                <a:lnTo>
                  <a:pt x="429" y="1609"/>
                </a:lnTo>
                <a:moveTo>
                  <a:pt x="750" y="1609"/>
                </a:moveTo>
                <a:lnTo>
                  <a:pt x="1072" y="1609"/>
                </a:lnTo>
                <a:moveTo>
                  <a:pt x="1394" y="1609"/>
                </a:moveTo>
                <a:lnTo>
                  <a:pt x="1501" y="1609"/>
                </a:lnTo>
                <a:moveTo>
                  <a:pt x="1716" y="1609"/>
                </a:moveTo>
                <a:lnTo>
                  <a:pt x="1824" y="1609"/>
                </a:lnTo>
                <a:moveTo>
                  <a:pt x="2146" y="1609"/>
                </a:moveTo>
                <a:lnTo>
                  <a:pt x="2360" y="1609"/>
                </a:lnTo>
                <a:moveTo>
                  <a:pt x="2682" y="1609"/>
                </a:moveTo>
                <a:lnTo>
                  <a:pt x="3326" y="1609"/>
                </a:lnTo>
                <a:moveTo>
                  <a:pt x="429" y="1717"/>
                </a:moveTo>
                <a:lnTo>
                  <a:pt x="750" y="1717"/>
                </a:lnTo>
                <a:moveTo>
                  <a:pt x="1072" y="1717"/>
                </a:moveTo>
                <a:lnTo>
                  <a:pt x="1394" y="1717"/>
                </a:lnTo>
                <a:moveTo>
                  <a:pt x="1608" y="1717"/>
                </a:moveTo>
                <a:lnTo>
                  <a:pt x="1716" y="1717"/>
                </a:lnTo>
                <a:moveTo>
                  <a:pt x="1931" y="1717"/>
                </a:moveTo>
                <a:lnTo>
                  <a:pt x="2468" y="1717"/>
                </a:lnTo>
                <a:moveTo>
                  <a:pt x="2682" y="1717"/>
                </a:moveTo>
                <a:lnTo>
                  <a:pt x="2897" y="1717"/>
                </a:lnTo>
                <a:moveTo>
                  <a:pt x="3004" y="1717"/>
                </a:moveTo>
                <a:lnTo>
                  <a:pt x="3326" y="1717"/>
                </a:lnTo>
                <a:moveTo>
                  <a:pt x="107" y="1824"/>
                </a:moveTo>
                <a:lnTo>
                  <a:pt x="214" y="1824"/>
                </a:lnTo>
                <a:moveTo>
                  <a:pt x="321" y="1824"/>
                </a:moveTo>
                <a:lnTo>
                  <a:pt x="429" y="1824"/>
                </a:lnTo>
                <a:moveTo>
                  <a:pt x="750" y="1824"/>
                </a:moveTo>
                <a:lnTo>
                  <a:pt x="858" y="1824"/>
                </a:lnTo>
                <a:moveTo>
                  <a:pt x="1179" y="1824"/>
                </a:moveTo>
                <a:lnTo>
                  <a:pt x="1287" y="1824"/>
                </a:lnTo>
                <a:moveTo>
                  <a:pt x="1394" y="1824"/>
                </a:moveTo>
                <a:lnTo>
                  <a:pt x="1716" y="1824"/>
                </a:lnTo>
                <a:moveTo>
                  <a:pt x="1824" y="1824"/>
                </a:moveTo>
                <a:lnTo>
                  <a:pt x="1931" y="1824"/>
                </a:lnTo>
                <a:moveTo>
                  <a:pt x="2146" y="1824"/>
                </a:moveTo>
                <a:lnTo>
                  <a:pt x="2897" y="1824"/>
                </a:lnTo>
                <a:moveTo>
                  <a:pt x="3004" y="1824"/>
                </a:moveTo>
                <a:lnTo>
                  <a:pt x="3218" y="1824"/>
                </a:lnTo>
                <a:moveTo>
                  <a:pt x="3326" y="1824"/>
                </a:moveTo>
                <a:lnTo>
                  <a:pt x="3540" y="1824"/>
                </a:lnTo>
                <a:moveTo>
                  <a:pt x="0" y="1931"/>
                </a:moveTo>
                <a:lnTo>
                  <a:pt x="107" y="1931"/>
                </a:lnTo>
                <a:moveTo>
                  <a:pt x="214" y="1931"/>
                </a:moveTo>
                <a:lnTo>
                  <a:pt x="536" y="1931"/>
                </a:lnTo>
                <a:moveTo>
                  <a:pt x="643" y="1931"/>
                </a:moveTo>
                <a:lnTo>
                  <a:pt x="750" y="1931"/>
                </a:lnTo>
                <a:moveTo>
                  <a:pt x="858" y="1931"/>
                </a:moveTo>
                <a:lnTo>
                  <a:pt x="1287" y="1931"/>
                </a:lnTo>
                <a:moveTo>
                  <a:pt x="1501" y="1931"/>
                </a:moveTo>
                <a:lnTo>
                  <a:pt x="1931" y="1931"/>
                </a:lnTo>
                <a:moveTo>
                  <a:pt x="2146" y="1931"/>
                </a:moveTo>
                <a:lnTo>
                  <a:pt x="2253" y="1931"/>
                </a:lnTo>
                <a:moveTo>
                  <a:pt x="2360" y="1931"/>
                </a:moveTo>
                <a:lnTo>
                  <a:pt x="2468" y="1931"/>
                </a:lnTo>
                <a:moveTo>
                  <a:pt x="2575" y="1931"/>
                </a:moveTo>
                <a:lnTo>
                  <a:pt x="2789" y="1931"/>
                </a:lnTo>
                <a:moveTo>
                  <a:pt x="2897" y="1931"/>
                </a:moveTo>
                <a:lnTo>
                  <a:pt x="3111" y="1931"/>
                </a:lnTo>
                <a:moveTo>
                  <a:pt x="3218" y="1931"/>
                </a:moveTo>
                <a:lnTo>
                  <a:pt x="3326" y="1931"/>
                </a:lnTo>
                <a:moveTo>
                  <a:pt x="0" y="2038"/>
                </a:moveTo>
                <a:lnTo>
                  <a:pt x="107" y="2038"/>
                </a:lnTo>
                <a:moveTo>
                  <a:pt x="429" y="2038"/>
                </a:moveTo>
                <a:lnTo>
                  <a:pt x="536" y="2038"/>
                </a:lnTo>
                <a:moveTo>
                  <a:pt x="965" y="2038"/>
                </a:moveTo>
                <a:lnTo>
                  <a:pt x="1072" y="2038"/>
                </a:lnTo>
                <a:moveTo>
                  <a:pt x="1394" y="2038"/>
                </a:moveTo>
                <a:lnTo>
                  <a:pt x="1608" y="2038"/>
                </a:lnTo>
                <a:moveTo>
                  <a:pt x="1716" y="2038"/>
                </a:moveTo>
                <a:lnTo>
                  <a:pt x="1824" y="2038"/>
                </a:lnTo>
                <a:moveTo>
                  <a:pt x="2039" y="2038"/>
                </a:moveTo>
                <a:lnTo>
                  <a:pt x="2146" y="2038"/>
                </a:lnTo>
                <a:moveTo>
                  <a:pt x="2360" y="2038"/>
                </a:moveTo>
                <a:lnTo>
                  <a:pt x="2789" y="2038"/>
                </a:lnTo>
                <a:moveTo>
                  <a:pt x="3004" y="2038"/>
                </a:moveTo>
                <a:lnTo>
                  <a:pt x="3111" y="2038"/>
                </a:lnTo>
                <a:moveTo>
                  <a:pt x="3326" y="2038"/>
                </a:moveTo>
                <a:lnTo>
                  <a:pt x="3433" y="2038"/>
                </a:lnTo>
                <a:moveTo>
                  <a:pt x="214" y="2146"/>
                </a:moveTo>
                <a:lnTo>
                  <a:pt x="321" y="2146"/>
                </a:lnTo>
                <a:moveTo>
                  <a:pt x="643" y="2146"/>
                </a:moveTo>
                <a:lnTo>
                  <a:pt x="750" y="2146"/>
                </a:lnTo>
                <a:moveTo>
                  <a:pt x="858" y="2146"/>
                </a:moveTo>
                <a:lnTo>
                  <a:pt x="965" y="2146"/>
                </a:lnTo>
                <a:moveTo>
                  <a:pt x="1072" y="2146"/>
                </a:moveTo>
                <a:lnTo>
                  <a:pt x="1287" y="2146"/>
                </a:lnTo>
                <a:moveTo>
                  <a:pt x="1394" y="2146"/>
                </a:moveTo>
                <a:lnTo>
                  <a:pt x="1501" y="2146"/>
                </a:lnTo>
                <a:moveTo>
                  <a:pt x="1608" y="2146"/>
                </a:moveTo>
                <a:lnTo>
                  <a:pt x="1716" y="2146"/>
                </a:lnTo>
                <a:moveTo>
                  <a:pt x="1931" y="2146"/>
                </a:moveTo>
                <a:lnTo>
                  <a:pt x="2039" y="2146"/>
                </a:lnTo>
                <a:moveTo>
                  <a:pt x="2253" y="2146"/>
                </a:moveTo>
                <a:lnTo>
                  <a:pt x="2360" y="2146"/>
                </a:lnTo>
                <a:moveTo>
                  <a:pt x="3111" y="2146"/>
                </a:moveTo>
                <a:lnTo>
                  <a:pt x="3326" y="2146"/>
                </a:lnTo>
                <a:moveTo>
                  <a:pt x="3433" y="2146"/>
                </a:moveTo>
                <a:lnTo>
                  <a:pt x="3540" y="2146"/>
                </a:lnTo>
                <a:moveTo>
                  <a:pt x="0" y="2253"/>
                </a:moveTo>
                <a:lnTo>
                  <a:pt x="214" y="2253"/>
                </a:lnTo>
                <a:moveTo>
                  <a:pt x="321" y="2253"/>
                </a:moveTo>
                <a:lnTo>
                  <a:pt x="536" y="2253"/>
                </a:lnTo>
                <a:moveTo>
                  <a:pt x="750" y="2253"/>
                </a:moveTo>
                <a:lnTo>
                  <a:pt x="965" y="2253"/>
                </a:lnTo>
                <a:moveTo>
                  <a:pt x="1072" y="2253"/>
                </a:moveTo>
                <a:lnTo>
                  <a:pt x="1179" y="2253"/>
                </a:lnTo>
                <a:moveTo>
                  <a:pt x="1287" y="2253"/>
                </a:moveTo>
                <a:lnTo>
                  <a:pt x="1394" y="2253"/>
                </a:lnTo>
                <a:moveTo>
                  <a:pt x="1608" y="2253"/>
                </a:moveTo>
                <a:lnTo>
                  <a:pt x="1716" y="2253"/>
                </a:lnTo>
                <a:moveTo>
                  <a:pt x="1931" y="2253"/>
                </a:moveTo>
                <a:lnTo>
                  <a:pt x="2897" y="2253"/>
                </a:lnTo>
                <a:moveTo>
                  <a:pt x="3433" y="2253"/>
                </a:moveTo>
                <a:lnTo>
                  <a:pt x="3540" y="2253"/>
                </a:lnTo>
                <a:moveTo>
                  <a:pt x="214" y="2360"/>
                </a:moveTo>
                <a:lnTo>
                  <a:pt x="321" y="2360"/>
                </a:lnTo>
                <a:moveTo>
                  <a:pt x="643" y="2360"/>
                </a:moveTo>
                <a:lnTo>
                  <a:pt x="858" y="2360"/>
                </a:lnTo>
                <a:moveTo>
                  <a:pt x="1179" y="2360"/>
                </a:moveTo>
                <a:lnTo>
                  <a:pt x="1394" y="2360"/>
                </a:lnTo>
                <a:moveTo>
                  <a:pt x="1501" y="2360"/>
                </a:moveTo>
                <a:lnTo>
                  <a:pt x="1608" y="2360"/>
                </a:lnTo>
                <a:moveTo>
                  <a:pt x="1716" y="2360"/>
                </a:moveTo>
                <a:lnTo>
                  <a:pt x="2039" y="2360"/>
                </a:lnTo>
                <a:moveTo>
                  <a:pt x="2253" y="2360"/>
                </a:moveTo>
                <a:lnTo>
                  <a:pt x="2360" y="2360"/>
                </a:lnTo>
                <a:moveTo>
                  <a:pt x="2468" y="2360"/>
                </a:moveTo>
                <a:lnTo>
                  <a:pt x="2575" y="2360"/>
                </a:lnTo>
                <a:moveTo>
                  <a:pt x="2682" y="2360"/>
                </a:moveTo>
                <a:lnTo>
                  <a:pt x="3004" y="2360"/>
                </a:lnTo>
                <a:moveTo>
                  <a:pt x="3326" y="2360"/>
                </a:moveTo>
                <a:lnTo>
                  <a:pt x="3540" y="2360"/>
                </a:lnTo>
                <a:moveTo>
                  <a:pt x="107" y="2467"/>
                </a:moveTo>
                <a:lnTo>
                  <a:pt x="321" y="2467"/>
                </a:lnTo>
                <a:moveTo>
                  <a:pt x="429" y="2467"/>
                </a:moveTo>
                <a:lnTo>
                  <a:pt x="643" y="2467"/>
                </a:lnTo>
                <a:moveTo>
                  <a:pt x="750" y="2467"/>
                </a:moveTo>
                <a:lnTo>
                  <a:pt x="1179" y="2467"/>
                </a:lnTo>
                <a:moveTo>
                  <a:pt x="1716" y="2467"/>
                </a:moveTo>
                <a:lnTo>
                  <a:pt x="1824" y="2467"/>
                </a:lnTo>
                <a:moveTo>
                  <a:pt x="1931" y="2467"/>
                </a:moveTo>
                <a:lnTo>
                  <a:pt x="2146" y="2467"/>
                </a:lnTo>
                <a:moveTo>
                  <a:pt x="2468" y="2467"/>
                </a:moveTo>
                <a:lnTo>
                  <a:pt x="2575" y="2467"/>
                </a:lnTo>
                <a:moveTo>
                  <a:pt x="2789" y="2467"/>
                </a:moveTo>
                <a:lnTo>
                  <a:pt x="3004" y="2467"/>
                </a:lnTo>
                <a:moveTo>
                  <a:pt x="3111" y="2467"/>
                </a:moveTo>
                <a:lnTo>
                  <a:pt x="3218" y="2467"/>
                </a:lnTo>
                <a:moveTo>
                  <a:pt x="3433" y="2467"/>
                </a:moveTo>
                <a:lnTo>
                  <a:pt x="3540" y="2467"/>
                </a:lnTo>
                <a:moveTo>
                  <a:pt x="0" y="2575"/>
                </a:moveTo>
                <a:lnTo>
                  <a:pt x="107" y="2575"/>
                </a:lnTo>
                <a:moveTo>
                  <a:pt x="214" y="2575"/>
                </a:moveTo>
                <a:lnTo>
                  <a:pt x="965" y="2575"/>
                </a:lnTo>
                <a:moveTo>
                  <a:pt x="1072" y="2575"/>
                </a:moveTo>
                <a:lnTo>
                  <a:pt x="1287" y="2575"/>
                </a:lnTo>
                <a:moveTo>
                  <a:pt x="1501" y="2575"/>
                </a:moveTo>
                <a:lnTo>
                  <a:pt x="1716" y="2575"/>
                </a:lnTo>
                <a:moveTo>
                  <a:pt x="1824" y="2575"/>
                </a:moveTo>
                <a:lnTo>
                  <a:pt x="1931" y="2575"/>
                </a:lnTo>
                <a:moveTo>
                  <a:pt x="2360" y="2575"/>
                </a:moveTo>
                <a:lnTo>
                  <a:pt x="2468" y="2575"/>
                </a:lnTo>
                <a:moveTo>
                  <a:pt x="2575" y="2575"/>
                </a:moveTo>
                <a:lnTo>
                  <a:pt x="3218" y="2575"/>
                </a:lnTo>
                <a:moveTo>
                  <a:pt x="858" y="2682"/>
                </a:moveTo>
                <a:lnTo>
                  <a:pt x="1501" y="2682"/>
                </a:lnTo>
                <a:moveTo>
                  <a:pt x="1608" y="2682"/>
                </a:moveTo>
                <a:lnTo>
                  <a:pt x="1716" y="2682"/>
                </a:lnTo>
                <a:moveTo>
                  <a:pt x="1824" y="2682"/>
                </a:moveTo>
                <a:lnTo>
                  <a:pt x="2253" y="2682"/>
                </a:lnTo>
                <a:moveTo>
                  <a:pt x="2575" y="2682"/>
                </a:moveTo>
                <a:lnTo>
                  <a:pt x="2682" y="2682"/>
                </a:lnTo>
                <a:moveTo>
                  <a:pt x="3004" y="2682"/>
                </a:moveTo>
                <a:lnTo>
                  <a:pt x="3218" y="2682"/>
                </a:lnTo>
                <a:moveTo>
                  <a:pt x="0" y="2790"/>
                </a:moveTo>
                <a:lnTo>
                  <a:pt x="750" y="2790"/>
                </a:lnTo>
                <a:moveTo>
                  <a:pt x="858" y="2790"/>
                </a:moveTo>
                <a:lnTo>
                  <a:pt x="1072" y="2790"/>
                </a:lnTo>
                <a:moveTo>
                  <a:pt x="1179" y="2790"/>
                </a:moveTo>
                <a:lnTo>
                  <a:pt x="1501" y="2790"/>
                </a:lnTo>
                <a:moveTo>
                  <a:pt x="2039" y="2790"/>
                </a:moveTo>
                <a:lnTo>
                  <a:pt x="2682" y="2790"/>
                </a:lnTo>
                <a:moveTo>
                  <a:pt x="2789" y="2790"/>
                </a:moveTo>
                <a:lnTo>
                  <a:pt x="2897" y="2790"/>
                </a:lnTo>
                <a:moveTo>
                  <a:pt x="3004" y="2790"/>
                </a:moveTo>
                <a:lnTo>
                  <a:pt x="3111" y="2790"/>
                </a:lnTo>
                <a:moveTo>
                  <a:pt x="0" y="2898"/>
                </a:moveTo>
                <a:lnTo>
                  <a:pt x="107" y="2898"/>
                </a:lnTo>
                <a:moveTo>
                  <a:pt x="643" y="2898"/>
                </a:moveTo>
                <a:lnTo>
                  <a:pt x="750" y="2898"/>
                </a:lnTo>
                <a:moveTo>
                  <a:pt x="858" y="2898"/>
                </a:moveTo>
                <a:lnTo>
                  <a:pt x="965" y="2898"/>
                </a:lnTo>
                <a:moveTo>
                  <a:pt x="1287" y="2898"/>
                </a:moveTo>
                <a:lnTo>
                  <a:pt x="1394" y="2898"/>
                </a:lnTo>
                <a:moveTo>
                  <a:pt x="1501" y="2898"/>
                </a:moveTo>
                <a:lnTo>
                  <a:pt x="1608" y="2898"/>
                </a:lnTo>
                <a:moveTo>
                  <a:pt x="2146" y="2898"/>
                </a:moveTo>
                <a:lnTo>
                  <a:pt x="2360" y="2898"/>
                </a:lnTo>
                <a:moveTo>
                  <a:pt x="2468" y="2898"/>
                </a:moveTo>
                <a:lnTo>
                  <a:pt x="2682" y="2898"/>
                </a:lnTo>
                <a:moveTo>
                  <a:pt x="3004" y="2898"/>
                </a:moveTo>
                <a:lnTo>
                  <a:pt x="3326" y="2898"/>
                </a:lnTo>
                <a:moveTo>
                  <a:pt x="3433" y="2898"/>
                </a:moveTo>
                <a:lnTo>
                  <a:pt x="3540" y="2898"/>
                </a:lnTo>
                <a:moveTo>
                  <a:pt x="0" y="3005"/>
                </a:moveTo>
                <a:lnTo>
                  <a:pt x="107" y="3005"/>
                </a:lnTo>
                <a:moveTo>
                  <a:pt x="214" y="3005"/>
                </a:moveTo>
                <a:lnTo>
                  <a:pt x="536" y="3005"/>
                </a:lnTo>
                <a:moveTo>
                  <a:pt x="643" y="3005"/>
                </a:moveTo>
                <a:lnTo>
                  <a:pt x="750" y="3005"/>
                </a:lnTo>
                <a:moveTo>
                  <a:pt x="965" y="3005"/>
                </a:moveTo>
                <a:lnTo>
                  <a:pt x="1072" y="3005"/>
                </a:lnTo>
                <a:moveTo>
                  <a:pt x="1287" y="3005"/>
                </a:moveTo>
                <a:lnTo>
                  <a:pt x="1394" y="3005"/>
                </a:lnTo>
                <a:moveTo>
                  <a:pt x="1824" y="3005"/>
                </a:moveTo>
                <a:lnTo>
                  <a:pt x="1931" y="3005"/>
                </a:lnTo>
                <a:moveTo>
                  <a:pt x="2039" y="3005"/>
                </a:moveTo>
                <a:lnTo>
                  <a:pt x="3111" y="3005"/>
                </a:lnTo>
                <a:moveTo>
                  <a:pt x="3218" y="3005"/>
                </a:moveTo>
                <a:lnTo>
                  <a:pt x="3326" y="3005"/>
                </a:lnTo>
                <a:moveTo>
                  <a:pt x="3433" y="3005"/>
                </a:moveTo>
                <a:lnTo>
                  <a:pt x="3540" y="3005"/>
                </a:lnTo>
                <a:moveTo>
                  <a:pt x="0" y="3112"/>
                </a:moveTo>
                <a:lnTo>
                  <a:pt x="107" y="3112"/>
                </a:lnTo>
                <a:moveTo>
                  <a:pt x="214" y="3112"/>
                </a:moveTo>
                <a:lnTo>
                  <a:pt x="536" y="3112"/>
                </a:lnTo>
                <a:moveTo>
                  <a:pt x="643" y="3112"/>
                </a:moveTo>
                <a:lnTo>
                  <a:pt x="750" y="3112"/>
                </a:lnTo>
                <a:moveTo>
                  <a:pt x="858" y="3112"/>
                </a:moveTo>
                <a:lnTo>
                  <a:pt x="1179" y="3112"/>
                </a:lnTo>
                <a:moveTo>
                  <a:pt x="1394" y="3112"/>
                </a:moveTo>
                <a:lnTo>
                  <a:pt x="1608" y="3112"/>
                </a:lnTo>
                <a:moveTo>
                  <a:pt x="1931" y="3112"/>
                </a:moveTo>
                <a:lnTo>
                  <a:pt x="2039" y="3112"/>
                </a:lnTo>
                <a:moveTo>
                  <a:pt x="2146" y="3112"/>
                </a:moveTo>
                <a:lnTo>
                  <a:pt x="2575" y="3112"/>
                </a:lnTo>
                <a:moveTo>
                  <a:pt x="2897" y="3112"/>
                </a:moveTo>
                <a:lnTo>
                  <a:pt x="3004" y="3112"/>
                </a:lnTo>
                <a:moveTo>
                  <a:pt x="3433" y="3112"/>
                </a:moveTo>
                <a:lnTo>
                  <a:pt x="3540" y="3112"/>
                </a:lnTo>
                <a:moveTo>
                  <a:pt x="0" y="3219"/>
                </a:moveTo>
                <a:lnTo>
                  <a:pt x="107" y="3219"/>
                </a:lnTo>
                <a:moveTo>
                  <a:pt x="214" y="3219"/>
                </a:moveTo>
                <a:lnTo>
                  <a:pt x="536" y="3219"/>
                </a:lnTo>
                <a:moveTo>
                  <a:pt x="643" y="3219"/>
                </a:moveTo>
                <a:lnTo>
                  <a:pt x="750" y="3219"/>
                </a:lnTo>
                <a:moveTo>
                  <a:pt x="858" y="3219"/>
                </a:moveTo>
                <a:lnTo>
                  <a:pt x="1501" y="3219"/>
                </a:lnTo>
                <a:moveTo>
                  <a:pt x="1824" y="3219"/>
                </a:moveTo>
                <a:lnTo>
                  <a:pt x="2039" y="3219"/>
                </a:lnTo>
                <a:moveTo>
                  <a:pt x="2146" y="3219"/>
                </a:moveTo>
                <a:lnTo>
                  <a:pt x="2253" y="3219"/>
                </a:lnTo>
                <a:moveTo>
                  <a:pt x="2360" y="3219"/>
                </a:moveTo>
                <a:lnTo>
                  <a:pt x="2468" y="3219"/>
                </a:lnTo>
                <a:moveTo>
                  <a:pt x="2789" y="3219"/>
                </a:moveTo>
                <a:lnTo>
                  <a:pt x="3004" y="3219"/>
                </a:lnTo>
                <a:moveTo>
                  <a:pt x="3111" y="3219"/>
                </a:moveTo>
                <a:lnTo>
                  <a:pt x="3218" y="3219"/>
                </a:lnTo>
                <a:moveTo>
                  <a:pt x="0" y="3327"/>
                </a:moveTo>
                <a:lnTo>
                  <a:pt x="107" y="3327"/>
                </a:lnTo>
                <a:moveTo>
                  <a:pt x="643" y="3327"/>
                </a:moveTo>
                <a:lnTo>
                  <a:pt x="750" y="3327"/>
                </a:lnTo>
                <a:moveTo>
                  <a:pt x="1072" y="3327"/>
                </a:moveTo>
                <a:lnTo>
                  <a:pt x="1287" y="3327"/>
                </a:lnTo>
                <a:moveTo>
                  <a:pt x="1394" y="3327"/>
                </a:moveTo>
                <a:lnTo>
                  <a:pt x="2039" y="3327"/>
                </a:lnTo>
                <a:moveTo>
                  <a:pt x="2146" y="3327"/>
                </a:moveTo>
                <a:lnTo>
                  <a:pt x="2253" y="3327"/>
                </a:lnTo>
                <a:moveTo>
                  <a:pt x="2360" y="3327"/>
                </a:moveTo>
                <a:lnTo>
                  <a:pt x="2468" y="3327"/>
                </a:lnTo>
                <a:moveTo>
                  <a:pt x="2575" y="3327"/>
                </a:moveTo>
                <a:lnTo>
                  <a:pt x="3218" y="3327"/>
                </a:lnTo>
                <a:moveTo>
                  <a:pt x="3433" y="3327"/>
                </a:moveTo>
                <a:lnTo>
                  <a:pt x="3540" y="3327"/>
                </a:lnTo>
                <a:moveTo>
                  <a:pt x="0" y="3434"/>
                </a:moveTo>
                <a:lnTo>
                  <a:pt x="750" y="3434"/>
                </a:lnTo>
                <a:moveTo>
                  <a:pt x="858" y="3434"/>
                </a:moveTo>
                <a:lnTo>
                  <a:pt x="1072" y="3434"/>
                </a:lnTo>
                <a:moveTo>
                  <a:pt x="1394" y="3434"/>
                </a:moveTo>
                <a:lnTo>
                  <a:pt x="1501" y="3434"/>
                </a:lnTo>
                <a:moveTo>
                  <a:pt x="1608" y="3434"/>
                </a:moveTo>
                <a:lnTo>
                  <a:pt x="1716" y="3434"/>
                </a:lnTo>
                <a:moveTo>
                  <a:pt x="1824" y="3434"/>
                </a:moveTo>
                <a:lnTo>
                  <a:pt x="2039" y="3434"/>
                </a:lnTo>
                <a:moveTo>
                  <a:pt x="2253" y="3434"/>
                </a:moveTo>
                <a:lnTo>
                  <a:pt x="2360" y="3434"/>
                </a:lnTo>
                <a:moveTo>
                  <a:pt x="2682" y="3434"/>
                </a:moveTo>
                <a:lnTo>
                  <a:pt x="2897" y="3434"/>
                </a:lnTo>
                <a:moveTo>
                  <a:pt x="3004" y="3434"/>
                </a:moveTo>
                <a:lnTo>
                  <a:pt x="3111" y="3434"/>
                </a:lnTo>
                <a:moveTo>
                  <a:pt x="3218" y="3434"/>
                </a:moveTo>
                <a:lnTo>
                  <a:pt x="3326" y="3434"/>
                </a:lnTo>
              </a:path>
            </a:pathLst>
          </a:custGeom>
          <a:ln w="38520">
            <a:solidFill>
              <a:srgbClr val="001d34"/>
            </a:solidFill>
            <a:miter/>
          </a:ln>
        </p:spPr>
        <p:txBody>
          <a:bodyPr lIns="19080" rIns="19080" tIns="19080" bIns="1908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8165880" y="3344400"/>
            <a:ext cx="1289520" cy="1254960"/>
          </a:xfrm>
          <a:custGeom>
            <a:avLst/>
            <a:gdLst/>
            <a:ahLst/>
            <a:rect l="0" t="0" r="r" b="b"/>
            <a:pathLst>
              <a:path fill="none" w="3582" h="3486">
                <a:moveTo>
                  <a:pt x="0" y="0"/>
                </a:moveTo>
                <a:lnTo>
                  <a:pt x="678" y="0"/>
                </a:lnTo>
                <a:moveTo>
                  <a:pt x="872" y="0"/>
                </a:moveTo>
                <a:lnTo>
                  <a:pt x="1259" y="0"/>
                </a:lnTo>
                <a:moveTo>
                  <a:pt x="1356" y="0"/>
                </a:moveTo>
                <a:lnTo>
                  <a:pt x="1646" y="0"/>
                </a:lnTo>
                <a:moveTo>
                  <a:pt x="1743" y="0"/>
                </a:moveTo>
                <a:lnTo>
                  <a:pt x="1840" y="0"/>
                </a:lnTo>
                <a:moveTo>
                  <a:pt x="1937" y="0"/>
                </a:moveTo>
                <a:lnTo>
                  <a:pt x="2227" y="0"/>
                </a:lnTo>
                <a:moveTo>
                  <a:pt x="2324" y="0"/>
                </a:moveTo>
                <a:lnTo>
                  <a:pt x="2421" y="0"/>
                </a:lnTo>
                <a:moveTo>
                  <a:pt x="2711" y="0"/>
                </a:moveTo>
                <a:lnTo>
                  <a:pt x="2808" y="0"/>
                </a:lnTo>
                <a:moveTo>
                  <a:pt x="2905" y="0"/>
                </a:moveTo>
                <a:lnTo>
                  <a:pt x="3582" y="0"/>
                </a:lnTo>
                <a:moveTo>
                  <a:pt x="0" y="97"/>
                </a:moveTo>
                <a:lnTo>
                  <a:pt x="96" y="97"/>
                </a:lnTo>
                <a:moveTo>
                  <a:pt x="580" y="97"/>
                </a:moveTo>
                <a:lnTo>
                  <a:pt x="678" y="97"/>
                </a:lnTo>
                <a:moveTo>
                  <a:pt x="1259" y="97"/>
                </a:moveTo>
                <a:lnTo>
                  <a:pt x="1549" y="97"/>
                </a:lnTo>
                <a:moveTo>
                  <a:pt x="1840" y="97"/>
                </a:moveTo>
                <a:lnTo>
                  <a:pt x="1937" y="97"/>
                </a:lnTo>
                <a:moveTo>
                  <a:pt x="2033" y="97"/>
                </a:moveTo>
                <a:lnTo>
                  <a:pt x="2130" y="97"/>
                </a:lnTo>
                <a:moveTo>
                  <a:pt x="2421" y="97"/>
                </a:moveTo>
                <a:lnTo>
                  <a:pt x="2517" y="97"/>
                </a:lnTo>
                <a:moveTo>
                  <a:pt x="2614" y="97"/>
                </a:moveTo>
                <a:lnTo>
                  <a:pt x="2808" y="97"/>
                </a:lnTo>
                <a:moveTo>
                  <a:pt x="2905" y="97"/>
                </a:moveTo>
                <a:lnTo>
                  <a:pt x="3001" y="97"/>
                </a:lnTo>
                <a:moveTo>
                  <a:pt x="3485" y="97"/>
                </a:moveTo>
                <a:lnTo>
                  <a:pt x="3582" y="97"/>
                </a:lnTo>
                <a:moveTo>
                  <a:pt x="0" y="194"/>
                </a:moveTo>
                <a:lnTo>
                  <a:pt x="96" y="194"/>
                </a:lnTo>
                <a:moveTo>
                  <a:pt x="193" y="194"/>
                </a:moveTo>
                <a:lnTo>
                  <a:pt x="484" y="194"/>
                </a:lnTo>
                <a:moveTo>
                  <a:pt x="580" y="194"/>
                </a:moveTo>
                <a:lnTo>
                  <a:pt x="678" y="194"/>
                </a:lnTo>
                <a:moveTo>
                  <a:pt x="775" y="194"/>
                </a:moveTo>
                <a:lnTo>
                  <a:pt x="1065" y="194"/>
                </a:lnTo>
                <a:moveTo>
                  <a:pt x="1162" y="194"/>
                </a:moveTo>
                <a:lnTo>
                  <a:pt x="1356" y="194"/>
                </a:lnTo>
                <a:moveTo>
                  <a:pt x="1453" y="194"/>
                </a:moveTo>
                <a:lnTo>
                  <a:pt x="1646" y="194"/>
                </a:lnTo>
                <a:moveTo>
                  <a:pt x="1840" y="194"/>
                </a:moveTo>
                <a:lnTo>
                  <a:pt x="2227" y="194"/>
                </a:lnTo>
                <a:moveTo>
                  <a:pt x="2324" y="194"/>
                </a:moveTo>
                <a:lnTo>
                  <a:pt x="2421" y="194"/>
                </a:lnTo>
                <a:moveTo>
                  <a:pt x="2517" y="194"/>
                </a:moveTo>
                <a:lnTo>
                  <a:pt x="2614" y="194"/>
                </a:lnTo>
                <a:moveTo>
                  <a:pt x="2905" y="194"/>
                </a:moveTo>
                <a:lnTo>
                  <a:pt x="3001" y="194"/>
                </a:lnTo>
                <a:moveTo>
                  <a:pt x="3098" y="194"/>
                </a:moveTo>
                <a:lnTo>
                  <a:pt x="3389" y="194"/>
                </a:lnTo>
                <a:moveTo>
                  <a:pt x="3485" y="194"/>
                </a:moveTo>
                <a:lnTo>
                  <a:pt x="3582" y="194"/>
                </a:lnTo>
                <a:moveTo>
                  <a:pt x="0" y="291"/>
                </a:moveTo>
                <a:lnTo>
                  <a:pt x="96" y="291"/>
                </a:lnTo>
                <a:moveTo>
                  <a:pt x="193" y="291"/>
                </a:moveTo>
                <a:lnTo>
                  <a:pt x="484" y="291"/>
                </a:lnTo>
                <a:moveTo>
                  <a:pt x="580" y="291"/>
                </a:moveTo>
                <a:lnTo>
                  <a:pt x="678" y="291"/>
                </a:lnTo>
                <a:moveTo>
                  <a:pt x="775" y="291"/>
                </a:moveTo>
                <a:lnTo>
                  <a:pt x="969" y="291"/>
                </a:lnTo>
                <a:moveTo>
                  <a:pt x="1162" y="291"/>
                </a:moveTo>
                <a:lnTo>
                  <a:pt x="1259" y="291"/>
                </a:lnTo>
                <a:moveTo>
                  <a:pt x="1356" y="291"/>
                </a:moveTo>
                <a:lnTo>
                  <a:pt x="1453" y="291"/>
                </a:lnTo>
                <a:moveTo>
                  <a:pt x="1549" y="291"/>
                </a:moveTo>
                <a:lnTo>
                  <a:pt x="1743" y="291"/>
                </a:lnTo>
                <a:moveTo>
                  <a:pt x="1840" y="291"/>
                </a:moveTo>
                <a:lnTo>
                  <a:pt x="1937" y="291"/>
                </a:lnTo>
                <a:moveTo>
                  <a:pt x="2130" y="291"/>
                </a:moveTo>
                <a:lnTo>
                  <a:pt x="2227" y="291"/>
                </a:lnTo>
                <a:moveTo>
                  <a:pt x="2324" y="291"/>
                </a:moveTo>
                <a:lnTo>
                  <a:pt x="2614" y="291"/>
                </a:lnTo>
                <a:moveTo>
                  <a:pt x="2905" y="291"/>
                </a:moveTo>
                <a:lnTo>
                  <a:pt x="3001" y="291"/>
                </a:lnTo>
                <a:moveTo>
                  <a:pt x="3098" y="291"/>
                </a:moveTo>
                <a:lnTo>
                  <a:pt x="3389" y="291"/>
                </a:lnTo>
                <a:moveTo>
                  <a:pt x="3485" y="291"/>
                </a:moveTo>
                <a:lnTo>
                  <a:pt x="3582" y="291"/>
                </a:lnTo>
                <a:moveTo>
                  <a:pt x="0" y="387"/>
                </a:moveTo>
                <a:lnTo>
                  <a:pt x="96" y="387"/>
                </a:lnTo>
                <a:moveTo>
                  <a:pt x="193" y="387"/>
                </a:moveTo>
                <a:lnTo>
                  <a:pt x="484" y="387"/>
                </a:lnTo>
                <a:moveTo>
                  <a:pt x="580" y="387"/>
                </a:moveTo>
                <a:lnTo>
                  <a:pt x="678" y="387"/>
                </a:lnTo>
                <a:moveTo>
                  <a:pt x="775" y="387"/>
                </a:moveTo>
                <a:lnTo>
                  <a:pt x="1065" y="387"/>
                </a:lnTo>
                <a:moveTo>
                  <a:pt x="1453" y="387"/>
                </a:moveTo>
                <a:lnTo>
                  <a:pt x="1646" y="387"/>
                </a:lnTo>
                <a:moveTo>
                  <a:pt x="1743" y="387"/>
                </a:moveTo>
                <a:lnTo>
                  <a:pt x="2033" y="387"/>
                </a:lnTo>
                <a:moveTo>
                  <a:pt x="2227" y="387"/>
                </a:moveTo>
                <a:lnTo>
                  <a:pt x="2324" y="387"/>
                </a:lnTo>
                <a:moveTo>
                  <a:pt x="2711" y="387"/>
                </a:moveTo>
                <a:lnTo>
                  <a:pt x="2808" y="387"/>
                </a:lnTo>
                <a:moveTo>
                  <a:pt x="2905" y="387"/>
                </a:moveTo>
                <a:lnTo>
                  <a:pt x="3001" y="387"/>
                </a:lnTo>
                <a:moveTo>
                  <a:pt x="3098" y="387"/>
                </a:moveTo>
                <a:lnTo>
                  <a:pt x="3389" y="387"/>
                </a:lnTo>
                <a:moveTo>
                  <a:pt x="3485" y="387"/>
                </a:moveTo>
                <a:lnTo>
                  <a:pt x="3582" y="387"/>
                </a:lnTo>
                <a:moveTo>
                  <a:pt x="0" y="484"/>
                </a:moveTo>
                <a:lnTo>
                  <a:pt x="96" y="484"/>
                </a:lnTo>
                <a:moveTo>
                  <a:pt x="580" y="484"/>
                </a:moveTo>
                <a:lnTo>
                  <a:pt x="678" y="484"/>
                </a:lnTo>
                <a:moveTo>
                  <a:pt x="775" y="484"/>
                </a:moveTo>
                <a:lnTo>
                  <a:pt x="969" y="484"/>
                </a:lnTo>
                <a:moveTo>
                  <a:pt x="1065" y="484"/>
                </a:moveTo>
                <a:lnTo>
                  <a:pt x="1259" y="484"/>
                </a:lnTo>
                <a:moveTo>
                  <a:pt x="1356" y="484"/>
                </a:moveTo>
                <a:lnTo>
                  <a:pt x="1453" y="484"/>
                </a:lnTo>
                <a:moveTo>
                  <a:pt x="1743" y="484"/>
                </a:moveTo>
                <a:lnTo>
                  <a:pt x="1840" y="484"/>
                </a:lnTo>
                <a:moveTo>
                  <a:pt x="2130" y="484"/>
                </a:moveTo>
                <a:lnTo>
                  <a:pt x="2227" y="484"/>
                </a:lnTo>
                <a:moveTo>
                  <a:pt x="2324" y="484"/>
                </a:moveTo>
                <a:lnTo>
                  <a:pt x="2421" y="484"/>
                </a:lnTo>
                <a:moveTo>
                  <a:pt x="2614" y="484"/>
                </a:moveTo>
                <a:lnTo>
                  <a:pt x="2711" y="484"/>
                </a:lnTo>
                <a:moveTo>
                  <a:pt x="2905" y="484"/>
                </a:moveTo>
                <a:lnTo>
                  <a:pt x="3001" y="484"/>
                </a:lnTo>
                <a:moveTo>
                  <a:pt x="3485" y="484"/>
                </a:moveTo>
                <a:lnTo>
                  <a:pt x="3582" y="484"/>
                </a:lnTo>
                <a:moveTo>
                  <a:pt x="0" y="581"/>
                </a:moveTo>
                <a:lnTo>
                  <a:pt x="678" y="581"/>
                </a:lnTo>
                <a:moveTo>
                  <a:pt x="775" y="581"/>
                </a:moveTo>
                <a:lnTo>
                  <a:pt x="872" y="581"/>
                </a:lnTo>
                <a:moveTo>
                  <a:pt x="969" y="581"/>
                </a:moveTo>
                <a:lnTo>
                  <a:pt x="1065" y="581"/>
                </a:lnTo>
                <a:moveTo>
                  <a:pt x="1162" y="581"/>
                </a:moveTo>
                <a:lnTo>
                  <a:pt x="1259" y="581"/>
                </a:lnTo>
                <a:moveTo>
                  <a:pt x="1356" y="581"/>
                </a:moveTo>
                <a:lnTo>
                  <a:pt x="1453" y="581"/>
                </a:lnTo>
                <a:moveTo>
                  <a:pt x="1549" y="581"/>
                </a:moveTo>
                <a:lnTo>
                  <a:pt x="1646" y="581"/>
                </a:lnTo>
                <a:moveTo>
                  <a:pt x="1743" y="581"/>
                </a:moveTo>
                <a:lnTo>
                  <a:pt x="1840" y="581"/>
                </a:lnTo>
                <a:moveTo>
                  <a:pt x="1937" y="581"/>
                </a:moveTo>
                <a:lnTo>
                  <a:pt x="2033" y="581"/>
                </a:lnTo>
                <a:moveTo>
                  <a:pt x="2130" y="581"/>
                </a:moveTo>
                <a:lnTo>
                  <a:pt x="2227" y="581"/>
                </a:lnTo>
                <a:moveTo>
                  <a:pt x="2324" y="581"/>
                </a:moveTo>
                <a:lnTo>
                  <a:pt x="2421" y="581"/>
                </a:lnTo>
                <a:moveTo>
                  <a:pt x="2517" y="581"/>
                </a:moveTo>
                <a:lnTo>
                  <a:pt x="2614" y="581"/>
                </a:lnTo>
                <a:moveTo>
                  <a:pt x="2711" y="581"/>
                </a:moveTo>
                <a:lnTo>
                  <a:pt x="2808" y="581"/>
                </a:lnTo>
                <a:moveTo>
                  <a:pt x="2905" y="581"/>
                </a:moveTo>
                <a:lnTo>
                  <a:pt x="3582" y="581"/>
                </a:lnTo>
                <a:moveTo>
                  <a:pt x="775" y="678"/>
                </a:moveTo>
                <a:lnTo>
                  <a:pt x="872" y="678"/>
                </a:lnTo>
                <a:moveTo>
                  <a:pt x="1065" y="678"/>
                </a:moveTo>
                <a:lnTo>
                  <a:pt x="1453" y="678"/>
                </a:lnTo>
                <a:moveTo>
                  <a:pt x="2227" y="678"/>
                </a:moveTo>
                <a:lnTo>
                  <a:pt x="2421" y="678"/>
                </a:lnTo>
                <a:moveTo>
                  <a:pt x="2517" y="678"/>
                </a:moveTo>
                <a:lnTo>
                  <a:pt x="2614" y="678"/>
                </a:lnTo>
                <a:moveTo>
                  <a:pt x="2711" y="678"/>
                </a:moveTo>
                <a:lnTo>
                  <a:pt x="2808" y="678"/>
                </a:lnTo>
                <a:moveTo>
                  <a:pt x="0" y="775"/>
                </a:moveTo>
                <a:lnTo>
                  <a:pt x="96" y="775"/>
                </a:lnTo>
                <a:moveTo>
                  <a:pt x="193" y="775"/>
                </a:moveTo>
                <a:lnTo>
                  <a:pt x="678" y="775"/>
                </a:lnTo>
                <a:moveTo>
                  <a:pt x="969" y="775"/>
                </a:moveTo>
                <a:lnTo>
                  <a:pt x="1065" y="775"/>
                </a:lnTo>
                <a:moveTo>
                  <a:pt x="1162" y="775"/>
                </a:moveTo>
                <a:lnTo>
                  <a:pt x="1259" y="775"/>
                </a:lnTo>
                <a:moveTo>
                  <a:pt x="1356" y="775"/>
                </a:moveTo>
                <a:lnTo>
                  <a:pt x="1453" y="775"/>
                </a:lnTo>
                <a:moveTo>
                  <a:pt x="1743" y="775"/>
                </a:moveTo>
                <a:lnTo>
                  <a:pt x="2227" y="775"/>
                </a:lnTo>
                <a:moveTo>
                  <a:pt x="2324" y="775"/>
                </a:moveTo>
                <a:lnTo>
                  <a:pt x="2614" y="775"/>
                </a:lnTo>
                <a:moveTo>
                  <a:pt x="2905" y="775"/>
                </a:moveTo>
                <a:lnTo>
                  <a:pt x="3389" y="775"/>
                </a:lnTo>
                <a:moveTo>
                  <a:pt x="0" y="871"/>
                </a:moveTo>
                <a:lnTo>
                  <a:pt x="96" y="871"/>
                </a:lnTo>
                <a:moveTo>
                  <a:pt x="193" y="871"/>
                </a:moveTo>
                <a:lnTo>
                  <a:pt x="290" y="871"/>
                </a:lnTo>
                <a:moveTo>
                  <a:pt x="387" y="871"/>
                </a:moveTo>
                <a:lnTo>
                  <a:pt x="580" y="871"/>
                </a:lnTo>
                <a:moveTo>
                  <a:pt x="969" y="871"/>
                </a:moveTo>
                <a:lnTo>
                  <a:pt x="1065" y="871"/>
                </a:lnTo>
                <a:moveTo>
                  <a:pt x="1162" y="871"/>
                </a:moveTo>
                <a:lnTo>
                  <a:pt x="1646" y="871"/>
                </a:lnTo>
                <a:moveTo>
                  <a:pt x="2421" y="871"/>
                </a:moveTo>
                <a:lnTo>
                  <a:pt x="2517" y="871"/>
                </a:lnTo>
                <a:moveTo>
                  <a:pt x="2711" y="871"/>
                </a:moveTo>
                <a:lnTo>
                  <a:pt x="2905" y="871"/>
                </a:lnTo>
                <a:moveTo>
                  <a:pt x="3001" y="871"/>
                </a:moveTo>
                <a:lnTo>
                  <a:pt x="3098" y="871"/>
                </a:lnTo>
                <a:moveTo>
                  <a:pt x="3195" y="871"/>
                </a:moveTo>
                <a:lnTo>
                  <a:pt x="3292" y="871"/>
                </a:lnTo>
                <a:moveTo>
                  <a:pt x="3389" y="871"/>
                </a:moveTo>
                <a:lnTo>
                  <a:pt x="3485" y="871"/>
                </a:lnTo>
                <a:moveTo>
                  <a:pt x="0" y="968"/>
                </a:moveTo>
                <a:lnTo>
                  <a:pt x="290" y="968"/>
                </a:lnTo>
                <a:moveTo>
                  <a:pt x="484" y="968"/>
                </a:moveTo>
                <a:lnTo>
                  <a:pt x="678" y="968"/>
                </a:lnTo>
                <a:moveTo>
                  <a:pt x="775" y="968"/>
                </a:moveTo>
                <a:lnTo>
                  <a:pt x="872" y="968"/>
                </a:lnTo>
                <a:moveTo>
                  <a:pt x="969" y="968"/>
                </a:moveTo>
                <a:lnTo>
                  <a:pt x="1259" y="968"/>
                </a:lnTo>
                <a:moveTo>
                  <a:pt x="1356" y="968"/>
                </a:moveTo>
                <a:lnTo>
                  <a:pt x="1453" y="968"/>
                </a:lnTo>
                <a:moveTo>
                  <a:pt x="1743" y="968"/>
                </a:moveTo>
                <a:lnTo>
                  <a:pt x="1840" y="968"/>
                </a:lnTo>
                <a:moveTo>
                  <a:pt x="1937" y="968"/>
                </a:moveTo>
                <a:lnTo>
                  <a:pt x="3001" y="968"/>
                </a:lnTo>
                <a:moveTo>
                  <a:pt x="3098" y="968"/>
                </a:moveTo>
                <a:lnTo>
                  <a:pt x="3582" y="968"/>
                </a:lnTo>
                <a:moveTo>
                  <a:pt x="193" y="1065"/>
                </a:moveTo>
                <a:lnTo>
                  <a:pt x="290" y="1065"/>
                </a:lnTo>
                <a:moveTo>
                  <a:pt x="387" y="1065"/>
                </a:moveTo>
                <a:lnTo>
                  <a:pt x="580" y="1065"/>
                </a:lnTo>
                <a:moveTo>
                  <a:pt x="775" y="1065"/>
                </a:moveTo>
                <a:lnTo>
                  <a:pt x="1259" y="1065"/>
                </a:lnTo>
                <a:moveTo>
                  <a:pt x="1356" y="1065"/>
                </a:moveTo>
                <a:lnTo>
                  <a:pt x="1453" y="1065"/>
                </a:lnTo>
                <a:moveTo>
                  <a:pt x="1549" y="1065"/>
                </a:moveTo>
                <a:lnTo>
                  <a:pt x="1646" y="1065"/>
                </a:lnTo>
                <a:moveTo>
                  <a:pt x="2033" y="1065"/>
                </a:moveTo>
                <a:lnTo>
                  <a:pt x="2130" y="1065"/>
                </a:lnTo>
                <a:moveTo>
                  <a:pt x="2227" y="1065"/>
                </a:moveTo>
                <a:lnTo>
                  <a:pt x="2324" y="1065"/>
                </a:lnTo>
                <a:moveTo>
                  <a:pt x="2517" y="1065"/>
                </a:moveTo>
                <a:lnTo>
                  <a:pt x="2614" y="1065"/>
                </a:lnTo>
                <a:moveTo>
                  <a:pt x="2808" y="1065"/>
                </a:moveTo>
                <a:lnTo>
                  <a:pt x="2905" y="1065"/>
                </a:lnTo>
                <a:moveTo>
                  <a:pt x="3001" y="1065"/>
                </a:moveTo>
                <a:lnTo>
                  <a:pt x="3195" y="1065"/>
                </a:lnTo>
                <a:moveTo>
                  <a:pt x="3485" y="1065"/>
                </a:moveTo>
                <a:lnTo>
                  <a:pt x="3582" y="1065"/>
                </a:lnTo>
                <a:moveTo>
                  <a:pt x="0" y="1162"/>
                </a:moveTo>
                <a:lnTo>
                  <a:pt x="96" y="1162"/>
                </a:lnTo>
                <a:moveTo>
                  <a:pt x="387" y="1162"/>
                </a:moveTo>
                <a:lnTo>
                  <a:pt x="678" y="1162"/>
                </a:lnTo>
                <a:moveTo>
                  <a:pt x="1065" y="1162"/>
                </a:moveTo>
                <a:lnTo>
                  <a:pt x="1259" y="1162"/>
                </a:lnTo>
                <a:moveTo>
                  <a:pt x="1356" y="1162"/>
                </a:moveTo>
                <a:lnTo>
                  <a:pt x="1453" y="1162"/>
                </a:lnTo>
                <a:moveTo>
                  <a:pt x="1549" y="1162"/>
                </a:moveTo>
                <a:lnTo>
                  <a:pt x="1743" y="1162"/>
                </a:lnTo>
                <a:moveTo>
                  <a:pt x="2130" y="1162"/>
                </a:moveTo>
                <a:lnTo>
                  <a:pt x="2324" y="1162"/>
                </a:lnTo>
                <a:moveTo>
                  <a:pt x="2421" y="1162"/>
                </a:moveTo>
                <a:lnTo>
                  <a:pt x="2614" y="1162"/>
                </a:lnTo>
                <a:moveTo>
                  <a:pt x="2808" y="1162"/>
                </a:moveTo>
                <a:lnTo>
                  <a:pt x="3001" y="1162"/>
                </a:lnTo>
                <a:moveTo>
                  <a:pt x="3098" y="1162"/>
                </a:moveTo>
                <a:lnTo>
                  <a:pt x="3582" y="1162"/>
                </a:lnTo>
                <a:moveTo>
                  <a:pt x="96" y="1259"/>
                </a:moveTo>
                <a:lnTo>
                  <a:pt x="193" y="1259"/>
                </a:lnTo>
                <a:moveTo>
                  <a:pt x="387" y="1259"/>
                </a:moveTo>
                <a:lnTo>
                  <a:pt x="484" y="1259"/>
                </a:lnTo>
                <a:moveTo>
                  <a:pt x="775" y="1259"/>
                </a:moveTo>
                <a:lnTo>
                  <a:pt x="872" y="1259"/>
                </a:lnTo>
                <a:moveTo>
                  <a:pt x="1065" y="1259"/>
                </a:moveTo>
                <a:lnTo>
                  <a:pt x="1259" y="1259"/>
                </a:lnTo>
                <a:moveTo>
                  <a:pt x="1356" y="1259"/>
                </a:moveTo>
                <a:lnTo>
                  <a:pt x="1453" y="1259"/>
                </a:lnTo>
                <a:moveTo>
                  <a:pt x="1549" y="1259"/>
                </a:moveTo>
                <a:lnTo>
                  <a:pt x="2130" y="1259"/>
                </a:lnTo>
                <a:moveTo>
                  <a:pt x="2227" y="1259"/>
                </a:moveTo>
                <a:lnTo>
                  <a:pt x="2324" y="1259"/>
                </a:lnTo>
                <a:moveTo>
                  <a:pt x="3001" y="1259"/>
                </a:moveTo>
                <a:lnTo>
                  <a:pt x="3098" y="1259"/>
                </a:lnTo>
                <a:moveTo>
                  <a:pt x="3389" y="1259"/>
                </a:moveTo>
                <a:lnTo>
                  <a:pt x="3485" y="1259"/>
                </a:lnTo>
                <a:moveTo>
                  <a:pt x="0" y="1355"/>
                </a:moveTo>
                <a:lnTo>
                  <a:pt x="484" y="1355"/>
                </a:lnTo>
                <a:moveTo>
                  <a:pt x="580" y="1355"/>
                </a:moveTo>
                <a:lnTo>
                  <a:pt x="678" y="1355"/>
                </a:lnTo>
                <a:moveTo>
                  <a:pt x="775" y="1355"/>
                </a:moveTo>
                <a:lnTo>
                  <a:pt x="872" y="1355"/>
                </a:lnTo>
                <a:moveTo>
                  <a:pt x="1162" y="1355"/>
                </a:moveTo>
                <a:lnTo>
                  <a:pt x="1743" y="1355"/>
                </a:lnTo>
                <a:moveTo>
                  <a:pt x="1937" y="1355"/>
                </a:moveTo>
                <a:lnTo>
                  <a:pt x="2130" y="1355"/>
                </a:lnTo>
                <a:moveTo>
                  <a:pt x="2324" y="1355"/>
                </a:moveTo>
                <a:lnTo>
                  <a:pt x="2421" y="1355"/>
                </a:lnTo>
                <a:moveTo>
                  <a:pt x="2517" y="1355"/>
                </a:moveTo>
                <a:lnTo>
                  <a:pt x="2711" y="1355"/>
                </a:lnTo>
                <a:moveTo>
                  <a:pt x="2808" y="1355"/>
                </a:moveTo>
                <a:lnTo>
                  <a:pt x="3292" y="1355"/>
                </a:lnTo>
                <a:moveTo>
                  <a:pt x="3389" y="1355"/>
                </a:moveTo>
                <a:lnTo>
                  <a:pt x="3582" y="1355"/>
                </a:lnTo>
                <a:moveTo>
                  <a:pt x="387" y="1452"/>
                </a:moveTo>
                <a:lnTo>
                  <a:pt x="580" y="1452"/>
                </a:lnTo>
                <a:moveTo>
                  <a:pt x="872" y="1452"/>
                </a:moveTo>
                <a:lnTo>
                  <a:pt x="1065" y="1452"/>
                </a:lnTo>
                <a:moveTo>
                  <a:pt x="1162" y="1452"/>
                </a:moveTo>
                <a:lnTo>
                  <a:pt x="1840" y="1452"/>
                </a:lnTo>
                <a:moveTo>
                  <a:pt x="1937" y="1452"/>
                </a:moveTo>
                <a:lnTo>
                  <a:pt x="2227" y="1452"/>
                </a:lnTo>
                <a:moveTo>
                  <a:pt x="2905" y="1452"/>
                </a:moveTo>
                <a:lnTo>
                  <a:pt x="3195" y="1452"/>
                </a:lnTo>
                <a:moveTo>
                  <a:pt x="3389" y="1452"/>
                </a:moveTo>
                <a:lnTo>
                  <a:pt x="3582" y="1452"/>
                </a:lnTo>
                <a:moveTo>
                  <a:pt x="0" y="1549"/>
                </a:moveTo>
                <a:lnTo>
                  <a:pt x="96" y="1549"/>
                </a:lnTo>
                <a:moveTo>
                  <a:pt x="387" y="1549"/>
                </a:moveTo>
                <a:lnTo>
                  <a:pt x="775" y="1549"/>
                </a:lnTo>
                <a:moveTo>
                  <a:pt x="1065" y="1549"/>
                </a:moveTo>
                <a:lnTo>
                  <a:pt x="1162" y="1549"/>
                </a:lnTo>
                <a:moveTo>
                  <a:pt x="1259" y="1549"/>
                </a:moveTo>
                <a:lnTo>
                  <a:pt x="1356" y="1549"/>
                </a:lnTo>
                <a:moveTo>
                  <a:pt x="1453" y="1549"/>
                </a:moveTo>
                <a:lnTo>
                  <a:pt x="1646" y="1549"/>
                </a:lnTo>
                <a:moveTo>
                  <a:pt x="1840" y="1549"/>
                </a:moveTo>
                <a:lnTo>
                  <a:pt x="1937" y="1549"/>
                </a:lnTo>
                <a:moveTo>
                  <a:pt x="2033" y="1549"/>
                </a:moveTo>
                <a:lnTo>
                  <a:pt x="2130" y="1549"/>
                </a:lnTo>
                <a:moveTo>
                  <a:pt x="2324" y="1549"/>
                </a:moveTo>
                <a:lnTo>
                  <a:pt x="2711" y="1549"/>
                </a:lnTo>
                <a:moveTo>
                  <a:pt x="2808" y="1549"/>
                </a:moveTo>
                <a:lnTo>
                  <a:pt x="3001" y="1549"/>
                </a:lnTo>
                <a:moveTo>
                  <a:pt x="3098" y="1549"/>
                </a:moveTo>
                <a:lnTo>
                  <a:pt x="3195" y="1549"/>
                </a:lnTo>
                <a:moveTo>
                  <a:pt x="3292" y="1549"/>
                </a:moveTo>
                <a:lnTo>
                  <a:pt x="3389" y="1549"/>
                </a:lnTo>
                <a:moveTo>
                  <a:pt x="3485" y="1549"/>
                </a:moveTo>
                <a:lnTo>
                  <a:pt x="3582" y="1549"/>
                </a:lnTo>
                <a:moveTo>
                  <a:pt x="0" y="1646"/>
                </a:moveTo>
                <a:lnTo>
                  <a:pt x="96" y="1646"/>
                </a:lnTo>
                <a:moveTo>
                  <a:pt x="193" y="1646"/>
                </a:moveTo>
                <a:lnTo>
                  <a:pt x="387" y="1646"/>
                </a:lnTo>
                <a:moveTo>
                  <a:pt x="484" y="1646"/>
                </a:moveTo>
                <a:lnTo>
                  <a:pt x="580" y="1646"/>
                </a:lnTo>
                <a:moveTo>
                  <a:pt x="678" y="1646"/>
                </a:moveTo>
                <a:lnTo>
                  <a:pt x="872" y="1646"/>
                </a:lnTo>
                <a:moveTo>
                  <a:pt x="1259" y="1646"/>
                </a:moveTo>
                <a:lnTo>
                  <a:pt x="1356" y="1646"/>
                </a:lnTo>
                <a:moveTo>
                  <a:pt x="1453" y="1646"/>
                </a:moveTo>
                <a:lnTo>
                  <a:pt x="1549" y="1646"/>
                </a:lnTo>
                <a:moveTo>
                  <a:pt x="1646" y="1646"/>
                </a:moveTo>
                <a:lnTo>
                  <a:pt x="1840" y="1646"/>
                </a:lnTo>
                <a:moveTo>
                  <a:pt x="1937" y="1646"/>
                </a:moveTo>
                <a:lnTo>
                  <a:pt x="2033" y="1646"/>
                </a:lnTo>
                <a:moveTo>
                  <a:pt x="2130" y="1646"/>
                </a:moveTo>
                <a:lnTo>
                  <a:pt x="2227" y="1646"/>
                </a:lnTo>
                <a:moveTo>
                  <a:pt x="2324" y="1646"/>
                </a:moveTo>
                <a:lnTo>
                  <a:pt x="2517" y="1646"/>
                </a:lnTo>
                <a:moveTo>
                  <a:pt x="2711" y="1646"/>
                </a:moveTo>
                <a:lnTo>
                  <a:pt x="2905" y="1646"/>
                </a:lnTo>
                <a:moveTo>
                  <a:pt x="3001" y="1646"/>
                </a:moveTo>
                <a:lnTo>
                  <a:pt x="3098" y="1646"/>
                </a:lnTo>
                <a:moveTo>
                  <a:pt x="3195" y="1646"/>
                </a:moveTo>
                <a:lnTo>
                  <a:pt x="3292" y="1646"/>
                </a:lnTo>
                <a:moveTo>
                  <a:pt x="3389" y="1646"/>
                </a:moveTo>
                <a:lnTo>
                  <a:pt x="3485" y="1646"/>
                </a:lnTo>
                <a:moveTo>
                  <a:pt x="0" y="1743"/>
                </a:moveTo>
                <a:lnTo>
                  <a:pt x="193" y="1743"/>
                </a:lnTo>
                <a:moveTo>
                  <a:pt x="387" y="1743"/>
                </a:moveTo>
                <a:lnTo>
                  <a:pt x="484" y="1743"/>
                </a:lnTo>
                <a:moveTo>
                  <a:pt x="580" y="1743"/>
                </a:moveTo>
                <a:lnTo>
                  <a:pt x="775" y="1743"/>
                </a:lnTo>
                <a:moveTo>
                  <a:pt x="1162" y="1743"/>
                </a:moveTo>
                <a:lnTo>
                  <a:pt x="1259" y="1743"/>
                </a:lnTo>
                <a:moveTo>
                  <a:pt x="1453" y="1743"/>
                </a:moveTo>
                <a:lnTo>
                  <a:pt x="1646" y="1743"/>
                </a:lnTo>
                <a:moveTo>
                  <a:pt x="1840" y="1743"/>
                </a:moveTo>
                <a:lnTo>
                  <a:pt x="1937" y="1743"/>
                </a:lnTo>
                <a:moveTo>
                  <a:pt x="2033" y="1743"/>
                </a:moveTo>
                <a:lnTo>
                  <a:pt x="2130" y="1743"/>
                </a:lnTo>
                <a:moveTo>
                  <a:pt x="2324" y="1743"/>
                </a:moveTo>
                <a:lnTo>
                  <a:pt x="2421" y="1743"/>
                </a:lnTo>
                <a:moveTo>
                  <a:pt x="2517" y="1743"/>
                </a:moveTo>
                <a:lnTo>
                  <a:pt x="2808" y="1743"/>
                </a:lnTo>
                <a:moveTo>
                  <a:pt x="3001" y="1743"/>
                </a:moveTo>
                <a:lnTo>
                  <a:pt x="3098" y="1743"/>
                </a:lnTo>
                <a:moveTo>
                  <a:pt x="3292" y="1743"/>
                </a:moveTo>
                <a:lnTo>
                  <a:pt x="3582" y="1743"/>
                </a:lnTo>
                <a:moveTo>
                  <a:pt x="193" y="1839"/>
                </a:moveTo>
                <a:lnTo>
                  <a:pt x="387" y="1839"/>
                </a:lnTo>
                <a:moveTo>
                  <a:pt x="775" y="1839"/>
                </a:moveTo>
                <a:lnTo>
                  <a:pt x="872" y="1839"/>
                </a:lnTo>
                <a:moveTo>
                  <a:pt x="969" y="1839"/>
                </a:moveTo>
                <a:lnTo>
                  <a:pt x="1259" y="1839"/>
                </a:lnTo>
                <a:moveTo>
                  <a:pt x="1453" y="1839"/>
                </a:moveTo>
                <a:lnTo>
                  <a:pt x="1549" y="1839"/>
                </a:lnTo>
                <a:moveTo>
                  <a:pt x="1743" y="1839"/>
                </a:moveTo>
                <a:lnTo>
                  <a:pt x="2227" y="1839"/>
                </a:lnTo>
                <a:moveTo>
                  <a:pt x="2324" y="1839"/>
                </a:moveTo>
                <a:lnTo>
                  <a:pt x="2421" y="1839"/>
                </a:lnTo>
                <a:moveTo>
                  <a:pt x="2517" y="1839"/>
                </a:moveTo>
                <a:lnTo>
                  <a:pt x="2711" y="1839"/>
                </a:lnTo>
                <a:moveTo>
                  <a:pt x="2808" y="1839"/>
                </a:moveTo>
                <a:lnTo>
                  <a:pt x="3098" y="1839"/>
                </a:lnTo>
                <a:moveTo>
                  <a:pt x="3485" y="1839"/>
                </a:moveTo>
                <a:lnTo>
                  <a:pt x="3582" y="1839"/>
                </a:lnTo>
                <a:moveTo>
                  <a:pt x="96" y="1936"/>
                </a:moveTo>
                <a:lnTo>
                  <a:pt x="387" y="1936"/>
                </a:lnTo>
                <a:moveTo>
                  <a:pt x="580" y="1936"/>
                </a:moveTo>
                <a:lnTo>
                  <a:pt x="678" y="1936"/>
                </a:lnTo>
                <a:moveTo>
                  <a:pt x="775" y="1936"/>
                </a:moveTo>
                <a:lnTo>
                  <a:pt x="969" y="1936"/>
                </a:lnTo>
                <a:moveTo>
                  <a:pt x="1162" y="1936"/>
                </a:moveTo>
                <a:lnTo>
                  <a:pt x="1259" y="1936"/>
                </a:lnTo>
                <a:moveTo>
                  <a:pt x="1356" y="1936"/>
                </a:moveTo>
                <a:lnTo>
                  <a:pt x="1549" y="1936"/>
                </a:lnTo>
                <a:moveTo>
                  <a:pt x="1646" y="1936"/>
                </a:moveTo>
                <a:lnTo>
                  <a:pt x="1743" y="1936"/>
                </a:lnTo>
                <a:moveTo>
                  <a:pt x="1840" y="1936"/>
                </a:moveTo>
                <a:lnTo>
                  <a:pt x="1937" y="1936"/>
                </a:lnTo>
                <a:moveTo>
                  <a:pt x="2130" y="1936"/>
                </a:moveTo>
                <a:lnTo>
                  <a:pt x="2227" y="1936"/>
                </a:lnTo>
                <a:moveTo>
                  <a:pt x="2421" y="1936"/>
                </a:moveTo>
                <a:lnTo>
                  <a:pt x="2517" y="1936"/>
                </a:lnTo>
                <a:moveTo>
                  <a:pt x="2614" y="1936"/>
                </a:moveTo>
                <a:lnTo>
                  <a:pt x="2711" y="1936"/>
                </a:lnTo>
                <a:moveTo>
                  <a:pt x="2808" y="1936"/>
                </a:moveTo>
                <a:lnTo>
                  <a:pt x="3001" y="1936"/>
                </a:lnTo>
                <a:moveTo>
                  <a:pt x="3098" y="1936"/>
                </a:moveTo>
                <a:lnTo>
                  <a:pt x="3389" y="1936"/>
                </a:lnTo>
                <a:moveTo>
                  <a:pt x="96" y="2033"/>
                </a:moveTo>
                <a:lnTo>
                  <a:pt x="387" y="2033"/>
                </a:lnTo>
                <a:moveTo>
                  <a:pt x="484" y="2033"/>
                </a:moveTo>
                <a:lnTo>
                  <a:pt x="580" y="2033"/>
                </a:lnTo>
                <a:moveTo>
                  <a:pt x="872" y="2033"/>
                </a:moveTo>
                <a:lnTo>
                  <a:pt x="969" y="2033"/>
                </a:lnTo>
                <a:moveTo>
                  <a:pt x="1065" y="2033"/>
                </a:moveTo>
                <a:lnTo>
                  <a:pt x="1162" y="2033"/>
                </a:lnTo>
                <a:moveTo>
                  <a:pt x="1356" y="2033"/>
                </a:moveTo>
                <a:lnTo>
                  <a:pt x="1453" y="2033"/>
                </a:lnTo>
                <a:moveTo>
                  <a:pt x="1549" y="2033"/>
                </a:moveTo>
                <a:lnTo>
                  <a:pt x="1646" y="2033"/>
                </a:lnTo>
                <a:moveTo>
                  <a:pt x="1840" y="2033"/>
                </a:moveTo>
                <a:lnTo>
                  <a:pt x="1937" y="2033"/>
                </a:lnTo>
                <a:moveTo>
                  <a:pt x="2227" y="2033"/>
                </a:moveTo>
                <a:lnTo>
                  <a:pt x="2324" y="2033"/>
                </a:lnTo>
                <a:moveTo>
                  <a:pt x="2711" y="2033"/>
                </a:moveTo>
                <a:lnTo>
                  <a:pt x="2905" y="2033"/>
                </a:lnTo>
                <a:moveTo>
                  <a:pt x="3195" y="2033"/>
                </a:moveTo>
                <a:lnTo>
                  <a:pt x="3292" y="2033"/>
                </a:lnTo>
                <a:moveTo>
                  <a:pt x="0" y="2130"/>
                </a:moveTo>
                <a:lnTo>
                  <a:pt x="193" y="2130"/>
                </a:lnTo>
                <a:moveTo>
                  <a:pt x="387" y="2130"/>
                </a:moveTo>
                <a:lnTo>
                  <a:pt x="484" y="2130"/>
                </a:lnTo>
                <a:moveTo>
                  <a:pt x="580" y="2130"/>
                </a:moveTo>
                <a:lnTo>
                  <a:pt x="678" y="2130"/>
                </a:lnTo>
                <a:moveTo>
                  <a:pt x="1065" y="2130"/>
                </a:moveTo>
                <a:lnTo>
                  <a:pt x="1162" y="2130"/>
                </a:lnTo>
                <a:moveTo>
                  <a:pt x="1356" y="2130"/>
                </a:moveTo>
                <a:lnTo>
                  <a:pt x="1549" y="2130"/>
                </a:lnTo>
                <a:moveTo>
                  <a:pt x="1743" y="2130"/>
                </a:moveTo>
                <a:lnTo>
                  <a:pt x="1840" y="2130"/>
                </a:lnTo>
                <a:moveTo>
                  <a:pt x="1937" y="2130"/>
                </a:moveTo>
                <a:lnTo>
                  <a:pt x="2033" y="2130"/>
                </a:lnTo>
                <a:moveTo>
                  <a:pt x="2130" y="2130"/>
                </a:moveTo>
                <a:lnTo>
                  <a:pt x="2227" y="2130"/>
                </a:lnTo>
                <a:moveTo>
                  <a:pt x="2614" y="2130"/>
                </a:moveTo>
                <a:lnTo>
                  <a:pt x="2808" y="2130"/>
                </a:lnTo>
                <a:moveTo>
                  <a:pt x="2905" y="2130"/>
                </a:moveTo>
                <a:lnTo>
                  <a:pt x="3292" y="2130"/>
                </a:lnTo>
                <a:moveTo>
                  <a:pt x="3389" y="2130"/>
                </a:moveTo>
                <a:lnTo>
                  <a:pt x="3582" y="2130"/>
                </a:lnTo>
                <a:moveTo>
                  <a:pt x="96" y="2227"/>
                </a:moveTo>
                <a:lnTo>
                  <a:pt x="290" y="2227"/>
                </a:lnTo>
                <a:moveTo>
                  <a:pt x="484" y="2227"/>
                </a:moveTo>
                <a:lnTo>
                  <a:pt x="580" y="2227"/>
                </a:lnTo>
                <a:moveTo>
                  <a:pt x="678" y="2227"/>
                </a:moveTo>
                <a:lnTo>
                  <a:pt x="969" y="2227"/>
                </a:lnTo>
                <a:moveTo>
                  <a:pt x="1259" y="2227"/>
                </a:moveTo>
                <a:lnTo>
                  <a:pt x="1356" y="2227"/>
                </a:lnTo>
                <a:moveTo>
                  <a:pt x="1937" y="2227"/>
                </a:moveTo>
                <a:lnTo>
                  <a:pt x="2033" y="2227"/>
                </a:lnTo>
                <a:moveTo>
                  <a:pt x="2227" y="2227"/>
                </a:moveTo>
                <a:lnTo>
                  <a:pt x="2421" y="2227"/>
                </a:lnTo>
                <a:moveTo>
                  <a:pt x="2517" y="2227"/>
                </a:moveTo>
                <a:lnTo>
                  <a:pt x="2711" y="2227"/>
                </a:lnTo>
                <a:moveTo>
                  <a:pt x="3001" y="2227"/>
                </a:moveTo>
                <a:lnTo>
                  <a:pt x="3195" y="2227"/>
                </a:lnTo>
                <a:moveTo>
                  <a:pt x="3389" y="2227"/>
                </a:moveTo>
                <a:lnTo>
                  <a:pt x="3582" y="2227"/>
                </a:lnTo>
                <a:moveTo>
                  <a:pt x="290" y="2323"/>
                </a:moveTo>
                <a:lnTo>
                  <a:pt x="387" y="2323"/>
                </a:lnTo>
                <a:moveTo>
                  <a:pt x="580" y="2323"/>
                </a:moveTo>
                <a:lnTo>
                  <a:pt x="775" y="2323"/>
                </a:lnTo>
                <a:moveTo>
                  <a:pt x="1162" y="2323"/>
                </a:moveTo>
                <a:lnTo>
                  <a:pt x="1356" y="2323"/>
                </a:lnTo>
                <a:moveTo>
                  <a:pt x="1453" y="2323"/>
                </a:moveTo>
                <a:lnTo>
                  <a:pt x="1549" y="2323"/>
                </a:lnTo>
                <a:moveTo>
                  <a:pt x="1743" y="2323"/>
                </a:moveTo>
                <a:lnTo>
                  <a:pt x="1840" y="2323"/>
                </a:lnTo>
                <a:moveTo>
                  <a:pt x="1937" y="2323"/>
                </a:moveTo>
                <a:lnTo>
                  <a:pt x="2227" y="2323"/>
                </a:lnTo>
                <a:moveTo>
                  <a:pt x="2324" y="2323"/>
                </a:moveTo>
                <a:lnTo>
                  <a:pt x="2711" y="2323"/>
                </a:lnTo>
                <a:moveTo>
                  <a:pt x="2808" y="2323"/>
                </a:moveTo>
                <a:lnTo>
                  <a:pt x="3001" y="2323"/>
                </a:lnTo>
                <a:moveTo>
                  <a:pt x="3098" y="2323"/>
                </a:moveTo>
                <a:lnTo>
                  <a:pt x="3195" y="2323"/>
                </a:lnTo>
                <a:moveTo>
                  <a:pt x="3292" y="2323"/>
                </a:moveTo>
                <a:lnTo>
                  <a:pt x="3582" y="2323"/>
                </a:lnTo>
                <a:moveTo>
                  <a:pt x="0" y="2420"/>
                </a:moveTo>
                <a:lnTo>
                  <a:pt x="96" y="2420"/>
                </a:lnTo>
                <a:moveTo>
                  <a:pt x="193" y="2420"/>
                </a:moveTo>
                <a:lnTo>
                  <a:pt x="387" y="2420"/>
                </a:lnTo>
                <a:moveTo>
                  <a:pt x="484" y="2420"/>
                </a:moveTo>
                <a:lnTo>
                  <a:pt x="580" y="2420"/>
                </a:lnTo>
                <a:moveTo>
                  <a:pt x="678" y="2420"/>
                </a:moveTo>
                <a:lnTo>
                  <a:pt x="872" y="2420"/>
                </a:lnTo>
                <a:moveTo>
                  <a:pt x="969" y="2420"/>
                </a:moveTo>
                <a:lnTo>
                  <a:pt x="1646" y="2420"/>
                </a:lnTo>
                <a:moveTo>
                  <a:pt x="2033" y="2420"/>
                </a:moveTo>
                <a:lnTo>
                  <a:pt x="2130" y="2420"/>
                </a:lnTo>
                <a:moveTo>
                  <a:pt x="2324" y="2420"/>
                </a:moveTo>
                <a:lnTo>
                  <a:pt x="2517" y="2420"/>
                </a:lnTo>
                <a:moveTo>
                  <a:pt x="2711" y="2420"/>
                </a:moveTo>
                <a:lnTo>
                  <a:pt x="2808" y="2420"/>
                </a:lnTo>
                <a:moveTo>
                  <a:pt x="3001" y="2420"/>
                </a:moveTo>
                <a:lnTo>
                  <a:pt x="3098" y="2420"/>
                </a:lnTo>
                <a:moveTo>
                  <a:pt x="3195" y="2420"/>
                </a:moveTo>
                <a:lnTo>
                  <a:pt x="3389" y="2420"/>
                </a:lnTo>
                <a:moveTo>
                  <a:pt x="0" y="2517"/>
                </a:moveTo>
                <a:lnTo>
                  <a:pt x="96" y="2517"/>
                </a:lnTo>
                <a:moveTo>
                  <a:pt x="290" y="2517"/>
                </a:moveTo>
                <a:lnTo>
                  <a:pt x="387" y="2517"/>
                </a:lnTo>
                <a:moveTo>
                  <a:pt x="484" y="2517"/>
                </a:moveTo>
                <a:lnTo>
                  <a:pt x="775" y="2517"/>
                </a:lnTo>
                <a:moveTo>
                  <a:pt x="872" y="2517"/>
                </a:moveTo>
                <a:lnTo>
                  <a:pt x="1259" y="2517"/>
                </a:lnTo>
                <a:moveTo>
                  <a:pt x="1937" y="2517"/>
                </a:moveTo>
                <a:lnTo>
                  <a:pt x="2130" y="2517"/>
                </a:lnTo>
                <a:moveTo>
                  <a:pt x="2421" y="2517"/>
                </a:moveTo>
                <a:lnTo>
                  <a:pt x="3292" y="2517"/>
                </a:lnTo>
                <a:moveTo>
                  <a:pt x="3389" y="2517"/>
                </a:moveTo>
                <a:lnTo>
                  <a:pt x="3582" y="2517"/>
                </a:lnTo>
                <a:moveTo>
                  <a:pt x="0" y="2614"/>
                </a:moveTo>
                <a:lnTo>
                  <a:pt x="96" y="2614"/>
                </a:lnTo>
                <a:moveTo>
                  <a:pt x="387" y="2614"/>
                </a:moveTo>
                <a:lnTo>
                  <a:pt x="580" y="2614"/>
                </a:lnTo>
                <a:moveTo>
                  <a:pt x="678" y="2614"/>
                </a:moveTo>
                <a:lnTo>
                  <a:pt x="1065" y="2614"/>
                </a:lnTo>
                <a:moveTo>
                  <a:pt x="1162" y="2614"/>
                </a:moveTo>
                <a:lnTo>
                  <a:pt x="1259" y="2614"/>
                </a:lnTo>
                <a:moveTo>
                  <a:pt x="1356" y="2614"/>
                </a:moveTo>
                <a:lnTo>
                  <a:pt x="1453" y="2614"/>
                </a:lnTo>
                <a:moveTo>
                  <a:pt x="1549" y="2614"/>
                </a:moveTo>
                <a:lnTo>
                  <a:pt x="1646" y="2614"/>
                </a:lnTo>
                <a:moveTo>
                  <a:pt x="1743" y="2614"/>
                </a:moveTo>
                <a:lnTo>
                  <a:pt x="1840" y="2614"/>
                </a:lnTo>
                <a:moveTo>
                  <a:pt x="2033" y="2614"/>
                </a:moveTo>
                <a:lnTo>
                  <a:pt x="2227" y="2614"/>
                </a:lnTo>
                <a:moveTo>
                  <a:pt x="2324" y="2614"/>
                </a:moveTo>
                <a:lnTo>
                  <a:pt x="2421" y="2614"/>
                </a:lnTo>
                <a:moveTo>
                  <a:pt x="2517" y="2614"/>
                </a:moveTo>
                <a:lnTo>
                  <a:pt x="2614" y="2614"/>
                </a:lnTo>
                <a:moveTo>
                  <a:pt x="2711" y="2614"/>
                </a:moveTo>
                <a:lnTo>
                  <a:pt x="2808" y="2614"/>
                </a:lnTo>
                <a:moveTo>
                  <a:pt x="2905" y="2614"/>
                </a:moveTo>
                <a:lnTo>
                  <a:pt x="3001" y="2614"/>
                </a:lnTo>
                <a:moveTo>
                  <a:pt x="3195" y="2614"/>
                </a:moveTo>
                <a:lnTo>
                  <a:pt x="3292" y="2614"/>
                </a:lnTo>
                <a:moveTo>
                  <a:pt x="3485" y="2614"/>
                </a:moveTo>
                <a:lnTo>
                  <a:pt x="3582" y="2614"/>
                </a:lnTo>
                <a:moveTo>
                  <a:pt x="0" y="2711"/>
                </a:moveTo>
                <a:lnTo>
                  <a:pt x="96" y="2711"/>
                </a:lnTo>
                <a:moveTo>
                  <a:pt x="387" y="2711"/>
                </a:moveTo>
                <a:lnTo>
                  <a:pt x="678" y="2711"/>
                </a:lnTo>
                <a:moveTo>
                  <a:pt x="969" y="2711"/>
                </a:moveTo>
                <a:lnTo>
                  <a:pt x="1162" y="2711"/>
                </a:lnTo>
                <a:moveTo>
                  <a:pt x="1356" y="2711"/>
                </a:moveTo>
                <a:lnTo>
                  <a:pt x="1453" y="2711"/>
                </a:lnTo>
                <a:moveTo>
                  <a:pt x="1549" y="2711"/>
                </a:moveTo>
                <a:lnTo>
                  <a:pt x="1743" y="2711"/>
                </a:lnTo>
                <a:moveTo>
                  <a:pt x="2130" y="2711"/>
                </a:moveTo>
                <a:lnTo>
                  <a:pt x="2227" y="2711"/>
                </a:lnTo>
                <a:moveTo>
                  <a:pt x="2421" y="2711"/>
                </a:moveTo>
                <a:lnTo>
                  <a:pt x="2614" y="2711"/>
                </a:lnTo>
                <a:moveTo>
                  <a:pt x="2711" y="2711"/>
                </a:moveTo>
                <a:lnTo>
                  <a:pt x="3389" y="2711"/>
                </a:lnTo>
                <a:moveTo>
                  <a:pt x="3485" y="2711"/>
                </a:moveTo>
                <a:lnTo>
                  <a:pt x="3582" y="2711"/>
                </a:lnTo>
                <a:moveTo>
                  <a:pt x="775" y="2807"/>
                </a:moveTo>
                <a:lnTo>
                  <a:pt x="872" y="2807"/>
                </a:lnTo>
                <a:moveTo>
                  <a:pt x="969" y="2807"/>
                </a:moveTo>
                <a:lnTo>
                  <a:pt x="1162" y="2807"/>
                </a:lnTo>
                <a:moveTo>
                  <a:pt x="1356" y="2807"/>
                </a:moveTo>
                <a:lnTo>
                  <a:pt x="1453" y="2807"/>
                </a:lnTo>
                <a:moveTo>
                  <a:pt x="1549" y="2807"/>
                </a:moveTo>
                <a:lnTo>
                  <a:pt x="2130" y="2807"/>
                </a:lnTo>
                <a:moveTo>
                  <a:pt x="2227" y="2807"/>
                </a:moveTo>
                <a:lnTo>
                  <a:pt x="2324" y="2807"/>
                </a:lnTo>
                <a:moveTo>
                  <a:pt x="2421" y="2807"/>
                </a:moveTo>
                <a:lnTo>
                  <a:pt x="2517" y="2807"/>
                </a:lnTo>
                <a:moveTo>
                  <a:pt x="2614" y="2807"/>
                </a:moveTo>
                <a:lnTo>
                  <a:pt x="2808" y="2807"/>
                </a:lnTo>
                <a:moveTo>
                  <a:pt x="3098" y="2807"/>
                </a:moveTo>
                <a:lnTo>
                  <a:pt x="3292" y="2807"/>
                </a:lnTo>
                <a:moveTo>
                  <a:pt x="0" y="2905"/>
                </a:moveTo>
                <a:lnTo>
                  <a:pt x="678" y="2905"/>
                </a:lnTo>
                <a:moveTo>
                  <a:pt x="872" y="2905"/>
                </a:moveTo>
                <a:lnTo>
                  <a:pt x="969" y="2905"/>
                </a:lnTo>
                <a:moveTo>
                  <a:pt x="1162" y="2905"/>
                </a:moveTo>
                <a:lnTo>
                  <a:pt x="1743" y="2905"/>
                </a:lnTo>
                <a:moveTo>
                  <a:pt x="1937" y="2905"/>
                </a:moveTo>
                <a:lnTo>
                  <a:pt x="2130" y="2905"/>
                </a:lnTo>
                <a:moveTo>
                  <a:pt x="2421" y="2905"/>
                </a:moveTo>
                <a:lnTo>
                  <a:pt x="2517" y="2905"/>
                </a:lnTo>
                <a:moveTo>
                  <a:pt x="2711" y="2905"/>
                </a:moveTo>
                <a:lnTo>
                  <a:pt x="2808" y="2905"/>
                </a:lnTo>
                <a:moveTo>
                  <a:pt x="2905" y="2905"/>
                </a:moveTo>
                <a:lnTo>
                  <a:pt x="3001" y="2905"/>
                </a:lnTo>
                <a:moveTo>
                  <a:pt x="3098" y="2905"/>
                </a:moveTo>
                <a:lnTo>
                  <a:pt x="3195" y="2905"/>
                </a:lnTo>
                <a:moveTo>
                  <a:pt x="3292" y="2905"/>
                </a:moveTo>
                <a:lnTo>
                  <a:pt x="3582" y="2905"/>
                </a:lnTo>
                <a:moveTo>
                  <a:pt x="0" y="3002"/>
                </a:moveTo>
                <a:lnTo>
                  <a:pt x="96" y="3002"/>
                </a:lnTo>
                <a:moveTo>
                  <a:pt x="580" y="3002"/>
                </a:moveTo>
                <a:lnTo>
                  <a:pt x="678" y="3002"/>
                </a:lnTo>
                <a:moveTo>
                  <a:pt x="775" y="3002"/>
                </a:moveTo>
                <a:lnTo>
                  <a:pt x="969" y="3002"/>
                </a:lnTo>
                <a:moveTo>
                  <a:pt x="1065" y="3002"/>
                </a:moveTo>
                <a:lnTo>
                  <a:pt x="1259" y="3002"/>
                </a:lnTo>
                <a:moveTo>
                  <a:pt x="1356" y="3002"/>
                </a:moveTo>
                <a:lnTo>
                  <a:pt x="1840" y="3002"/>
                </a:lnTo>
                <a:moveTo>
                  <a:pt x="1937" y="3002"/>
                </a:moveTo>
                <a:lnTo>
                  <a:pt x="2227" y="3002"/>
                </a:lnTo>
                <a:moveTo>
                  <a:pt x="2517" y="3002"/>
                </a:moveTo>
                <a:lnTo>
                  <a:pt x="2614" y="3002"/>
                </a:lnTo>
                <a:moveTo>
                  <a:pt x="2711" y="3002"/>
                </a:moveTo>
                <a:lnTo>
                  <a:pt x="2808" y="3002"/>
                </a:lnTo>
                <a:moveTo>
                  <a:pt x="3098" y="3002"/>
                </a:moveTo>
                <a:lnTo>
                  <a:pt x="3292" y="3002"/>
                </a:lnTo>
                <a:moveTo>
                  <a:pt x="3389" y="3002"/>
                </a:moveTo>
                <a:lnTo>
                  <a:pt x="3485" y="3002"/>
                </a:lnTo>
                <a:moveTo>
                  <a:pt x="0" y="3099"/>
                </a:moveTo>
                <a:lnTo>
                  <a:pt x="96" y="3099"/>
                </a:lnTo>
                <a:moveTo>
                  <a:pt x="193" y="3099"/>
                </a:moveTo>
                <a:lnTo>
                  <a:pt x="484" y="3099"/>
                </a:lnTo>
                <a:moveTo>
                  <a:pt x="580" y="3099"/>
                </a:moveTo>
                <a:lnTo>
                  <a:pt x="678" y="3099"/>
                </a:lnTo>
                <a:moveTo>
                  <a:pt x="775" y="3099"/>
                </a:moveTo>
                <a:lnTo>
                  <a:pt x="872" y="3099"/>
                </a:lnTo>
                <a:moveTo>
                  <a:pt x="969" y="3099"/>
                </a:moveTo>
                <a:lnTo>
                  <a:pt x="1065" y="3099"/>
                </a:lnTo>
                <a:moveTo>
                  <a:pt x="1549" y="3099"/>
                </a:moveTo>
                <a:lnTo>
                  <a:pt x="1646" y="3099"/>
                </a:lnTo>
                <a:moveTo>
                  <a:pt x="1840" y="3099"/>
                </a:moveTo>
                <a:lnTo>
                  <a:pt x="1937" y="3099"/>
                </a:lnTo>
                <a:moveTo>
                  <a:pt x="2033" y="3099"/>
                </a:moveTo>
                <a:lnTo>
                  <a:pt x="2130" y="3099"/>
                </a:lnTo>
                <a:moveTo>
                  <a:pt x="2324" y="3099"/>
                </a:moveTo>
                <a:lnTo>
                  <a:pt x="3195" y="3099"/>
                </a:lnTo>
                <a:moveTo>
                  <a:pt x="3292" y="3099"/>
                </a:moveTo>
                <a:lnTo>
                  <a:pt x="3389" y="3099"/>
                </a:lnTo>
                <a:moveTo>
                  <a:pt x="3485" y="3099"/>
                </a:moveTo>
                <a:lnTo>
                  <a:pt x="3582" y="3099"/>
                </a:lnTo>
                <a:moveTo>
                  <a:pt x="0" y="3196"/>
                </a:moveTo>
                <a:lnTo>
                  <a:pt x="96" y="3196"/>
                </a:lnTo>
                <a:moveTo>
                  <a:pt x="193" y="3196"/>
                </a:moveTo>
                <a:lnTo>
                  <a:pt x="484" y="3196"/>
                </a:lnTo>
                <a:moveTo>
                  <a:pt x="580" y="3196"/>
                </a:moveTo>
                <a:lnTo>
                  <a:pt x="678" y="3196"/>
                </a:lnTo>
                <a:moveTo>
                  <a:pt x="775" y="3196"/>
                </a:moveTo>
                <a:lnTo>
                  <a:pt x="872" y="3196"/>
                </a:lnTo>
                <a:moveTo>
                  <a:pt x="969" y="3196"/>
                </a:moveTo>
                <a:lnTo>
                  <a:pt x="1162" y="3196"/>
                </a:lnTo>
                <a:moveTo>
                  <a:pt x="1259" y="3196"/>
                </a:moveTo>
                <a:lnTo>
                  <a:pt x="1549" y="3196"/>
                </a:lnTo>
                <a:moveTo>
                  <a:pt x="1646" y="3196"/>
                </a:moveTo>
                <a:lnTo>
                  <a:pt x="1840" y="3196"/>
                </a:lnTo>
                <a:moveTo>
                  <a:pt x="1937" y="3196"/>
                </a:moveTo>
                <a:lnTo>
                  <a:pt x="2033" y="3196"/>
                </a:lnTo>
                <a:moveTo>
                  <a:pt x="2130" y="3196"/>
                </a:moveTo>
                <a:lnTo>
                  <a:pt x="2324" y="3196"/>
                </a:lnTo>
                <a:moveTo>
                  <a:pt x="2614" y="3196"/>
                </a:moveTo>
                <a:lnTo>
                  <a:pt x="2711" y="3196"/>
                </a:lnTo>
                <a:moveTo>
                  <a:pt x="2808" y="3196"/>
                </a:moveTo>
                <a:lnTo>
                  <a:pt x="3001" y="3196"/>
                </a:lnTo>
                <a:moveTo>
                  <a:pt x="3098" y="3196"/>
                </a:moveTo>
                <a:lnTo>
                  <a:pt x="3195" y="3196"/>
                </a:lnTo>
                <a:moveTo>
                  <a:pt x="3292" y="3196"/>
                </a:moveTo>
                <a:lnTo>
                  <a:pt x="3389" y="3196"/>
                </a:lnTo>
                <a:moveTo>
                  <a:pt x="3485" y="3196"/>
                </a:moveTo>
                <a:lnTo>
                  <a:pt x="3582" y="3196"/>
                </a:lnTo>
                <a:moveTo>
                  <a:pt x="0" y="3292"/>
                </a:moveTo>
                <a:lnTo>
                  <a:pt x="96" y="3292"/>
                </a:lnTo>
                <a:moveTo>
                  <a:pt x="193" y="3292"/>
                </a:moveTo>
                <a:lnTo>
                  <a:pt x="484" y="3292"/>
                </a:lnTo>
                <a:moveTo>
                  <a:pt x="580" y="3292"/>
                </a:moveTo>
                <a:lnTo>
                  <a:pt x="678" y="3292"/>
                </a:lnTo>
                <a:moveTo>
                  <a:pt x="775" y="3292"/>
                </a:moveTo>
                <a:lnTo>
                  <a:pt x="872" y="3292"/>
                </a:lnTo>
                <a:moveTo>
                  <a:pt x="969" y="3292"/>
                </a:moveTo>
                <a:lnTo>
                  <a:pt x="1065" y="3292"/>
                </a:lnTo>
                <a:moveTo>
                  <a:pt x="1259" y="3292"/>
                </a:moveTo>
                <a:lnTo>
                  <a:pt x="1646" y="3292"/>
                </a:lnTo>
                <a:moveTo>
                  <a:pt x="1743" y="3292"/>
                </a:moveTo>
                <a:lnTo>
                  <a:pt x="1937" y="3292"/>
                </a:lnTo>
                <a:moveTo>
                  <a:pt x="2130" y="3292"/>
                </a:moveTo>
                <a:lnTo>
                  <a:pt x="2227" y="3292"/>
                </a:lnTo>
                <a:moveTo>
                  <a:pt x="2711" y="3292"/>
                </a:moveTo>
                <a:lnTo>
                  <a:pt x="2808" y="3292"/>
                </a:lnTo>
                <a:moveTo>
                  <a:pt x="3389" y="3292"/>
                </a:moveTo>
                <a:lnTo>
                  <a:pt x="3582" y="3292"/>
                </a:lnTo>
                <a:moveTo>
                  <a:pt x="0" y="3389"/>
                </a:moveTo>
                <a:lnTo>
                  <a:pt x="96" y="3389"/>
                </a:lnTo>
                <a:moveTo>
                  <a:pt x="580" y="3389"/>
                </a:moveTo>
                <a:lnTo>
                  <a:pt x="678" y="3389"/>
                </a:lnTo>
                <a:moveTo>
                  <a:pt x="1162" y="3389"/>
                </a:moveTo>
                <a:lnTo>
                  <a:pt x="1356" y="3389"/>
                </a:lnTo>
                <a:moveTo>
                  <a:pt x="1453" y="3389"/>
                </a:moveTo>
                <a:lnTo>
                  <a:pt x="1549" y="3389"/>
                </a:lnTo>
                <a:moveTo>
                  <a:pt x="1743" y="3389"/>
                </a:moveTo>
                <a:lnTo>
                  <a:pt x="2130" y="3389"/>
                </a:lnTo>
                <a:moveTo>
                  <a:pt x="2227" y="3389"/>
                </a:moveTo>
                <a:lnTo>
                  <a:pt x="2421" y="3389"/>
                </a:lnTo>
                <a:moveTo>
                  <a:pt x="2517" y="3389"/>
                </a:moveTo>
                <a:lnTo>
                  <a:pt x="3001" y="3389"/>
                </a:lnTo>
                <a:moveTo>
                  <a:pt x="3098" y="3389"/>
                </a:moveTo>
                <a:lnTo>
                  <a:pt x="3195" y="3389"/>
                </a:lnTo>
                <a:moveTo>
                  <a:pt x="3485" y="3389"/>
                </a:moveTo>
                <a:lnTo>
                  <a:pt x="3582" y="3389"/>
                </a:lnTo>
                <a:moveTo>
                  <a:pt x="0" y="3486"/>
                </a:moveTo>
                <a:lnTo>
                  <a:pt x="678" y="3486"/>
                </a:lnTo>
                <a:moveTo>
                  <a:pt x="775" y="3486"/>
                </a:moveTo>
                <a:lnTo>
                  <a:pt x="969" y="3486"/>
                </a:lnTo>
                <a:moveTo>
                  <a:pt x="1065" y="3486"/>
                </a:moveTo>
                <a:lnTo>
                  <a:pt x="1549" y="3486"/>
                </a:lnTo>
                <a:moveTo>
                  <a:pt x="1646" y="3486"/>
                </a:moveTo>
                <a:lnTo>
                  <a:pt x="1937" y="3486"/>
                </a:lnTo>
                <a:moveTo>
                  <a:pt x="2227" y="3486"/>
                </a:moveTo>
                <a:lnTo>
                  <a:pt x="2324" y="3486"/>
                </a:lnTo>
                <a:moveTo>
                  <a:pt x="2421" y="3486"/>
                </a:moveTo>
                <a:lnTo>
                  <a:pt x="2711" y="3486"/>
                </a:lnTo>
                <a:moveTo>
                  <a:pt x="2808" y="3486"/>
                </a:moveTo>
                <a:lnTo>
                  <a:pt x="3001" y="3486"/>
                </a:lnTo>
                <a:moveTo>
                  <a:pt x="3098" y="3486"/>
                </a:moveTo>
                <a:lnTo>
                  <a:pt x="3582" y="3486"/>
                </a:lnTo>
              </a:path>
            </a:pathLst>
          </a:custGeom>
          <a:ln w="34560">
            <a:solidFill>
              <a:srgbClr val="001d34"/>
            </a:solidFill>
            <a:miter/>
          </a:ln>
        </p:spPr>
        <p:txBody>
          <a:bodyPr lIns="17280" rIns="17280" tIns="17280" bIns="1728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9992520" y="3365640"/>
            <a:ext cx="1255680" cy="1212480"/>
          </a:xfrm>
          <a:custGeom>
            <a:avLst/>
            <a:gdLst/>
            <a:ahLst/>
            <a:rect l="0" t="0" r="r" b="b"/>
            <a:pathLst>
              <a:path fill="none" w="3488" h="3368">
                <a:moveTo>
                  <a:pt x="0" y="0"/>
                </a:moveTo>
                <a:lnTo>
                  <a:pt x="842" y="0"/>
                </a:lnTo>
                <a:moveTo>
                  <a:pt x="1202" y="0"/>
                </a:moveTo>
                <a:lnTo>
                  <a:pt x="1443" y="0"/>
                </a:lnTo>
                <a:moveTo>
                  <a:pt x="1683" y="0"/>
                </a:moveTo>
                <a:lnTo>
                  <a:pt x="1804" y="0"/>
                </a:lnTo>
                <a:moveTo>
                  <a:pt x="2045" y="0"/>
                </a:moveTo>
                <a:lnTo>
                  <a:pt x="2165" y="0"/>
                </a:lnTo>
                <a:moveTo>
                  <a:pt x="2647" y="0"/>
                </a:moveTo>
                <a:lnTo>
                  <a:pt x="3488" y="0"/>
                </a:lnTo>
                <a:moveTo>
                  <a:pt x="0" y="120"/>
                </a:moveTo>
                <a:lnTo>
                  <a:pt x="120" y="120"/>
                </a:lnTo>
                <a:moveTo>
                  <a:pt x="721" y="120"/>
                </a:moveTo>
                <a:lnTo>
                  <a:pt x="842" y="120"/>
                </a:lnTo>
                <a:moveTo>
                  <a:pt x="962" y="120"/>
                </a:moveTo>
                <a:lnTo>
                  <a:pt x="1323" y="120"/>
                </a:lnTo>
                <a:moveTo>
                  <a:pt x="1443" y="120"/>
                </a:moveTo>
                <a:lnTo>
                  <a:pt x="1804" y="120"/>
                </a:lnTo>
                <a:moveTo>
                  <a:pt x="2045" y="120"/>
                </a:moveTo>
                <a:lnTo>
                  <a:pt x="2286" y="120"/>
                </a:lnTo>
                <a:moveTo>
                  <a:pt x="2406" y="120"/>
                </a:moveTo>
                <a:lnTo>
                  <a:pt x="2526" y="120"/>
                </a:lnTo>
                <a:moveTo>
                  <a:pt x="2647" y="120"/>
                </a:moveTo>
                <a:lnTo>
                  <a:pt x="2767" y="120"/>
                </a:lnTo>
                <a:moveTo>
                  <a:pt x="3368" y="120"/>
                </a:moveTo>
                <a:lnTo>
                  <a:pt x="3488" y="120"/>
                </a:lnTo>
                <a:moveTo>
                  <a:pt x="0" y="240"/>
                </a:moveTo>
                <a:lnTo>
                  <a:pt x="120" y="240"/>
                </a:lnTo>
                <a:moveTo>
                  <a:pt x="240" y="240"/>
                </a:moveTo>
                <a:lnTo>
                  <a:pt x="601" y="240"/>
                </a:lnTo>
                <a:moveTo>
                  <a:pt x="721" y="240"/>
                </a:moveTo>
                <a:lnTo>
                  <a:pt x="842" y="240"/>
                </a:lnTo>
                <a:moveTo>
                  <a:pt x="962" y="240"/>
                </a:moveTo>
                <a:lnTo>
                  <a:pt x="1563" y="240"/>
                </a:lnTo>
                <a:moveTo>
                  <a:pt x="1925" y="240"/>
                </a:moveTo>
                <a:lnTo>
                  <a:pt x="2045" y="240"/>
                </a:lnTo>
                <a:moveTo>
                  <a:pt x="2165" y="240"/>
                </a:moveTo>
                <a:lnTo>
                  <a:pt x="2286" y="240"/>
                </a:lnTo>
                <a:moveTo>
                  <a:pt x="2647" y="240"/>
                </a:moveTo>
                <a:lnTo>
                  <a:pt x="2767" y="240"/>
                </a:lnTo>
                <a:moveTo>
                  <a:pt x="2887" y="240"/>
                </a:moveTo>
                <a:lnTo>
                  <a:pt x="3248" y="240"/>
                </a:lnTo>
                <a:moveTo>
                  <a:pt x="3368" y="240"/>
                </a:moveTo>
                <a:lnTo>
                  <a:pt x="3488" y="240"/>
                </a:lnTo>
                <a:moveTo>
                  <a:pt x="0" y="361"/>
                </a:moveTo>
                <a:lnTo>
                  <a:pt x="120" y="361"/>
                </a:lnTo>
                <a:moveTo>
                  <a:pt x="240" y="361"/>
                </a:moveTo>
                <a:lnTo>
                  <a:pt x="601" y="361"/>
                </a:lnTo>
                <a:moveTo>
                  <a:pt x="721" y="361"/>
                </a:moveTo>
                <a:lnTo>
                  <a:pt x="842" y="361"/>
                </a:lnTo>
                <a:moveTo>
                  <a:pt x="962" y="361"/>
                </a:moveTo>
                <a:lnTo>
                  <a:pt x="1202" y="361"/>
                </a:lnTo>
                <a:moveTo>
                  <a:pt x="1323" y="361"/>
                </a:moveTo>
                <a:lnTo>
                  <a:pt x="1683" y="361"/>
                </a:lnTo>
                <a:moveTo>
                  <a:pt x="1804" y="361"/>
                </a:moveTo>
                <a:lnTo>
                  <a:pt x="2165" y="361"/>
                </a:lnTo>
                <a:moveTo>
                  <a:pt x="2286" y="361"/>
                </a:moveTo>
                <a:lnTo>
                  <a:pt x="2526" y="361"/>
                </a:lnTo>
                <a:moveTo>
                  <a:pt x="2647" y="361"/>
                </a:moveTo>
                <a:lnTo>
                  <a:pt x="2767" y="361"/>
                </a:lnTo>
                <a:moveTo>
                  <a:pt x="2887" y="361"/>
                </a:moveTo>
                <a:lnTo>
                  <a:pt x="3248" y="361"/>
                </a:lnTo>
                <a:moveTo>
                  <a:pt x="3368" y="361"/>
                </a:moveTo>
                <a:lnTo>
                  <a:pt x="3488" y="361"/>
                </a:lnTo>
                <a:moveTo>
                  <a:pt x="0" y="481"/>
                </a:moveTo>
                <a:lnTo>
                  <a:pt x="120" y="481"/>
                </a:lnTo>
                <a:moveTo>
                  <a:pt x="240" y="481"/>
                </a:moveTo>
                <a:lnTo>
                  <a:pt x="601" y="481"/>
                </a:lnTo>
                <a:moveTo>
                  <a:pt x="721" y="481"/>
                </a:moveTo>
                <a:lnTo>
                  <a:pt x="842" y="481"/>
                </a:lnTo>
                <a:moveTo>
                  <a:pt x="1082" y="481"/>
                </a:moveTo>
                <a:lnTo>
                  <a:pt x="1323" y="481"/>
                </a:lnTo>
                <a:moveTo>
                  <a:pt x="1925" y="481"/>
                </a:moveTo>
                <a:lnTo>
                  <a:pt x="2045" y="481"/>
                </a:lnTo>
                <a:moveTo>
                  <a:pt x="2165" y="481"/>
                </a:moveTo>
                <a:lnTo>
                  <a:pt x="2526" y="481"/>
                </a:lnTo>
                <a:moveTo>
                  <a:pt x="2647" y="481"/>
                </a:moveTo>
                <a:lnTo>
                  <a:pt x="2767" y="481"/>
                </a:lnTo>
                <a:moveTo>
                  <a:pt x="2887" y="481"/>
                </a:moveTo>
                <a:lnTo>
                  <a:pt x="3248" y="481"/>
                </a:lnTo>
                <a:moveTo>
                  <a:pt x="3368" y="481"/>
                </a:moveTo>
                <a:lnTo>
                  <a:pt x="3488" y="481"/>
                </a:lnTo>
                <a:moveTo>
                  <a:pt x="0" y="601"/>
                </a:moveTo>
                <a:lnTo>
                  <a:pt x="120" y="601"/>
                </a:lnTo>
                <a:moveTo>
                  <a:pt x="721" y="601"/>
                </a:moveTo>
                <a:lnTo>
                  <a:pt x="842" y="601"/>
                </a:lnTo>
                <a:moveTo>
                  <a:pt x="1323" y="601"/>
                </a:moveTo>
                <a:lnTo>
                  <a:pt x="1563" y="601"/>
                </a:lnTo>
                <a:moveTo>
                  <a:pt x="1683" y="601"/>
                </a:moveTo>
                <a:lnTo>
                  <a:pt x="1804" y="601"/>
                </a:lnTo>
                <a:moveTo>
                  <a:pt x="1925" y="601"/>
                </a:moveTo>
                <a:lnTo>
                  <a:pt x="2165" y="601"/>
                </a:lnTo>
                <a:moveTo>
                  <a:pt x="2647" y="601"/>
                </a:moveTo>
                <a:lnTo>
                  <a:pt x="2767" y="601"/>
                </a:lnTo>
                <a:moveTo>
                  <a:pt x="3368" y="601"/>
                </a:moveTo>
                <a:lnTo>
                  <a:pt x="3488" y="601"/>
                </a:lnTo>
                <a:moveTo>
                  <a:pt x="0" y="722"/>
                </a:moveTo>
                <a:lnTo>
                  <a:pt x="842" y="722"/>
                </a:lnTo>
                <a:moveTo>
                  <a:pt x="962" y="722"/>
                </a:moveTo>
                <a:lnTo>
                  <a:pt x="1082" y="722"/>
                </a:lnTo>
                <a:moveTo>
                  <a:pt x="1202" y="722"/>
                </a:moveTo>
                <a:lnTo>
                  <a:pt x="1323" y="722"/>
                </a:lnTo>
                <a:moveTo>
                  <a:pt x="1443" y="722"/>
                </a:moveTo>
                <a:lnTo>
                  <a:pt x="1563" y="722"/>
                </a:lnTo>
                <a:moveTo>
                  <a:pt x="1683" y="722"/>
                </a:moveTo>
                <a:lnTo>
                  <a:pt x="1804" y="722"/>
                </a:lnTo>
                <a:moveTo>
                  <a:pt x="1925" y="722"/>
                </a:moveTo>
                <a:lnTo>
                  <a:pt x="2045" y="722"/>
                </a:lnTo>
                <a:moveTo>
                  <a:pt x="2165" y="722"/>
                </a:moveTo>
                <a:lnTo>
                  <a:pt x="2286" y="722"/>
                </a:lnTo>
                <a:moveTo>
                  <a:pt x="2406" y="722"/>
                </a:moveTo>
                <a:lnTo>
                  <a:pt x="2526" y="722"/>
                </a:lnTo>
                <a:moveTo>
                  <a:pt x="2647" y="722"/>
                </a:moveTo>
                <a:lnTo>
                  <a:pt x="3488" y="722"/>
                </a:lnTo>
                <a:moveTo>
                  <a:pt x="962" y="842"/>
                </a:moveTo>
                <a:lnTo>
                  <a:pt x="1323" y="842"/>
                </a:lnTo>
                <a:moveTo>
                  <a:pt x="1443" y="842"/>
                </a:moveTo>
                <a:lnTo>
                  <a:pt x="1563" y="842"/>
                </a:lnTo>
                <a:moveTo>
                  <a:pt x="1683" y="842"/>
                </a:moveTo>
                <a:lnTo>
                  <a:pt x="1804" y="842"/>
                </a:lnTo>
                <a:moveTo>
                  <a:pt x="1925" y="842"/>
                </a:moveTo>
                <a:lnTo>
                  <a:pt x="2045" y="842"/>
                </a:lnTo>
                <a:moveTo>
                  <a:pt x="2165" y="842"/>
                </a:moveTo>
                <a:lnTo>
                  <a:pt x="2286" y="842"/>
                </a:lnTo>
                <a:moveTo>
                  <a:pt x="0" y="962"/>
                </a:moveTo>
                <a:lnTo>
                  <a:pt x="120" y="962"/>
                </a:lnTo>
                <a:moveTo>
                  <a:pt x="721" y="962"/>
                </a:moveTo>
                <a:lnTo>
                  <a:pt x="842" y="962"/>
                </a:lnTo>
                <a:moveTo>
                  <a:pt x="962" y="962"/>
                </a:moveTo>
                <a:lnTo>
                  <a:pt x="1082" y="962"/>
                </a:lnTo>
                <a:moveTo>
                  <a:pt x="1202" y="962"/>
                </a:moveTo>
                <a:lnTo>
                  <a:pt x="1443" y="962"/>
                </a:lnTo>
                <a:moveTo>
                  <a:pt x="1563" y="962"/>
                </a:moveTo>
                <a:lnTo>
                  <a:pt x="2165" y="962"/>
                </a:lnTo>
                <a:moveTo>
                  <a:pt x="2286" y="962"/>
                </a:moveTo>
                <a:lnTo>
                  <a:pt x="2406" y="962"/>
                </a:lnTo>
                <a:moveTo>
                  <a:pt x="2526" y="962"/>
                </a:moveTo>
                <a:lnTo>
                  <a:pt x="2767" y="962"/>
                </a:lnTo>
                <a:moveTo>
                  <a:pt x="3007" y="962"/>
                </a:moveTo>
                <a:lnTo>
                  <a:pt x="3368" y="962"/>
                </a:lnTo>
                <a:moveTo>
                  <a:pt x="0" y="1082"/>
                </a:moveTo>
                <a:lnTo>
                  <a:pt x="120" y="1082"/>
                </a:lnTo>
                <a:moveTo>
                  <a:pt x="240" y="1082"/>
                </a:moveTo>
                <a:lnTo>
                  <a:pt x="360" y="1082"/>
                </a:lnTo>
                <a:moveTo>
                  <a:pt x="481" y="1082"/>
                </a:moveTo>
                <a:lnTo>
                  <a:pt x="601" y="1082"/>
                </a:lnTo>
                <a:moveTo>
                  <a:pt x="962" y="1082"/>
                </a:moveTo>
                <a:lnTo>
                  <a:pt x="1202" y="1082"/>
                </a:lnTo>
                <a:moveTo>
                  <a:pt x="1804" y="1082"/>
                </a:moveTo>
                <a:lnTo>
                  <a:pt x="1925" y="1082"/>
                </a:lnTo>
                <a:moveTo>
                  <a:pt x="2286" y="1082"/>
                </a:moveTo>
                <a:lnTo>
                  <a:pt x="2406" y="1082"/>
                </a:lnTo>
                <a:moveTo>
                  <a:pt x="2767" y="1082"/>
                </a:moveTo>
                <a:lnTo>
                  <a:pt x="3007" y="1082"/>
                </a:lnTo>
                <a:moveTo>
                  <a:pt x="3128" y="1082"/>
                </a:moveTo>
                <a:lnTo>
                  <a:pt x="3368" y="1082"/>
                </a:lnTo>
                <a:moveTo>
                  <a:pt x="481" y="1203"/>
                </a:moveTo>
                <a:lnTo>
                  <a:pt x="842" y="1203"/>
                </a:lnTo>
                <a:moveTo>
                  <a:pt x="962" y="1203"/>
                </a:moveTo>
                <a:lnTo>
                  <a:pt x="1082" y="1203"/>
                </a:lnTo>
                <a:moveTo>
                  <a:pt x="1202" y="1203"/>
                </a:moveTo>
                <a:lnTo>
                  <a:pt x="1323" y="1203"/>
                </a:lnTo>
                <a:moveTo>
                  <a:pt x="1443" y="1203"/>
                </a:moveTo>
                <a:lnTo>
                  <a:pt x="1683" y="1203"/>
                </a:lnTo>
                <a:moveTo>
                  <a:pt x="1804" y="1203"/>
                </a:moveTo>
                <a:lnTo>
                  <a:pt x="1925" y="1203"/>
                </a:lnTo>
                <a:moveTo>
                  <a:pt x="2045" y="1203"/>
                </a:moveTo>
                <a:lnTo>
                  <a:pt x="2286" y="1203"/>
                </a:lnTo>
                <a:moveTo>
                  <a:pt x="2526" y="1203"/>
                </a:moveTo>
                <a:lnTo>
                  <a:pt x="2647" y="1203"/>
                </a:lnTo>
                <a:moveTo>
                  <a:pt x="2887" y="1203"/>
                </a:moveTo>
                <a:lnTo>
                  <a:pt x="3007" y="1203"/>
                </a:lnTo>
                <a:moveTo>
                  <a:pt x="0" y="1323"/>
                </a:moveTo>
                <a:lnTo>
                  <a:pt x="601" y="1323"/>
                </a:lnTo>
                <a:moveTo>
                  <a:pt x="1082" y="1323"/>
                </a:moveTo>
                <a:lnTo>
                  <a:pt x="1202" y="1323"/>
                </a:lnTo>
                <a:moveTo>
                  <a:pt x="1804" y="1323"/>
                </a:moveTo>
                <a:lnTo>
                  <a:pt x="1925" y="1323"/>
                </a:lnTo>
                <a:moveTo>
                  <a:pt x="2165" y="1323"/>
                </a:moveTo>
                <a:lnTo>
                  <a:pt x="2647" y="1323"/>
                </a:lnTo>
                <a:moveTo>
                  <a:pt x="2767" y="1323"/>
                </a:moveTo>
                <a:lnTo>
                  <a:pt x="2887" y="1323"/>
                </a:lnTo>
                <a:moveTo>
                  <a:pt x="3007" y="1323"/>
                </a:moveTo>
                <a:lnTo>
                  <a:pt x="3128" y="1323"/>
                </a:lnTo>
                <a:moveTo>
                  <a:pt x="0" y="1443"/>
                </a:moveTo>
                <a:lnTo>
                  <a:pt x="240" y="1443"/>
                </a:lnTo>
                <a:moveTo>
                  <a:pt x="360" y="1443"/>
                </a:moveTo>
                <a:lnTo>
                  <a:pt x="481" y="1443"/>
                </a:lnTo>
                <a:moveTo>
                  <a:pt x="721" y="1443"/>
                </a:moveTo>
                <a:lnTo>
                  <a:pt x="842" y="1443"/>
                </a:lnTo>
                <a:moveTo>
                  <a:pt x="962" y="1443"/>
                </a:moveTo>
                <a:lnTo>
                  <a:pt x="1323" y="1443"/>
                </a:lnTo>
                <a:moveTo>
                  <a:pt x="1443" y="1443"/>
                </a:moveTo>
                <a:lnTo>
                  <a:pt x="1925" y="1443"/>
                </a:lnTo>
                <a:moveTo>
                  <a:pt x="2286" y="1443"/>
                </a:moveTo>
                <a:lnTo>
                  <a:pt x="2526" y="1443"/>
                </a:lnTo>
                <a:moveTo>
                  <a:pt x="2647" y="1443"/>
                </a:moveTo>
                <a:lnTo>
                  <a:pt x="2887" y="1443"/>
                </a:lnTo>
                <a:moveTo>
                  <a:pt x="3368" y="1443"/>
                </a:moveTo>
                <a:lnTo>
                  <a:pt x="3488" y="1443"/>
                </a:lnTo>
                <a:moveTo>
                  <a:pt x="120" y="1563"/>
                </a:moveTo>
                <a:lnTo>
                  <a:pt x="601" y="1563"/>
                </a:lnTo>
                <a:moveTo>
                  <a:pt x="962" y="1563"/>
                </a:moveTo>
                <a:lnTo>
                  <a:pt x="1082" y="1563"/>
                </a:lnTo>
                <a:moveTo>
                  <a:pt x="1202" y="1563"/>
                </a:moveTo>
                <a:lnTo>
                  <a:pt x="1323" y="1563"/>
                </a:lnTo>
                <a:moveTo>
                  <a:pt x="1804" y="1563"/>
                </a:moveTo>
                <a:lnTo>
                  <a:pt x="2526" y="1563"/>
                </a:lnTo>
                <a:moveTo>
                  <a:pt x="2647" y="1563"/>
                </a:moveTo>
                <a:lnTo>
                  <a:pt x="3007" y="1563"/>
                </a:lnTo>
                <a:moveTo>
                  <a:pt x="3248" y="1563"/>
                </a:moveTo>
                <a:lnTo>
                  <a:pt x="3488" y="1563"/>
                </a:lnTo>
                <a:moveTo>
                  <a:pt x="120" y="1684"/>
                </a:moveTo>
                <a:lnTo>
                  <a:pt x="240" y="1684"/>
                </a:lnTo>
                <a:moveTo>
                  <a:pt x="360" y="1684"/>
                </a:moveTo>
                <a:lnTo>
                  <a:pt x="481" y="1684"/>
                </a:lnTo>
                <a:moveTo>
                  <a:pt x="601" y="1684"/>
                </a:moveTo>
                <a:lnTo>
                  <a:pt x="1082" y="1684"/>
                </a:lnTo>
                <a:moveTo>
                  <a:pt x="1202" y="1684"/>
                </a:moveTo>
                <a:lnTo>
                  <a:pt x="1563" y="1684"/>
                </a:lnTo>
                <a:moveTo>
                  <a:pt x="1804" y="1684"/>
                </a:moveTo>
                <a:lnTo>
                  <a:pt x="2165" y="1684"/>
                </a:lnTo>
                <a:moveTo>
                  <a:pt x="2406" y="1684"/>
                </a:moveTo>
                <a:lnTo>
                  <a:pt x="2647" y="1684"/>
                </a:lnTo>
                <a:moveTo>
                  <a:pt x="2887" y="1684"/>
                </a:moveTo>
                <a:lnTo>
                  <a:pt x="3248" y="1684"/>
                </a:lnTo>
                <a:moveTo>
                  <a:pt x="0" y="1804"/>
                </a:moveTo>
                <a:lnTo>
                  <a:pt x="120" y="1804"/>
                </a:lnTo>
                <a:moveTo>
                  <a:pt x="360" y="1804"/>
                </a:moveTo>
                <a:lnTo>
                  <a:pt x="601" y="1804"/>
                </a:lnTo>
                <a:moveTo>
                  <a:pt x="962" y="1804"/>
                </a:moveTo>
                <a:lnTo>
                  <a:pt x="1323" y="1804"/>
                </a:lnTo>
                <a:moveTo>
                  <a:pt x="1443" y="1804"/>
                </a:moveTo>
                <a:lnTo>
                  <a:pt x="1563" y="1804"/>
                </a:lnTo>
                <a:moveTo>
                  <a:pt x="1683" y="1804"/>
                </a:moveTo>
                <a:lnTo>
                  <a:pt x="1804" y="1804"/>
                </a:lnTo>
                <a:moveTo>
                  <a:pt x="2286" y="1804"/>
                </a:moveTo>
                <a:lnTo>
                  <a:pt x="2406" y="1804"/>
                </a:lnTo>
                <a:moveTo>
                  <a:pt x="2767" y="1804"/>
                </a:moveTo>
                <a:lnTo>
                  <a:pt x="3007" y="1804"/>
                </a:lnTo>
                <a:moveTo>
                  <a:pt x="3128" y="1804"/>
                </a:moveTo>
                <a:lnTo>
                  <a:pt x="3248" y="1804"/>
                </a:lnTo>
                <a:moveTo>
                  <a:pt x="3368" y="1804"/>
                </a:moveTo>
                <a:lnTo>
                  <a:pt x="3488" y="1804"/>
                </a:lnTo>
                <a:moveTo>
                  <a:pt x="601" y="1924"/>
                </a:moveTo>
                <a:lnTo>
                  <a:pt x="842" y="1924"/>
                </a:lnTo>
                <a:moveTo>
                  <a:pt x="1082" y="1924"/>
                </a:moveTo>
                <a:lnTo>
                  <a:pt x="1323" y="1924"/>
                </a:lnTo>
                <a:moveTo>
                  <a:pt x="1443" y="1924"/>
                </a:moveTo>
                <a:lnTo>
                  <a:pt x="1563" y="1924"/>
                </a:lnTo>
                <a:moveTo>
                  <a:pt x="2045" y="1924"/>
                </a:moveTo>
                <a:lnTo>
                  <a:pt x="2165" y="1924"/>
                </a:lnTo>
                <a:moveTo>
                  <a:pt x="2286" y="1924"/>
                </a:moveTo>
                <a:lnTo>
                  <a:pt x="2406" y="1924"/>
                </a:lnTo>
                <a:moveTo>
                  <a:pt x="2526" y="1924"/>
                </a:moveTo>
                <a:lnTo>
                  <a:pt x="2647" y="1924"/>
                </a:lnTo>
                <a:moveTo>
                  <a:pt x="2767" y="1924"/>
                </a:moveTo>
                <a:lnTo>
                  <a:pt x="2887" y="1924"/>
                </a:lnTo>
                <a:moveTo>
                  <a:pt x="3007" y="1924"/>
                </a:moveTo>
                <a:lnTo>
                  <a:pt x="3248" y="1924"/>
                </a:lnTo>
                <a:moveTo>
                  <a:pt x="0" y="2044"/>
                </a:moveTo>
                <a:lnTo>
                  <a:pt x="240" y="2044"/>
                </a:lnTo>
                <a:moveTo>
                  <a:pt x="360" y="2044"/>
                </a:moveTo>
                <a:lnTo>
                  <a:pt x="601" y="2044"/>
                </a:lnTo>
                <a:moveTo>
                  <a:pt x="962" y="2044"/>
                </a:moveTo>
                <a:lnTo>
                  <a:pt x="1683" y="2044"/>
                </a:lnTo>
                <a:moveTo>
                  <a:pt x="1804" y="2044"/>
                </a:moveTo>
                <a:lnTo>
                  <a:pt x="1925" y="2044"/>
                </a:lnTo>
                <a:moveTo>
                  <a:pt x="2165" y="2044"/>
                </a:moveTo>
                <a:lnTo>
                  <a:pt x="2406" y="2044"/>
                </a:lnTo>
                <a:moveTo>
                  <a:pt x="2647" y="2044"/>
                </a:moveTo>
                <a:lnTo>
                  <a:pt x="3007" y="2044"/>
                </a:lnTo>
                <a:moveTo>
                  <a:pt x="3128" y="2044"/>
                </a:moveTo>
                <a:lnTo>
                  <a:pt x="3488" y="2044"/>
                </a:lnTo>
                <a:moveTo>
                  <a:pt x="0" y="2165"/>
                </a:moveTo>
                <a:lnTo>
                  <a:pt x="842" y="2165"/>
                </a:lnTo>
                <a:moveTo>
                  <a:pt x="1202" y="2165"/>
                </a:moveTo>
                <a:lnTo>
                  <a:pt x="1563" y="2165"/>
                </a:lnTo>
                <a:moveTo>
                  <a:pt x="1804" y="2165"/>
                </a:moveTo>
                <a:lnTo>
                  <a:pt x="1925" y="2165"/>
                </a:lnTo>
                <a:moveTo>
                  <a:pt x="2286" y="2165"/>
                </a:moveTo>
                <a:lnTo>
                  <a:pt x="2406" y="2165"/>
                </a:lnTo>
                <a:moveTo>
                  <a:pt x="2887" y="2165"/>
                </a:moveTo>
                <a:lnTo>
                  <a:pt x="3128" y="2165"/>
                </a:lnTo>
                <a:moveTo>
                  <a:pt x="3368" y="2165"/>
                </a:moveTo>
                <a:lnTo>
                  <a:pt x="3488" y="2165"/>
                </a:lnTo>
                <a:moveTo>
                  <a:pt x="0" y="2285"/>
                </a:moveTo>
                <a:lnTo>
                  <a:pt x="120" y="2285"/>
                </a:lnTo>
                <a:moveTo>
                  <a:pt x="481" y="2285"/>
                </a:moveTo>
                <a:lnTo>
                  <a:pt x="721" y="2285"/>
                </a:lnTo>
                <a:moveTo>
                  <a:pt x="842" y="2285"/>
                </a:moveTo>
                <a:lnTo>
                  <a:pt x="1323" y="2285"/>
                </a:lnTo>
                <a:moveTo>
                  <a:pt x="1563" y="2285"/>
                </a:moveTo>
                <a:lnTo>
                  <a:pt x="1683" y="2285"/>
                </a:lnTo>
                <a:moveTo>
                  <a:pt x="1804" y="2285"/>
                </a:moveTo>
                <a:lnTo>
                  <a:pt x="2045" y="2285"/>
                </a:lnTo>
                <a:moveTo>
                  <a:pt x="2406" y="2285"/>
                </a:moveTo>
                <a:lnTo>
                  <a:pt x="2526" y="2285"/>
                </a:lnTo>
                <a:moveTo>
                  <a:pt x="2647" y="2285"/>
                </a:moveTo>
                <a:lnTo>
                  <a:pt x="2767" y="2285"/>
                </a:lnTo>
                <a:moveTo>
                  <a:pt x="0" y="2405"/>
                </a:moveTo>
                <a:lnTo>
                  <a:pt x="120" y="2405"/>
                </a:lnTo>
                <a:moveTo>
                  <a:pt x="360" y="2405"/>
                </a:moveTo>
                <a:lnTo>
                  <a:pt x="481" y="2405"/>
                </a:lnTo>
                <a:moveTo>
                  <a:pt x="601" y="2405"/>
                </a:moveTo>
                <a:lnTo>
                  <a:pt x="962" y="2405"/>
                </a:lnTo>
                <a:moveTo>
                  <a:pt x="1683" y="2405"/>
                </a:moveTo>
                <a:lnTo>
                  <a:pt x="1925" y="2405"/>
                </a:lnTo>
                <a:moveTo>
                  <a:pt x="2045" y="2405"/>
                </a:moveTo>
                <a:lnTo>
                  <a:pt x="3007" y="2405"/>
                </a:lnTo>
                <a:moveTo>
                  <a:pt x="3128" y="2405"/>
                </a:moveTo>
                <a:lnTo>
                  <a:pt x="3488" y="2405"/>
                </a:lnTo>
                <a:moveTo>
                  <a:pt x="962" y="2526"/>
                </a:moveTo>
                <a:lnTo>
                  <a:pt x="1202" y="2526"/>
                </a:lnTo>
                <a:moveTo>
                  <a:pt x="1323" y="2526"/>
                </a:moveTo>
                <a:lnTo>
                  <a:pt x="1443" y="2526"/>
                </a:lnTo>
                <a:moveTo>
                  <a:pt x="1683" y="2526"/>
                </a:moveTo>
                <a:lnTo>
                  <a:pt x="1925" y="2526"/>
                </a:lnTo>
                <a:moveTo>
                  <a:pt x="2045" y="2526"/>
                </a:moveTo>
                <a:lnTo>
                  <a:pt x="2286" y="2526"/>
                </a:lnTo>
                <a:moveTo>
                  <a:pt x="2406" y="2526"/>
                </a:moveTo>
                <a:lnTo>
                  <a:pt x="2526" y="2526"/>
                </a:lnTo>
                <a:moveTo>
                  <a:pt x="2887" y="2526"/>
                </a:moveTo>
                <a:lnTo>
                  <a:pt x="3128" y="2526"/>
                </a:lnTo>
                <a:moveTo>
                  <a:pt x="0" y="2647"/>
                </a:moveTo>
                <a:lnTo>
                  <a:pt x="842" y="2647"/>
                </a:lnTo>
                <a:moveTo>
                  <a:pt x="1443" y="2647"/>
                </a:moveTo>
                <a:lnTo>
                  <a:pt x="1563" y="2647"/>
                </a:lnTo>
                <a:moveTo>
                  <a:pt x="1804" y="2647"/>
                </a:moveTo>
                <a:lnTo>
                  <a:pt x="2165" y="2647"/>
                </a:lnTo>
                <a:moveTo>
                  <a:pt x="2286" y="2647"/>
                </a:moveTo>
                <a:lnTo>
                  <a:pt x="2526" y="2647"/>
                </a:lnTo>
                <a:moveTo>
                  <a:pt x="2647" y="2647"/>
                </a:moveTo>
                <a:lnTo>
                  <a:pt x="2767" y="2647"/>
                </a:lnTo>
                <a:moveTo>
                  <a:pt x="2887" y="2647"/>
                </a:moveTo>
                <a:lnTo>
                  <a:pt x="3248" y="2647"/>
                </a:lnTo>
                <a:moveTo>
                  <a:pt x="0" y="2767"/>
                </a:moveTo>
                <a:lnTo>
                  <a:pt x="120" y="2767"/>
                </a:lnTo>
                <a:moveTo>
                  <a:pt x="721" y="2767"/>
                </a:moveTo>
                <a:lnTo>
                  <a:pt x="842" y="2767"/>
                </a:lnTo>
                <a:moveTo>
                  <a:pt x="1443" y="2767"/>
                </a:moveTo>
                <a:lnTo>
                  <a:pt x="1563" y="2767"/>
                </a:lnTo>
                <a:moveTo>
                  <a:pt x="1683" y="2767"/>
                </a:moveTo>
                <a:lnTo>
                  <a:pt x="2045" y="2767"/>
                </a:lnTo>
                <a:moveTo>
                  <a:pt x="2286" y="2767"/>
                </a:moveTo>
                <a:lnTo>
                  <a:pt x="2526" y="2767"/>
                </a:lnTo>
                <a:moveTo>
                  <a:pt x="2887" y="2767"/>
                </a:moveTo>
                <a:lnTo>
                  <a:pt x="3007" y="2767"/>
                </a:lnTo>
                <a:moveTo>
                  <a:pt x="3248" y="2767"/>
                </a:moveTo>
                <a:lnTo>
                  <a:pt x="3488" y="2767"/>
                </a:lnTo>
                <a:moveTo>
                  <a:pt x="0" y="2887"/>
                </a:moveTo>
                <a:lnTo>
                  <a:pt x="120" y="2887"/>
                </a:lnTo>
                <a:moveTo>
                  <a:pt x="240" y="2887"/>
                </a:moveTo>
                <a:lnTo>
                  <a:pt x="601" y="2887"/>
                </a:lnTo>
                <a:moveTo>
                  <a:pt x="721" y="2887"/>
                </a:moveTo>
                <a:lnTo>
                  <a:pt x="842" y="2887"/>
                </a:lnTo>
                <a:moveTo>
                  <a:pt x="1082" y="2887"/>
                </a:moveTo>
                <a:lnTo>
                  <a:pt x="1443" y="2887"/>
                </a:lnTo>
                <a:moveTo>
                  <a:pt x="1563" y="2887"/>
                </a:moveTo>
                <a:lnTo>
                  <a:pt x="1804" y="2887"/>
                </a:lnTo>
                <a:moveTo>
                  <a:pt x="1925" y="2887"/>
                </a:moveTo>
                <a:lnTo>
                  <a:pt x="2045" y="2887"/>
                </a:lnTo>
                <a:moveTo>
                  <a:pt x="2286" y="2887"/>
                </a:moveTo>
                <a:lnTo>
                  <a:pt x="3128" y="2887"/>
                </a:lnTo>
                <a:moveTo>
                  <a:pt x="3368" y="2887"/>
                </a:moveTo>
                <a:lnTo>
                  <a:pt x="3488" y="2887"/>
                </a:lnTo>
                <a:moveTo>
                  <a:pt x="0" y="3008"/>
                </a:moveTo>
                <a:lnTo>
                  <a:pt x="120" y="3008"/>
                </a:lnTo>
                <a:moveTo>
                  <a:pt x="240" y="3008"/>
                </a:moveTo>
                <a:lnTo>
                  <a:pt x="601" y="3008"/>
                </a:lnTo>
                <a:moveTo>
                  <a:pt x="721" y="3008"/>
                </a:moveTo>
                <a:lnTo>
                  <a:pt x="842" y="3008"/>
                </a:lnTo>
                <a:moveTo>
                  <a:pt x="1202" y="3008"/>
                </a:moveTo>
                <a:lnTo>
                  <a:pt x="2045" y="3008"/>
                </a:lnTo>
                <a:moveTo>
                  <a:pt x="2165" y="3008"/>
                </a:moveTo>
                <a:lnTo>
                  <a:pt x="2647" y="3008"/>
                </a:lnTo>
                <a:moveTo>
                  <a:pt x="3007" y="3008"/>
                </a:moveTo>
                <a:lnTo>
                  <a:pt x="3248" y="3008"/>
                </a:lnTo>
                <a:moveTo>
                  <a:pt x="3368" y="3008"/>
                </a:moveTo>
                <a:lnTo>
                  <a:pt x="3488" y="3008"/>
                </a:lnTo>
                <a:moveTo>
                  <a:pt x="0" y="3128"/>
                </a:moveTo>
                <a:lnTo>
                  <a:pt x="120" y="3128"/>
                </a:lnTo>
                <a:moveTo>
                  <a:pt x="240" y="3128"/>
                </a:moveTo>
                <a:lnTo>
                  <a:pt x="601" y="3128"/>
                </a:lnTo>
                <a:moveTo>
                  <a:pt x="721" y="3128"/>
                </a:moveTo>
                <a:lnTo>
                  <a:pt x="842" y="3128"/>
                </a:lnTo>
                <a:moveTo>
                  <a:pt x="1082" y="3128"/>
                </a:moveTo>
                <a:lnTo>
                  <a:pt x="1443" y="3128"/>
                </a:lnTo>
                <a:moveTo>
                  <a:pt x="1563" y="3128"/>
                </a:moveTo>
                <a:lnTo>
                  <a:pt x="1683" y="3128"/>
                </a:lnTo>
                <a:moveTo>
                  <a:pt x="1804" y="3128"/>
                </a:moveTo>
                <a:lnTo>
                  <a:pt x="1925" y="3128"/>
                </a:lnTo>
                <a:moveTo>
                  <a:pt x="2045" y="3128"/>
                </a:moveTo>
                <a:lnTo>
                  <a:pt x="2165" y="3128"/>
                </a:lnTo>
                <a:moveTo>
                  <a:pt x="2286" y="3128"/>
                </a:moveTo>
                <a:lnTo>
                  <a:pt x="3368" y="3128"/>
                </a:lnTo>
                <a:moveTo>
                  <a:pt x="0" y="3248"/>
                </a:moveTo>
                <a:lnTo>
                  <a:pt x="120" y="3248"/>
                </a:lnTo>
                <a:moveTo>
                  <a:pt x="721" y="3248"/>
                </a:moveTo>
                <a:lnTo>
                  <a:pt x="842" y="3248"/>
                </a:lnTo>
                <a:moveTo>
                  <a:pt x="1082" y="3248"/>
                </a:moveTo>
                <a:lnTo>
                  <a:pt x="1202" y="3248"/>
                </a:lnTo>
                <a:moveTo>
                  <a:pt x="1563" y="3248"/>
                </a:moveTo>
                <a:lnTo>
                  <a:pt x="2045" y="3248"/>
                </a:lnTo>
                <a:moveTo>
                  <a:pt x="2165" y="3248"/>
                </a:moveTo>
                <a:lnTo>
                  <a:pt x="2286" y="3248"/>
                </a:lnTo>
                <a:moveTo>
                  <a:pt x="2647" y="3248"/>
                </a:moveTo>
                <a:lnTo>
                  <a:pt x="2887" y="3248"/>
                </a:lnTo>
                <a:moveTo>
                  <a:pt x="3007" y="3248"/>
                </a:moveTo>
                <a:lnTo>
                  <a:pt x="3248" y="3248"/>
                </a:lnTo>
                <a:moveTo>
                  <a:pt x="3368" y="3248"/>
                </a:moveTo>
                <a:lnTo>
                  <a:pt x="3488" y="3248"/>
                </a:lnTo>
                <a:moveTo>
                  <a:pt x="0" y="3368"/>
                </a:moveTo>
                <a:lnTo>
                  <a:pt x="842" y="3368"/>
                </a:lnTo>
                <a:moveTo>
                  <a:pt x="962" y="3368"/>
                </a:moveTo>
                <a:lnTo>
                  <a:pt x="1082" y="3368"/>
                </a:lnTo>
                <a:moveTo>
                  <a:pt x="1202" y="3368"/>
                </a:moveTo>
                <a:lnTo>
                  <a:pt x="1443" y="3368"/>
                </a:lnTo>
                <a:moveTo>
                  <a:pt x="1683" y="3368"/>
                </a:moveTo>
                <a:lnTo>
                  <a:pt x="2165" y="3368"/>
                </a:lnTo>
                <a:moveTo>
                  <a:pt x="2286" y="3368"/>
                </a:moveTo>
                <a:lnTo>
                  <a:pt x="2406" y="3368"/>
                </a:lnTo>
                <a:moveTo>
                  <a:pt x="2647" y="3368"/>
                </a:moveTo>
                <a:lnTo>
                  <a:pt x="3007" y="3368"/>
                </a:lnTo>
                <a:moveTo>
                  <a:pt x="3128" y="3368"/>
                </a:moveTo>
                <a:lnTo>
                  <a:pt x="3248" y="3368"/>
                </a:lnTo>
              </a:path>
            </a:pathLst>
          </a:custGeom>
          <a:ln w="43200">
            <a:solidFill>
              <a:srgbClr val="001d34"/>
            </a:solidFill>
            <a:miter/>
          </a:ln>
        </p:spPr>
        <p:txBody>
          <a:bodyPr lIns="21600" rIns="21600" tIns="21600" bIns="21600" anchor="t">
            <a:noAutofit/>
          </a:bodyPr>
          <a:p>
            <a:endParaRPr b="0" lang="en-AU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9840600" y="2848680"/>
            <a:ext cx="100512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AU" sz="1650" spc="-1" strike="noStrike">
                <a:solidFill>
                  <a:srgbClr val="00a9ce"/>
                </a:solidFill>
                <a:latin typeface="Calibri"/>
                <a:ea typeface="Calibri"/>
              </a:rPr>
              <a:t>frog-runner</a:t>
            </a:r>
            <a:endParaRPr b="0" lang="en-AU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285840" y="6446160"/>
            <a:ext cx="39448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200" spc="-1" strike="noStrike">
                <a:solidFill>
                  <a:srgbClr val="757579"/>
                </a:solidFill>
                <a:latin typeface="Calibri"/>
                <a:ea typeface="Calibri"/>
              </a:rPr>
              <a:t>FHIR in Queensland Health Connectathon · 29–30 October 2026</a:t>
            </a:r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11674440" y="63450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AU" sz="1800" spc="-1" strike="noStrike">
                <a:solidFill>
                  <a:srgbClr val="777777"/>
                </a:solidFill>
                <a:latin typeface="Calibri"/>
                <a:ea typeface="Calibri"/>
              </a:rPr>
              <a:t>14</a:t>
            </a:r>
            <a:endParaRPr b="0" lang="en-A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en-AU</dc:language>
  <cp:lastModifiedBy/>
  <cp:revision>0</cp:revision>
  <dc:subject/>
  <dc:title/>
</cp:coreProperties>
</file>